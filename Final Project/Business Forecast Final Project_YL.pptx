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Bebas Neue"/>
      <p:regular r:id="rId26"/>
    </p:embeddedFont>
    <p:embeddedFont>
      <p:font typeface="Antic Slab"/>
      <p:regular r:id="rId27"/>
    </p:embeddedFont>
    <p:embeddedFont>
      <p:font typeface="PT Sans"/>
      <p:regular r:id="rId28"/>
      <p:bold r:id="rId29"/>
      <p:italic r:id="rId30"/>
      <p:boldItalic r:id="rId31"/>
    </p:embeddedFont>
    <p:embeddedFont>
      <p:font typeface="Anybody"/>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6eA2T0L2NGhW+TtGOEkPEKAn2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C501E4-6924-4BAE-A611-E86755136332}">
  <a:tblStyle styleId="{98C501E4-6924-4BAE-A611-E8675513633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ebasNeue-regular.fntdata"/><Relationship Id="rId25" Type="http://schemas.openxmlformats.org/officeDocument/2006/relationships/slide" Target="slides/slide20.xml"/><Relationship Id="rId28" Type="http://schemas.openxmlformats.org/officeDocument/2006/relationships/font" Target="fonts/PTSans-regular.fntdata"/><Relationship Id="rId27" Type="http://schemas.openxmlformats.org/officeDocument/2006/relationships/font" Target="fonts/AnticSlab-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TSans-boldItalic.fntdata"/><Relationship Id="rId30" Type="http://schemas.openxmlformats.org/officeDocument/2006/relationships/font" Target="fonts/PTSans-italic.fntdata"/><Relationship Id="rId11" Type="http://schemas.openxmlformats.org/officeDocument/2006/relationships/slide" Target="slides/slide6.xml"/><Relationship Id="rId33" Type="http://schemas.openxmlformats.org/officeDocument/2006/relationships/font" Target="fonts/Anybody-bold.fntdata"/><Relationship Id="rId10" Type="http://schemas.openxmlformats.org/officeDocument/2006/relationships/slide" Target="slides/slide5.xml"/><Relationship Id="rId32" Type="http://schemas.openxmlformats.org/officeDocument/2006/relationships/font" Target="fonts/Anybody-regular.fntdata"/><Relationship Id="rId13" Type="http://schemas.openxmlformats.org/officeDocument/2006/relationships/slide" Target="slides/slide8.xml"/><Relationship Id="rId35" Type="http://schemas.openxmlformats.org/officeDocument/2006/relationships/font" Target="fonts/Anybody-boldItalic.fntdata"/><Relationship Id="rId12" Type="http://schemas.openxmlformats.org/officeDocument/2006/relationships/slide" Target="slides/slide7.xml"/><Relationship Id="rId34" Type="http://schemas.openxmlformats.org/officeDocument/2006/relationships/font" Target="fonts/Anybody-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9" name="Google Shape;7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the same data I used in my SCFM project. In that project, I need to estimate the size of the U.S. Supply Chain Finance market for 2023 and 2024 and figure out how big this market is in terms of total outstanding balances and annual transaction flows using consistent data and a clear method.</a:t>
            </a:r>
            <a:endParaRPr/>
          </a:p>
          <a:p>
            <a:pPr indent="0" lvl="0" marL="0" rtl="0" algn="l">
              <a:lnSpc>
                <a:spcPct val="100000"/>
              </a:lnSpc>
              <a:spcBef>
                <a:spcPts val="0"/>
              </a:spcBef>
              <a:spcAft>
                <a:spcPts val="0"/>
              </a:spcAft>
              <a:buSzPts val="1100"/>
              <a:buNone/>
            </a:pPr>
            <a:r>
              <a:rPr lang="en"/>
              <a:t>The reason I use the data for this project is I want to see the future possible values as well so that I can have a clearer understanding for the development of the US NFC trade receivables.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7" name="Google Shape;7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8" name="Google Shape;77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1. The overall trend is clear upward. The level climbed fast through 2010 to 2019. There is one obvious shock around 2020. May caused by the pandemic. Then, the trend has risen the </a:t>
            </a:r>
            <a:r>
              <a:rPr lang="en"/>
              <a:t>fastest</a:t>
            </a:r>
            <a:r>
              <a:rPr lang="en"/>
              <a:t> since 2021.</a:t>
            </a:r>
            <a:endParaRPr/>
          </a:p>
          <a:p>
            <a:pPr indent="0" lvl="0" marL="0" rtl="0" algn="l">
              <a:spcBef>
                <a:spcPts val="0"/>
              </a:spcBef>
              <a:spcAft>
                <a:spcPts val="0"/>
              </a:spcAft>
              <a:buClr>
                <a:schemeClr val="dk1"/>
              </a:buClr>
              <a:buSzPts val="1100"/>
              <a:buFont typeface="Arial"/>
              <a:buNone/>
            </a:pPr>
            <a:r>
              <a:rPr lang="en"/>
              <a:t>2. Seasonality looks weak. I don’t see a stable, repeating pattern in the plot. Comparing to the overall trend, wiggles between quarters are small relative.</a:t>
            </a:r>
            <a:endParaRPr/>
          </a:p>
          <a:p>
            <a:pPr indent="0" lvl="0" marL="0" rtl="0" algn="l">
              <a:spcBef>
                <a:spcPts val="0"/>
              </a:spcBef>
              <a:spcAft>
                <a:spcPts val="0"/>
              </a:spcAft>
              <a:buSzPts val="1100"/>
              <a:buNone/>
            </a:pPr>
            <a:r>
              <a:rPr lang="en"/>
              <a:t>3. Current level is the highest.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a8f8cc9bc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7" name="Google Shape;817;g3a8f8cc9bc8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2. Seasonality is weak and stable over time, so it is additive because size of the wiggle stays the same as the level rises.</a:t>
            </a:r>
            <a:endParaRPr/>
          </a:p>
          <a:p>
            <a:pPr indent="0" lvl="0" marL="0" rtl="0" algn="l">
              <a:spcBef>
                <a:spcPts val="0"/>
              </a:spcBef>
              <a:spcAft>
                <a:spcPts val="0"/>
              </a:spcAft>
              <a:buClr>
                <a:schemeClr val="dk1"/>
              </a:buClr>
              <a:buSzPts val="1100"/>
              <a:buFont typeface="Arial"/>
              <a:buNone/>
            </a:pPr>
            <a:r>
              <a:rPr lang="en"/>
              <a:t>3. Steady uptrend.</a:t>
            </a:r>
            <a:endParaRPr/>
          </a:p>
          <a:p>
            <a:pPr indent="0" lvl="0" marL="0" rtl="0" algn="l">
              <a:spcBef>
                <a:spcPts val="0"/>
              </a:spcBef>
              <a:spcAft>
                <a:spcPts val="0"/>
              </a:spcAft>
              <a:buSzPts val="1100"/>
              <a:buNone/>
            </a:pPr>
            <a:r>
              <a:rPr lang="en"/>
              <a:t>4. Residuals are mostly small values centered around zero, with spikes around shocks (e.g., 2020).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a8f8cc9bc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7" name="Google Shape;827;g3a8f8cc9bc8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seasonal adjustment, the red seasonally adjusted line almost overlaps the black actual line. This shows that the seasonal effect is small and stable, so the change of trend drives </a:t>
            </a:r>
            <a:r>
              <a:rPr lang="en">
                <a:solidFill>
                  <a:schemeClr val="dk1"/>
                </a:solidFill>
              </a:rPr>
              <a:t>by</a:t>
            </a:r>
            <a:r>
              <a:rPr lang="en">
                <a:solidFill>
                  <a:schemeClr val="dk1"/>
                </a:solidFill>
              </a:rPr>
              <a:t> shocks</a:t>
            </a:r>
            <a:r>
              <a:rPr lang="en"/>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a8e2a81f6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9" name="Google Shape;839;g3a8e2a81f61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a:solidFill>
                  <a:schemeClr val="dk1"/>
                </a:solidFill>
              </a:rPr>
              <a:t>The overall trend is consistently upward, but there was a significant drop in 2020, but it quickly recovered. There is a small bump appears after a 4-period lag. This indicate the data has quarterly seasonality, though it is weak and stable. Residuals have mostly been positive since 2015. It shows that actual values are frequently greater than forecasts, so the SES model tends to under-forecast. Finally, SES only captures “levels” and fails to capture ‘trends’ and “seasonality.”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a8f8cc9bc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3" name="Google Shape;853;g3a8f8cc9bc8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Comparing to SES plots, Holt-Winters model has most residuals closer to zero, but there is still a mild under-forecast on average. Spread is tight in the histogram. In AFC plot, most bars are inside the blue limits. There is a small spike at lag 1 and a couple of bars close to the bounds and near seasonal lags. Overall looks close to white noise. Only little leftover correlation. Holt-Winters captures level, trend, and stable quarterly seasonality, so it tracks the rising trend better and reacts more sensibly around seasonal turns.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a8e2a81f6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7" name="Google Shape;867;g3a8e2a81f61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For the raw series, trend line goes up over time except a small drop in 2020. The trend of ACF shows a low decay, and there is a small bump near lag 4. The trend and quarterly seasonality are small and unstable, so it needs differencing.</a:t>
            </a:r>
            <a:endParaRPr/>
          </a:p>
          <a:p>
            <a:pPr indent="0" lvl="0" marL="0" rtl="0" algn="l">
              <a:spcBef>
                <a:spcPts val="0"/>
              </a:spcBef>
              <a:spcAft>
                <a:spcPts val="0"/>
              </a:spcAft>
              <a:buSzPts val="1100"/>
              <a:buNone/>
            </a:pPr>
            <a:r>
              <a:rPr lang="en"/>
              <a:t>After differencing (d = 2), trend has been removed. The plot looks more stationary. Most bars are small, and there is small signal near lag 4. This shows that there is a seasonal term at 4.</a:t>
            </a:r>
            <a:endParaRPr/>
          </a:p>
          <a:p>
            <a:pPr indent="0" lvl="0" marL="0" rtl="0" algn="l">
              <a:spcBef>
                <a:spcPts val="0"/>
              </a:spcBef>
              <a:spcAft>
                <a:spcPts val="0"/>
              </a:spcAft>
              <a:buSzPts val="1100"/>
              <a:buNone/>
            </a:pPr>
            <a:r>
              <a:rPr lang="en"/>
              <a:t>For the residual ACF, bars are inside the blue limits, so there is little autocorrelation left.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a8f8cc9bc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0" name="Google Shape;880;g3a8f8cc9bc8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Standardized Residuals: There are no clear trend or cycle, and most of lags are close to zero. So this is good.</a:t>
            </a:r>
            <a:endParaRPr/>
          </a:p>
          <a:p>
            <a:pPr indent="0" lvl="0" marL="0" rtl="0" algn="l">
              <a:spcBef>
                <a:spcPts val="0"/>
              </a:spcBef>
              <a:spcAft>
                <a:spcPts val="0"/>
              </a:spcAft>
              <a:buClr>
                <a:schemeClr val="dk1"/>
              </a:buClr>
              <a:buSzPts val="1100"/>
              <a:buFont typeface="Arial"/>
              <a:buNone/>
            </a:pPr>
            <a:r>
              <a:rPr lang="en"/>
              <a:t>ACF of Residuals: All bars are inside the blue line limits. That means no meaningful autocorrelation is left at short lags. More accurately, the recent mistakes may not predict the next few quarters' mistakes.</a:t>
            </a:r>
            <a:endParaRPr/>
          </a:p>
          <a:p>
            <a:pPr indent="0" lvl="0" marL="0" rtl="0" algn="l">
              <a:spcBef>
                <a:spcPts val="0"/>
              </a:spcBef>
              <a:spcAft>
                <a:spcPts val="0"/>
              </a:spcAft>
              <a:buSzPts val="1100"/>
              <a:buNone/>
            </a:pPr>
            <a:r>
              <a:rPr lang="en"/>
              <a:t>Ljung-Box p-values: The dots are under the 0.05 line. So the model fails to reject “white noise.” The residuals look random.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a8f8cc9bc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0" name="Google Shape;890;g3a8f8cc9bc8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rPr>
              <a:t>Ljung-Box at short lags up to lag 8, checkresiduals:</a:t>
            </a:r>
            <a:endParaRPr>
              <a:solidFill>
                <a:schemeClr val="dk1"/>
              </a:solidFill>
            </a:endParaRPr>
          </a:p>
          <a:p>
            <a:pPr indent="0" lvl="0" marL="0" rtl="0" algn="l">
              <a:spcBef>
                <a:spcPts val="0"/>
              </a:spcBef>
              <a:spcAft>
                <a:spcPts val="0"/>
              </a:spcAft>
              <a:buSzPts val="1100"/>
              <a:buNone/>
            </a:pPr>
            <a:r>
              <a:rPr lang="en">
                <a:solidFill>
                  <a:schemeClr val="dk1"/>
                </a:solidFill>
              </a:rPr>
              <a:t>Q* = 8.317, df = 3, p = 0.0399.</a:t>
            </a:r>
            <a:endParaRPr>
              <a:solidFill>
                <a:schemeClr val="dk1"/>
              </a:solidFill>
            </a:endParaRPr>
          </a:p>
          <a:p>
            <a:pPr indent="0" lvl="0" marL="0" rtl="0" algn="l">
              <a:spcBef>
                <a:spcPts val="0"/>
              </a:spcBef>
              <a:spcAft>
                <a:spcPts val="0"/>
              </a:spcAft>
              <a:buSzPts val="1100"/>
              <a:buNone/>
            </a:pPr>
            <a:r>
              <a:rPr lang="en">
                <a:solidFill>
                  <a:schemeClr val="dk1"/>
                </a:solidFill>
              </a:rPr>
              <a:t>p-value is slightly below 0.05, so there is a small hint of short-lag correlation influenced by the 2020 outlier.</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Box-Ljung at more lags up to lag 20:</a:t>
            </a:r>
            <a:endParaRPr>
              <a:solidFill>
                <a:schemeClr val="dk1"/>
              </a:solidFill>
            </a:endParaRPr>
          </a:p>
          <a:p>
            <a:pPr indent="0" lvl="0" marL="0" rtl="0" algn="l">
              <a:spcBef>
                <a:spcPts val="0"/>
              </a:spcBef>
              <a:spcAft>
                <a:spcPts val="0"/>
              </a:spcAft>
              <a:buSzPts val="1100"/>
              <a:buNone/>
            </a:pPr>
            <a:r>
              <a:rPr lang="en">
                <a:solidFill>
                  <a:schemeClr val="dk1"/>
                </a:solidFill>
              </a:rPr>
              <a:t>X² = 27.981, df = 20, p = 0.1098.</a:t>
            </a:r>
            <a:endParaRPr>
              <a:solidFill>
                <a:schemeClr val="dk1"/>
              </a:solidFill>
            </a:endParaRPr>
          </a:p>
          <a:p>
            <a:pPr indent="0" lvl="0" marL="0" rtl="0" algn="l">
              <a:spcBef>
                <a:spcPts val="0"/>
              </a:spcBef>
              <a:spcAft>
                <a:spcPts val="0"/>
              </a:spcAft>
              <a:buSzPts val="1100"/>
              <a:buNone/>
            </a:pPr>
            <a:r>
              <a:rPr lang="en">
                <a:solidFill>
                  <a:schemeClr val="dk1"/>
                </a:solidFill>
              </a:rPr>
              <a:t>p-value is above 0.05, so no evidence of autocorrelation over a broader range.</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Overall judgment: Taking both tests and the residual plots together, there is no strong leftover autocorrelation. The ARIMA model is acceptable and good enough for forecast this time series.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a8f8cc9bc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1" name="Google Shape;901;g3a8f8cc9bc8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a:t>When α ≈ 1, SES model tracks the last point value and produces same values for the next 4 quarters. Because the series is rising, the setup is under-forecast.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a8e2a81f6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2" name="Google Shape;912;g3a8e2a81f61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Alpha is roughly equivalent to 1. It means the model reacts fast to new data. Beta is small, so the trend updates slowly. Gamma is 1. Seasonality updates very quickly. The number of the initial level is the starting baseline at the first point. Initial trend is −20.49B per quarter. It means at the start, the model assumed the level was falling by about this number each quarter. For the initial seasonal indices, Q2 is the strongest quarter. Q4 is the weakest.</a:t>
            </a:r>
            <a:endParaRPr/>
          </a:p>
          <a:p>
            <a:pPr indent="0" lvl="0" marL="0" rtl="0" algn="l">
              <a:spcBef>
                <a:spcPts val="0"/>
              </a:spcBef>
              <a:spcAft>
                <a:spcPts val="0"/>
              </a:spcAft>
              <a:buSzPts val="1100"/>
              <a:buNone/>
            </a:pPr>
            <a:r>
              <a:rPr lang="en"/>
              <a:t>Sigma (RMSE) is close to Sigma (SD of residuals). This means that residuals are centered near zero and look like white noise.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3" name="Google Shape;92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RMSE and MAE are typical dollar errors in billions. MAPE is average % error, lower is better. In this time series, the ARIMA model shows low error. MAE ≈ $49.75B and MAPE ≈ 1.70%. For a macro quarterly level series, 1~2% is solid. RMSE ≈ $66.98B indicates large misses are limited. ME ≈ $8.33B is a small positive bias (slight over-forecast). Overall, the model is accurate on this scale.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1" name="Google Shape;93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If we use ARIMA forecast, the trend is up each quarter. Increase over the year is about +$225B. Roughly 4% growth.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6" name="Google Shape;94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7" name="Google Shape;123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4" name="Google Shape;124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42"/>
          <p:cNvSpPr txBox="1"/>
          <p:nvPr>
            <p:ph type="ctrTitle"/>
          </p:nvPr>
        </p:nvSpPr>
        <p:spPr>
          <a:xfrm>
            <a:off x="713225" y="792976"/>
            <a:ext cx="3887700" cy="3135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191919"/>
              </a:buClr>
              <a:buSzPts val="5200"/>
              <a:buNone/>
              <a:defRPr sz="6000">
                <a:latin typeface="Anybody"/>
                <a:ea typeface="Anybody"/>
                <a:cs typeface="Anybody"/>
                <a:sym typeface="Anybody"/>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42"/>
          <p:cNvSpPr txBox="1"/>
          <p:nvPr>
            <p:ph idx="1" type="subTitle"/>
          </p:nvPr>
        </p:nvSpPr>
        <p:spPr>
          <a:xfrm>
            <a:off x="713225" y="3892425"/>
            <a:ext cx="3887700" cy="4581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500">
                <a:solidFill>
                  <a:schemeClr val="dk1"/>
                </a:solidFill>
                <a:latin typeface="Antic Slab"/>
                <a:ea typeface="Antic Slab"/>
                <a:cs typeface="Antic Slab"/>
                <a:sym typeface="Antic Slab"/>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42"/>
          <p:cNvGrpSpPr/>
          <p:nvPr/>
        </p:nvGrpSpPr>
        <p:grpSpPr>
          <a:xfrm>
            <a:off x="0" y="-7700"/>
            <a:ext cx="9143875" cy="5151200"/>
            <a:chOff x="0" y="-7700"/>
            <a:chExt cx="9143875" cy="5151200"/>
          </a:xfrm>
        </p:grpSpPr>
        <p:sp>
          <p:nvSpPr>
            <p:cNvPr id="12" name="Google Shape;12;p42"/>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2"/>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2"/>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 name="Google Shape;17;p43"/>
          <p:cNvSpPr txBox="1"/>
          <p:nvPr>
            <p:ph idx="1" type="body"/>
          </p:nvPr>
        </p:nvSpPr>
        <p:spPr>
          <a:xfrm>
            <a:off x="720000" y="1063351"/>
            <a:ext cx="7704000" cy="3912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18" name="Google Shape;18;p43"/>
          <p:cNvGrpSpPr/>
          <p:nvPr/>
        </p:nvGrpSpPr>
        <p:grpSpPr>
          <a:xfrm>
            <a:off x="713225" y="-7700"/>
            <a:ext cx="8430775" cy="5151200"/>
            <a:chOff x="713225" y="-7700"/>
            <a:chExt cx="8430775" cy="5151200"/>
          </a:xfrm>
        </p:grpSpPr>
        <p:sp>
          <p:nvSpPr>
            <p:cNvPr id="19" name="Google Shape;19;p43"/>
            <p:cNvSpPr/>
            <p:nvPr/>
          </p:nvSpPr>
          <p:spPr>
            <a:xfrm>
              <a:off x="713225" y="-7700"/>
              <a:ext cx="8289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3"/>
            <p:cNvSpPr/>
            <p:nvPr/>
          </p:nvSpPr>
          <p:spPr>
            <a:xfrm>
              <a:off x="8771225" y="50214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3"/>
            <p:cNvSpPr/>
            <p:nvPr/>
          </p:nvSpPr>
          <p:spPr>
            <a:xfrm>
              <a:off x="8944800" y="5021400"/>
              <a:ext cx="19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2" name="Shape 22"/>
        <p:cNvGrpSpPr/>
        <p:nvPr/>
      </p:nvGrpSpPr>
      <p:grpSpPr>
        <a:xfrm>
          <a:off x="0" y="0"/>
          <a:ext cx="0" cy="0"/>
          <a:chOff x="0" y="0"/>
          <a:chExt cx="0" cy="0"/>
        </a:xfrm>
      </p:grpSpPr>
      <p:sp>
        <p:nvSpPr>
          <p:cNvPr id="23" name="Google Shape;23;p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 name="Google Shape;24;p44"/>
          <p:cNvSpPr txBox="1"/>
          <p:nvPr>
            <p:ph idx="2" type="title"/>
          </p:nvPr>
        </p:nvSpPr>
        <p:spPr>
          <a:xfrm>
            <a:off x="713225" y="1365975"/>
            <a:ext cx="1021200" cy="638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5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5" name="Google Shape;25;p44"/>
          <p:cNvSpPr txBox="1"/>
          <p:nvPr>
            <p:ph idx="3" type="title"/>
          </p:nvPr>
        </p:nvSpPr>
        <p:spPr>
          <a:xfrm>
            <a:off x="713225" y="3028075"/>
            <a:ext cx="1021200" cy="638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5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 name="Google Shape;26;p44"/>
          <p:cNvSpPr txBox="1"/>
          <p:nvPr>
            <p:ph idx="4" type="title"/>
          </p:nvPr>
        </p:nvSpPr>
        <p:spPr>
          <a:xfrm>
            <a:off x="3412375" y="1365975"/>
            <a:ext cx="1021200" cy="638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5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7" name="Google Shape;27;p44"/>
          <p:cNvSpPr txBox="1"/>
          <p:nvPr>
            <p:ph idx="5" type="title"/>
          </p:nvPr>
        </p:nvSpPr>
        <p:spPr>
          <a:xfrm>
            <a:off x="3412375" y="3028075"/>
            <a:ext cx="1021200" cy="638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5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8" name="Google Shape;28;p44"/>
          <p:cNvSpPr txBox="1"/>
          <p:nvPr>
            <p:ph idx="6" type="title"/>
          </p:nvPr>
        </p:nvSpPr>
        <p:spPr>
          <a:xfrm>
            <a:off x="6111650" y="1365975"/>
            <a:ext cx="1021200" cy="638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5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 name="Google Shape;29;p44"/>
          <p:cNvSpPr txBox="1"/>
          <p:nvPr>
            <p:ph idx="7" type="title"/>
          </p:nvPr>
        </p:nvSpPr>
        <p:spPr>
          <a:xfrm>
            <a:off x="6111650" y="3028076"/>
            <a:ext cx="1021200" cy="638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5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 name="Google Shape;30;p44"/>
          <p:cNvSpPr txBox="1"/>
          <p:nvPr>
            <p:ph idx="1" type="subTitle"/>
          </p:nvPr>
        </p:nvSpPr>
        <p:spPr>
          <a:xfrm>
            <a:off x="720000" y="2027075"/>
            <a:ext cx="2305500" cy="4839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 name="Google Shape;31;p44"/>
          <p:cNvSpPr txBox="1"/>
          <p:nvPr>
            <p:ph idx="8" type="subTitle"/>
          </p:nvPr>
        </p:nvSpPr>
        <p:spPr>
          <a:xfrm>
            <a:off x="3419275" y="2027075"/>
            <a:ext cx="2305500" cy="4839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 name="Google Shape;32;p44"/>
          <p:cNvSpPr txBox="1"/>
          <p:nvPr>
            <p:ph idx="9" type="subTitle"/>
          </p:nvPr>
        </p:nvSpPr>
        <p:spPr>
          <a:xfrm>
            <a:off x="6118550" y="2027075"/>
            <a:ext cx="2305500" cy="4839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 name="Google Shape;33;p44"/>
          <p:cNvSpPr txBox="1"/>
          <p:nvPr>
            <p:ph idx="13" type="subTitle"/>
          </p:nvPr>
        </p:nvSpPr>
        <p:spPr>
          <a:xfrm>
            <a:off x="720000" y="3689025"/>
            <a:ext cx="2305500" cy="4839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4" name="Google Shape;34;p44"/>
          <p:cNvSpPr txBox="1"/>
          <p:nvPr>
            <p:ph idx="14" type="subTitle"/>
          </p:nvPr>
        </p:nvSpPr>
        <p:spPr>
          <a:xfrm>
            <a:off x="3419275" y="3689025"/>
            <a:ext cx="2305500" cy="4839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 name="Google Shape;35;p44"/>
          <p:cNvSpPr txBox="1"/>
          <p:nvPr>
            <p:ph idx="15" type="subTitle"/>
          </p:nvPr>
        </p:nvSpPr>
        <p:spPr>
          <a:xfrm>
            <a:off x="6118550" y="3689025"/>
            <a:ext cx="2305500" cy="4839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45"/>
          <p:cNvSpPr txBox="1"/>
          <p:nvPr>
            <p:ph type="title"/>
          </p:nvPr>
        </p:nvSpPr>
        <p:spPr>
          <a:xfrm>
            <a:off x="713225" y="1361000"/>
            <a:ext cx="4294800" cy="61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8" name="Google Shape;38;p45"/>
          <p:cNvSpPr txBox="1"/>
          <p:nvPr>
            <p:ph idx="1" type="subTitle"/>
          </p:nvPr>
        </p:nvSpPr>
        <p:spPr>
          <a:xfrm>
            <a:off x="713225" y="1971675"/>
            <a:ext cx="4294800" cy="17541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39" name="Google Shape;39;p45"/>
          <p:cNvSpPr/>
          <p:nvPr>
            <p:ph idx="2" type="pic"/>
          </p:nvPr>
        </p:nvSpPr>
        <p:spPr>
          <a:xfrm>
            <a:off x="5643775" y="539500"/>
            <a:ext cx="2787000" cy="4064400"/>
          </a:xfrm>
          <a:prstGeom prst="rect">
            <a:avLst/>
          </a:prstGeom>
          <a:noFill/>
          <a:ln cap="flat" cmpd="sng" w="114300">
            <a:solidFill>
              <a:schemeClr val="dk2"/>
            </a:solidFill>
            <a:prstDash val="solid"/>
            <a:miter lim="8000"/>
            <a:headEnd len="sm" w="sm" type="none"/>
            <a:tailEnd len="sm" w="sm" type="none"/>
          </a:ln>
        </p:spPr>
      </p:sp>
      <p:grpSp>
        <p:nvGrpSpPr>
          <p:cNvPr id="40" name="Google Shape;40;p45"/>
          <p:cNvGrpSpPr/>
          <p:nvPr/>
        </p:nvGrpSpPr>
        <p:grpSpPr>
          <a:xfrm>
            <a:off x="1805675" y="-7700"/>
            <a:ext cx="5539988" cy="5151200"/>
            <a:chOff x="1805675" y="-7700"/>
            <a:chExt cx="5539988" cy="5151200"/>
          </a:xfrm>
        </p:grpSpPr>
        <p:sp>
          <p:nvSpPr>
            <p:cNvPr id="41" name="Google Shape;41;p45"/>
            <p:cNvSpPr/>
            <p:nvPr/>
          </p:nvSpPr>
          <p:spPr>
            <a:xfrm>
              <a:off x="6728888"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5"/>
            <p:cNvSpPr/>
            <p:nvPr/>
          </p:nvSpPr>
          <p:spPr>
            <a:xfrm>
              <a:off x="7236463"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5"/>
            <p:cNvSpPr/>
            <p:nvPr/>
          </p:nvSpPr>
          <p:spPr>
            <a:xfrm>
              <a:off x="1805675" y="5021400"/>
              <a:ext cx="1317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46"/>
          <p:cNvSpPr txBox="1"/>
          <p:nvPr>
            <p:ph type="title"/>
          </p:nvPr>
        </p:nvSpPr>
        <p:spPr>
          <a:xfrm>
            <a:off x="5056075" y="2230650"/>
            <a:ext cx="3374700" cy="2037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6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6" name="Google Shape;46;p46"/>
          <p:cNvSpPr txBox="1"/>
          <p:nvPr>
            <p:ph idx="2" type="title"/>
          </p:nvPr>
        </p:nvSpPr>
        <p:spPr>
          <a:xfrm>
            <a:off x="5056075" y="875250"/>
            <a:ext cx="1768200" cy="1355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10000">
                <a:solidFill>
                  <a:schemeClr val="accen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7" name="Google Shape;47;p46"/>
          <p:cNvSpPr/>
          <p:nvPr>
            <p:ph idx="3" type="pic"/>
          </p:nvPr>
        </p:nvSpPr>
        <p:spPr>
          <a:xfrm>
            <a:off x="713225" y="539500"/>
            <a:ext cx="3830400" cy="4064400"/>
          </a:xfrm>
          <a:prstGeom prst="rect">
            <a:avLst/>
          </a:prstGeom>
          <a:noFill/>
          <a:ln cap="flat" cmpd="sng" w="114300">
            <a:solidFill>
              <a:schemeClr val="dk2"/>
            </a:solidFill>
            <a:prstDash val="solid"/>
            <a:miter lim="8000"/>
            <a:headEnd len="sm" w="sm" type="none"/>
            <a:tailEnd len="sm" w="sm" type="none"/>
          </a:ln>
        </p:spPr>
      </p:sp>
      <p:grpSp>
        <p:nvGrpSpPr>
          <p:cNvPr id="48" name="Google Shape;48;p46"/>
          <p:cNvGrpSpPr/>
          <p:nvPr/>
        </p:nvGrpSpPr>
        <p:grpSpPr>
          <a:xfrm>
            <a:off x="0" y="-7700"/>
            <a:ext cx="9144025" cy="5151200"/>
            <a:chOff x="0" y="-7700"/>
            <a:chExt cx="9144025" cy="5151200"/>
          </a:xfrm>
        </p:grpSpPr>
        <p:sp>
          <p:nvSpPr>
            <p:cNvPr id="49" name="Google Shape;49;p46"/>
            <p:cNvSpPr/>
            <p:nvPr/>
          </p:nvSpPr>
          <p:spPr>
            <a:xfrm>
              <a:off x="0" y="-7700"/>
              <a:ext cx="26709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6"/>
            <p:cNvSpPr/>
            <p:nvPr/>
          </p:nvSpPr>
          <p:spPr>
            <a:xfrm>
              <a:off x="7142900" y="50214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6"/>
            <p:cNvSpPr/>
            <p:nvPr/>
          </p:nvSpPr>
          <p:spPr>
            <a:xfrm>
              <a:off x="7336825" y="5021400"/>
              <a:ext cx="1807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sp>
        <p:nvSpPr>
          <p:cNvPr id="53" name="Google Shape;53;p47"/>
          <p:cNvSpPr txBox="1"/>
          <p:nvPr>
            <p:ph type="title"/>
          </p:nvPr>
        </p:nvSpPr>
        <p:spPr>
          <a:xfrm>
            <a:off x="722376" y="448056"/>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4" name="Google Shape;54;p47"/>
          <p:cNvSpPr txBox="1"/>
          <p:nvPr>
            <p:ph idx="1" type="subTitle"/>
          </p:nvPr>
        </p:nvSpPr>
        <p:spPr>
          <a:xfrm>
            <a:off x="4802798" y="2404775"/>
            <a:ext cx="2725800" cy="1461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5" name="Google Shape;55;p47"/>
          <p:cNvSpPr txBox="1"/>
          <p:nvPr>
            <p:ph idx="2" type="subTitle"/>
          </p:nvPr>
        </p:nvSpPr>
        <p:spPr>
          <a:xfrm>
            <a:off x="1615402" y="2404775"/>
            <a:ext cx="2725800" cy="1461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6" name="Google Shape;56;p47"/>
          <p:cNvSpPr txBox="1"/>
          <p:nvPr>
            <p:ph idx="3" type="subTitle"/>
          </p:nvPr>
        </p:nvSpPr>
        <p:spPr>
          <a:xfrm>
            <a:off x="1615402" y="1928375"/>
            <a:ext cx="2725800" cy="4764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7" name="Google Shape;57;p47"/>
          <p:cNvSpPr txBox="1"/>
          <p:nvPr>
            <p:ph idx="4" type="subTitle"/>
          </p:nvPr>
        </p:nvSpPr>
        <p:spPr>
          <a:xfrm>
            <a:off x="4802794" y="1928375"/>
            <a:ext cx="2725800" cy="4764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8" name="Google Shape;58;p47"/>
          <p:cNvGrpSpPr/>
          <p:nvPr/>
        </p:nvGrpSpPr>
        <p:grpSpPr>
          <a:xfrm>
            <a:off x="3787725" y="-7700"/>
            <a:ext cx="5356275" cy="5151200"/>
            <a:chOff x="3787725" y="-7700"/>
            <a:chExt cx="5356275" cy="5151200"/>
          </a:xfrm>
        </p:grpSpPr>
        <p:sp>
          <p:nvSpPr>
            <p:cNvPr id="59" name="Google Shape;59;p47"/>
            <p:cNvSpPr/>
            <p:nvPr/>
          </p:nvSpPr>
          <p:spPr>
            <a:xfrm>
              <a:off x="8064075" y="-7700"/>
              <a:ext cx="8745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7"/>
            <p:cNvSpPr/>
            <p:nvPr/>
          </p:nvSpPr>
          <p:spPr>
            <a:xfrm>
              <a:off x="9034800"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7"/>
            <p:cNvSpPr/>
            <p:nvPr/>
          </p:nvSpPr>
          <p:spPr>
            <a:xfrm>
              <a:off x="3787725" y="5021400"/>
              <a:ext cx="1573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2" name="Shape 62"/>
        <p:cNvGrpSpPr/>
        <p:nvPr/>
      </p:nvGrpSpPr>
      <p:grpSpPr>
        <a:xfrm>
          <a:off x="0" y="0"/>
          <a:ext cx="0" cy="0"/>
          <a:chOff x="0" y="0"/>
          <a:chExt cx="0" cy="0"/>
        </a:xfrm>
      </p:grpSpPr>
      <p:sp>
        <p:nvSpPr>
          <p:cNvPr id="63" name="Google Shape;63;p4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 name="Google Shape;64;p48"/>
          <p:cNvSpPr txBox="1"/>
          <p:nvPr>
            <p:ph idx="1" type="subTitle"/>
          </p:nvPr>
        </p:nvSpPr>
        <p:spPr>
          <a:xfrm>
            <a:off x="713225" y="2503625"/>
            <a:ext cx="2332200" cy="127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5" name="Google Shape;65;p48"/>
          <p:cNvSpPr txBox="1"/>
          <p:nvPr>
            <p:ph idx="2" type="subTitle"/>
          </p:nvPr>
        </p:nvSpPr>
        <p:spPr>
          <a:xfrm>
            <a:off x="3402508" y="2503625"/>
            <a:ext cx="2332200" cy="127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6" name="Google Shape;66;p48"/>
          <p:cNvSpPr txBox="1"/>
          <p:nvPr>
            <p:ph idx="3" type="subTitle"/>
          </p:nvPr>
        </p:nvSpPr>
        <p:spPr>
          <a:xfrm>
            <a:off x="6091798" y="2503625"/>
            <a:ext cx="2332200" cy="127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7" name="Google Shape;67;p48"/>
          <p:cNvSpPr txBox="1"/>
          <p:nvPr>
            <p:ph idx="4" type="subTitle"/>
          </p:nvPr>
        </p:nvSpPr>
        <p:spPr>
          <a:xfrm>
            <a:off x="713225" y="2032625"/>
            <a:ext cx="2332200" cy="4710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 name="Google Shape;68;p48"/>
          <p:cNvSpPr txBox="1"/>
          <p:nvPr>
            <p:ph idx="5" type="subTitle"/>
          </p:nvPr>
        </p:nvSpPr>
        <p:spPr>
          <a:xfrm>
            <a:off x="3402509" y="2032625"/>
            <a:ext cx="2332200" cy="4710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 name="Google Shape;69;p48"/>
          <p:cNvSpPr txBox="1"/>
          <p:nvPr>
            <p:ph idx="6" type="subTitle"/>
          </p:nvPr>
        </p:nvSpPr>
        <p:spPr>
          <a:xfrm>
            <a:off x="6091793" y="2032625"/>
            <a:ext cx="2332200" cy="4710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70" name="Google Shape;70;p48"/>
          <p:cNvGrpSpPr/>
          <p:nvPr/>
        </p:nvGrpSpPr>
        <p:grpSpPr>
          <a:xfrm>
            <a:off x="0" y="-7700"/>
            <a:ext cx="9143875" cy="5151200"/>
            <a:chOff x="0" y="-7700"/>
            <a:chExt cx="9143875" cy="5151200"/>
          </a:xfrm>
        </p:grpSpPr>
        <p:sp>
          <p:nvSpPr>
            <p:cNvPr id="71" name="Google Shape;71;p48"/>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48"/>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8"/>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4" name="Shape 74"/>
        <p:cNvGrpSpPr/>
        <p:nvPr/>
      </p:nvGrpSpPr>
      <p:grpSpPr>
        <a:xfrm>
          <a:off x="0" y="0"/>
          <a:ext cx="0" cy="0"/>
          <a:chOff x="0" y="0"/>
          <a:chExt cx="0" cy="0"/>
        </a:xfrm>
      </p:grpSpPr>
      <p:sp>
        <p:nvSpPr>
          <p:cNvPr id="75" name="Google Shape;75;p4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6" name="Google Shape;76;p49"/>
          <p:cNvSpPr txBox="1"/>
          <p:nvPr>
            <p:ph idx="1" type="subTitle"/>
          </p:nvPr>
        </p:nvSpPr>
        <p:spPr>
          <a:xfrm>
            <a:off x="713224" y="1825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7" name="Google Shape;77;p49"/>
          <p:cNvSpPr txBox="1"/>
          <p:nvPr>
            <p:ph idx="2" type="subTitle"/>
          </p:nvPr>
        </p:nvSpPr>
        <p:spPr>
          <a:xfrm>
            <a:off x="4810676" y="1825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8" name="Google Shape;78;p49"/>
          <p:cNvSpPr txBox="1"/>
          <p:nvPr>
            <p:ph idx="3" type="subTitle"/>
          </p:nvPr>
        </p:nvSpPr>
        <p:spPr>
          <a:xfrm>
            <a:off x="713224" y="3485675"/>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9" name="Google Shape;79;p49"/>
          <p:cNvSpPr txBox="1"/>
          <p:nvPr>
            <p:ph idx="4" type="subTitle"/>
          </p:nvPr>
        </p:nvSpPr>
        <p:spPr>
          <a:xfrm>
            <a:off x="4810676" y="3485675"/>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0" name="Google Shape;80;p49"/>
          <p:cNvSpPr txBox="1"/>
          <p:nvPr>
            <p:ph idx="5" type="subTitle"/>
          </p:nvPr>
        </p:nvSpPr>
        <p:spPr>
          <a:xfrm>
            <a:off x="713225" y="1354025"/>
            <a:ext cx="2811000" cy="4710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 name="Google Shape;81;p49"/>
          <p:cNvSpPr txBox="1"/>
          <p:nvPr>
            <p:ph idx="6" type="subTitle"/>
          </p:nvPr>
        </p:nvSpPr>
        <p:spPr>
          <a:xfrm>
            <a:off x="713225" y="3014775"/>
            <a:ext cx="2811000" cy="4710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 name="Google Shape;82;p49"/>
          <p:cNvSpPr txBox="1"/>
          <p:nvPr>
            <p:ph idx="7" type="subTitle"/>
          </p:nvPr>
        </p:nvSpPr>
        <p:spPr>
          <a:xfrm>
            <a:off x="4810650" y="1354025"/>
            <a:ext cx="2811000" cy="4710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3" name="Google Shape;83;p49"/>
          <p:cNvSpPr txBox="1"/>
          <p:nvPr>
            <p:ph idx="8" type="subTitle"/>
          </p:nvPr>
        </p:nvSpPr>
        <p:spPr>
          <a:xfrm>
            <a:off x="4810650" y="3014775"/>
            <a:ext cx="2811000" cy="4710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4" name="Google Shape;84;p49"/>
          <p:cNvGrpSpPr/>
          <p:nvPr/>
        </p:nvGrpSpPr>
        <p:grpSpPr>
          <a:xfrm>
            <a:off x="1683225" y="-7700"/>
            <a:ext cx="4874350" cy="5151200"/>
            <a:chOff x="1683225" y="-7700"/>
            <a:chExt cx="4874350" cy="5151200"/>
          </a:xfrm>
        </p:grpSpPr>
        <p:sp>
          <p:nvSpPr>
            <p:cNvPr id="85" name="Google Shape;85;p49"/>
            <p:cNvSpPr/>
            <p:nvPr/>
          </p:nvSpPr>
          <p:spPr>
            <a:xfrm>
              <a:off x="1683225" y="-7700"/>
              <a:ext cx="9495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49"/>
            <p:cNvSpPr/>
            <p:nvPr/>
          </p:nvSpPr>
          <p:spPr>
            <a:xfrm>
              <a:off x="2728900"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9"/>
            <p:cNvSpPr/>
            <p:nvPr/>
          </p:nvSpPr>
          <p:spPr>
            <a:xfrm>
              <a:off x="4810675" y="5021400"/>
              <a:ext cx="17469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49"/>
            <p:cNvSpPr/>
            <p:nvPr/>
          </p:nvSpPr>
          <p:spPr>
            <a:xfrm>
              <a:off x="29343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9" name="Shape 89"/>
        <p:cNvGrpSpPr/>
        <p:nvPr/>
      </p:nvGrpSpPr>
      <p:grpSpPr>
        <a:xfrm>
          <a:off x="0" y="0"/>
          <a:ext cx="0" cy="0"/>
          <a:chOff x="0" y="0"/>
          <a:chExt cx="0" cy="0"/>
        </a:xfrm>
      </p:grpSpPr>
      <p:sp>
        <p:nvSpPr>
          <p:cNvPr id="90" name="Google Shape;90;p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1" name="Google Shape;91;p50"/>
          <p:cNvSpPr txBox="1"/>
          <p:nvPr>
            <p:ph idx="1" type="subTitle"/>
          </p:nvPr>
        </p:nvSpPr>
        <p:spPr>
          <a:xfrm>
            <a:off x="713225" y="1751099"/>
            <a:ext cx="19860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2" name="Google Shape;92;p50"/>
          <p:cNvSpPr txBox="1"/>
          <p:nvPr>
            <p:ph idx="2" type="subTitle"/>
          </p:nvPr>
        </p:nvSpPr>
        <p:spPr>
          <a:xfrm>
            <a:off x="3579000" y="1751099"/>
            <a:ext cx="19860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3" name="Google Shape;93;p50"/>
          <p:cNvSpPr txBox="1"/>
          <p:nvPr>
            <p:ph idx="3" type="subTitle"/>
          </p:nvPr>
        </p:nvSpPr>
        <p:spPr>
          <a:xfrm>
            <a:off x="713225" y="3498800"/>
            <a:ext cx="19860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4" name="Google Shape;94;p50"/>
          <p:cNvSpPr txBox="1"/>
          <p:nvPr>
            <p:ph idx="4" type="subTitle"/>
          </p:nvPr>
        </p:nvSpPr>
        <p:spPr>
          <a:xfrm>
            <a:off x="3579000" y="3498800"/>
            <a:ext cx="19860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5" name="Google Shape;95;p50"/>
          <p:cNvSpPr txBox="1"/>
          <p:nvPr>
            <p:ph idx="5" type="subTitle"/>
          </p:nvPr>
        </p:nvSpPr>
        <p:spPr>
          <a:xfrm>
            <a:off x="6445850" y="1751099"/>
            <a:ext cx="19860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6" name="Google Shape;96;p50"/>
          <p:cNvSpPr txBox="1"/>
          <p:nvPr>
            <p:ph idx="6" type="subTitle"/>
          </p:nvPr>
        </p:nvSpPr>
        <p:spPr>
          <a:xfrm>
            <a:off x="6445850" y="3498800"/>
            <a:ext cx="19860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7" name="Google Shape;97;p50"/>
          <p:cNvSpPr txBox="1"/>
          <p:nvPr>
            <p:ph idx="7" type="subTitle"/>
          </p:nvPr>
        </p:nvSpPr>
        <p:spPr>
          <a:xfrm>
            <a:off x="717125" y="1284815"/>
            <a:ext cx="1978200" cy="4695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 name="Google Shape;98;p50"/>
          <p:cNvSpPr txBox="1"/>
          <p:nvPr>
            <p:ph idx="8" type="subTitle"/>
          </p:nvPr>
        </p:nvSpPr>
        <p:spPr>
          <a:xfrm>
            <a:off x="3582900" y="1284815"/>
            <a:ext cx="1978200" cy="4695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9" name="Google Shape;99;p50"/>
          <p:cNvSpPr txBox="1"/>
          <p:nvPr>
            <p:ph idx="9" type="subTitle"/>
          </p:nvPr>
        </p:nvSpPr>
        <p:spPr>
          <a:xfrm>
            <a:off x="6449750" y="1284815"/>
            <a:ext cx="1978200" cy="4695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0" name="Google Shape;100;p50"/>
          <p:cNvSpPr txBox="1"/>
          <p:nvPr>
            <p:ph idx="13" type="subTitle"/>
          </p:nvPr>
        </p:nvSpPr>
        <p:spPr>
          <a:xfrm>
            <a:off x="717125" y="3029325"/>
            <a:ext cx="1978200" cy="4695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1" name="Google Shape;101;p50"/>
          <p:cNvSpPr txBox="1"/>
          <p:nvPr>
            <p:ph idx="14" type="subTitle"/>
          </p:nvPr>
        </p:nvSpPr>
        <p:spPr>
          <a:xfrm>
            <a:off x="3582900" y="3029325"/>
            <a:ext cx="1978200" cy="4695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2" name="Google Shape;102;p50"/>
          <p:cNvSpPr txBox="1"/>
          <p:nvPr>
            <p:ph idx="15" type="subTitle"/>
          </p:nvPr>
        </p:nvSpPr>
        <p:spPr>
          <a:xfrm>
            <a:off x="6449750" y="3029325"/>
            <a:ext cx="1978200" cy="469500"/>
          </a:xfrm>
          <a:prstGeom prst="rect">
            <a:avLst/>
          </a:prstGeom>
          <a:solidFill>
            <a:schemeClr val="dk2"/>
          </a:solid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Anybody"/>
                <a:ea typeface="Anybody"/>
                <a:cs typeface="Anybody"/>
                <a:sym typeface="Anybod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03" name="Google Shape;103;p50"/>
          <p:cNvGrpSpPr/>
          <p:nvPr/>
        </p:nvGrpSpPr>
        <p:grpSpPr>
          <a:xfrm>
            <a:off x="1427400" y="-7700"/>
            <a:ext cx="5561950" cy="5151200"/>
            <a:chOff x="1427400" y="-7700"/>
            <a:chExt cx="5561950" cy="5151200"/>
          </a:xfrm>
        </p:grpSpPr>
        <p:sp>
          <p:nvSpPr>
            <p:cNvPr id="104" name="Google Shape;104;p50"/>
            <p:cNvSpPr/>
            <p:nvPr/>
          </p:nvSpPr>
          <p:spPr>
            <a:xfrm>
              <a:off x="5149750" y="-7700"/>
              <a:ext cx="18396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0"/>
            <p:cNvSpPr/>
            <p:nvPr/>
          </p:nvSpPr>
          <p:spPr>
            <a:xfrm>
              <a:off x="1427400" y="50214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0"/>
            <p:cNvSpPr/>
            <p:nvPr/>
          </p:nvSpPr>
          <p:spPr>
            <a:xfrm>
              <a:off x="16165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7" name="Shape 107"/>
        <p:cNvGrpSpPr/>
        <p:nvPr/>
      </p:nvGrpSpPr>
      <p:grpSpPr>
        <a:xfrm>
          <a:off x="0" y="0"/>
          <a:ext cx="0" cy="0"/>
          <a:chOff x="0" y="0"/>
          <a:chExt cx="0" cy="0"/>
        </a:xfrm>
      </p:grpSpPr>
      <p:sp>
        <p:nvSpPr>
          <p:cNvPr id="108" name="Google Shape;108;p51"/>
          <p:cNvSpPr txBox="1"/>
          <p:nvPr>
            <p:ph type="title"/>
          </p:nvPr>
        </p:nvSpPr>
        <p:spPr>
          <a:xfrm>
            <a:off x="2813250" y="3266388"/>
            <a:ext cx="2655300" cy="531900"/>
          </a:xfrm>
          <a:prstGeom prst="rect">
            <a:avLst/>
          </a:prstGeom>
          <a:solidFill>
            <a:schemeClr val="dk2"/>
          </a:solid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000"/>
              <a:buNone/>
              <a:defRPr sz="2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09" name="Google Shape;109;p51"/>
          <p:cNvSpPr txBox="1"/>
          <p:nvPr>
            <p:ph idx="1" type="subTitle"/>
          </p:nvPr>
        </p:nvSpPr>
        <p:spPr>
          <a:xfrm>
            <a:off x="713225" y="1345200"/>
            <a:ext cx="4755300" cy="18105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26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grpSp>
        <p:nvGrpSpPr>
          <p:cNvPr id="110" name="Google Shape;110;p51"/>
          <p:cNvGrpSpPr/>
          <p:nvPr/>
        </p:nvGrpSpPr>
        <p:grpSpPr>
          <a:xfrm>
            <a:off x="713225" y="-7700"/>
            <a:ext cx="4670050" cy="5151200"/>
            <a:chOff x="713225" y="-7700"/>
            <a:chExt cx="4670050" cy="5151200"/>
          </a:xfrm>
        </p:grpSpPr>
        <p:sp>
          <p:nvSpPr>
            <p:cNvPr id="111" name="Google Shape;111;p51"/>
            <p:cNvSpPr/>
            <p:nvPr/>
          </p:nvSpPr>
          <p:spPr>
            <a:xfrm>
              <a:off x="476650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1"/>
            <p:cNvSpPr/>
            <p:nvPr/>
          </p:nvSpPr>
          <p:spPr>
            <a:xfrm>
              <a:off x="52740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1"/>
            <p:cNvSpPr/>
            <p:nvPr/>
          </p:nvSpPr>
          <p:spPr>
            <a:xfrm>
              <a:off x="71322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4" name="Shape 114"/>
        <p:cNvGrpSpPr/>
        <p:nvPr/>
      </p:nvGrpSpPr>
      <p:grpSpPr>
        <a:xfrm>
          <a:off x="0" y="0"/>
          <a:ext cx="0" cy="0"/>
          <a:chOff x="0" y="0"/>
          <a:chExt cx="0" cy="0"/>
        </a:xfrm>
      </p:grpSpPr>
      <p:sp>
        <p:nvSpPr>
          <p:cNvPr id="115" name="Google Shape;115;p52"/>
          <p:cNvSpPr txBox="1"/>
          <p:nvPr>
            <p:ph type="title"/>
          </p:nvPr>
        </p:nvSpPr>
        <p:spPr>
          <a:xfrm>
            <a:off x="4938163" y="1974613"/>
            <a:ext cx="34926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6" name="Google Shape;116;p52"/>
          <p:cNvSpPr txBox="1"/>
          <p:nvPr>
            <p:ph idx="1" type="subTitle"/>
          </p:nvPr>
        </p:nvSpPr>
        <p:spPr>
          <a:xfrm>
            <a:off x="4938175" y="2743512"/>
            <a:ext cx="3492600" cy="4254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7" name="Google Shape;117;p52"/>
          <p:cNvSpPr txBox="1"/>
          <p:nvPr>
            <p:ph idx="2" type="title"/>
          </p:nvPr>
        </p:nvSpPr>
        <p:spPr>
          <a:xfrm>
            <a:off x="4938175" y="539502"/>
            <a:ext cx="34926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8" name="Google Shape;118;p52"/>
          <p:cNvSpPr txBox="1"/>
          <p:nvPr>
            <p:ph idx="3" type="subTitle"/>
          </p:nvPr>
        </p:nvSpPr>
        <p:spPr>
          <a:xfrm>
            <a:off x="4938175" y="1308413"/>
            <a:ext cx="3492600" cy="4254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9" name="Google Shape;119;p52"/>
          <p:cNvSpPr txBox="1"/>
          <p:nvPr>
            <p:ph idx="4" type="title"/>
          </p:nvPr>
        </p:nvSpPr>
        <p:spPr>
          <a:xfrm>
            <a:off x="4938163" y="3409688"/>
            <a:ext cx="34926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20" name="Google Shape;120;p52"/>
          <p:cNvSpPr txBox="1"/>
          <p:nvPr>
            <p:ph idx="5" type="subTitle"/>
          </p:nvPr>
        </p:nvSpPr>
        <p:spPr>
          <a:xfrm>
            <a:off x="4938175" y="4178588"/>
            <a:ext cx="3492600" cy="4254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121" name="Google Shape;121;p52"/>
          <p:cNvGrpSpPr/>
          <p:nvPr/>
        </p:nvGrpSpPr>
        <p:grpSpPr>
          <a:xfrm>
            <a:off x="2825700" y="-7700"/>
            <a:ext cx="3521275" cy="5151200"/>
            <a:chOff x="2825700" y="-7700"/>
            <a:chExt cx="3521275" cy="5151200"/>
          </a:xfrm>
        </p:grpSpPr>
        <p:sp>
          <p:nvSpPr>
            <p:cNvPr id="122" name="Google Shape;122;p52"/>
            <p:cNvSpPr/>
            <p:nvPr/>
          </p:nvSpPr>
          <p:spPr>
            <a:xfrm>
              <a:off x="282570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2"/>
            <p:cNvSpPr/>
            <p:nvPr/>
          </p:nvSpPr>
          <p:spPr>
            <a:xfrm>
              <a:off x="33332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2"/>
            <p:cNvSpPr/>
            <p:nvPr/>
          </p:nvSpPr>
          <p:spPr>
            <a:xfrm>
              <a:off x="4938175" y="5021400"/>
              <a:ext cx="14088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5" name="Shape 125"/>
        <p:cNvGrpSpPr/>
        <p:nvPr/>
      </p:nvGrpSpPr>
      <p:grpSpPr>
        <a:xfrm>
          <a:off x="0" y="0"/>
          <a:ext cx="0" cy="0"/>
          <a:chOff x="0" y="0"/>
          <a:chExt cx="0" cy="0"/>
        </a:xfrm>
      </p:grpSpPr>
      <p:sp>
        <p:nvSpPr>
          <p:cNvPr id="126" name="Google Shape;126;p53"/>
          <p:cNvSpPr txBox="1"/>
          <p:nvPr>
            <p:ph hasCustomPrompt="1" type="title"/>
          </p:nvPr>
        </p:nvSpPr>
        <p:spPr>
          <a:xfrm>
            <a:off x="713225" y="2795600"/>
            <a:ext cx="7717500" cy="13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8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27" name="Google Shape;127;p53"/>
          <p:cNvSpPr txBox="1"/>
          <p:nvPr>
            <p:ph idx="1" type="subTitle"/>
          </p:nvPr>
        </p:nvSpPr>
        <p:spPr>
          <a:xfrm>
            <a:off x="1835475" y="4153700"/>
            <a:ext cx="5473200" cy="4503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grpSp>
        <p:nvGrpSpPr>
          <p:cNvPr id="128" name="Google Shape;128;p53"/>
          <p:cNvGrpSpPr/>
          <p:nvPr/>
        </p:nvGrpSpPr>
        <p:grpSpPr>
          <a:xfrm>
            <a:off x="0" y="-7700"/>
            <a:ext cx="9143875" cy="5151200"/>
            <a:chOff x="0" y="-7700"/>
            <a:chExt cx="9143875" cy="5151200"/>
          </a:xfrm>
        </p:grpSpPr>
        <p:sp>
          <p:nvSpPr>
            <p:cNvPr id="129" name="Google Shape;129;p53"/>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3"/>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34" name="Google Shape;134;p54"/>
          <p:cNvGrpSpPr/>
          <p:nvPr/>
        </p:nvGrpSpPr>
        <p:grpSpPr>
          <a:xfrm>
            <a:off x="2459100" y="-7700"/>
            <a:ext cx="6684750" cy="5151200"/>
            <a:chOff x="2459100" y="-7700"/>
            <a:chExt cx="6684750" cy="5151200"/>
          </a:xfrm>
        </p:grpSpPr>
        <p:sp>
          <p:nvSpPr>
            <p:cNvPr id="135" name="Google Shape;135;p54"/>
            <p:cNvSpPr/>
            <p:nvPr/>
          </p:nvSpPr>
          <p:spPr>
            <a:xfrm>
              <a:off x="2459100" y="-7700"/>
              <a:ext cx="12747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54"/>
            <p:cNvSpPr/>
            <p:nvPr/>
          </p:nvSpPr>
          <p:spPr>
            <a:xfrm>
              <a:off x="7265475" y="50214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54"/>
            <p:cNvSpPr/>
            <p:nvPr/>
          </p:nvSpPr>
          <p:spPr>
            <a:xfrm>
              <a:off x="7496250" y="5021400"/>
              <a:ext cx="16476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138" name="Shape 138"/>
        <p:cNvGrpSpPr/>
        <p:nvPr/>
      </p:nvGrpSpPr>
      <p:grpSpPr>
        <a:xfrm>
          <a:off x="0" y="0"/>
          <a:ext cx="0" cy="0"/>
          <a:chOff x="0" y="0"/>
          <a:chExt cx="0" cy="0"/>
        </a:xfrm>
      </p:grpSpPr>
      <p:sp>
        <p:nvSpPr>
          <p:cNvPr id="139" name="Google Shape;139;p55"/>
          <p:cNvSpPr txBox="1"/>
          <p:nvPr>
            <p:ph type="title"/>
          </p:nvPr>
        </p:nvSpPr>
        <p:spPr>
          <a:xfrm>
            <a:off x="5956950" y="445025"/>
            <a:ext cx="2473800" cy="114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40" name="Google Shape;140;p55"/>
          <p:cNvSpPr txBox="1"/>
          <p:nvPr>
            <p:ph idx="1" type="subTitle"/>
          </p:nvPr>
        </p:nvSpPr>
        <p:spPr>
          <a:xfrm>
            <a:off x="5956950" y="1499000"/>
            <a:ext cx="2473800" cy="9150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41" name="Google Shape;141;p55"/>
          <p:cNvSpPr/>
          <p:nvPr>
            <p:ph idx="2" type="pic"/>
          </p:nvPr>
        </p:nvSpPr>
        <p:spPr>
          <a:xfrm>
            <a:off x="710450" y="547050"/>
            <a:ext cx="2599800" cy="4049400"/>
          </a:xfrm>
          <a:prstGeom prst="rect">
            <a:avLst/>
          </a:prstGeom>
          <a:noFill/>
          <a:ln cap="flat" cmpd="sng" w="114300">
            <a:solidFill>
              <a:schemeClr val="dk2"/>
            </a:solidFill>
            <a:prstDash val="solid"/>
            <a:miter lim="8000"/>
            <a:headEnd len="sm" w="sm" type="none"/>
            <a:tailEnd len="sm" w="sm" type="none"/>
          </a:ln>
        </p:spPr>
      </p:sp>
      <p:sp>
        <p:nvSpPr>
          <p:cNvPr id="142" name="Google Shape;142;p55"/>
          <p:cNvSpPr/>
          <p:nvPr>
            <p:ph idx="3" type="pic"/>
          </p:nvPr>
        </p:nvSpPr>
        <p:spPr>
          <a:xfrm>
            <a:off x="3690475" y="539500"/>
            <a:ext cx="2031300" cy="2014800"/>
          </a:xfrm>
          <a:prstGeom prst="rect">
            <a:avLst/>
          </a:prstGeom>
          <a:noFill/>
          <a:ln cap="flat" cmpd="sng" w="114300">
            <a:solidFill>
              <a:schemeClr val="dk2"/>
            </a:solidFill>
            <a:prstDash val="solid"/>
            <a:miter lim="8000"/>
            <a:headEnd len="sm" w="sm" type="none"/>
            <a:tailEnd len="sm" w="sm" type="none"/>
          </a:ln>
        </p:spPr>
      </p:sp>
      <p:sp>
        <p:nvSpPr>
          <p:cNvPr id="143" name="Google Shape;143;p55"/>
          <p:cNvSpPr/>
          <p:nvPr>
            <p:ph idx="4" type="pic"/>
          </p:nvPr>
        </p:nvSpPr>
        <p:spPr>
          <a:xfrm>
            <a:off x="3690475" y="2953775"/>
            <a:ext cx="4740300" cy="1650300"/>
          </a:xfrm>
          <a:prstGeom prst="rect">
            <a:avLst/>
          </a:prstGeom>
          <a:noFill/>
          <a:ln cap="flat" cmpd="sng" w="114300">
            <a:solidFill>
              <a:schemeClr val="dk2"/>
            </a:solidFill>
            <a:prstDash val="solid"/>
            <a:miter lim="8000"/>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44" name="Shape 144"/>
        <p:cNvGrpSpPr/>
        <p:nvPr/>
      </p:nvGrpSpPr>
      <p:grpSpPr>
        <a:xfrm>
          <a:off x="0" y="0"/>
          <a:ext cx="0" cy="0"/>
          <a:chOff x="0" y="0"/>
          <a:chExt cx="0" cy="0"/>
        </a:xfrm>
      </p:grpSpPr>
      <p:sp>
        <p:nvSpPr>
          <p:cNvPr id="145" name="Google Shape;145;p56"/>
          <p:cNvSpPr txBox="1"/>
          <p:nvPr>
            <p:ph type="title"/>
          </p:nvPr>
        </p:nvSpPr>
        <p:spPr>
          <a:xfrm>
            <a:off x="962075" y="540000"/>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5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46" name="Google Shape;146;p56"/>
          <p:cNvSpPr txBox="1"/>
          <p:nvPr>
            <p:ph idx="1" type="subTitle"/>
          </p:nvPr>
        </p:nvSpPr>
        <p:spPr>
          <a:xfrm>
            <a:off x="962075" y="2385539"/>
            <a:ext cx="4448100" cy="1027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47" name="Google Shape;147;p56"/>
          <p:cNvSpPr txBox="1"/>
          <p:nvPr>
            <p:ph idx="2" type="subTitle"/>
          </p:nvPr>
        </p:nvSpPr>
        <p:spPr>
          <a:xfrm>
            <a:off x="962075" y="4212450"/>
            <a:ext cx="4448100" cy="3915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48" name="Google Shape;148;p56"/>
          <p:cNvSpPr txBox="1"/>
          <p:nvPr/>
        </p:nvSpPr>
        <p:spPr>
          <a:xfrm>
            <a:off x="713225" y="3444906"/>
            <a:ext cx="4945800" cy="556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Antic Slab"/>
                <a:ea typeface="Antic Slab"/>
                <a:cs typeface="Antic Slab"/>
                <a:sym typeface="Antic Slab"/>
              </a:rPr>
              <a:t>CREDITS:</a:t>
            </a:r>
            <a:r>
              <a:rPr b="0" i="0" lang="en" sz="1200" u="none" cap="none" strike="noStrike">
                <a:solidFill>
                  <a:schemeClr val="dk1"/>
                </a:solidFill>
                <a:latin typeface="Antic Slab"/>
                <a:ea typeface="Antic Slab"/>
                <a:cs typeface="Antic Slab"/>
                <a:sym typeface="Antic Slab"/>
              </a:rPr>
              <a:t> This presentation template was created by </a:t>
            </a:r>
            <a:r>
              <a:rPr b="1" i="0" lang="en" sz="1200" u="sng" cap="none" strike="noStrike">
                <a:solidFill>
                  <a:schemeClr val="dk1"/>
                </a:solidFill>
                <a:latin typeface="Antic Slab"/>
                <a:ea typeface="Antic Slab"/>
                <a:cs typeface="Antic Slab"/>
                <a:sym typeface="Antic Slab"/>
                <a:hlinkClick r:id="rId2">
                  <a:extLst>
                    <a:ext uri="{A12FA001-AC4F-418D-AE19-62706E023703}">
                      <ahyp:hlinkClr val="tx"/>
                    </a:ext>
                  </a:extLst>
                </a:hlinkClick>
              </a:rPr>
              <a:t>Slidesgo</a:t>
            </a:r>
            <a:r>
              <a:rPr b="0" i="0" lang="en" sz="1200" u="none" cap="none" strike="noStrike">
                <a:solidFill>
                  <a:schemeClr val="dk1"/>
                </a:solidFill>
                <a:latin typeface="Antic Slab"/>
                <a:ea typeface="Antic Slab"/>
                <a:cs typeface="Antic Slab"/>
                <a:sym typeface="Antic Slab"/>
              </a:rPr>
              <a:t>, and includes icons by </a:t>
            </a:r>
            <a:r>
              <a:rPr b="1" i="0" lang="en" sz="1200" u="sng" cap="none" strike="noStrike">
                <a:solidFill>
                  <a:schemeClr val="dk1"/>
                </a:solidFill>
                <a:latin typeface="Antic Slab"/>
                <a:ea typeface="Antic Slab"/>
                <a:cs typeface="Antic Slab"/>
                <a:sym typeface="Antic Slab"/>
                <a:hlinkClick r:id="rId3">
                  <a:extLst>
                    <a:ext uri="{A12FA001-AC4F-418D-AE19-62706E023703}">
                      <ahyp:hlinkClr val="tx"/>
                    </a:ext>
                  </a:extLst>
                </a:hlinkClick>
              </a:rPr>
              <a:t>Flaticon</a:t>
            </a:r>
            <a:r>
              <a:rPr b="0" i="0" lang="en" sz="1200" u="none" cap="none" strike="noStrike">
                <a:solidFill>
                  <a:schemeClr val="dk1"/>
                </a:solidFill>
                <a:latin typeface="Antic Slab"/>
                <a:ea typeface="Antic Slab"/>
                <a:cs typeface="Antic Slab"/>
                <a:sym typeface="Antic Slab"/>
              </a:rPr>
              <a:t>, and infographics &amp; images by </a:t>
            </a:r>
            <a:r>
              <a:rPr b="1" i="0" lang="en" sz="1200" u="sng" cap="none" strike="noStrike">
                <a:solidFill>
                  <a:schemeClr val="dk1"/>
                </a:solidFill>
                <a:latin typeface="Antic Slab"/>
                <a:ea typeface="Antic Slab"/>
                <a:cs typeface="Antic Slab"/>
                <a:sym typeface="Antic Slab"/>
                <a:hlinkClick r:id="rId4">
                  <a:extLst>
                    <a:ext uri="{A12FA001-AC4F-418D-AE19-62706E023703}">
                      <ahyp:hlinkClr val="tx"/>
                    </a:ext>
                  </a:extLst>
                </a:hlinkClick>
              </a:rPr>
              <a:t>Freepik</a:t>
            </a:r>
            <a:r>
              <a:rPr b="0" i="0" lang="en" sz="1200" u="sng" cap="none" strike="noStrike">
                <a:solidFill>
                  <a:schemeClr val="dk1"/>
                </a:solidFill>
                <a:latin typeface="Antic Slab"/>
                <a:ea typeface="Antic Slab"/>
                <a:cs typeface="Antic Slab"/>
                <a:sym typeface="Antic Slab"/>
              </a:rPr>
              <a:t> </a:t>
            </a:r>
            <a:endParaRPr b="1" i="0" sz="1200" u="sng" cap="none" strike="noStrike">
              <a:solidFill>
                <a:schemeClr val="dk1"/>
              </a:solidFill>
              <a:latin typeface="Antic Slab"/>
              <a:ea typeface="Antic Slab"/>
              <a:cs typeface="Antic Slab"/>
              <a:sym typeface="Antic Slab"/>
            </a:endParaRPr>
          </a:p>
        </p:txBody>
      </p:sp>
      <p:grpSp>
        <p:nvGrpSpPr>
          <p:cNvPr id="149" name="Google Shape;149;p56"/>
          <p:cNvGrpSpPr/>
          <p:nvPr/>
        </p:nvGrpSpPr>
        <p:grpSpPr>
          <a:xfrm>
            <a:off x="2455625" y="-7700"/>
            <a:ext cx="3908325" cy="5151200"/>
            <a:chOff x="2455625" y="-7700"/>
            <a:chExt cx="3908325" cy="5151200"/>
          </a:xfrm>
        </p:grpSpPr>
        <p:sp>
          <p:nvSpPr>
            <p:cNvPr id="150" name="Google Shape;150;p56"/>
            <p:cNvSpPr/>
            <p:nvPr/>
          </p:nvSpPr>
          <p:spPr>
            <a:xfrm>
              <a:off x="5747175"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56"/>
            <p:cNvSpPr/>
            <p:nvPr/>
          </p:nvSpPr>
          <p:spPr>
            <a:xfrm>
              <a:off x="6254750"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6"/>
            <p:cNvSpPr/>
            <p:nvPr/>
          </p:nvSpPr>
          <p:spPr>
            <a:xfrm>
              <a:off x="2455625" y="5021400"/>
              <a:ext cx="14610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
    <p:spTree>
      <p:nvGrpSpPr>
        <p:cNvPr id="153" name="Shape 153"/>
        <p:cNvGrpSpPr/>
        <p:nvPr/>
      </p:nvGrpSpPr>
      <p:grpSpPr>
        <a:xfrm>
          <a:off x="0" y="0"/>
          <a:ext cx="0" cy="0"/>
          <a:chOff x="0" y="0"/>
          <a:chExt cx="0" cy="0"/>
        </a:xfrm>
      </p:grpSpPr>
      <p:sp>
        <p:nvSpPr>
          <p:cNvPr id="154" name="Google Shape;154;p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5" name="Google Shape;155;p57"/>
          <p:cNvSpPr txBox="1"/>
          <p:nvPr>
            <p:ph idx="1" type="body"/>
          </p:nvPr>
        </p:nvSpPr>
        <p:spPr>
          <a:xfrm>
            <a:off x="720000" y="1215750"/>
            <a:ext cx="7704000" cy="3388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156" name="Google Shape;156;p57"/>
          <p:cNvGrpSpPr/>
          <p:nvPr/>
        </p:nvGrpSpPr>
        <p:grpSpPr>
          <a:xfrm>
            <a:off x="1360000" y="-7700"/>
            <a:ext cx="7784000" cy="5151200"/>
            <a:chOff x="1360000" y="-7700"/>
            <a:chExt cx="7784000" cy="5151200"/>
          </a:xfrm>
        </p:grpSpPr>
        <p:sp>
          <p:nvSpPr>
            <p:cNvPr id="157" name="Google Shape;157;p57"/>
            <p:cNvSpPr/>
            <p:nvPr/>
          </p:nvSpPr>
          <p:spPr>
            <a:xfrm>
              <a:off x="8527225"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57"/>
            <p:cNvSpPr/>
            <p:nvPr/>
          </p:nvSpPr>
          <p:spPr>
            <a:xfrm>
              <a:off x="9034800"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57"/>
            <p:cNvSpPr/>
            <p:nvPr/>
          </p:nvSpPr>
          <p:spPr>
            <a:xfrm>
              <a:off x="1360000"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0" name="Shape 160"/>
        <p:cNvGrpSpPr/>
        <p:nvPr/>
      </p:nvGrpSpPr>
      <p:grpSpPr>
        <a:xfrm>
          <a:off x="0" y="0"/>
          <a:ext cx="0" cy="0"/>
          <a:chOff x="0" y="0"/>
          <a:chExt cx="0" cy="0"/>
        </a:xfrm>
      </p:grpSpPr>
      <p:sp>
        <p:nvSpPr>
          <p:cNvPr id="161" name="Google Shape;161;p61"/>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2" name="Shape 162"/>
        <p:cNvGrpSpPr/>
        <p:nvPr/>
      </p:nvGrpSpPr>
      <p:grpSpPr>
        <a:xfrm>
          <a:off x="0" y="0"/>
          <a:ext cx="0" cy="0"/>
          <a:chOff x="0" y="0"/>
          <a:chExt cx="0" cy="0"/>
        </a:xfrm>
      </p:grpSpPr>
      <p:sp>
        <p:nvSpPr>
          <p:cNvPr id="163" name="Google Shape;163;p62"/>
          <p:cNvSpPr txBox="1"/>
          <p:nvPr>
            <p:ph type="title"/>
          </p:nvPr>
        </p:nvSpPr>
        <p:spPr>
          <a:xfrm>
            <a:off x="2135550" y="1189100"/>
            <a:ext cx="4872900" cy="19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64" name="Google Shape;164;p62"/>
          <p:cNvSpPr txBox="1"/>
          <p:nvPr>
            <p:ph idx="1" type="subTitle"/>
          </p:nvPr>
        </p:nvSpPr>
        <p:spPr>
          <a:xfrm>
            <a:off x="2135550" y="3153500"/>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5" name="Shape 165"/>
        <p:cNvGrpSpPr/>
        <p:nvPr/>
      </p:nvGrpSpPr>
      <p:grpSpPr>
        <a:xfrm>
          <a:off x="0" y="0"/>
          <a:ext cx="0" cy="0"/>
          <a:chOff x="0" y="0"/>
          <a:chExt cx="0" cy="0"/>
        </a:xfrm>
      </p:grpSpPr>
      <p:sp>
        <p:nvSpPr>
          <p:cNvPr id="166" name="Google Shape;166;p63"/>
          <p:cNvSpPr txBox="1"/>
          <p:nvPr>
            <p:ph type="title"/>
          </p:nvPr>
        </p:nvSpPr>
        <p:spPr>
          <a:xfrm>
            <a:off x="720000" y="4014450"/>
            <a:ext cx="7704000" cy="572700"/>
          </a:xfrm>
          <a:prstGeom prst="rect">
            <a:avLst/>
          </a:prstGeom>
          <a:solidFill>
            <a:schemeClr val="accen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solidFill>
                  <a:schemeClr val="lt1"/>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67" name="Shape 167"/>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68" name="Shape 168"/>
        <p:cNvGrpSpPr/>
        <p:nvPr/>
      </p:nvGrpSpPr>
      <p:grpSpPr>
        <a:xfrm>
          <a:off x="0" y="0"/>
          <a:ext cx="0" cy="0"/>
          <a:chOff x="0" y="0"/>
          <a:chExt cx="0" cy="0"/>
        </a:xfrm>
      </p:grpSpPr>
      <p:grpSp>
        <p:nvGrpSpPr>
          <p:cNvPr id="169" name="Google Shape;169;p65"/>
          <p:cNvGrpSpPr/>
          <p:nvPr/>
        </p:nvGrpSpPr>
        <p:grpSpPr>
          <a:xfrm>
            <a:off x="713225" y="-7700"/>
            <a:ext cx="4670050" cy="5151200"/>
            <a:chOff x="713225" y="-7700"/>
            <a:chExt cx="4670050" cy="5151200"/>
          </a:xfrm>
        </p:grpSpPr>
        <p:sp>
          <p:nvSpPr>
            <p:cNvPr id="170" name="Google Shape;170;p65"/>
            <p:cNvSpPr/>
            <p:nvPr/>
          </p:nvSpPr>
          <p:spPr>
            <a:xfrm>
              <a:off x="476650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65"/>
            <p:cNvSpPr/>
            <p:nvPr/>
          </p:nvSpPr>
          <p:spPr>
            <a:xfrm>
              <a:off x="52740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65"/>
            <p:cNvSpPr/>
            <p:nvPr/>
          </p:nvSpPr>
          <p:spPr>
            <a:xfrm>
              <a:off x="71322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3" name="Google Shape;173;p65"/>
          <p:cNvGrpSpPr/>
          <p:nvPr/>
        </p:nvGrpSpPr>
        <p:grpSpPr>
          <a:xfrm flipH="1">
            <a:off x="6433995" y="307084"/>
            <a:ext cx="2435714" cy="4836204"/>
            <a:chOff x="426872" y="2174436"/>
            <a:chExt cx="1297871" cy="2576972"/>
          </a:xfrm>
        </p:grpSpPr>
        <p:sp>
          <p:nvSpPr>
            <p:cNvPr id="174" name="Google Shape;174;p65"/>
            <p:cNvSpPr/>
            <p:nvPr/>
          </p:nvSpPr>
          <p:spPr>
            <a:xfrm>
              <a:off x="935331" y="2180406"/>
              <a:ext cx="327599" cy="198981"/>
            </a:xfrm>
            <a:custGeom>
              <a:rect b="b" l="l" r="r" t="t"/>
              <a:pathLst>
                <a:path extrusionOk="0" h="7033" w="11579">
                  <a:moveTo>
                    <a:pt x="1662" y="499"/>
                  </a:moveTo>
                  <a:cubicBezTo>
                    <a:pt x="1755" y="499"/>
                    <a:pt x="1784" y="632"/>
                    <a:pt x="1692" y="679"/>
                  </a:cubicBezTo>
                  <a:cubicBezTo>
                    <a:pt x="1431" y="813"/>
                    <a:pt x="1197" y="1005"/>
                    <a:pt x="1040" y="1253"/>
                  </a:cubicBezTo>
                  <a:cubicBezTo>
                    <a:pt x="1023" y="1278"/>
                    <a:pt x="1000" y="1288"/>
                    <a:pt x="977" y="1288"/>
                  </a:cubicBezTo>
                  <a:cubicBezTo>
                    <a:pt x="915" y="1288"/>
                    <a:pt x="848" y="1219"/>
                    <a:pt x="884" y="1153"/>
                  </a:cubicBezTo>
                  <a:cubicBezTo>
                    <a:pt x="1051" y="845"/>
                    <a:pt x="1291" y="612"/>
                    <a:pt x="1627" y="505"/>
                  </a:cubicBezTo>
                  <a:cubicBezTo>
                    <a:pt x="1639" y="501"/>
                    <a:pt x="1651" y="499"/>
                    <a:pt x="1662" y="499"/>
                  </a:cubicBezTo>
                  <a:close/>
                  <a:moveTo>
                    <a:pt x="2401" y="637"/>
                  </a:moveTo>
                  <a:cubicBezTo>
                    <a:pt x="2472" y="637"/>
                    <a:pt x="2481" y="734"/>
                    <a:pt x="2419" y="765"/>
                  </a:cubicBezTo>
                  <a:cubicBezTo>
                    <a:pt x="1928" y="1001"/>
                    <a:pt x="1538" y="1208"/>
                    <a:pt x="1285" y="1722"/>
                  </a:cubicBezTo>
                  <a:cubicBezTo>
                    <a:pt x="1274" y="1744"/>
                    <a:pt x="1255" y="1754"/>
                    <a:pt x="1236" y="1754"/>
                  </a:cubicBezTo>
                  <a:cubicBezTo>
                    <a:pt x="1196" y="1754"/>
                    <a:pt x="1156" y="1715"/>
                    <a:pt x="1176" y="1668"/>
                  </a:cubicBezTo>
                  <a:cubicBezTo>
                    <a:pt x="1387" y="1184"/>
                    <a:pt x="1841" y="688"/>
                    <a:pt x="2393" y="637"/>
                  </a:cubicBezTo>
                  <a:cubicBezTo>
                    <a:pt x="2396" y="637"/>
                    <a:pt x="2398" y="637"/>
                    <a:pt x="2401" y="637"/>
                  </a:cubicBezTo>
                  <a:close/>
                  <a:moveTo>
                    <a:pt x="1672" y="0"/>
                  </a:moveTo>
                  <a:cubicBezTo>
                    <a:pt x="1523" y="0"/>
                    <a:pt x="1372" y="2"/>
                    <a:pt x="1220" y="6"/>
                  </a:cubicBezTo>
                  <a:cubicBezTo>
                    <a:pt x="965" y="12"/>
                    <a:pt x="711" y="47"/>
                    <a:pt x="432" y="67"/>
                  </a:cubicBezTo>
                  <a:cubicBezTo>
                    <a:pt x="298" y="76"/>
                    <a:pt x="145" y="82"/>
                    <a:pt x="0" y="124"/>
                  </a:cubicBezTo>
                  <a:cubicBezTo>
                    <a:pt x="2" y="130"/>
                    <a:pt x="6" y="137"/>
                    <a:pt x="7" y="144"/>
                  </a:cubicBezTo>
                  <a:cubicBezTo>
                    <a:pt x="41" y="170"/>
                    <a:pt x="63" y="266"/>
                    <a:pt x="82" y="317"/>
                  </a:cubicBezTo>
                  <a:cubicBezTo>
                    <a:pt x="128" y="461"/>
                    <a:pt x="175" y="602"/>
                    <a:pt x="224" y="742"/>
                  </a:cubicBezTo>
                  <a:cubicBezTo>
                    <a:pt x="413" y="1269"/>
                    <a:pt x="617" y="1838"/>
                    <a:pt x="762" y="2367"/>
                  </a:cubicBezTo>
                  <a:cubicBezTo>
                    <a:pt x="769" y="2366"/>
                    <a:pt x="776" y="2361"/>
                    <a:pt x="781" y="2360"/>
                  </a:cubicBezTo>
                  <a:cubicBezTo>
                    <a:pt x="792" y="2362"/>
                    <a:pt x="804" y="2363"/>
                    <a:pt x="816" y="2363"/>
                  </a:cubicBezTo>
                  <a:cubicBezTo>
                    <a:pt x="873" y="2363"/>
                    <a:pt x="936" y="2339"/>
                    <a:pt x="996" y="2338"/>
                  </a:cubicBezTo>
                  <a:cubicBezTo>
                    <a:pt x="1152" y="2331"/>
                    <a:pt x="1313" y="2315"/>
                    <a:pt x="1476" y="2315"/>
                  </a:cubicBezTo>
                  <a:cubicBezTo>
                    <a:pt x="1483" y="2315"/>
                    <a:pt x="1489" y="2315"/>
                    <a:pt x="1496" y="2315"/>
                  </a:cubicBezTo>
                  <a:cubicBezTo>
                    <a:pt x="2060" y="2322"/>
                    <a:pt x="2624" y="2335"/>
                    <a:pt x="3149" y="2441"/>
                  </a:cubicBezTo>
                  <a:cubicBezTo>
                    <a:pt x="5084" y="2840"/>
                    <a:pt x="6660" y="3631"/>
                    <a:pt x="8075" y="5138"/>
                  </a:cubicBezTo>
                  <a:cubicBezTo>
                    <a:pt x="8316" y="5394"/>
                    <a:pt x="8550" y="5689"/>
                    <a:pt x="8777" y="5983"/>
                  </a:cubicBezTo>
                  <a:cubicBezTo>
                    <a:pt x="8899" y="6141"/>
                    <a:pt x="8969" y="6315"/>
                    <a:pt x="9088" y="6482"/>
                  </a:cubicBezTo>
                  <a:cubicBezTo>
                    <a:pt x="9203" y="6642"/>
                    <a:pt x="9321" y="6836"/>
                    <a:pt x="9408" y="7033"/>
                  </a:cubicBezTo>
                  <a:cubicBezTo>
                    <a:pt x="9542" y="6982"/>
                    <a:pt x="9717" y="6927"/>
                    <a:pt x="9830" y="6854"/>
                  </a:cubicBezTo>
                  <a:cubicBezTo>
                    <a:pt x="9916" y="6802"/>
                    <a:pt x="10048" y="6786"/>
                    <a:pt x="10124" y="6736"/>
                  </a:cubicBezTo>
                  <a:cubicBezTo>
                    <a:pt x="10208" y="6684"/>
                    <a:pt x="10342" y="6666"/>
                    <a:pt x="10416" y="6621"/>
                  </a:cubicBezTo>
                  <a:cubicBezTo>
                    <a:pt x="10468" y="6601"/>
                    <a:pt x="10519" y="6583"/>
                    <a:pt x="10571" y="6567"/>
                  </a:cubicBezTo>
                  <a:cubicBezTo>
                    <a:pt x="10708" y="6517"/>
                    <a:pt x="10883" y="6464"/>
                    <a:pt x="10997" y="6392"/>
                  </a:cubicBezTo>
                  <a:cubicBezTo>
                    <a:pt x="11173" y="6280"/>
                    <a:pt x="11426" y="6280"/>
                    <a:pt x="11579" y="6162"/>
                  </a:cubicBezTo>
                  <a:cubicBezTo>
                    <a:pt x="11259" y="5582"/>
                    <a:pt x="10983" y="5022"/>
                    <a:pt x="10612" y="4547"/>
                  </a:cubicBezTo>
                  <a:cubicBezTo>
                    <a:pt x="9842" y="3565"/>
                    <a:pt x="9046" y="2720"/>
                    <a:pt x="8126" y="2069"/>
                  </a:cubicBezTo>
                  <a:cubicBezTo>
                    <a:pt x="7802" y="1842"/>
                    <a:pt x="7459" y="1646"/>
                    <a:pt x="7130" y="1429"/>
                  </a:cubicBezTo>
                  <a:cubicBezTo>
                    <a:pt x="7022" y="1357"/>
                    <a:pt x="6886" y="1323"/>
                    <a:pt x="6781" y="1255"/>
                  </a:cubicBezTo>
                  <a:cubicBezTo>
                    <a:pt x="6546" y="1102"/>
                    <a:pt x="6221" y="948"/>
                    <a:pt x="5952" y="864"/>
                  </a:cubicBezTo>
                  <a:cubicBezTo>
                    <a:pt x="5862" y="825"/>
                    <a:pt x="5772" y="781"/>
                    <a:pt x="5685" y="740"/>
                  </a:cubicBezTo>
                  <a:cubicBezTo>
                    <a:pt x="5321" y="625"/>
                    <a:pt x="4962" y="483"/>
                    <a:pt x="4590" y="378"/>
                  </a:cubicBezTo>
                  <a:cubicBezTo>
                    <a:pt x="4277" y="294"/>
                    <a:pt x="3965" y="243"/>
                    <a:pt x="3644" y="176"/>
                  </a:cubicBezTo>
                  <a:cubicBezTo>
                    <a:pt x="3012" y="46"/>
                    <a:pt x="2361" y="0"/>
                    <a:pt x="167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65"/>
            <p:cNvSpPr/>
            <p:nvPr/>
          </p:nvSpPr>
          <p:spPr>
            <a:xfrm>
              <a:off x="652244" y="2236904"/>
              <a:ext cx="626792" cy="597453"/>
            </a:xfrm>
            <a:custGeom>
              <a:rect b="b" l="l" r="r" t="t"/>
              <a:pathLst>
                <a:path extrusionOk="0" h="21117" w="22154">
                  <a:moveTo>
                    <a:pt x="4994" y="1866"/>
                  </a:moveTo>
                  <a:cubicBezTo>
                    <a:pt x="5057" y="1866"/>
                    <a:pt x="5088" y="1967"/>
                    <a:pt x="5028" y="2001"/>
                  </a:cubicBezTo>
                  <a:cubicBezTo>
                    <a:pt x="4576" y="2266"/>
                    <a:pt x="4134" y="2452"/>
                    <a:pt x="3748" y="2823"/>
                  </a:cubicBezTo>
                  <a:cubicBezTo>
                    <a:pt x="3733" y="2838"/>
                    <a:pt x="3715" y="2845"/>
                    <a:pt x="3698" y="2845"/>
                  </a:cubicBezTo>
                  <a:cubicBezTo>
                    <a:pt x="3644" y="2845"/>
                    <a:pt x="3595" y="2786"/>
                    <a:pt x="3642" y="2734"/>
                  </a:cubicBezTo>
                  <a:cubicBezTo>
                    <a:pt x="3996" y="2349"/>
                    <a:pt x="4452" y="1962"/>
                    <a:pt x="4981" y="1868"/>
                  </a:cubicBezTo>
                  <a:cubicBezTo>
                    <a:pt x="4986" y="1867"/>
                    <a:pt x="4990" y="1866"/>
                    <a:pt x="4994" y="1866"/>
                  </a:cubicBezTo>
                  <a:close/>
                  <a:moveTo>
                    <a:pt x="5010" y="2459"/>
                  </a:moveTo>
                  <a:cubicBezTo>
                    <a:pt x="5061" y="2459"/>
                    <a:pt x="5087" y="2538"/>
                    <a:pt x="5041" y="2571"/>
                  </a:cubicBezTo>
                  <a:cubicBezTo>
                    <a:pt x="4377" y="3053"/>
                    <a:pt x="3730" y="3476"/>
                    <a:pt x="3165" y="4083"/>
                  </a:cubicBezTo>
                  <a:cubicBezTo>
                    <a:pt x="3156" y="4095"/>
                    <a:pt x="3144" y="4099"/>
                    <a:pt x="3132" y="4099"/>
                  </a:cubicBezTo>
                  <a:cubicBezTo>
                    <a:pt x="3098" y="4099"/>
                    <a:pt x="3066" y="4058"/>
                    <a:pt x="3094" y="4024"/>
                  </a:cubicBezTo>
                  <a:cubicBezTo>
                    <a:pt x="3618" y="3410"/>
                    <a:pt x="4246" y="2804"/>
                    <a:pt x="4987" y="2464"/>
                  </a:cubicBezTo>
                  <a:cubicBezTo>
                    <a:pt x="4995" y="2460"/>
                    <a:pt x="5003" y="2459"/>
                    <a:pt x="5010" y="2459"/>
                  </a:cubicBezTo>
                  <a:close/>
                  <a:moveTo>
                    <a:pt x="21129" y="9931"/>
                  </a:moveTo>
                  <a:cubicBezTo>
                    <a:pt x="21165" y="9931"/>
                    <a:pt x="21200" y="9953"/>
                    <a:pt x="21200" y="10001"/>
                  </a:cubicBezTo>
                  <a:cubicBezTo>
                    <a:pt x="21207" y="10398"/>
                    <a:pt x="21019" y="10838"/>
                    <a:pt x="20634" y="10997"/>
                  </a:cubicBezTo>
                  <a:cubicBezTo>
                    <a:pt x="20628" y="10999"/>
                    <a:pt x="20622" y="11000"/>
                    <a:pt x="20616" y="11000"/>
                  </a:cubicBezTo>
                  <a:cubicBezTo>
                    <a:pt x="20569" y="11000"/>
                    <a:pt x="20527" y="10937"/>
                    <a:pt x="20567" y="10901"/>
                  </a:cubicBezTo>
                  <a:cubicBezTo>
                    <a:pt x="20825" y="10656"/>
                    <a:pt x="21035" y="10385"/>
                    <a:pt x="21041" y="10012"/>
                  </a:cubicBezTo>
                  <a:cubicBezTo>
                    <a:pt x="21042" y="9960"/>
                    <a:pt x="21087" y="9931"/>
                    <a:pt x="21129" y="9931"/>
                  </a:cubicBezTo>
                  <a:close/>
                  <a:moveTo>
                    <a:pt x="21457" y="10377"/>
                  </a:moveTo>
                  <a:cubicBezTo>
                    <a:pt x="21502" y="10377"/>
                    <a:pt x="21546" y="10410"/>
                    <a:pt x="21534" y="10467"/>
                  </a:cubicBezTo>
                  <a:cubicBezTo>
                    <a:pt x="21451" y="10854"/>
                    <a:pt x="21268" y="11224"/>
                    <a:pt x="20954" y="11472"/>
                  </a:cubicBezTo>
                  <a:cubicBezTo>
                    <a:pt x="20941" y="11482"/>
                    <a:pt x="20927" y="11486"/>
                    <a:pt x="20914" y="11486"/>
                  </a:cubicBezTo>
                  <a:cubicBezTo>
                    <a:pt x="20858" y="11486"/>
                    <a:pt x="20809" y="11413"/>
                    <a:pt x="20854" y="11362"/>
                  </a:cubicBezTo>
                  <a:cubicBezTo>
                    <a:pt x="21094" y="11087"/>
                    <a:pt x="21290" y="10796"/>
                    <a:pt x="21377" y="10438"/>
                  </a:cubicBezTo>
                  <a:cubicBezTo>
                    <a:pt x="21388" y="10396"/>
                    <a:pt x="21423" y="10377"/>
                    <a:pt x="21457" y="10377"/>
                  </a:cubicBezTo>
                  <a:close/>
                  <a:moveTo>
                    <a:pt x="6540" y="1"/>
                  </a:moveTo>
                  <a:cubicBezTo>
                    <a:pt x="6523" y="1"/>
                    <a:pt x="6501" y="14"/>
                    <a:pt x="6482" y="20"/>
                  </a:cubicBezTo>
                  <a:cubicBezTo>
                    <a:pt x="6264" y="126"/>
                    <a:pt x="6050" y="235"/>
                    <a:pt x="5832" y="343"/>
                  </a:cubicBezTo>
                  <a:cubicBezTo>
                    <a:pt x="5384" y="644"/>
                    <a:pt x="4909" y="866"/>
                    <a:pt x="4507" y="1184"/>
                  </a:cubicBezTo>
                  <a:cubicBezTo>
                    <a:pt x="3689" y="1828"/>
                    <a:pt x="2968" y="2502"/>
                    <a:pt x="2380" y="3255"/>
                  </a:cubicBezTo>
                  <a:cubicBezTo>
                    <a:pt x="2108" y="3604"/>
                    <a:pt x="1873" y="3979"/>
                    <a:pt x="1632" y="4345"/>
                  </a:cubicBezTo>
                  <a:cubicBezTo>
                    <a:pt x="1566" y="4443"/>
                    <a:pt x="1512" y="4549"/>
                    <a:pt x="1456" y="4653"/>
                  </a:cubicBezTo>
                  <a:cubicBezTo>
                    <a:pt x="1425" y="4716"/>
                    <a:pt x="1390" y="4775"/>
                    <a:pt x="1352" y="4834"/>
                  </a:cubicBezTo>
                  <a:cubicBezTo>
                    <a:pt x="1331" y="4886"/>
                    <a:pt x="1309" y="4940"/>
                    <a:pt x="1287" y="4991"/>
                  </a:cubicBezTo>
                  <a:cubicBezTo>
                    <a:pt x="1209" y="5110"/>
                    <a:pt x="1159" y="5241"/>
                    <a:pt x="1099" y="5369"/>
                  </a:cubicBezTo>
                  <a:cubicBezTo>
                    <a:pt x="1041" y="5492"/>
                    <a:pt x="976" y="5604"/>
                    <a:pt x="932" y="5739"/>
                  </a:cubicBezTo>
                  <a:lnTo>
                    <a:pt x="861" y="5875"/>
                  </a:lnTo>
                  <a:cubicBezTo>
                    <a:pt x="817" y="5981"/>
                    <a:pt x="765" y="6090"/>
                    <a:pt x="735" y="6199"/>
                  </a:cubicBezTo>
                  <a:cubicBezTo>
                    <a:pt x="623" y="6548"/>
                    <a:pt x="498" y="6892"/>
                    <a:pt x="402" y="7249"/>
                  </a:cubicBezTo>
                  <a:cubicBezTo>
                    <a:pt x="56" y="8502"/>
                    <a:pt x="0" y="9790"/>
                    <a:pt x="99" y="11257"/>
                  </a:cubicBezTo>
                  <a:cubicBezTo>
                    <a:pt x="125" y="11602"/>
                    <a:pt x="221" y="11937"/>
                    <a:pt x="259" y="12285"/>
                  </a:cubicBezTo>
                  <a:cubicBezTo>
                    <a:pt x="277" y="12435"/>
                    <a:pt x="342" y="12577"/>
                    <a:pt x="358" y="12715"/>
                  </a:cubicBezTo>
                  <a:cubicBezTo>
                    <a:pt x="381" y="12897"/>
                    <a:pt x="480" y="13064"/>
                    <a:pt x="503" y="13239"/>
                  </a:cubicBezTo>
                  <a:cubicBezTo>
                    <a:pt x="527" y="13308"/>
                    <a:pt x="550" y="13377"/>
                    <a:pt x="578" y="13445"/>
                  </a:cubicBezTo>
                  <a:cubicBezTo>
                    <a:pt x="598" y="13588"/>
                    <a:pt x="752" y="14031"/>
                    <a:pt x="832" y="14153"/>
                  </a:cubicBezTo>
                  <a:cubicBezTo>
                    <a:pt x="855" y="14223"/>
                    <a:pt x="880" y="14290"/>
                    <a:pt x="906" y="14358"/>
                  </a:cubicBezTo>
                  <a:cubicBezTo>
                    <a:pt x="1050" y="14586"/>
                    <a:pt x="1121" y="14880"/>
                    <a:pt x="1259" y="15097"/>
                  </a:cubicBezTo>
                  <a:cubicBezTo>
                    <a:pt x="1342" y="15226"/>
                    <a:pt x="1370" y="15360"/>
                    <a:pt x="1454" y="15482"/>
                  </a:cubicBezTo>
                  <a:cubicBezTo>
                    <a:pt x="1717" y="15869"/>
                    <a:pt x="1924" y="16289"/>
                    <a:pt x="2204" y="16644"/>
                  </a:cubicBezTo>
                  <a:cubicBezTo>
                    <a:pt x="2879" y="17503"/>
                    <a:pt x="3581" y="18231"/>
                    <a:pt x="4371" y="18848"/>
                  </a:cubicBezTo>
                  <a:cubicBezTo>
                    <a:pt x="4539" y="18981"/>
                    <a:pt x="4736" y="19095"/>
                    <a:pt x="4915" y="19218"/>
                  </a:cubicBezTo>
                  <a:cubicBezTo>
                    <a:pt x="5162" y="19391"/>
                    <a:pt x="5413" y="19537"/>
                    <a:pt x="5663" y="19701"/>
                  </a:cubicBezTo>
                  <a:cubicBezTo>
                    <a:pt x="5790" y="19785"/>
                    <a:pt x="5956" y="19823"/>
                    <a:pt x="6081" y="19908"/>
                  </a:cubicBezTo>
                  <a:cubicBezTo>
                    <a:pt x="6208" y="19989"/>
                    <a:pt x="6347" y="20041"/>
                    <a:pt x="6482" y="20105"/>
                  </a:cubicBezTo>
                  <a:cubicBezTo>
                    <a:pt x="6547" y="20136"/>
                    <a:pt x="6610" y="20171"/>
                    <a:pt x="6674" y="20201"/>
                  </a:cubicBezTo>
                  <a:cubicBezTo>
                    <a:pt x="6826" y="20249"/>
                    <a:pt x="6966" y="20339"/>
                    <a:pt x="7117" y="20389"/>
                  </a:cubicBezTo>
                  <a:cubicBezTo>
                    <a:pt x="7607" y="20540"/>
                    <a:pt x="8091" y="20729"/>
                    <a:pt x="8597" y="20841"/>
                  </a:cubicBezTo>
                  <a:cubicBezTo>
                    <a:pt x="9452" y="21032"/>
                    <a:pt x="10338" y="21116"/>
                    <a:pt x="11280" y="21116"/>
                  </a:cubicBezTo>
                  <a:cubicBezTo>
                    <a:pt x="11412" y="21116"/>
                    <a:pt x="11544" y="21115"/>
                    <a:pt x="11678" y="21111"/>
                  </a:cubicBezTo>
                  <a:cubicBezTo>
                    <a:pt x="12090" y="21090"/>
                    <a:pt x="12507" y="21000"/>
                    <a:pt x="12930" y="20959"/>
                  </a:cubicBezTo>
                  <a:cubicBezTo>
                    <a:pt x="13203" y="20936"/>
                    <a:pt x="13468" y="20825"/>
                    <a:pt x="13747" y="20790"/>
                  </a:cubicBezTo>
                  <a:cubicBezTo>
                    <a:pt x="13817" y="20768"/>
                    <a:pt x="13892" y="20745"/>
                    <a:pt x="13965" y="20723"/>
                  </a:cubicBezTo>
                  <a:cubicBezTo>
                    <a:pt x="14057" y="20710"/>
                    <a:pt x="14185" y="20668"/>
                    <a:pt x="14281" y="20642"/>
                  </a:cubicBezTo>
                  <a:cubicBezTo>
                    <a:pt x="14346" y="20620"/>
                    <a:pt x="14411" y="20595"/>
                    <a:pt x="14477" y="20572"/>
                  </a:cubicBezTo>
                  <a:cubicBezTo>
                    <a:pt x="14619" y="20552"/>
                    <a:pt x="15053" y="20398"/>
                    <a:pt x="15173" y="20322"/>
                  </a:cubicBezTo>
                  <a:cubicBezTo>
                    <a:pt x="15242" y="20297"/>
                    <a:pt x="15311" y="20274"/>
                    <a:pt x="15378" y="20246"/>
                  </a:cubicBezTo>
                  <a:cubicBezTo>
                    <a:pt x="15528" y="20153"/>
                    <a:pt x="15720" y="20124"/>
                    <a:pt x="15877" y="20025"/>
                  </a:cubicBezTo>
                  <a:cubicBezTo>
                    <a:pt x="15995" y="19950"/>
                    <a:pt x="16143" y="19911"/>
                    <a:pt x="16271" y="19829"/>
                  </a:cubicBezTo>
                  <a:cubicBezTo>
                    <a:pt x="16549" y="19647"/>
                    <a:pt x="16860" y="19496"/>
                    <a:pt x="17116" y="19314"/>
                  </a:cubicBezTo>
                  <a:cubicBezTo>
                    <a:pt x="17274" y="19201"/>
                    <a:pt x="17427" y="19133"/>
                    <a:pt x="17575" y="19018"/>
                  </a:cubicBezTo>
                  <a:cubicBezTo>
                    <a:pt x="17989" y="18692"/>
                    <a:pt x="18394" y="18375"/>
                    <a:pt x="18760" y="18026"/>
                  </a:cubicBezTo>
                  <a:cubicBezTo>
                    <a:pt x="18997" y="17804"/>
                    <a:pt x="19230" y="17548"/>
                    <a:pt x="19432" y="17299"/>
                  </a:cubicBezTo>
                  <a:cubicBezTo>
                    <a:pt x="19523" y="17180"/>
                    <a:pt x="19632" y="17090"/>
                    <a:pt x="19724" y="16974"/>
                  </a:cubicBezTo>
                  <a:cubicBezTo>
                    <a:pt x="19926" y="16715"/>
                    <a:pt x="20118" y="16444"/>
                    <a:pt x="20304" y="16177"/>
                  </a:cubicBezTo>
                  <a:cubicBezTo>
                    <a:pt x="20473" y="15930"/>
                    <a:pt x="20606" y="15661"/>
                    <a:pt x="20771" y="15412"/>
                  </a:cubicBezTo>
                  <a:cubicBezTo>
                    <a:pt x="20816" y="15319"/>
                    <a:pt x="20859" y="15225"/>
                    <a:pt x="20902" y="15133"/>
                  </a:cubicBezTo>
                  <a:cubicBezTo>
                    <a:pt x="20909" y="15120"/>
                    <a:pt x="20916" y="15111"/>
                    <a:pt x="20922" y="15100"/>
                  </a:cubicBezTo>
                  <a:cubicBezTo>
                    <a:pt x="20989" y="14992"/>
                    <a:pt x="21028" y="14880"/>
                    <a:pt x="21085" y="14770"/>
                  </a:cubicBezTo>
                  <a:cubicBezTo>
                    <a:pt x="21140" y="14649"/>
                    <a:pt x="21206" y="14540"/>
                    <a:pt x="21243" y="14413"/>
                  </a:cubicBezTo>
                  <a:cubicBezTo>
                    <a:pt x="21290" y="14314"/>
                    <a:pt x="21336" y="14217"/>
                    <a:pt x="21381" y="14118"/>
                  </a:cubicBezTo>
                  <a:cubicBezTo>
                    <a:pt x="21479" y="13803"/>
                    <a:pt x="21595" y="13500"/>
                    <a:pt x="21688" y="13179"/>
                  </a:cubicBezTo>
                  <a:cubicBezTo>
                    <a:pt x="21741" y="12983"/>
                    <a:pt x="21818" y="12785"/>
                    <a:pt x="21863" y="12583"/>
                  </a:cubicBezTo>
                  <a:cubicBezTo>
                    <a:pt x="21889" y="12462"/>
                    <a:pt x="21896" y="12350"/>
                    <a:pt x="21922" y="12228"/>
                  </a:cubicBezTo>
                  <a:cubicBezTo>
                    <a:pt x="22053" y="11618"/>
                    <a:pt x="22114" y="10979"/>
                    <a:pt x="22145" y="10318"/>
                  </a:cubicBezTo>
                  <a:cubicBezTo>
                    <a:pt x="22153" y="10117"/>
                    <a:pt x="22130" y="9931"/>
                    <a:pt x="22132" y="9725"/>
                  </a:cubicBezTo>
                  <a:cubicBezTo>
                    <a:pt x="22133" y="9466"/>
                    <a:pt x="22095" y="9204"/>
                    <a:pt x="22078" y="8925"/>
                  </a:cubicBezTo>
                  <a:cubicBezTo>
                    <a:pt x="22068" y="8804"/>
                    <a:pt x="22071" y="8673"/>
                    <a:pt x="22027" y="8541"/>
                  </a:cubicBezTo>
                  <a:cubicBezTo>
                    <a:pt x="21867" y="8588"/>
                    <a:pt x="21668" y="8593"/>
                    <a:pt x="21506" y="8606"/>
                  </a:cubicBezTo>
                  <a:cubicBezTo>
                    <a:pt x="21159" y="8631"/>
                    <a:pt x="20842" y="8724"/>
                    <a:pt x="20495" y="8750"/>
                  </a:cubicBezTo>
                  <a:cubicBezTo>
                    <a:pt x="20272" y="8765"/>
                    <a:pt x="19944" y="8787"/>
                    <a:pt x="19723" y="8849"/>
                  </a:cubicBezTo>
                  <a:cubicBezTo>
                    <a:pt x="19755" y="8947"/>
                    <a:pt x="19753" y="9048"/>
                    <a:pt x="19759" y="9136"/>
                  </a:cubicBezTo>
                  <a:cubicBezTo>
                    <a:pt x="19768" y="9354"/>
                    <a:pt x="19798" y="9552"/>
                    <a:pt x="19802" y="9754"/>
                  </a:cubicBezTo>
                  <a:cubicBezTo>
                    <a:pt x="19814" y="10425"/>
                    <a:pt x="19788" y="11043"/>
                    <a:pt x="19660" y="11644"/>
                  </a:cubicBezTo>
                  <a:cubicBezTo>
                    <a:pt x="19608" y="11901"/>
                    <a:pt x="19570" y="12148"/>
                    <a:pt x="19500" y="12400"/>
                  </a:cubicBezTo>
                  <a:cubicBezTo>
                    <a:pt x="19265" y="13260"/>
                    <a:pt x="18879" y="14108"/>
                    <a:pt x="18360" y="14886"/>
                  </a:cubicBezTo>
                  <a:cubicBezTo>
                    <a:pt x="18008" y="15419"/>
                    <a:pt x="17593" y="15920"/>
                    <a:pt x="17123" y="16366"/>
                  </a:cubicBezTo>
                  <a:cubicBezTo>
                    <a:pt x="16841" y="16633"/>
                    <a:pt x="16527" y="16881"/>
                    <a:pt x="16211" y="17128"/>
                  </a:cubicBezTo>
                  <a:cubicBezTo>
                    <a:pt x="16069" y="17235"/>
                    <a:pt x="15925" y="17301"/>
                    <a:pt x="15778" y="17405"/>
                  </a:cubicBezTo>
                  <a:cubicBezTo>
                    <a:pt x="15521" y="17590"/>
                    <a:pt x="15195" y="17722"/>
                    <a:pt x="14904" y="17906"/>
                  </a:cubicBezTo>
                  <a:cubicBezTo>
                    <a:pt x="14797" y="17975"/>
                    <a:pt x="14657" y="18016"/>
                    <a:pt x="14551" y="18066"/>
                  </a:cubicBezTo>
                  <a:cubicBezTo>
                    <a:pt x="14491" y="18087"/>
                    <a:pt x="14433" y="18109"/>
                    <a:pt x="14375" y="18131"/>
                  </a:cubicBezTo>
                  <a:cubicBezTo>
                    <a:pt x="14257" y="18204"/>
                    <a:pt x="13834" y="18356"/>
                    <a:pt x="13698" y="18375"/>
                  </a:cubicBezTo>
                  <a:cubicBezTo>
                    <a:pt x="13583" y="18390"/>
                    <a:pt x="13475" y="18452"/>
                    <a:pt x="13378" y="18465"/>
                  </a:cubicBezTo>
                  <a:cubicBezTo>
                    <a:pt x="13176" y="18492"/>
                    <a:pt x="13001" y="18595"/>
                    <a:pt x="12811" y="18617"/>
                  </a:cubicBezTo>
                  <a:cubicBezTo>
                    <a:pt x="12514" y="18646"/>
                    <a:pt x="12220" y="18731"/>
                    <a:pt x="11925" y="18746"/>
                  </a:cubicBezTo>
                  <a:cubicBezTo>
                    <a:pt x="11594" y="18761"/>
                    <a:pt x="11273" y="18774"/>
                    <a:pt x="10958" y="18774"/>
                  </a:cubicBezTo>
                  <a:cubicBezTo>
                    <a:pt x="10755" y="18774"/>
                    <a:pt x="10555" y="18769"/>
                    <a:pt x="10355" y="18755"/>
                  </a:cubicBezTo>
                  <a:cubicBezTo>
                    <a:pt x="9685" y="18707"/>
                    <a:pt x="9031" y="18544"/>
                    <a:pt x="8420" y="18362"/>
                  </a:cubicBezTo>
                  <a:cubicBezTo>
                    <a:pt x="8171" y="18291"/>
                    <a:pt x="7936" y="18172"/>
                    <a:pt x="7689" y="18092"/>
                  </a:cubicBezTo>
                  <a:cubicBezTo>
                    <a:pt x="7591" y="18044"/>
                    <a:pt x="7491" y="17993"/>
                    <a:pt x="7393" y="17946"/>
                  </a:cubicBezTo>
                  <a:cubicBezTo>
                    <a:pt x="7098" y="17808"/>
                    <a:pt x="6813" y="17667"/>
                    <a:pt x="6540" y="17485"/>
                  </a:cubicBezTo>
                  <a:cubicBezTo>
                    <a:pt x="6270" y="17307"/>
                    <a:pt x="5983" y="17139"/>
                    <a:pt x="5723" y="16937"/>
                  </a:cubicBezTo>
                  <a:cubicBezTo>
                    <a:pt x="5186" y="16519"/>
                    <a:pt x="4705" y="16010"/>
                    <a:pt x="4236" y="15454"/>
                  </a:cubicBezTo>
                  <a:cubicBezTo>
                    <a:pt x="4015" y="15188"/>
                    <a:pt x="3842" y="14874"/>
                    <a:pt x="3637" y="14583"/>
                  </a:cubicBezTo>
                  <a:cubicBezTo>
                    <a:pt x="3565" y="14483"/>
                    <a:pt x="3541" y="14381"/>
                    <a:pt x="3471" y="14277"/>
                  </a:cubicBezTo>
                  <a:cubicBezTo>
                    <a:pt x="3238" y="13922"/>
                    <a:pt x="3061" y="13476"/>
                    <a:pt x="2891" y="13007"/>
                  </a:cubicBezTo>
                  <a:cubicBezTo>
                    <a:pt x="2795" y="12743"/>
                    <a:pt x="2683" y="12467"/>
                    <a:pt x="2651" y="12219"/>
                  </a:cubicBezTo>
                  <a:cubicBezTo>
                    <a:pt x="2639" y="12183"/>
                    <a:pt x="2628" y="12148"/>
                    <a:pt x="2613" y="12112"/>
                  </a:cubicBezTo>
                  <a:cubicBezTo>
                    <a:pt x="2591" y="11937"/>
                    <a:pt x="2520" y="11767"/>
                    <a:pt x="2502" y="11588"/>
                  </a:cubicBezTo>
                  <a:cubicBezTo>
                    <a:pt x="2479" y="11356"/>
                    <a:pt x="2418" y="11125"/>
                    <a:pt x="2407" y="10891"/>
                  </a:cubicBezTo>
                  <a:cubicBezTo>
                    <a:pt x="2380" y="10348"/>
                    <a:pt x="2360" y="9831"/>
                    <a:pt x="2396" y="9320"/>
                  </a:cubicBezTo>
                  <a:cubicBezTo>
                    <a:pt x="2437" y="8739"/>
                    <a:pt x="2577" y="8172"/>
                    <a:pt x="2723" y="7641"/>
                  </a:cubicBezTo>
                  <a:cubicBezTo>
                    <a:pt x="2809" y="7333"/>
                    <a:pt x="2911" y="7035"/>
                    <a:pt x="3033" y="6743"/>
                  </a:cubicBezTo>
                  <a:cubicBezTo>
                    <a:pt x="3288" y="6115"/>
                    <a:pt x="3616" y="5523"/>
                    <a:pt x="4013" y="4962"/>
                  </a:cubicBezTo>
                  <a:cubicBezTo>
                    <a:pt x="4173" y="4732"/>
                    <a:pt x="4365" y="4537"/>
                    <a:pt x="4544" y="4316"/>
                  </a:cubicBezTo>
                  <a:cubicBezTo>
                    <a:pt x="4682" y="4147"/>
                    <a:pt x="4843" y="3960"/>
                    <a:pt x="5005" y="3809"/>
                  </a:cubicBezTo>
                  <a:cubicBezTo>
                    <a:pt x="5239" y="3583"/>
                    <a:pt x="5496" y="3377"/>
                    <a:pt x="5748" y="3163"/>
                  </a:cubicBezTo>
                  <a:cubicBezTo>
                    <a:pt x="6089" y="2875"/>
                    <a:pt x="6517" y="2666"/>
                    <a:pt x="6914" y="2403"/>
                  </a:cubicBezTo>
                  <a:cubicBezTo>
                    <a:pt x="7111" y="2304"/>
                    <a:pt x="7311" y="2208"/>
                    <a:pt x="7507" y="2109"/>
                  </a:cubicBezTo>
                  <a:cubicBezTo>
                    <a:pt x="7498" y="2084"/>
                    <a:pt x="7488" y="2057"/>
                    <a:pt x="7482" y="2032"/>
                  </a:cubicBezTo>
                  <a:cubicBezTo>
                    <a:pt x="7391" y="1959"/>
                    <a:pt x="7347" y="1699"/>
                    <a:pt x="7277" y="1584"/>
                  </a:cubicBezTo>
                  <a:cubicBezTo>
                    <a:pt x="7062" y="1244"/>
                    <a:pt x="6965" y="798"/>
                    <a:pt x="6748" y="456"/>
                  </a:cubicBezTo>
                  <a:cubicBezTo>
                    <a:pt x="6682" y="305"/>
                    <a:pt x="6618" y="156"/>
                    <a:pt x="6553" y="5"/>
                  </a:cubicBezTo>
                  <a:cubicBezTo>
                    <a:pt x="6549" y="2"/>
                    <a:pt x="6545" y="1"/>
                    <a:pt x="65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65"/>
            <p:cNvSpPr/>
            <p:nvPr/>
          </p:nvSpPr>
          <p:spPr>
            <a:xfrm>
              <a:off x="927720" y="2174436"/>
              <a:ext cx="343273" cy="211996"/>
            </a:xfrm>
            <a:custGeom>
              <a:rect b="b" l="l" r="r" t="t"/>
              <a:pathLst>
                <a:path extrusionOk="0" h="7493" w="12133">
                  <a:moveTo>
                    <a:pt x="1933" y="210"/>
                  </a:moveTo>
                  <a:cubicBezTo>
                    <a:pt x="2624" y="210"/>
                    <a:pt x="3277" y="256"/>
                    <a:pt x="3911" y="384"/>
                  </a:cubicBezTo>
                  <a:cubicBezTo>
                    <a:pt x="4235" y="453"/>
                    <a:pt x="4545" y="503"/>
                    <a:pt x="4858" y="588"/>
                  </a:cubicBezTo>
                  <a:cubicBezTo>
                    <a:pt x="5228" y="692"/>
                    <a:pt x="5589" y="835"/>
                    <a:pt x="5952" y="950"/>
                  </a:cubicBezTo>
                  <a:cubicBezTo>
                    <a:pt x="6041" y="991"/>
                    <a:pt x="6133" y="1034"/>
                    <a:pt x="6220" y="1073"/>
                  </a:cubicBezTo>
                  <a:cubicBezTo>
                    <a:pt x="6486" y="1158"/>
                    <a:pt x="6813" y="1310"/>
                    <a:pt x="7049" y="1464"/>
                  </a:cubicBezTo>
                  <a:cubicBezTo>
                    <a:pt x="7153" y="1533"/>
                    <a:pt x="7290" y="1568"/>
                    <a:pt x="7398" y="1639"/>
                  </a:cubicBezTo>
                  <a:cubicBezTo>
                    <a:pt x="7725" y="1853"/>
                    <a:pt x="8069" y="2049"/>
                    <a:pt x="8393" y="2279"/>
                  </a:cubicBezTo>
                  <a:cubicBezTo>
                    <a:pt x="9314" y="2929"/>
                    <a:pt x="10109" y="3775"/>
                    <a:pt x="10880" y="4756"/>
                  </a:cubicBezTo>
                  <a:cubicBezTo>
                    <a:pt x="11250" y="5232"/>
                    <a:pt x="11524" y="5791"/>
                    <a:pt x="11847" y="6371"/>
                  </a:cubicBezTo>
                  <a:cubicBezTo>
                    <a:pt x="11694" y="6491"/>
                    <a:pt x="11441" y="6491"/>
                    <a:pt x="11265" y="6600"/>
                  </a:cubicBezTo>
                  <a:cubicBezTo>
                    <a:pt x="11150" y="6675"/>
                    <a:pt x="10976" y="6728"/>
                    <a:pt x="10839" y="6777"/>
                  </a:cubicBezTo>
                  <a:cubicBezTo>
                    <a:pt x="10787" y="6793"/>
                    <a:pt x="10736" y="6813"/>
                    <a:pt x="10683" y="6831"/>
                  </a:cubicBezTo>
                  <a:cubicBezTo>
                    <a:pt x="10608" y="6876"/>
                    <a:pt x="10477" y="6893"/>
                    <a:pt x="10390" y="6946"/>
                  </a:cubicBezTo>
                  <a:cubicBezTo>
                    <a:pt x="10316" y="6992"/>
                    <a:pt x="10185" y="7011"/>
                    <a:pt x="10097" y="7063"/>
                  </a:cubicBezTo>
                  <a:cubicBezTo>
                    <a:pt x="9983" y="7135"/>
                    <a:pt x="9808" y="7191"/>
                    <a:pt x="9674" y="7238"/>
                  </a:cubicBezTo>
                  <a:cubicBezTo>
                    <a:pt x="9587" y="7043"/>
                    <a:pt x="9471" y="6851"/>
                    <a:pt x="9356" y="6691"/>
                  </a:cubicBezTo>
                  <a:cubicBezTo>
                    <a:pt x="9237" y="6524"/>
                    <a:pt x="9167" y="6351"/>
                    <a:pt x="9045" y="6193"/>
                  </a:cubicBezTo>
                  <a:cubicBezTo>
                    <a:pt x="8818" y="5899"/>
                    <a:pt x="8584" y="5604"/>
                    <a:pt x="8343" y="5348"/>
                  </a:cubicBezTo>
                  <a:cubicBezTo>
                    <a:pt x="6928" y="3842"/>
                    <a:pt x="5355" y="3049"/>
                    <a:pt x="3417" y="2651"/>
                  </a:cubicBezTo>
                  <a:cubicBezTo>
                    <a:pt x="2893" y="2543"/>
                    <a:pt x="2328" y="2532"/>
                    <a:pt x="1764" y="2524"/>
                  </a:cubicBezTo>
                  <a:cubicBezTo>
                    <a:pt x="1752" y="2524"/>
                    <a:pt x="1740" y="2524"/>
                    <a:pt x="1728" y="2524"/>
                  </a:cubicBezTo>
                  <a:cubicBezTo>
                    <a:pt x="1570" y="2524"/>
                    <a:pt x="1414" y="2541"/>
                    <a:pt x="1264" y="2548"/>
                  </a:cubicBezTo>
                  <a:cubicBezTo>
                    <a:pt x="1202" y="2549"/>
                    <a:pt x="1139" y="2573"/>
                    <a:pt x="1082" y="2573"/>
                  </a:cubicBezTo>
                  <a:cubicBezTo>
                    <a:pt x="1071" y="2573"/>
                    <a:pt x="1059" y="2572"/>
                    <a:pt x="1048" y="2569"/>
                  </a:cubicBezTo>
                  <a:cubicBezTo>
                    <a:pt x="1044" y="2571"/>
                    <a:pt x="1037" y="2575"/>
                    <a:pt x="1029" y="2577"/>
                  </a:cubicBezTo>
                  <a:cubicBezTo>
                    <a:pt x="884" y="2048"/>
                    <a:pt x="681" y="1479"/>
                    <a:pt x="492" y="951"/>
                  </a:cubicBezTo>
                  <a:cubicBezTo>
                    <a:pt x="444" y="810"/>
                    <a:pt x="394" y="671"/>
                    <a:pt x="349" y="527"/>
                  </a:cubicBezTo>
                  <a:cubicBezTo>
                    <a:pt x="329" y="476"/>
                    <a:pt x="310" y="381"/>
                    <a:pt x="275" y="354"/>
                  </a:cubicBezTo>
                  <a:cubicBezTo>
                    <a:pt x="273" y="346"/>
                    <a:pt x="269" y="339"/>
                    <a:pt x="268" y="333"/>
                  </a:cubicBezTo>
                  <a:cubicBezTo>
                    <a:pt x="413" y="290"/>
                    <a:pt x="567" y="287"/>
                    <a:pt x="699" y="275"/>
                  </a:cubicBezTo>
                  <a:cubicBezTo>
                    <a:pt x="979" y="256"/>
                    <a:pt x="1234" y="221"/>
                    <a:pt x="1487" y="216"/>
                  </a:cubicBezTo>
                  <a:cubicBezTo>
                    <a:pt x="1638" y="212"/>
                    <a:pt x="1786" y="210"/>
                    <a:pt x="1933" y="210"/>
                  </a:cubicBezTo>
                  <a:close/>
                  <a:moveTo>
                    <a:pt x="1780" y="1"/>
                  </a:moveTo>
                  <a:cubicBezTo>
                    <a:pt x="1574" y="1"/>
                    <a:pt x="1376" y="33"/>
                    <a:pt x="1157" y="40"/>
                  </a:cubicBezTo>
                  <a:cubicBezTo>
                    <a:pt x="932" y="47"/>
                    <a:pt x="705" y="93"/>
                    <a:pt x="464" y="109"/>
                  </a:cubicBezTo>
                  <a:cubicBezTo>
                    <a:pt x="321" y="120"/>
                    <a:pt x="147" y="131"/>
                    <a:pt x="0" y="178"/>
                  </a:cubicBezTo>
                  <a:cubicBezTo>
                    <a:pt x="22" y="236"/>
                    <a:pt x="73" y="328"/>
                    <a:pt x="82" y="371"/>
                  </a:cubicBezTo>
                  <a:cubicBezTo>
                    <a:pt x="92" y="426"/>
                    <a:pt x="83" y="495"/>
                    <a:pt x="89" y="546"/>
                  </a:cubicBezTo>
                  <a:cubicBezTo>
                    <a:pt x="247" y="1017"/>
                    <a:pt x="406" y="1489"/>
                    <a:pt x="564" y="1960"/>
                  </a:cubicBezTo>
                  <a:cubicBezTo>
                    <a:pt x="624" y="2136"/>
                    <a:pt x="685" y="2316"/>
                    <a:pt x="746" y="2494"/>
                  </a:cubicBezTo>
                  <a:cubicBezTo>
                    <a:pt x="768" y="2559"/>
                    <a:pt x="830" y="2679"/>
                    <a:pt x="820" y="2734"/>
                  </a:cubicBezTo>
                  <a:cubicBezTo>
                    <a:pt x="829" y="2760"/>
                    <a:pt x="836" y="2780"/>
                    <a:pt x="851" y="2789"/>
                  </a:cubicBezTo>
                  <a:cubicBezTo>
                    <a:pt x="1073" y="2769"/>
                    <a:pt x="1294" y="2748"/>
                    <a:pt x="1515" y="2726"/>
                  </a:cubicBezTo>
                  <a:cubicBezTo>
                    <a:pt x="1673" y="2724"/>
                    <a:pt x="1832" y="2721"/>
                    <a:pt x="1990" y="2721"/>
                  </a:cubicBezTo>
                  <a:cubicBezTo>
                    <a:pt x="2302" y="2721"/>
                    <a:pt x="2612" y="2732"/>
                    <a:pt x="2906" y="2773"/>
                  </a:cubicBezTo>
                  <a:cubicBezTo>
                    <a:pt x="4564" y="2998"/>
                    <a:pt x="6019" y="3597"/>
                    <a:pt x="7305" y="4617"/>
                  </a:cubicBezTo>
                  <a:cubicBezTo>
                    <a:pt x="7898" y="5086"/>
                    <a:pt x="8398" y="5681"/>
                    <a:pt x="8907" y="6335"/>
                  </a:cubicBezTo>
                  <a:cubicBezTo>
                    <a:pt x="9084" y="6562"/>
                    <a:pt x="9209" y="6832"/>
                    <a:pt x="9375" y="7077"/>
                  </a:cubicBezTo>
                  <a:cubicBezTo>
                    <a:pt x="9443" y="7204"/>
                    <a:pt x="9510" y="7338"/>
                    <a:pt x="9580" y="7466"/>
                  </a:cubicBezTo>
                  <a:cubicBezTo>
                    <a:pt x="9587" y="7476"/>
                    <a:pt x="9594" y="7484"/>
                    <a:pt x="9602" y="7492"/>
                  </a:cubicBezTo>
                  <a:cubicBezTo>
                    <a:pt x="9770" y="7428"/>
                    <a:pt x="9961" y="7436"/>
                    <a:pt x="10131" y="7331"/>
                  </a:cubicBezTo>
                  <a:cubicBezTo>
                    <a:pt x="10244" y="7260"/>
                    <a:pt x="10419" y="7203"/>
                    <a:pt x="10554" y="7156"/>
                  </a:cubicBezTo>
                  <a:cubicBezTo>
                    <a:pt x="10606" y="7136"/>
                    <a:pt x="10659" y="7117"/>
                    <a:pt x="10712" y="7101"/>
                  </a:cubicBezTo>
                  <a:cubicBezTo>
                    <a:pt x="10826" y="7029"/>
                    <a:pt x="11000" y="6975"/>
                    <a:pt x="11136" y="6925"/>
                  </a:cubicBezTo>
                  <a:cubicBezTo>
                    <a:pt x="11188" y="6909"/>
                    <a:pt x="11240" y="6889"/>
                    <a:pt x="11294" y="6872"/>
                  </a:cubicBezTo>
                  <a:cubicBezTo>
                    <a:pt x="11368" y="6825"/>
                    <a:pt x="11499" y="6809"/>
                    <a:pt x="11586" y="6757"/>
                  </a:cubicBezTo>
                  <a:cubicBezTo>
                    <a:pt x="11652" y="6716"/>
                    <a:pt x="11769" y="6699"/>
                    <a:pt x="11848" y="6651"/>
                  </a:cubicBezTo>
                  <a:cubicBezTo>
                    <a:pt x="11926" y="6600"/>
                    <a:pt x="12043" y="6553"/>
                    <a:pt x="12133" y="6514"/>
                  </a:cubicBezTo>
                  <a:cubicBezTo>
                    <a:pt x="11974" y="6204"/>
                    <a:pt x="11847" y="5873"/>
                    <a:pt x="11659" y="5599"/>
                  </a:cubicBezTo>
                  <a:cubicBezTo>
                    <a:pt x="11415" y="5240"/>
                    <a:pt x="11211" y="4855"/>
                    <a:pt x="10949" y="4525"/>
                  </a:cubicBezTo>
                  <a:cubicBezTo>
                    <a:pt x="10314" y="3714"/>
                    <a:pt x="9641" y="2995"/>
                    <a:pt x="8895" y="2414"/>
                  </a:cubicBezTo>
                  <a:cubicBezTo>
                    <a:pt x="8593" y="2178"/>
                    <a:pt x="8266" y="1976"/>
                    <a:pt x="7952" y="1765"/>
                  </a:cubicBezTo>
                  <a:cubicBezTo>
                    <a:pt x="7761" y="1635"/>
                    <a:pt x="7560" y="1526"/>
                    <a:pt x="7368" y="1401"/>
                  </a:cubicBezTo>
                  <a:cubicBezTo>
                    <a:pt x="7270" y="1355"/>
                    <a:pt x="7172" y="1307"/>
                    <a:pt x="7073" y="1262"/>
                  </a:cubicBezTo>
                  <a:cubicBezTo>
                    <a:pt x="6961" y="1191"/>
                    <a:pt x="6841" y="1145"/>
                    <a:pt x="6722" y="1089"/>
                  </a:cubicBezTo>
                  <a:cubicBezTo>
                    <a:pt x="6602" y="1031"/>
                    <a:pt x="6493" y="967"/>
                    <a:pt x="6365" y="929"/>
                  </a:cubicBezTo>
                  <a:cubicBezTo>
                    <a:pt x="6268" y="884"/>
                    <a:pt x="6170" y="836"/>
                    <a:pt x="6072" y="791"/>
                  </a:cubicBezTo>
                  <a:cubicBezTo>
                    <a:pt x="5836" y="717"/>
                    <a:pt x="5609" y="615"/>
                    <a:pt x="5374" y="543"/>
                  </a:cubicBezTo>
                  <a:cubicBezTo>
                    <a:pt x="5028" y="440"/>
                    <a:pt x="4673" y="338"/>
                    <a:pt x="4317" y="258"/>
                  </a:cubicBezTo>
                  <a:cubicBezTo>
                    <a:pt x="4134" y="217"/>
                    <a:pt x="3953" y="207"/>
                    <a:pt x="3764" y="168"/>
                  </a:cubicBezTo>
                  <a:cubicBezTo>
                    <a:pt x="3164" y="44"/>
                    <a:pt x="2527" y="32"/>
                    <a:pt x="1876" y="3"/>
                  </a:cubicBezTo>
                  <a:cubicBezTo>
                    <a:pt x="1844" y="2"/>
                    <a:pt x="1812" y="1"/>
                    <a:pt x="17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65"/>
            <p:cNvSpPr/>
            <p:nvPr/>
          </p:nvSpPr>
          <p:spPr>
            <a:xfrm>
              <a:off x="647519" y="2229379"/>
              <a:ext cx="637260" cy="610382"/>
            </a:xfrm>
            <a:custGeom>
              <a:rect b="b" l="l" r="r" t="t"/>
              <a:pathLst>
                <a:path extrusionOk="0" h="21574" w="22524">
                  <a:moveTo>
                    <a:pt x="6706" y="258"/>
                  </a:moveTo>
                  <a:cubicBezTo>
                    <a:pt x="6710" y="258"/>
                    <a:pt x="6715" y="259"/>
                    <a:pt x="6719" y="261"/>
                  </a:cubicBezTo>
                  <a:cubicBezTo>
                    <a:pt x="6784" y="412"/>
                    <a:pt x="6847" y="562"/>
                    <a:pt x="6913" y="712"/>
                  </a:cubicBezTo>
                  <a:cubicBezTo>
                    <a:pt x="7127" y="1053"/>
                    <a:pt x="7226" y="1501"/>
                    <a:pt x="7441" y="1841"/>
                  </a:cubicBezTo>
                  <a:cubicBezTo>
                    <a:pt x="7514" y="1955"/>
                    <a:pt x="7556" y="2217"/>
                    <a:pt x="7646" y="2288"/>
                  </a:cubicBezTo>
                  <a:cubicBezTo>
                    <a:pt x="7655" y="2314"/>
                    <a:pt x="7664" y="2340"/>
                    <a:pt x="7672" y="2366"/>
                  </a:cubicBezTo>
                  <a:cubicBezTo>
                    <a:pt x="7476" y="2464"/>
                    <a:pt x="7278" y="2561"/>
                    <a:pt x="7078" y="2659"/>
                  </a:cubicBezTo>
                  <a:cubicBezTo>
                    <a:pt x="6679" y="2923"/>
                    <a:pt x="6255" y="3130"/>
                    <a:pt x="5913" y="3420"/>
                  </a:cubicBezTo>
                  <a:cubicBezTo>
                    <a:pt x="5659" y="3633"/>
                    <a:pt x="5404" y="3842"/>
                    <a:pt x="5170" y="4066"/>
                  </a:cubicBezTo>
                  <a:cubicBezTo>
                    <a:pt x="5006" y="4217"/>
                    <a:pt x="4846" y="4403"/>
                    <a:pt x="4708" y="4572"/>
                  </a:cubicBezTo>
                  <a:cubicBezTo>
                    <a:pt x="4528" y="4794"/>
                    <a:pt x="4337" y="4989"/>
                    <a:pt x="4177" y="5217"/>
                  </a:cubicBezTo>
                  <a:cubicBezTo>
                    <a:pt x="3783" y="5777"/>
                    <a:pt x="3452" y="6372"/>
                    <a:pt x="3197" y="6998"/>
                  </a:cubicBezTo>
                  <a:cubicBezTo>
                    <a:pt x="3077" y="7292"/>
                    <a:pt x="2976" y="7589"/>
                    <a:pt x="2889" y="7898"/>
                  </a:cubicBezTo>
                  <a:cubicBezTo>
                    <a:pt x="2739" y="8429"/>
                    <a:pt x="2601" y="8996"/>
                    <a:pt x="2562" y="9578"/>
                  </a:cubicBezTo>
                  <a:cubicBezTo>
                    <a:pt x="2526" y="10087"/>
                    <a:pt x="2546" y="10604"/>
                    <a:pt x="2571" y="11148"/>
                  </a:cubicBezTo>
                  <a:cubicBezTo>
                    <a:pt x="2584" y="11382"/>
                    <a:pt x="2642" y="11615"/>
                    <a:pt x="2667" y="11846"/>
                  </a:cubicBezTo>
                  <a:cubicBezTo>
                    <a:pt x="2684" y="12026"/>
                    <a:pt x="2757" y="12195"/>
                    <a:pt x="2779" y="12369"/>
                  </a:cubicBezTo>
                  <a:cubicBezTo>
                    <a:pt x="2793" y="12405"/>
                    <a:pt x="2803" y="12442"/>
                    <a:pt x="2816" y="12477"/>
                  </a:cubicBezTo>
                  <a:cubicBezTo>
                    <a:pt x="2847" y="12725"/>
                    <a:pt x="2960" y="13000"/>
                    <a:pt x="3056" y="13265"/>
                  </a:cubicBezTo>
                  <a:cubicBezTo>
                    <a:pt x="3223" y="13731"/>
                    <a:pt x="3404" y="14179"/>
                    <a:pt x="3636" y="14534"/>
                  </a:cubicBezTo>
                  <a:cubicBezTo>
                    <a:pt x="3705" y="14639"/>
                    <a:pt x="3728" y="14739"/>
                    <a:pt x="3801" y="14841"/>
                  </a:cubicBezTo>
                  <a:cubicBezTo>
                    <a:pt x="4007" y="15133"/>
                    <a:pt x="4179" y="15446"/>
                    <a:pt x="4401" y="15712"/>
                  </a:cubicBezTo>
                  <a:cubicBezTo>
                    <a:pt x="4869" y="16268"/>
                    <a:pt x="5352" y="16776"/>
                    <a:pt x="5887" y="17195"/>
                  </a:cubicBezTo>
                  <a:cubicBezTo>
                    <a:pt x="6149" y="17395"/>
                    <a:pt x="6437" y="17562"/>
                    <a:pt x="6706" y="17743"/>
                  </a:cubicBezTo>
                  <a:cubicBezTo>
                    <a:pt x="6977" y="17924"/>
                    <a:pt x="7264" y="18063"/>
                    <a:pt x="7558" y="18202"/>
                  </a:cubicBezTo>
                  <a:cubicBezTo>
                    <a:pt x="7656" y="18250"/>
                    <a:pt x="7755" y="18301"/>
                    <a:pt x="7854" y="18348"/>
                  </a:cubicBezTo>
                  <a:cubicBezTo>
                    <a:pt x="8101" y="18426"/>
                    <a:pt x="8335" y="18547"/>
                    <a:pt x="8584" y="18619"/>
                  </a:cubicBezTo>
                  <a:cubicBezTo>
                    <a:pt x="9195" y="18801"/>
                    <a:pt x="9852" y="18964"/>
                    <a:pt x="10521" y="19012"/>
                  </a:cubicBezTo>
                  <a:cubicBezTo>
                    <a:pt x="10718" y="19026"/>
                    <a:pt x="10917" y="19032"/>
                    <a:pt x="11118" y="19032"/>
                  </a:cubicBezTo>
                  <a:cubicBezTo>
                    <a:pt x="11435" y="19032"/>
                    <a:pt x="11758" y="19018"/>
                    <a:pt x="12091" y="19002"/>
                  </a:cubicBezTo>
                  <a:cubicBezTo>
                    <a:pt x="12384" y="18987"/>
                    <a:pt x="12680" y="18903"/>
                    <a:pt x="12976" y="18874"/>
                  </a:cubicBezTo>
                  <a:cubicBezTo>
                    <a:pt x="13167" y="18852"/>
                    <a:pt x="13341" y="18750"/>
                    <a:pt x="13543" y="18723"/>
                  </a:cubicBezTo>
                  <a:cubicBezTo>
                    <a:pt x="13641" y="18710"/>
                    <a:pt x="13748" y="18646"/>
                    <a:pt x="13863" y="18631"/>
                  </a:cubicBezTo>
                  <a:cubicBezTo>
                    <a:pt x="13998" y="18612"/>
                    <a:pt x="14421" y="18459"/>
                    <a:pt x="14541" y="18388"/>
                  </a:cubicBezTo>
                  <a:cubicBezTo>
                    <a:pt x="14600" y="18366"/>
                    <a:pt x="14658" y="18345"/>
                    <a:pt x="14717" y="18323"/>
                  </a:cubicBezTo>
                  <a:cubicBezTo>
                    <a:pt x="14821" y="18272"/>
                    <a:pt x="14961" y="18231"/>
                    <a:pt x="15070" y="18163"/>
                  </a:cubicBezTo>
                  <a:cubicBezTo>
                    <a:pt x="15358" y="17980"/>
                    <a:pt x="15683" y="17846"/>
                    <a:pt x="15944" y="17663"/>
                  </a:cubicBezTo>
                  <a:cubicBezTo>
                    <a:pt x="16092" y="17558"/>
                    <a:pt x="16236" y="17494"/>
                    <a:pt x="16375" y="17385"/>
                  </a:cubicBezTo>
                  <a:cubicBezTo>
                    <a:pt x="16692" y="17138"/>
                    <a:pt x="17005" y="16892"/>
                    <a:pt x="17288" y="16623"/>
                  </a:cubicBezTo>
                  <a:cubicBezTo>
                    <a:pt x="17757" y="16177"/>
                    <a:pt x="18174" y="15677"/>
                    <a:pt x="18526" y="15142"/>
                  </a:cubicBezTo>
                  <a:cubicBezTo>
                    <a:pt x="19042" y="14364"/>
                    <a:pt x="19427" y="13518"/>
                    <a:pt x="19666" y="12656"/>
                  </a:cubicBezTo>
                  <a:cubicBezTo>
                    <a:pt x="19734" y="12405"/>
                    <a:pt x="19773" y="12158"/>
                    <a:pt x="19826" y="11900"/>
                  </a:cubicBezTo>
                  <a:cubicBezTo>
                    <a:pt x="19952" y="11301"/>
                    <a:pt x="19978" y="10683"/>
                    <a:pt x="19967" y="10009"/>
                  </a:cubicBezTo>
                  <a:cubicBezTo>
                    <a:pt x="19965" y="9809"/>
                    <a:pt x="19935" y="9610"/>
                    <a:pt x="19923" y="9392"/>
                  </a:cubicBezTo>
                  <a:cubicBezTo>
                    <a:pt x="19917" y="9307"/>
                    <a:pt x="19922" y="9203"/>
                    <a:pt x="19887" y="9107"/>
                  </a:cubicBezTo>
                  <a:cubicBezTo>
                    <a:pt x="20109" y="9041"/>
                    <a:pt x="20438" y="9021"/>
                    <a:pt x="20659" y="9006"/>
                  </a:cubicBezTo>
                  <a:cubicBezTo>
                    <a:pt x="21006" y="8982"/>
                    <a:pt x="21325" y="8888"/>
                    <a:pt x="21672" y="8864"/>
                  </a:cubicBezTo>
                  <a:cubicBezTo>
                    <a:pt x="21832" y="8851"/>
                    <a:pt x="22030" y="8846"/>
                    <a:pt x="22191" y="8798"/>
                  </a:cubicBezTo>
                  <a:cubicBezTo>
                    <a:pt x="22235" y="8929"/>
                    <a:pt x="22232" y="9062"/>
                    <a:pt x="22242" y="9181"/>
                  </a:cubicBezTo>
                  <a:cubicBezTo>
                    <a:pt x="22262" y="9461"/>
                    <a:pt x="22300" y="9723"/>
                    <a:pt x="22297" y="9980"/>
                  </a:cubicBezTo>
                  <a:cubicBezTo>
                    <a:pt x="22294" y="10187"/>
                    <a:pt x="22319" y="10373"/>
                    <a:pt x="22309" y="10575"/>
                  </a:cubicBezTo>
                  <a:cubicBezTo>
                    <a:pt x="22278" y="11235"/>
                    <a:pt x="22219" y="11875"/>
                    <a:pt x="22088" y="12485"/>
                  </a:cubicBezTo>
                  <a:cubicBezTo>
                    <a:pt x="22062" y="12608"/>
                    <a:pt x="22054" y="12720"/>
                    <a:pt x="22028" y="12840"/>
                  </a:cubicBezTo>
                  <a:cubicBezTo>
                    <a:pt x="21982" y="13041"/>
                    <a:pt x="21906" y="13240"/>
                    <a:pt x="21854" y="13436"/>
                  </a:cubicBezTo>
                  <a:cubicBezTo>
                    <a:pt x="21762" y="13759"/>
                    <a:pt x="21644" y="14061"/>
                    <a:pt x="21546" y="14375"/>
                  </a:cubicBezTo>
                  <a:cubicBezTo>
                    <a:pt x="21500" y="14473"/>
                    <a:pt x="21455" y="14572"/>
                    <a:pt x="21407" y="14669"/>
                  </a:cubicBezTo>
                  <a:cubicBezTo>
                    <a:pt x="21370" y="14797"/>
                    <a:pt x="21304" y="14906"/>
                    <a:pt x="21250" y="15025"/>
                  </a:cubicBezTo>
                  <a:cubicBezTo>
                    <a:pt x="21195" y="15137"/>
                    <a:pt x="21153" y="15248"/>
                    <a:pt x="21086" y="15357"/>
                  </a:cubicBezTo>
                  <a:cubicBezTo>
                    <a:pt x="21080" y="15370"/>
                    <a:pt x="21073" y="15379"/>
                    <a:pt x="21066" y="15389"/>
                  </a:cubicBezTo>
                  <a:cubicBezTo>
                    <a:pt x="21022" y="15482"/>
                    <a:pt x="20981" y="15576"/>
                    <a:pt x="20935" y="15669"/>
                  </a:cubicBezTo>
                  <a:cubicBezTo>
                    <a:pt x="20772" y="15918"/>
                    <a:pt x="20640" y="16188"/>
                    <a:pt x="20468" y="16434"/>
                  </a:cubicBezTo>
                  <a:cubicBezTo>
                    <a:pt x="20285" y="16702"/>
                    <a:pt x="20090" y="16972"/>
                    <a:pt x="19888" y="17231"/>
                  </a:cubicBezTo>
                  <a:cubicBezTo>
                    <a:pt x="19798" y="17349"/>
                    <a:pt x="19690" y="17439"/>
                    <a:pt x="19596" y="17555"/>
                  </a:cubicBezTo>
                  <a:cubicBezTo>
                    <a:pt x="19394" y="17805"/>
                    <a:pt x="19164" y="18061"/>
                    <a:pt x="18926" y="18282"/>
                  </a:cubicBezTo>
                  <a:cubicBezTo>
                    <a:pt x="18561" y="18631"/>
                    <a:pt x="18155" y="18949"/>
                    <a:pt x="17741" y="19275"/>
                  </a:cubicBezTo>
                  <a:cubicBezTo>
                    <a:pt x="17591" y="19390"/>
                    <a:pt x="17438" y="19458"/>
                    <a:pt x="17281" y="19572"/>
                  </a:cubicBezTo>
                  <a:cubicBezTo>
                    <a:pt x="17024" y="19753"/>
                    <a:pt x="16714" y="19903"/>
                    <a:pt x="16435" y="20085"/>
                  </a:cubicBezTo>
                  <a:cubicBezTo>
                    <a:pt x="16309" y="20168"/>
                    <a:pt x="16157" y="20207"/>
                    <a:pt x="16041" y="20281"/>
                  </a:cubicBezTo>
                  <a:cubicBezTo>
                    <a:pt x="15885" y="20382"/>
                    <a:pt x="15692" y="20411"/>
                    <a:pt x="15544" y="20504"/>
                  </a:cubicBezTo>
                  <a:cubicBezTo>
                    <a:pt x="15475" y="20528"/>
                    <a:pt x="15407" y="20555"/>
                    <a:pt x="15337" y="20578"/>
                  </a:cubicBezTo>
                  <a:cubicBezTo>
                    <a:pt x="15218" y="20655"/>
                    <a:pt x="14783" y="20810"/>
                    <a:pt x="14642" y="20829"/>
                  </a:cubicBezTo>
                  <a:cubicBezTo>
                    <a:pt x="14577" y="20853"/>
                    <a:pt x="14512" y="20876"/>
                    <a:pt x="14446" y="20898"/>
                  </a:cubicBezTo>
                  <a:cubicBezTo>
                    <a:pt x="14349" y="20924"/>
                    <a:pt x="14224" y="20967"/>
                    <a:pt x="14129" y="20979"/>
                  </a:cubicBezTo>
                  <a:cubicBezTo>
                    <a:pt x="14058" y="21001"/>
                    <a:pt x="13984" y="21026"/>
                    <a:pt x="13911" y="21047"/>
                  </a:cubicBezTo>
                  <a:cubicBezTo>
                    <a:pt x="13633" y="21084"/>
                    <a:pt x="13367" y="21193"/>
                    <a:pt x="13095" y="21216"/>
                  </a:cubicBezTo>
                  <a:cubicBezTo>
                    <a:pt x="12672" y="21255"/>
                    <a:pt x="12254" y="21347"/>
                    <a:pt x="11839" y="21360"/>
                  </a:cubicBezTo>
                  <a:cubicBezTo>
                    <a:pt x="11675" y="21365"/>
                    <a:pt x="11512" y="21368"/>
                    <a:pt x="11351" y="21368"/>
                  </a:cubicBezTo>
                  <a:cubicBezTo>
                    <a:pt x="10446" y="21368"/>
                    <a:pt x="9590" y="21283"/>
                    <a:pt x="8763" y="21098"/>
                  </a:cubicBezTo>
                  <a:cubicBezTo>
                    <a:pt x="8255" y="20985"/>
                    <a:pt x="7773" y="20796"/>
                    <a:pt x="7281" y="20646"/>
                  </a:cubicBezTo>
                  <a:cubicBezTo>
                    <a:pt x="7132" y="20598"/>
                    <a:pt x="6992" y="20508"/>
                    <a:pt x="6838" y="20459"/>
                  </a:cubicBezTo>
                  <a:cubicBezTo>
                    <a:pt x="6772" y="20428"/>
                    <a:pt x="6711" y="20393"/>
                    <a:pt x="6647" y="20363"/>
                  </a:cubicBezTo>
                  <a:cubicBezTo>
                    <a:pt x="6511" y="20297"/>
                    <a:pt x="6373" y="20243"/>
                    <a:pt x="6246" y="20163"/>
                  </a:cubicBezTo>
                  <a:cubicBezTo>
                    <a:pt x="6118" y="20081"/>
                    <a:pt x="5954" y="20043"/>
                    <a:pt x="5827" y="19958"/>
                  </a:cubicBezTo>
                  <a:cubicBezTo>
                    <a:pt x="5579" y="19793"/>
                    <a:pt x="5326" y="19647"/>
                    <a:pt x="5079" y="19476"/>
                  </a:cubicBezTo>
                  <a:cubicBezTo>
                    <a:pt x="4903" y="19352"/>
                    <a:pt x="4706" y="19239"/>
                    <a:pt x="4535" y="19105"/>
                  </a:cubicBezTo>
                  <a:cubicBezTo>
                    <a:pt x="3748" y="18490"/>
                    <a:pt x="3045" y="17760"/>
                    <a:pt x="2369" y="16899"/>
                  </a:cubicBezTo>
                  <a:cubicBezTo>
                    <a:pt x="2089" y="16546"/>
                    <a:pt x="1880" y="16127"/>
                    <a:pt x="1618" y="15739"/>
                  </a:cubicBezTo>
                  <a:cubicBezTo>
                    <a:pt x="1535" y="15617"/>
                    <a:pt x="1508" y="15482"/>
                    <a:pt x="1424" y="15354"/>
                  </a:cubicBezTo>
                  <a:cubicBezTo>
                    <a:pt x="1288" y="15137"/>
                    <a:pt x="1216" y="14845"/>
                    <a:pt x="1072" y="14615"/>
                  </a:cubicBezTo>
                  <a:cubicBezTo>
                    <a:pt x="1045" y="14547"/>
                    <a:pt x="1021" y="14479"/>
                    <a:pt x="998" y="14410"/>
                  </a:cubicBezTo>
                  <a:cubicBezTo>
                    <a:pt x="919" y="14288"/>
                    <a:pt x="762" y="13845"/>
                    <a:pt x="743" y="13701"/>
                  </a:cubicBezTo>
                  <a:cubicBezTo>
                    <a:pt x="717" y="13634"/>
                    <a:pt x="692" y="13566"/>
                    <a:pt x="667" y="13496"/>
                  </a:cubicBezTo>
                  <a:cubicBezTo>
                    <a:pt x="644" y="13321"/>
                    <a:pt x="547" y="13154"/>
                    <a:pt x="522" y="12972"/>
                  </a:cubicBezTo>
                  <a:cubicBezTo>
                    <a:pt x="506" y="12834"/>
                    <a:pt x="441" y="12690"/>
                    <a:pt x="425" y="12542"/>
                  </a:cubicBezTo>
                  <a:cubicBezTo>
                    <a:pt x="387" y="12195"/>
                    <a:pt x="289" y="11857"/>
                    <a:pt x="265" y="11513"/>
                  </a:cubicBezTo>
                  <a:cubicBezTo>
                    <a:pt x="164" y="10046"/>
                    <a:pt x="221" y="8756"/>
                    <a:pt x="566" y="7506"/>
                  </a:cubicBezTo>
                  <a:cubicBezTo>
                    <a:pt x="663" y="7150"/>
                    <a:pt x="788" y="6804"/>
                    <a:pt x="899" y="6455"/>
                  </a:cubicBezTo>
                  <a:cubicBezTo>
                    <a:pt x="929" y="6349"/>
                    <a:pt x="983" y="6237"/>
                    <a:pt x="1027" y="6132"/>
                  </a:cubicBezTo>
                  <a:lnTo>
                    <a:pt x="1096" y="5995"/>
                  </a:lnTo>
                  <a:cubicBezTo>
                    <a:pt x="1140" y="5861"/>
                    <a:pt x="1208" y="5748"/>
                    <a:pt x="1264" y="5624"/>
                  </a:cubicBezTo>
                  <a:cubicBezTo>
                    <a:pt x="1325" y="5498"/>
                    <a:pt x="1371" y="5367"/>
                    <a:pt x="1451" y="5246"/>
                  </a:cubicBezTo>
                  <a:cubicBezTo>
                    <a:pt x="1473" y="5196"/>
                    <a:pt x="1495" y="5143"/>
                    <a:pt x="1517" y="5091"/>
                  </a:cubicBezTo>
                  <a:cubicBezTo>
                    <a:pt x="1554" y="5033"/>
                    <a:pt x="1589" y="4972"/>
                    <a:pt x="1620" y="4911"/>
                  </a:cubicBezTo>
                  <a:cubicBezTo>
                    <a:pt x="1678" y="4804"/>
                    <a:pt x="1733" y="4700"/>
                    <a:pt x="1797" y="4601"/>
                  </a:cubicBezTo>
                  <a:cubicBezTo>
                    <a:pt x="2039" y="4236"/>
                    <a:pt x="2273" y="3859"/>
                    <a:pt x="2546" y="3511"/>
                  </a:cubicBezTo>
                  <a:cubicBezTo>
                    <a:pt x="3135" y="2760"/>
                    <a:pt x="3854" y="2084"/>
                    <a:pt x="4672" y="1442"/>
                  </a:cubicBezTo>
                  <a:cubicBezTo>
                    <a:pt x="5073" y="1123"/>
                    <a:pt x="5550" y="898"/>
                    <a:pt x="5996" y="600"/>
                  </a:cubicBezTo>
                  <a:cubicBezTo>
                    <a:pt x="6214" y="492"/>
                    <a:pt x="6429" y="385"/>
                    <a:pt x="6647" y="276"/>
                  </a:cubicBezTo>
                  <a:cubicBezTo>
                    <a:pt x="6666" y="270"/>
                    <a:pt x="6688" y="258"/>
                    <a:pt x="6706" y="258"/>
                  </a:cubicBezTo>
                  <a:close/>
                  <a:moveTo>
                    <a:pt x="6816" y="1"/>
                  </a:moveTo>
                  <a:cubicBezTo>
                    <a:pt x="6423" y="143"/>
                    <a:pt x="5964" y="376"/>
                    <a:pt x="5660" y="579"/>
                  </a:cubicBezTo>
                  <a:cubicBezTo>
                    <a:pt x="5563" y="646"/>
                    <a:pt x="5470" y="673"/>
                    <a:pt x="5374" y="739"/>
                  </a:cubicBezTo>
                  <a:cubicBezTo>
                    <a:pt x="5119" y="907"/>
                    <a:pt x="4866" y="1078"/>
                    <a:pt x="4612" y="1245"/>
                  </a:cubicBezTo>
                  <a:cubicBezTo>
                    <a:pt x="4148" y="1609"/>
                    <a:pt x="3731" y="1980"/>
                    <a:pt x="3330" y="2361"/>
                  </a:cubicBezTo>
                  <a:cubicBezTo>
                    <a:pt x="2793" y="2869"/>
                    <a:pt x="2350" y="3435"/>
                    <a:pt x="1948" y="4009"/>
                  </a:cubicBezTo>
                  <a:cubicBezTo>
                    <a:pt x="1803" y="4219"/>
                    <a:pt x="1690" y="4453"/>
                    <a:pt x="1550" y="4662"/>
                  </a:cubicBezTo>
                  <a:cubicBezTo>
                    <a:pt x="1534" y="4687"/>
                    <a:pt x="1517" y="4713"/>
                    <a:pt x="1502" y="4738"/>
                  </a:cubicBezTo>
                  <a:cubicBezTo>
                    <a:pt x="1437" y="4844"/>
                    <a:pt x="1383" y="4954"/>
                    <a:pt x="1316" y="5056"/>
                  </a:cubicBezTo>
                  <a:cubicBezTo>
                    <a:pt x="1290" y="5116"/>
                    <a:pt x="1262" y="5178"/>
                    <a:pt x="1237" y="5238"/>
                  </a:cubicBezTo>
                  <a:cubicBezTo>
                    <a:pt x="1123" y="5412"/>
                    <a:pt x="1022" y="5629"/>
                    <a:pt x="960" y="5827"/>
                  </a:cubicBezTo>
                  <a:lnTo>
                    <a:pt x="801" y="6160"/>
                  </a:lnTo>
                  <a:cubicBezTo>
                    <a:pt x="695" y="6498"/>
                    <a:pt x="550" y="6825"/>
                    <a:pt x="455" y="7171"/>
                  </a:cubicBezTo>
                  <a:cubicBezTo>
                    <a:pt x="320" y="7667"/>
                    <a:pt x="228" y="8170"/>
                    <a:pt x="124" y="8685"/>
                  </a:cubicBezTo>
                  <a:cubicBezTo>
                    <a:pt x="109" y="8762"/>
                    <a:pt x="124" y="8836"/>
                    <a:pt x="106" y="8912"/>
                  </a:cubicBezTo>
                  <a:cubicBezTo>
                    <a:pt x="22" y="9329"/>
                    <a:pt x="25" y="9794"/>
                    <a:pt x="7" y="10235"/>
                  </a:cubicBezTo>
                  <a:cubicBezTo>
                    <a:pt x="0" y="10357"/>
                    <a:pt x="26" y="10463"/>
                    <a:pt x="22" y="10584"/>
                  </a:cubicBezTo>
                  <a:cubicBezTo>
                    <a:pt x="7" y="10888"/>
                    <a:pt x="60" y="11197"/>
                    <a:pt x="82" y="11527"/>
                  </a:cubicBezTo>
                  <a:cubicBezTo>
                    <a:pt x="182" y="12968"/>
                    <a:pt x="881" y="15101"/>
                    <a:pt x="1746" y="16316"/>
                  </a:cubicBezTo>
                  <a:cubicBezTo>
                    <a:pt x="1887" y="16514"/>
                    <a:pt x="1979" y="16716"/>
                    <a:pt x="2123" y="16904"/>
                  </a:cubicBezTo>
                  <a:cubicBezTo>
                    <a:pt x="2838" y="17827"/>
                    <a:pt x="3574" y="18609"/>
                    <a:pt x="4413" y="19262"/>
                  </a:cubicBezTo>
                  <a:cubicBezTo>
                    <a:pt x="4820" y="19579"/>
                    <a:pt x="5266" y="19829"/>
                    <a:pt x="5692" y="20110"/>
                  </a:cubicBezTo>
                  <a:cubicBezTo>
                    <a:pt x="5813" y="20191"/>
                    <a:pt x="5970" y="20265"/>
                    <a:pt x="6101" y="20328"/>
                  </a:cubicBezTo>
                  <a:cubicBezTo>
                    <a:pt x="6153" y="20350"/>
                    <a:pt x="6205" y="20371"/>
                    <a:pt x="6259" y="20395"/>
                  </a:cubicBezTo>
                  <a:cubicBezTo>
                    <a:pt x="6450" y="20518"/>
                    <a:pt x="6690" y="20624"/>
                    <a:pt x="6909" y="20691"/>
                  </a:cubicBezTo>
                  <a:cubicBezTo>
                    <a:pt x="7052" y="20736"/>
                    <a:pt x="7184" y="20829"/>
                    <a:pt x="7328" y="20873"/>
                  </a:cubicBezTo>
                  <a:cubicBezTo>
                    <a:pt x="7787" y="21014"/>
                    <a:pt x="8244" y="21188"/>
                    <a:pt x="8719" y="21295"/>
                  </a:cubicBezTo>
                  <a:cubicBezTo>
                    <a:pt x="9580" y="21484"/>
                    <a:pt x="10475" y="21573"/>
                    <a:pt x="11425" y="21573"/>
                  </a:cubicBezTo>
                  <a:cubicBezTo>
                    <a:pt x="11542" y="21573"/>
                    <a:pt x="11660" y="21572"/>
                    <a:pt x="11778" y="21569"/>
                  </a:cubicBezTo>
                  <a:cubicBezTo>
                    <a:pt x="12216" y="21558"/>
                    <a:pt x="12652" y="21465"/>
                    <a:pt x="13103" y="21424"/>
                  </a:cubicBezTo>
                  <a:cubicBezTo>
                    <a:pt x="13330" y="21377"/>
                    <a:pt x="13558" y="21334"/>
                    <a:pt x="13787" y="21289"/>
                  </a:cubicBezTo>
                  <a:cubicBezTo>
                    <a:pt x="13850" y="21268"/>
                    <a:pt x="13915" y="21251"/>
                    <a:pt x="13976" y="21231"/>
                  </a:cubicBezTo>
                  <a:cubicBezTo>
                    <a:pt x="14151" y="21209"/>
                    <a:pt x="14346" y="21111"/>
                    <a:pt x="14526" y="21090"/>
                  </a:cubicBezTo>
                  <a:cubicBezTo>
                    <a:pt x="14599" y="21063"/>
                    <a:pt x="14670" y="21036"/>
                    <a:pt x="14740" y="21013"/>
                  </a:cubicBezTo>
                  <a:cubicBezTo>
                    <a:pt x="14891" y="20991"/>
                    <a:pt x="15240" y="20864"/>
                    <a:pt x="15369" y="20786"/>
                  </a:cubicBezTo>
                  <a:cubicBezTo>
                    <a:pt x="15435" y="20745"/>
                    <a:pt x="15537" y="20728"/>
                    <a:pt x="15590" y="20694"/>
                  </a:cubicBezTo>
                  <a:cubicBezTo>
                    <a:pt x="15726" y="20640"/>
                    <a:pt x="15862" y="20582"/>
                    <a:pt x="15996" y="20527"/>
                  </a:cubicBezTo>
                  <a:cubicBezTo>
                    <a:pt x="16080" y="20475"/>
                    <a:pt x="16191" y="20451"/>
                    <a:pt x="16281" y="20393"/>
                  </a:cubicBezTo>
                  <a:cubicBezTo>
                    <a:pt x="16476" y="20265"/>
                    <a:pt x="16707" y="20175"/>
                    <a:pt x="16889" y="20051"/>
                  </a:cubicBezTo>
                  <a:cubicBezTo>
                    <a:pt x="17130" y="19887"/>
                    <a:pt x="17377" y="19790"/>
                    <a:pt x="17600" y="19621"/>
                  </a:cubicBezTo>
                  <a:cubicBezTo>
                    <a:pt x="17895" y="19389"/>
                    <a:pt x="18213" y="19192"/>
                    <a:pt x="18487" y="18947"/>
                  </a:cubicBezTo>
                  <a:cubicBezTo>
                    <a:pt x="19099" y="18394"/>
                    <a:pt x="19664" y="17844"/>
                    <a:pt x="20141" y="17231"/>
                  </a:cubicBezTo>
                  <a:cubicBezTo>
                    <a:pt x="20419" y="16875"/>
                    <a:pt x="20657" y="16489"/>
                    <a:pt x="20904" y="16114"/>
                  </a:cubicBezTo>
                  <a:cubicBezTo>
                    <a:pt x="21012" y="15950"/>
                    <a:pt x="21088" y="15765"/>
                    <a:pt x="21197" y="15601"/>
                  </a:cubicBezTo>
                  <a:cubicBezTo>
                    <a:pt x="21226" y="15533"/>
                    <a:pt x="21252" y="15470"/>
                    <a:pt x="21281" y="15405"/>
                  </a:cubicBezTo>
                  <a:cubicBezTo>
                    <a:pt x="21288" y="15392"/>
                    <a:pt x="21297" y="15380"/>
                    <a:pt x="21304" y="15366"/>
                  </a:cubicBezTo>
                  <a:cubicBezTo>
                    <a:pt x="21407" y="15203"/>
                    <a:pt x="21495" y="15009"/>
                    <a:pt x="21551" y="14831"/>
                  </a:cubicBezTo>
                  <a:cubicBezTo>
                    <a:pt x="21588" y="14716"/>
                    <a:pt x="21659" y="14608"/>
                    <a:pt x="21695" y="14490"/>
                  </a:cubicBezTo>
                  <a:cubicBezTo>
                    <a:pt x="21732" y="14375"/>
                    <a:pt x="21806" y="14265"/>
                    <a:pt x="21841" y="14150"/>
                  </a:cubicBezTo>
                  <a:cubicBezTo>
                    <a:pt x="21934" y="13842"/>
                    <a:pt x="22044" y="13537"/>
                    <a:pt x="22127" y="13227"/>
                  </a:cubicBezTo>
                  <a:cubicBezTo>
                    <a:pt x="22348" y="12424"/>
                    <a:pt x="22459" y="11569"/>
                    <a:pt x="22501" y="10687"/>
                  </a:cubicBezTo>
                  <a:cubicBezTo>
                    <a:pt x="22524" y="10219"/>
                    <a:pt x="22479" y="9751"/>
                    <a:pt x="22454" y="9264"/>
                  </a:cubicBezTo>
                  <a:cubicBezTo>
                    <a:pt x="22427" y="9027"/>
                    <a:pt x="22395" y="8790"/>
                    <a:pt x="22366" y="8553"/>
                  </a:cubicBezTo>
                  <a:cubicBezTo>
                    <a:pt x="22351" y="8540"/>
                    <a:pt x="22332" y="8536"/>
                    <a:pt x="22312" y="8536"/>
                  </a:cubicBezTo>
                  <a:cubicBezTo>
                    <a:pt x="22257" y="8536"/>
                    <a:pt x="22188" y="8568"/>
                    <a:pt x="22130" y="8573"/>
                  </a:cubicBezTo>
                  <a:cubicBezTo>
                    <a:pt x="21988" y="8586"/>
                    <a:pt x="21848" y="8618"/>
                    <a:pt x="21694" y="8627"/>
                  </a:cubicBezTo>
                  <a:cubicBezTo>
                    <a:pt x="21383" y="8652"/>
                    <a:pt x="21048" y="8718"/>
                    <a:pt x="20736" y="8740"/>
                  </a:cubicBezTo>
                  <a:cubicBezTo>
                    <a:pt x="20598" y="8749"/>
                    <a:pt x="20487" y="8793"/>
                    <a:pt x="20349" y="8801"/>
                  </a:cubicBezTo>
                  <a:cubicBezTo>
                    <a:pt x="20206" y="8811"/>
                    <a:pt x="20063" y="8848"/>
                    <a:pt x="19913" y="8857"/>
                  </a:cubicBezTo>
                  <a:cubicBezTo>
                    <a:pt x="19894" y="8858"/>
                    <a:pt x="19875" y="8858"/>
                    <a:pt x="19856" y="8858"/>
                  </a:cubicBezTo>
                  <a:cubicBezTo>
                    <a:pt x="19846" y="8858"/>
                    <a:pt x="19837" y="8858"/>
                    <a:pt x="19827" y="8858"/>
                  </a:cubicBezTo>
                  <a:cubicBezTo>
                    <a:pt x="19774" y="8858"/>
                    <a:pt x="19718" y="8860"/>
                    <a:pt x="19655" y="8881"/>
                  </a:cubicBezTo>
                  <a:cubicBezTo>
                    <a:pt x="19718" y="9152"/>
                    <a:pt x="19741" y="9442"/>
                    <a:pt x="19753" y="9700"/>
                  </a:cubicBezTo>
                  <a:cubicBezTo>
                    <a:pt x="19757" y="9896"/>
                    <a:pt x="19792" y="10065"/>
                    <a:pt x="19783" y="10254"/>
                  </a:cubicBezTo>
                  <a:cubicBezTo>
                    <a:pt x="19762" y="10749"/>
                    <a:pt x="19753" y="11237"/>
                    <a:pt x="19660" y="11695"/>
                  </a:cubicBezTo>
                  <a:cubicBezTo>
                    <a:pt x="19602" y="11982"/>
                    <a:pt x="19571" y="12254"/>
                    <a:pt x="19494" y="12530"/>
                  </a:cubicBezTo>
                  <a:cubicBezTo>
                    <a:pt x="19418" y="12811"/>
                    <a:pt x="19312" y="13083"/>
                    <a:pt x="19228" y="13359"/>
                  </a:cubicBezTo>
                  <a:cubicBezTo>
                    <a:pt x="19192" y="13436"/>
                    <a:pt x="19157" y="13510"/>
                    <a:pt x="19120" y="13587"/>
                  </a:cubicBezTo>
                  <a:cubicBezTo>
                    <a:pt x="19052" y="13801"/>
                    <a:pt x="18911" y="14104"/>
                    <a:pt x="18787" y="14296"/>
                  </a:cubicBezTo>
                  <a:cubicBezTo>
                    <a:pt x="18729" y="14384"/>
                    <a:pt x="18699" y="14501"/>
                    <a:pt x="18638" y="14592"/>
                  </a:cubicBezTo>
                  <a:cubicBezTo>
                    <a:pt x="18524" y="14767"/>
                    <a:pt x="18417" y="14947"/>
                    <a:pt x="18303" y="15118"/>
                  </a:cubicBezTo>
                  <a:cubicBezTo>
                    <a:pt x="18266" y="15174"/>
                    <a:pt x="18228" y="15230"/>
                    <a:pt x="18190" y="15284"/>
                  </a:cubicBezTo>
                  <a:cubicBezTo>
                    <a:pt x="17773" y="15879"/>
                    <a:pt x="17245" y="16386"/>
                    <a:pt x="16668" y="16907"/>
                  </a:cubicBezTo>
                  <a:cubicBezTo>
                    <a:pt x="16300" y="17241"/>
                    <a:pt x="15830" y="17480"/>
                    <a:pt x="15385" y="17778"/>
                  </a:cubicBezTo>
                  <a:cubicBezTo>
                    <a:pt x="15205" y="17869"/>
                    <a:pt x="15029" y="17959"/>
                    <a:pt x="14849" y="18048"/>
                  </a:cubicBezTo>
                  <a:lnTo>
                    <a:pt x="14712" y="18099"/>
                  </a:lnTo>
                  <a:cubicBezTo>
                    <a:pt x="14562" y="18196"/>
                    <a:pt x="14094" y="18387"/>
                    <a:pt x="13904" y="18410"/>
                  </a:cubicBezTo>
                  <a:cubicBezTo>
                    <a:pt x="13790" y="18448"/>
                    <a:pt x="13671" y="18487"/>
                    <a:pt x="13558" y="18525"/>
                  </a:cubicBezTo>
                  <a:cubicBezTo>
                    <a:pt x="13481" y="18534"/>
                    <a:pt x="13399" y="18579"/>
                    <a:pt x="13315" y="18590"/>
                  </a:cubicBezTo>
                  <a:cubicBezTo>
                    <a:pt x="13114" y="18614"/>
                    <a:pt x="12901" y="18688"/>
                    <a:pt x="12712" y="18708"/>
                  </a:cubicBezTo>
                  <a:cubicBezTo>
                    <a:pt x="12360" y="18744"/>
                    <a:pt x="12049" y="18826"/>
                    <a:pt x="11716" y="18832"/>
                  </a:cubicBezTo>
                  <a:cubicBezTo>
                    <a:pt x="11607" y="18834"/>
                    <a:pt x="11500" y="18836"/>
                    <a:pt x="11392" y="18836"/>
                  </a:cubicBezTo>
                  <a:cubicBezTo>
                    <a:pt x="10577" y="18836"/>
                    <a:pt x="9802" y="18759"/>
                    <a:pt x="9080" y="18560"/>
                  </a:cubicBezTo>
                  <a:cubicBezTo>
                    <a:pt x="8786" y="18481"/>
                    <a:pt x="8503" y="18372"/>
                    <a:pt x="8216" y="18281"/>
                  </a:cubicBezTo>
                  <a:cubicBezTo>
                    <a:pt x="8139" y="18249"/>
                    <a:pt x="8065" y="18212"/>
                    <a:pt x="7989" y="18176"/>
                  </a:cubicBezTo>
                  <a:cubicBezTo>
                    <a:pt x="7749" y="18102"/>
                    <a:pt x="7491" y="17980"/>
                    <a:pt x="7284" y="17842"/>
                  </a:cubicBezTo>
                  <a:cubicBezTo>
                    <a:pt x="7207" y="17808"/>
                    <a:pt x="7132" y="17772"/>
                    <a:pt x="7056" y="17735"/>
                  </a:cubicBezTo>
                  <a:cubicBezTo>
                    <a:pt x="6684" y="17493"/>
                    <a:pt x="6298" y="17266"/>
                    <a:pt x="5944" y="16982"/>
                  </a:cubicBezTo>
                  <a:cubicBezTo>
                    <a:pt x="5346" y="16507"/>
                    <a:pt x="4829" y="15922"/>
                    <a:pt x="4318" y="15261"/>
                  </a:cubicBezTo>
                  <a:cubicBezTo>
                    <a:pt x="4064" y="14935"/>
                    <a:pt x="3899" y="14543"/>
                    <a:pt x="3661" y="14178"/>
                  </a:cubicBezTo>
                  <a:cubicBezTo>
                    <a:pt x="3578" y="14048"/>
                    <a:pt x="3549" y="13893"/>
                    <a:pt x="3471" y="13769"/>
                  </a:cubicBezTo>
                  <a:cubicBezTo>
                    <a:pt x="3455" y="13721"/>
                    <a:pt x="3434" y="13670"/>
                    <a:pt x="3418" y="13624"/>
                  </a:cubicBezTo>
                  <a:cubicBezTo>
                    <a:pt x="3330" y="13486"/>
                    <a:pt x="3191" y="13132"/>
                    <a:pt x="3170" y="12958"/>
                  </a:cubicBezTo>
                  <a:cubicBezTo>
                    <a:pt x="3116" y="12795"/>
                    <a:pt x="3065" y="12632"/>
                    <a:pt x="3017" y="12469"/>
                  </a:cubicBezTo>
                  <a:cubicBezTo>
                    <a:pt x="3002" y="12349"/>
                    <a:pt x="2940" y="12225"/>
                    <a:pt x="2925" y="12093"/>
                  </a:cubicBezTo>
                  <a:cubicBezTo>
                    <a:pt x="2902" y="11881"/>
                    <a:pt x="2843" y="11654"/>
                    <a:pt x="2828" y="11452"/>
                  </a:cubicBezTo>
                  <a:cubicBezTo>
                    <a:pt x="2815" y="11302"/>
                    <a:pt x="2774" y="11186"/>
                    <a:pt x="2767" y="11040"/>
                  </a:cubicBezTo>
                  <a:cubicBezTo>
                    <a:pt x="2745" y="10617"/>
                    <a:pt x="2728" y="10201"/>
                    <a:pt x="2752" y="9794"/>
                  </a:cubicBezTo>
                  <a:cubicBezTo>
                    <a:pt x="2813" y="8867"/>
                    <a:pt x="3014" y="7990"/>
                    <a:pt x="3340" y="7170"/>
                  </a:cubicBezTo>
                  <a:lnTo>
                    <a:pt x="3340" y="7169"/>
                  </a:lnTo>
                  <a:cubicBezTo>
                    <a:pt x="3594" y="6533"/>
                    <a:pt x="3921" y="5934"/>
                    <a:pt x="4314" y="5377"/>
                  </a:cubicBezTo>
                  <a:cubicBezTo>
                    <a:pt x="4882" y="4569"/>
                    <a:pt x="5601" y="3919"/>
                    <a:pt x="6489" y="3255"/>
                  </a:cubicBezTo>
                  <a:cubicBezTo>
                    <a:pt x="6791" y="3028"/>
                    <a:pt x="7156" y="2890"/>
                    <a:pt x="7489" y="2673"/>
                  </a:cubicBezTo>
                  <a:cubicBezTo>
                    <a:pt x="7613" y="2592"/>
                    <a:pt x="7876" y="2550"/>
                    <a:pt x="7946" y="2465"/>
                  </a:cubicBezTo>
                  <a:cubicBezTo>
                    <a:pt x="7968" y="2455"/>
                    <a:pt x="7991" y="2448"/>
                    <a:pt x="8013" y="2439"/>
                  </a:cubicBezTo>
                  <a:cubicBezTo>
                    <a:pt x="7848" y="2189"/>
                    <a:pt x="7741" y="1825"/>
                    <a:pt x="7575" y="1556"/>
                  </a:cubicBezTo>
                  <a:cubicBezTo>
                    <a:pt x="7505" y="1445"/>
                    <a:pt x="7482" y="1312"/>
                    <a:pt x="7416" y="1215"/>
                  </a:cubicBezTo>
                  <a:cubicBezTo>
                    <a:pt x="7369" y="1100"/>
                    <a:pt x="7318" y="982"/>
                    <a:pt x="7271" y="867"/>
                  </a:cubicBezTo>
                  <a:cubicBezTo>
                    <a:pt x="7168" y="703"/>
                    <a:pt x="7120" y="473"/>
                    <a:pt x="7012" y="306"/>
                  </a:cubicBezTo>
                  <a:cubicBezTo>
                    <a:pt x="6951" y="207"/>
                    <a:pt x="6874" y="132"/>
                    <a:pt x="6829" y="5"/>
                  </a:cubicBezTo>
                  <a:cubicBezTo>
                    <a:pt x="6823" y="4"/>
                    <a:pt x="6820" y="1"/>
                    <a:pt x="68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5"/>
            <p:cNvSpPr/>
            <p:nvPr/>
          </p:nvSpPr>
          <p:spPr>
            <a:xfrm>
              <a:off x="968008" y="2198371"/>
              <a:ext cx="37544" cy="31603"/>
            </a:xfrm>
            <a:custGeom>
              <a:rect b="b" l="l" r="r" t="t"/>
              <a:pathLst>
                <a:path extrusionOk="0" h="1117" w="1327">
                  <a:moveTo>
                    <a:pt x="1246" y="0"/>
                  </a:moveTo>
                  <a:cubicBezTo>
                    <a:pt x="1243" y="0"/>
                    <a:pt x="1241" y="0"/>
                    <a:pt x="1238" y="1"/>
                  </a:cubicBezTo>
                  <a:cubicBezTo>
                    <a:pt x="686" y="53"/>
                    <a:pt x="232" y="549"/>
                    <a:pt x="21" y="1031"/>
                  </a:cubicBezTo>
                  <a:cubicBezTo>
                    <a:pt x="1" y="1078"/>
                    <a:pt x="41" y="1116"/>
                    <a:pt x="80" y="1116"/>
                  </a:cubicBezTo>
                  <a:cubicBezTo>
                    <a:pt x="99" y="1116"/>
                    <a:pt x="119" y="1107"/>
                    <a:pt x="130" y="1084"/>
                  </a:cubicBezTo>
                  <a:cubicBezTo>
                    <a:pt x="385" y="571"/>
                    <a:pt x="776" y="364"/>
                    <a:pt x="1266" y="127"/>
                  </a:cubicBezTo>
                  <a:cubicBezTo>
                    <a:pt x="1326" y="98"/>
                    <a:pt x="1317" y="0"/>
                    <a:pt x="12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65"/>
            <p:cNvSpPr/>
            <p:nvPr/>
          </p:nvSpPr>
          <p:spPr>
            <a:xfrm>
              <a:off x="959322" y="2194467"/>
              <a:ext cx="26510" cy="22351"/>
            </a:xfrm>
            <a:custGeom>
              <a:rect b="b" l="l" r="r" t="t"/>
              <a:pathLst>
                <a:path extrusionOk="0" h="790" w="937">
                  <a:moveTo>
                    <a:pt x="815" y="0"/>
                  </a:moveTo>
                  <a:cubicBezTo>
                    <a:pt x="805" y="0"/>
                    <a:pt x="793" y="2"/>
                    <a:pt x="780" y="6"/>
                  </a:cubicBezTo>
                  <a:cubicBezTo>
                    <a:pt x="443" y="112"/>
                    <a:pt x="203" y="345"/>
                    <a:pt x="36" y="655"/>
                  </a:cubicBezTo>
                  <a:cubicBezTo>
                    <a:pt x="0" y="720"/>
                    <a:pt x="67" y="790"/>
                    <a:pt x="128" y="790"/>
                  </a:cubicBezTo>
                  <a:cubicBezTo>
                    <a:pt x="152" y="790"/>
                    <a:pt x="175" y="779"/>
                    <a:pt x="192" y="754"/>
                  </a:cubicBezTo>
                  <a:cubicBezTo>
                    <a:pt x="350" y="508"/>
                    <a:pt x="583" y="316"/>
                    <a:pt x="844" y="182"/>
                  </a:cubicBezTo>
                  <a:cubicBezTo>
                    <a:pt x="937" y="135"/>
                    <a:pt x="907" y="0"/>
                    <a:pt x="8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65"/>
            <p:cNvSpPr/>
            <p:nvPr/>
          </p:nvSpPr>
          <p:spPr>
            <a:xfrm>
              <a:off x="738902" y="2306417"/>
              <a:ext cx="57264" cy="46428"/>
            </a:xfrm>
            <a:custGeom>
              <a:rect b="b" l="l" r="r" t="t"/>
              <a:pathLst>
                <a:path extrusionOk="0" h="1641" w="2024">
                  <a:moveTo>
                    <a:pt x="1945" y="0"/>
                  </a:moveTo>
                  <a:cubicBezTo>
                    <a:pt x="1938" y="0"/>
                    <a:pt x="1930" y="2"/>
                    <a:pt x="1921" y="5"/>
                  </a:cubicBezTo>
                  <a:cubicBezTo>
                    <a:pt x="1180" y="343"/>
                    <a:pt x="555" y="952"/>
                    <a:pt x="30" y="1564"/>
                  </a:cubicBezTo>
                  <a:cubicBezTo>
                    <a:pt x="0" y="1599"/>
                    <a:pt x="32" y="1640"/>
                    <a:pt x="67" y="1640"/>
                  </a:cubicBezTo>
                  <a:cubicBezTo>
                    <a:pt x="79" y="1640"/>
                    <a:pt x="91" y="1636"/>
                    <a:pt x="101" y="1625"/>
                  </a:cubicBezTo>
                  <a:cubicBezTo>
                    <a:pt x="668" y="1017"/>
                    <a:pt x="1312" y="594"/>
                    <a:pt x="1978" y="113"/>
                  </a:cubicBezTo>
                  <a:cubicBezTo>
                    <a:pt x="2024" y="79"/>
                    <a:pt x="1996" y="0"/>
                    <a:pt x="19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65"/>
            <p:cNvSpPr/>
            <p:nvPr/>
          </p:nvSpPr>
          <p:spPr>
            <a:xfrm>
              <a:off x="753925" y="2289697"/>
              <a:ext cx="42297" cy="27755"/>
            </a:xfrm>
            <a:custGeom>
              <a:rect b="b" l="l" r="r" t="t"/>
              <a:pathLst>
                <a:path extrusionOk="0" h="981" w="1495">
                  <a:moveTo>
                    <a:pt x="1399" y="1"/>
                  </a:moveTo>
                  <a:cubicBezTo>
                    <a:pt x="1395" y="1"/>
                    <a:pt x="1391" y="1"/>
                    <a:pt x="1387" y="2"/>
                  </a:cubicBezTo>
                  <a:cubicBezTo>
                    <a:pt x="860" y="96"/>
                    <a:pt x="400" y="483"/>
                    <a:pt x="47" y="868"/>
                  </a:cubicBezTo>
                  <a:cubicBezTo>
                    <a:pt x="0" y="919"/>
                    <a:pt x="50" y="980"/>
                    <a:pt x="104" y="980"/>
                  </a:cubicBezTo>
                  <a:cubicBezTo>
                    <a:pt x="122" y="980"/>
                    <a:pt x="139" y="974"/>
                    <a:pt x="154" y="960"/>
                  </a:cubicBezTo>
                  <a:cubicBezTo>
                    <a:pt x="540" y="586"/>
                    <a:pt x="983" y="402"/>
                    <a:pt x="1435" y="138"/>
                  </a:cubicBezTo>
                  <a:cubicBezTo>
                    <a:pt x="1495" y="104"/>
                    <a:pt x="1464" y="1"/>
                    <a:pt x="13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65"/>
            <p:cNvSpPr/>
            <p:nvPr/>
          </p:nvSpPr>
          <p:spPr>
            <a:xfrm>
              <a:off x="1233016" y="2517756"/>
              <a:ext cx="19182" cy="30386"/>
            </a:xfrm>
            <a:custGeom>
              <a:rect b="b" l="l" r="r" t="t"/>
              <a:pathLst>
                <a:path extrusionOk="0" h="1074" w="678">
                  <a:moveTo>
                    <a:pt x="600" y="0"/>
                  </a:moveTo>
                  <a:cubicBezTo>
                    <a:pt x="558" y="0"/>
                    <a:pt x="514" y="30"/>
                    <a:pt x="513" y="84"/>
                  </a:cubicBezTo>
                  <a:cubicBezTo>
                    <a:pt x="507" y="455"/>
                    <a:pt x="297" y="728"/>
                    <a:pt x="39" y="974"/>
                  </a:cubicBezTo>
                  <a:cubicBezTo>
                    <a:pt x="1" y="1010"/>
                    <a:pt x="41" y="1074"/>
                    <a:pt x="87" y="1074"/>
                  </a:cubicBezTo>
                  <a:cubicBezTo>
                    <a:pt x="93" y="1074"/>
                    <a:pt x="100" y="1072"/>
                    <a:pt x="106" y="1070"/>
                  </a:cubicBezTo>
                  <a:cubicBezTo>
                    <a:pt x="490" y="911"/>
                    <a:pt x="678" y="472"/>
                    <a:pt x="672" y="72"/>
                  </a:cubicBezTo>
                  <a:cubicBezTo>
                    <a:pt x="671" y="23"/>
                    <a:pt x="637" y="0"/>
                    <a:pt x="6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5"/>
            <p:cNvSpPr/>
            <p:nvPr/>
          </p:nvSpPr>
          <p:spPr>
            <a:xfrm>
              <a:off x="1240966" y="2530431"/>
              <a:ext cx="20880" cy="31433"/>
            </a:xfrm>
            <a:custGeom>
              <a:rect b="b" l="l" r="r" t="t"/>
              <a:pathLst>
                <a:path extrusionOk="0" h="1111" w="738">
                  <a:moveTo>
                    <a:pt x="647" y="0"/>
                  </a:moveTo>
                  <a:cubicBezTo>
                    <a:pt x="613" y="0"/>
                    <a:pt x="579" y="19"/>
                    <a:pt x="568" y="62"/>
                  </a:cubicBezTo>
                  <a:cubicBezTo>
                    <a:pt x="479" y="420"/>
                    <a:pt x="283" y="710"/>
                    <a:pt x="43" y="987"/>
                  </a:cubicBezTo>
                  <a:cubicBezTo>
                    <a:pt x="0" y="1038"/>
                    <a:pt x="48" y="1111"/>
                    <a:pt x="102" y="1111"/>
                  </a:cubicBezTo>
                  <a:cubicBezTo>
                    <a:pt x="116" y="1111"/>
                    <a:pt x="130" y="1106"/>
                    <a:pt x="144" y="1096"/>
                  </a:cubicBezTo>
                  <a:cubicBezTo>
                    <a:pt x="458" y="849"/>
                    <a:pt x="644" y="478"/>
                    <a:pt x="725" y="91"/>
                  </a:cubicBezTo>
                  <a:cubicBezTo>
                    <a:pt x="738" y="34"/>
                    <a:pt x="693" y="0"/>
                    <a:pt x="6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65"/>
            <p:cNvSpPr/>
            <p:nvPr/>
          </p:nvSpPr>
          <p:spPr>
            <a:xfrm>
              <a:off x="1036106" y="2761970"/>
              <a:ext cx="509152" cy="522987"/>
            </a:xfrm>
            <a:custGeom>
              <a:rect b="b" l="l" r="r" t="t"/>
              <a:pathLst>
                <a:path extrusionOk="0" h="18485" w="17996">
                  <a:moveTo>
                    <a:pt x="7454" y="2384"/>
                  </a:moveTo>
                  <a:cubicBezTo>
                    <a:pt x="7613" y="2384"/>
                    <a:pt x="7771" y="2402"/>
                    <a:pt x="7927" y="2441"/>
                  </a:cubicBezTo>
                  <a:cubicBezTo>
                    <a:pt x="8001" y="2461"/>
                    <a:pt x="7981" y="2567"/>
                    <a:pt x="7909" y="2570"/>
                  </a:cubicBezTo>
                  <a:cubicBezTo>
                    <a:pt x="7191" y="2592"/>
                    <a:pt x="6572" y="2646"/>
                    <a:pt x="5944" y="3024"/>
                  </a:cubicBezTo>
                  <a:cubicBezTo>
                    <a:pt x="5931" y="3031"/>
                    <a:pt x="5918" y="3035"/>
                    <a:pt x="5907" y="3035"/>
                  </a:cubicBezTo>
                  <a:cubicBezTo>
                    <a:pt x="5846" y="3035"/>
                    <a:pt x="5807" y="2944"/>
                    <a:pt x="5872" y="2904"/>
                  </a:cubicBezTo>
                  <a:cubicBezTo>
                    <a:pt x="6331" y="2604"/>
                    <a:pt x="6895" y="2384"/>
                    <a:pt x="7454" y="2384"/>
                  </a:cubicBezTo>
                  <a:close/>
                  <a:moveTo>
                    <a:pt x="6597" y="2189"/>
                  </a:moveTo>
                  <a:cubicBezTo>
                    <a:pt x="6656" y="2189"/>
                    <a:pt x="6715" y="2191"/>
                    <a:pt x="6774" y="2196"/>
                  </a:cubicBezTo>
                  <a:cubicBezTo>
                    <a:pt x="6828" y="2202"/>
                    <a:pt x="6828" y="2275"/>
                    <a:pt x="6774" y="2282"/>
                  </a:cubicBezTo>
                  <a:cubicBezTo>
                    <a:pt x="6034" y="2361"/>
                    <a:pt x="5367" y="2563"/>
                    <a:pt x="4797" y="3058"/>
                  </a:cubicBezTo>
                  <a:cubicBezTo>
                    <a:pt x="4789" y="3065"/>
                    <a:pt x="4781" y="3067"/>
                    <a:pt x="4774" y="3067"/>
                  </a:cubicBezTo>
                  <a:cubicBezTo>
                    <a:pt x="4745" y="3067"/>
                    <a:pt x="4722" y="3032"/>
                    <a:pt x="4747" y="3008"/>
                  </a:cubicBezTo>
                  <a:cubicBezTo>
                    <a:pt x="5249" y="2525"/>
                    <a:pt x="5899" y="2189"/>
                    <a:pt x="6597" y="2189"/>
                  </a:cubicBezTo>
                  <a:close/>
                  <a:moveTo>
                    <a:pt x="1570" y="8095"/>
                  </a:moveTo>
                  <a:cubicBezTo>
                    <a:pt x="1614" y="8095"/>
                    <a:pt x="1656" y="8130"/>
                    <a:pt x="1640" y="8186"/>
                  </a:cubicBezTo>
                  <a:cubicBezTo>
                    <a:pt x="1550" y="8448"/>
                    <a:pt x="1467" y="8686"/>
                    <a:pt x="1495" y="8970"/>
                  </a:cubicBezTo>
                  <a:cubicBezTo>
                    <a:pt x="1499" y="9003"/>
                    <a:pt x="1473" y="9020"/>
                    <a:pt x="1447" y="9020"/>
                  </a:cubicBezTo>
                  <a:cubicBezTo>
                    <a:pt x="1425" y="9020"/>
                    <a:pt x="1402" y="9008"/>
                    <a:pt x="1396" y="8984"/>
                  </a:cubicBezTo>
                  <a:cubicBezTo>
                    <a:pt x="1322" y="8700"/>
                    <a:pt x="1325" y="8374"/>
                    <a:pt x="1503" y="8131"/>
                  </a:cubicBezTo>
                  <a:cubicBezTo>
                    <a:pt x="1520" y="8106"/>
                    <a:pt x="1545" y="8095"/>
                    <a:pt x="1570" y="8095"/>
                  </a:cubicBezTo>
                  <a:close/>
                  <a:moveTo>
                    <a:pt x="1158" y="8380"/>
                  </a:moveTo>
                  <a:cubicBezTo>
                    <a:pt x="1183" y="8380"/>
                    <a:pt x="1206" y="8396"/>
                    <a:pt x="1204" y="8429"/>
                  </a:cubicBezTo>
                  <a:cubicBezTo>
                    <a:pt x="1198" y="8620"/>
                    <a:pt x="1141" y="8801"/>
                    <a:pt x="1134" y="8993"/>
                  </a:cubicBezTo>
                  <a:cubicBezTo>
                    <a:pt x="1125" y="9210"/>
                    <a:pt x="1163" y="9418"/>
                    <a:pt x="1235" y="9618"/>
                  </a:cubicBezTo>
                  <a:cubicBezTo>
                    <a:pt x="1249" y="9659"/>
                    <a:pt x="1212" y="9689"/>
                    <a:pt x="1178" y="9689"/>
                  </a:cubicBezTo>
                  <a:cubicBezTo>
                    <a:pt x="1161" y="9689"/>
                    <a:pt x="1144" y="9681"/>
                    <a:pt x="1136" y="9662"/>
                  </a:cubicBezTo>
                  <a:cubicBezTo>
                    <a:pt x="968" y="9301"/>
                    <a:pt x="843" y="8750"/>
                    <a:pt x="1111" y="8406"/>
                  </a:cubicBezTo>
                  <a:cubicBezTo>
                    <a:pt x="1121" y="8389"/>
                    <a:pt x="1140" y="8380"/>
                    <a:pt x="1158" y="8380"/>
                  </a:cubicBezTo>
                  <a:close/>
                  <a:moveTo>
                    <a:pt x="8628" y="5500"/>
                  </a:moveTo>
                  <a:cubicBezTo>
                    <a:pt x="8720" y="5500"/>
                    <a:pt x="8816" y="5509"/>
                    <a:pt x="8882" y="5523"/>
                  </a:cubicBezTo>
                  <a:cubicBezTo>
                    <a:pt x="8974" y="5530"/>
                    <a:pt x="9070" y="5539"/>
                    <a:pt x="9160" y="5546"/>
                  </a:cubicBezTo>
                  <a:cubicBezTo>
                    <a:pt x="9394" y="5600"/>
                    <a:pt x="9634" y="5635"/>
                    <a:pt x="9840" y="5719"/>
                  </a:cubicBezTo>
                  <a:cubicBezTo>
                    <a:pt x="10858" y="6141"/>
                    <a:pt x="11572" y="6798"/>
                    <a:pt x="11993" y="7813"/>
                  </a:cubicBezTo>
                  <a:cubicBezTo>
                    <a:pt x="12091" y="8048"/>
                    <a:pt x="12137" y="8314"/>
                    <a:pt x="12204" y="8590"/>
                  </a:cubicBezTo>
                  <a:lnTo>
                    <a:pt x="12242" y="8983"/>
                  </a:lnTo>
                  <a:cubicBezTo>
                    <a:pt x="12257" y="9786"/>
                    <a:pt x="12082" y="10417"/>
                    <a:pt x="11781" y="10909"/>
                  </a:cubicBezTo>
                  <a:cubicBezTo>
                    <a:pt x="11723" y="11005"/>
                    <a:pt x="11684" y="11100"/>
                    <a:pt x="11623" y="11189"/>
                  </a:cubicBezTo>
                  <a:cubicBezTo>
                    <a:pt x="11208" y="11779"/>
                    <a:pt x="10670" y="12222"/>
                    <a:pt x="9968" y="12526"/>
                  </a:cubicBezTo>
                  <a:cubicBezTo>
                    <a:pt x="9741" y="12625"/>
                    <a:pt x="9491" y="12670"/>
                    <a:pt x="9230" y="12737"/>
                  </a:cubicBezTo>
                  <a:cubicBezTo>
                    <a:pt x="9157" y="12757"/>
                    <a:pt x="9094" y="12743"/>
                    <a:pt x="9019" y="12762"/>
                  </a:cubicBezTo>
                  <a:cubicBezTo>
                    <a:pt x="8958" y="12773"/>
                    <a:pt x="8841" y="12785"/>
                    <a:pt x="8732" y="12791"/>
                  </a:cubicBezTo>
                  <a:cubicBezTo>
                    <a:pt x="8711" y="12791"/>
                    <a:pt x="8691" y="12792"/>
                    <a:pt x="8671" y="12792"/>
                  </a:cubicBezTo>
                  <a:cubicBezTo>
                    <a:pt x="8622" y="12792"/>
                    <a:pt x="8579" y="12790"/>
                    <a:pt x="8549" y="12784"/>
                  </a:cubicBezTo>
                  <a:lnTo>
                    <a:pt x="8412" y="12784"/>
                  </a:lnTo>
                  <a:lnTo>
                    <a:pt x="8119" y="12762"/>
                  </a:lnTo>
                  <a:cubicBezTo>
                    <a:pt x="7998" y="12737"/>
                    <a:pt x="7877" y="12715"/>
                    <a:pt x="7757" y="12692"/>
                  </a:cubicBezTo>
                  <a:cubicBezTo>
                    <a:pt x="7539" y="12625"/>
                    <a:pt x="7326" y="12568"/>
                    <a:pt x="7130" y="12481"/>
                  </a:cubicBezTo>
                  <a:cubicBezTo>
                    <a:pt x="6147" y="12051"/>
                    <a:pt x="5458" y="11234"/>
                    <a:pt x="5105" y="10169"/>
                  </a:cubicBezTo>
                  <a:cubicBezTo>
                    <a:pt x="5047" y="9996"/>
                    <a:pt x="5036" y="9815"/>
                    <a:pt x="4994" y="9633"/>
                  </a:cubicBezTo>
                  <a:cubicBezTo>
                    <a:pt x="4994" y="9631"/>
                    <a:pt x="4993" y="9626"/>
                    <a:pt x="4993" y="9624"/>
                  </a:cubicBezTo>
                  <a:cubicBezTo>
                    <a:pt x="4971" y="9541"/>
                    <a:pt x="4987" y="9448"/>
                    <a:pt x="4970" y="9368"/>
                  </a:cubicBezTo>
                  <a:lnTo>
                    <a:pt x="4970" y="9210"/>
                  </a:lnTo>
                  <a:cubicBezTo>
                    <a:pt x="4967" y="9098"/>
                    <a:pt x="4959" y="8935"/>
                    <a:pt x="4986" y="8825"/>
                  </a:cubicBezTo>
                  <a:lnTo>
                    <a:pt x="4986" y="8742"/>
                  </a:lnTo>
                  <a:cubicBezTo>
                    <a:pt x="5000" y="8643"/>
                    <a:pt x="5015" y="8544"/>
                    <a:pt x="5031" y="8447"/>
                  </a:cubicBezTo>
                  <a:cubicBezTo>
                    <a:pt x="5096" y="8198"/>
                    <a:pt x="5159" y="7965"/>
                    <a:pt x="5249" y="7750"/>
                  </a:cubicBezTo>
                  <a:cubicBezTo>
                    <a:pt x="5618" y="6888"/>
                    <a:pt x="6253" y="6200"/>
                    <a:pt x="7107" y="5824"/>
                  </a:cubicBezTo>
                  <a:cubicBezTo>
                    <a:pt x="7278" y="5750"/>
                    <a:pt x="7446" y="5704"/>
                    <a:pt x="7635" y="5645"/>
                  </a:cubicBezTo>
                  <a:cubicBezTo>
                    <a:pt x="7799" y="5591"/>
                    <a:pt x="7988" y="5574"/>
                    <a:pt x="8171" y="5530"/>
                  </a:cubicBezTo>
                  <a:cubicBezTo>
                    <a:pt x="8264" y="5524"/>
                    <a:pt x="8359" y="5521"/>
                    <a:pt x="8452" y="5515"/>
                  </a:cubicBezTo>
                  <a:cubicBezTo>
                    <a:pt x="8501" y="5505"/>
                    <a:pt x="8564" y="5500"/>
                    <a:pt x="8628" y="5500"/>
                  </a:cubicBezTo>
                  <a:close/>
                  <a:moveTo>
                    <a:pt x="5369" y="15499"/>
                  </a:moveTo>
                  <a:cubicBezTo>
                    <a:pt x="5377" y="15499"/>
                    <a:pt x="5385" y="15501"/>
                    <a:pt x="5394" y="15504"/>
                  </a:cubicBezTo>
                  <a:cubicBezTo>
                    <a:pt x="5913" y="15658"/>
                    <a:pt x="6388" y="15814"/>
                    <a:pt x="6912" y="15814"/>
                  </a:cubicBezTo>
                  <a:cubicBezTo>
                    <a:pt x="7036" y="15814"/>
                    <a:pt x="7163" y="15805"/>
                    <a:pt x="7293" y="15786"/>
                  </a:cubicBezTo>
                  <a:cubicBezTo>
                    <a:pt x="7297" y="15785"/>
                    <a:pt x="7301" y="15785"/>
                    <a:pt x="7305" y="15785"/>
                  </a:cubicBezTo>
                  <a:cubicBezTo>
                    <a:pt x="7365" y="15785"/>
                    <a:pt x="7387" y="15871"/>
                    <a:pt x="7322" y="15890"/>
                  </a:cubicBezTo>
                  <a:cubicBezTo>
                    <a:pt x="7074" y="15953"/>
                    <a:pt x="6806" y="15992"/>
                    <a:pt x="6539" y="15992"/>
                  </a:cubicBezTo>
                  <a:cubicBezTo>
                    <a:pt x="6110" y="15992"/>
                    <a:pt x="5682" y="15892"/>
                    <a:pt x="5340" y="15629"/>
                  </a:cubicBezTo>
                  <a:cubicBezTo>
                    <a:pt x="5286" y="15590"/>
                    <a:pt x="5305" y="15499"/>
                    <a:pt x="5369" y="15499"/>
                  </a:cubicBezTo>
                  <a:close/>
                  <a:moveTo>
                    <a:pt x="6614" y="16334"/>
                  </a:moveTo>
                  <a:cubicBezTo>
                    <a:pt x="6621" y="16334"/>
                    <a:pt x="6628" y="16335"/>
                    <a:pt x="6636" y="16338"/>
                  </a:cubicBezTo>
                  <a:cubicBezTo>
                    <a:pt x="7029" y="16491"/>
                    <a:pt x="7390" y="16613"/>
                    <a:pt x="7761" y="16613"/>
                  </a:cubicBezTo>
                  <a:cubicBezTo>
                    <a:pt x="8008" y="16613"/>
                    <a:pt x="8259" y="16558"/>
                    <a:pt x="8527" y="16423"/>
                  </a:cubicBezTo>
                  <a:cubicBezTo>
                    <a:pt x="8537" y="16418"/>
                    <a:pt x="8546" y="16416"/>
                    <a:pt x="8555" y="16416"/>
                  </a:cubicBezTo>
                  <a:cubicBezTo>
                    <a:pt x="8608" y="16416"/>
                    <a:pt x="8642" y="16490"/>
                    <a:pt x="8587" y="16523"/>
                  </a:cubicBezTo>
                  <a:cubicBezTo>
                    <a:pt x="8291" y="16699"/>
                    <a:pt x="7912" y="16811"/>
                    <a:pt x="7541" y="16811"/>
                  </a:cubicBezTo>
                  <a:cubicBezTo>
                    <a:pt x="7180" y="16811"/>
                    <a:pt x="6828" y="16705"/>
                    <a:pt x="6570" y="16449"/>
                  </a:cubicBezTo>
                  <a:cubicBezTo>
                    <a:pt x="6533" y="16410"/>
                    <a:pt x="6563" y="16334"/>
                    <a:pt x="6614" y="16334"/>
                  </a:cubicBezTo>
                  <a:close/>
                  <a:moveTo>
                    <a:pt x="10027" y="0"/>
                  </a:moveTo>
                  <a:cubicBezTo>
                    <a:pt x="10003" y="0"/>
                    <a:pt x="9980" y="2"/>
                    <a:pt x="9961" y="7"/>
                  </a:cubicBezTo>
                  <a:cubicBezTo>
                    <a:pt x="9888" y="21"/>
                    <a:pt x="9795" y="30"/>
                    <a:pt x="9727" y="36"/>
                  </a:cubicBezTo>
                  <a:cubicBezTo>
                    <a:pt x="9597" y="254"/>
                    <a:pt x="9551" y="578"/>
                    <a:pt x="9464" y="837"/>
                  </a:cubicBezTo>
                  <a:cubicBezTo>
                    <a:pt x="9443" y="891"/>
                    <a:pt x="9392" y="1117"/>
                    <a:pt x="9365" y="1139"/>
                  </a:cubicBezTo>
                  <a:cubicBezTo>
                    <a:pt x="9354" y="1148"/>
                    <a:pt x="9336" y="1151"/>
                    <a:pt x="9316" y="1151"/>
                  </a:cubicBezTo>
                  <a:cubicBezTo>
                    <a:pt x="9276" y="1151"/>
                    <a:pt x="9226" y="1140"/>
                    <a:pt x="9198" y="1139"/>
                  </a:cubicBezTo>
                  <a:cubicBezTo>
                    <a:pt x="9057" y="1133"/>
                    <a:pt x="8913" y="1117"/>
                    <a:pt x="8760" y="1117"/>
                  </a:cubicBezTo>
                  <a:cubicBezTo>
                    <a:pt x="8636" y="1117"/>
                    <a:pt x="8498" y="1113"/>
                    <a:pt x="8363" y="1113"/>
                  </a:cubicBezTo>
                  <a:cubicBezTo>
                    <a:pt x="8206" y="1113"/>
                    <a:pt x="8052" y="1119"/>
                    <a:pt x="7930" y="1147"/>
                  </a:cubicBezTo>
                  <a:cubicBezTo>
                    <a:pt x="7825" y="1170"/>
                    <a:pt x="7720" y="1155"/>
                    <a:pt x="7627" y="1177"/>
                  </a:cubicBezTo>
                  <a:cubicBezTo>
                    <a:pt x="7501" y="1206"/>
                    <a:pt x="7386" y="1192"/>
                    <a:pt x="7264" y="1222"/>
                  </a:cubicBezTo>
                  <a:cubicBezTo>
                    <a:pt x="7009" y="1288"/>
                    <a:pt x="6748" y="1308"/>
                    <a:pt x="6502" y="1388"/>
                  </a:cubicBezTo>
                  <a:cubicBezTo>
                    <a:pt x="6237" y="1477"/>
                    <a:pt x="5968" y="1541"/>
                    <a:pt x="5717" y="1647"/>
                  </a:cubicBezTo>
                  <a:cubicBezTo>
                    <a:pt x="5541" y="1719"/>
                    <a:pt x="5359" y="1804"/>
                    <a:pt x="5189" y="1881"/>
                  </a:cubicBezTo>
                  <a:cubicBezTo>
                    <a:pt x="5047" y="1942"/>
                    <a:pt x="4909" y="1999"/>
                    <a:pt x="4779" y="2077"/>
                  </a:cubicBezTo>
                  <a:cubicBezTo>
                    <a:pt x="4499" y="2250"/>
                    <a:pt x="4211" y="2410"/>
                    <a:pt x="3942" y="2596"/>
                  </a:cubicBezTo>
                  <a:cubicBezTo>
                    <a:pt x="3853" y="2659"/>
                    <a:pt x="3767" y="2727"/>
                    <a:pt x="3679" y="2795"/>
                  </a:cubicBezTo>
                  <a:cubicBezTo>
                    <a:pt x="3641" y="2820"/>
                    <a:pt x="3619" y="2868"/>
                    <a:pt x="3564" y="2877"/>
                  </a:cubicBezTo>
                  <a:cubicBezTo>
                    <a:pt x="3539" y="2843"/>
                    <a:pt x="3490" y="2832"/>
                    <a:pt x="3459" y="2803"/>
                  </a:cubicBezTo>
                  <a:cubicBezTo>
                    <a:pt x="3385" y="2727"/>
                    <a:pt x="3302" y="2667"/>
                    <a:pt x="3218" y="2606"/>
                  </a:cubicBezTo>
                  <a:cubicBezTo>
                    <a:pt x="3061" y="2491"/>
                    <a:pt x="2930" y="2340"/>
                    <a:pt x="2771" y="2228"/>
                  </a:cubicBezTo>
                  <a:cubicBezTo>
                    <a:pt x="2732" y="2197"/>
                    <a:pt x="2607" y="2104"/>
                    <a:pt x="2528" y="2104"/>
                  </a:cubicBezTo>
                  <a:cubicBezTo>
                    <a:pt x="2515" y="2104"/>
                    <a:pt x="2502" y="2107"/>
                    <a:pt x="2492" y="2113"/>
                  </a:cubicBezTo>
                  <a:cubicBezTo>
                    <a:pt x="2392" y="2145"/>
                    <a:pt x="2322" y="2244"/>
                    <a:pt x="2242" y="2302"/>
                  </a:cubicBezTo>
                  <a:cubicBezTo>
                    <a:pt x="2071" y="2433"/>
                    <a:pt x="1884" y="2589"/>
                    <a:pt x="1752" y="2763"/>
                  </a:cubicBezTo>
                  <a:cubicBezTo>
                    <a:pt x="1711" y="2803"/>
                    <a:pt x="1674" y="2840"/>
                    <a:pt x="1631" y="2877"/>
                  </a:cubicBezTo>
                  <a:cubicBezTo>
                    <a:pt x="1543" y="2994"/>
                    <a:pt x="1431" y="3095"/>
                    <a:pt x="1345" y="3210"/>
                  </a:cubicBezTo>
                  <a:cubicBezTo>
                    <a:pt x="1048" y="3607"/>
                    <a:pt x="749" y="3996"/>
                    <a:pt x="537" y="4479"/>
                  </a:cubicBezTo>
                  <a:cubicBezTo>
                    <a:pt x="535" y="4486"/>
                    <a:pt x="529" y="4496"/>
                    <a:pt x="524" y="4504"/>
                  </a:cubicBezTo>
                  <a:cubicBezTo>
                    <a:pt x="420" y="4736"/>
                    <a:pt x="275" y="4973"/>
                    <a:pt x="273" y="5292"/>
                  </a:cubicBezTo>
                  <a:cubicBezTo>
                    <a:pt x="340" y="5337"/>
                    <a:pt x="387" y="5414"/>
                    <a:pt x="452" y="5459"/>
                  </a:cubicBezTo>
                  <a:cubicBezTo>
                    <a:pt x="477" y="5475"/>
                    <a:pt x="506" y="5473"/>
                    <a:pt x="529" y="5489"/>
                  </a:cubicBezTo>
                  <a:cubicBezTo>
                    <a:pt x="660" y="5572"/>
                    <a:pt x="793" y="5659"/>
                    <a:pt x="922" y="5747"/>
                  </a:cubicBezTo>
                  <a:cubicBezTo>
                    <a:pt x="1022" y="5814"/>
                    <a:pt x="1117" y="5909"/>
                    <a:pt x="1223" y="5965"/>
                  </a:cubicBezTo>
                  <a:cubicBezTo>
                    <a:pt x="1118" y="6251"/>
                    <a:pt x="998" y="6540"/>
                    <a:pt x="900" y="6841"/>
                  </a:cubicBezTo>
                  <a:cubicBezTo>
                    <a:pt x="810" y="7103"/>
                    <a:pt x="772" y="7384"/>
                    <a:pt x="704" y="7659"/>
                  </a:cubicBezTo>
                  <a:cubicBezTo>
                    <a:pt x="638" y="7900"/>
                    <a:pt x="653" y="8167"/>
                    <a:pt x="596" y="8419"/>
                  </a:cubicBezTo>
                  <a:cubicBezTo>
                    <a:pt x="590" y="8527"/>
                    <a:pt x="588" y="8633"/>
                    <a:pt x="582" y="8737"/>
                  </a:cubicBezTo>
                  <a:cubicBezTo>
                    <a:pt x="573" y="8781"/>
                    <a:pt x="588" y="8852"/>
                    <a:pt x="574" y="8903"/>
                  </a:cubicBezTo>
                  <a:cubicBezTo>
                    <a:pt x="551" y="9011"/>
                    <a:pt x="551" y="9288"/>
                    <a:pt x="574" y="9396"/>
                  </a:cubicBezTo>
                  <a:cubicBezTo>
                    <a:pt x="596" y="9493"/>
                    <a:pt x="569" y="9601"/>
                    <a:pt x="589" y="9690"/>
                  </a:cubicBezTo>
                  <a:cubicBezTo>
                    <a:pt x="620" y="9820"/>
                    <a:pt x="589" y="9975"/>
                    <a:pt x="620" y="10104"/>
                  </a:cubicBezTo>
                  <a:cubicBezTo>
                    <a:pt x="640" y="10193"/>
                    <a:pt x="634" y="10292"/>
                    <a:pt x="657" y="10385"/>
                  </a:cubicBezTo>
                  <a:cubicBezTo>
                    <a:pt x="729" y="10680"/>
                    <a:pt x="755" y="10988"/>
                    <a:pt x="846" y="11269"/>
                  </a:cubicBezTo>
                  <a:cubicBezTo>
                    <a:pt x="894" y="11420"/>
                    <a:pt x="932" y="11578"/>
                    <a:pt x="989" y="11729"/>
                  </a:cubicBezTo>
                  <a:cubicBezTo>
                    <a:pt x="1018" y="11804"/>
                    <a:pt x="1061" y="11882"/>
                    <a:pt x="1072" y="11964"/>
                  </a:cubicBezTo>
                  <a:cubicBezTo>
                    <a:pt x="1028" y="11988"/>
                    <a:pt x="1011" y="12046"/>
                    <a:pt x="967" y="12075"/>
                  </a:cubicBezTo>
                  <a:cubicBezTo>
                    <a:pt x="730" y="12243"/>
                    <a:pt x="476" y="12392"/>
                    <a:pt x="234" y="12552"/>
                  </a:cubicBezTo>
                  <a:cubicBezTo>
                    <a:pt x="146" y="12612"/>
                    <a:pt x="2" y="12667"/>
                    <a:pt x="0" y="12810"/>
                  </a:cubicBezTo>
                  <a:cubicBezTo>
                    <a:pt x="23" y="12879"/>
                    <a:pt x="45" y="12952"/>
                    <a:pt x="68" y="13021"/>
                  </a:cubicBezTo>
                  <a:cubicBezTo>
                    <a:pt x="134" y="13178"/>
                    <a:pt x="205" y="13337"/>
                    <a:pt x="279" y="13483"/>
                  </a:cubicBezTo>
                  <a:cubicBezTo>
                    <a:pt x="297" y="13515"/>
                    <a:pt x="300" y="13550"/>
                    <a:pt x="319" y="13580"/>
                  </a:cubicBezTo>
                  <a:cubicBezTo>
                    <a:pt x="439" y="13784"/>
                    <a:pt x="545" y="13999"/>
                    <a:pt x="672" y="14198"/>
                  </a:cubicBezTo>
                  <a:cubicBezTo>
                    <a:pt x="926" y="14604"/>
                    <a:pt x="1227" y="14975"/>
                    <a:pt x="1556" y="15302"/>
                  </a:cubicBezTo>
                  <a:cubicBezTo>
                    <a:pt x="1723" y="15469"/>
                    <a:pt x="1893" y="15622"/>
                    <a:pt x="2092" y="15757"/>
                  </a:cubicBezTo>
                  <a:cubicBezTo>
                    <a:pt x="2166" y="15803"/>
                    <a:pt x="2241" y="15883"/>
                    <a:pt x="2348" y="15892"/>
                  </a:cubicBezTo>
                  <a:cubicBezTo>
                    <a:pt x="2401" y="15840"/>
                    <a:pt x="2475" y="15827"/>
                    <a:pt x="2537" y="15786"/>
                  </a:cubicBezTo>
                  <a:cubicBezTo>
                    <a:pt x="2595" y="15747"/>
                    <a:pt x="2640" y="15678"/>
                    <a:pt x="2697" y="15635"/>
                  </a:cubicBezTo>
                  <a:cubicBezTo>
                    <a:pt x="2838" y="15528"/>
                    <a:pt x="2972" y="15422"/>
                    <a:pt x="3119" y="15318"/>
                  </a:cubicBezTo>
                  <a:cubicBezTo>
                    <a:pt x="3173" y="15280"/>
                    <a:pt x="3231" y="15204"/>
                    <a:pt x="3293" y="15182"/>
                  </a:cubicBezTo>
                  <a:lnTo>
                    <a:pt x="3293" y="15190"/>
                  </a:lnTo>
                  <a:cubicBezTo>
                    <a:pt x="3353" y="15212"/>
                    <a:pt x="3396" y="15281"/>
                    <a:pt x="3444" y="15318"/>
                  </a:cubicBezTo>
                  <a:cubicBezTo>
                    <a:pt x="3543" y="15393"/>
                    <a:pt x="3638" y="15478"/>
                    <a:pt x="3738" y="15553"/>
                  </a:cubicBezTo>
                  <a:cubicBezTo>
                    <a:pt x="4033" y="15767"/>
                    <a:pt x="4342" y="15962"/>
                    <a:pt x="4660" y="16157"/>
                  </a:cubicBezTo>
                  <a:cubicBezTo>
                    <a:pt x="4753" y="16215"/>
                    <a:pt x="4855" y="16241"/>
                    <a:pt x="4946" y="16299"/>
                  </a:cubicBezTo>
                  <a:cubicBezTo>
                    <a:pt x="5358" y="16551"/>
                    <a:pt x="5870" y="16710"/>
                    <a:pt x="6367" y="16873"/>
                  </a:cubicBezTo>
                  <a:cubicBezTo>
                    <a:pt x="6550" y="16920"/>
                    <a:pt x="6735" y="16965"/>
                    <a:pt x="6916" y="17010"/>
                  </a:cubicBezTo>
                  <a:cubicBezTo>
                    <a:pt x="7130" y="17070"/>
                    <a:pt x="7355" y="17073"/>
                    <a:pt x="7575" y="17123"/>
                  </a:cubicBezTo>
                  <a:cubicBezTo>
                    <a:pt x="7668" y="17145"/>
                    <a:pt x="7765" y="17135"/>
                    <a:pt x="7854" y="17154"/>
                  </a:cubicBezTo>
                  <a:lnTo>
                    <a:pt x="8042" y="17161"/>
                  </a:lnTo>
                  <a:cubicBezTo>
                    <a:pt x="8068" y="17167"/>
                    <a:pt x="8097" y="17169"/>
                    <a:pt x="8126" y="17169"/>
                  </a:cubicBezTo>
                  <a:cubicBezTo>
                    <a:pt x="8161" y="17169"/>
                    <a:pt x="8197" y="17167"/>
                    <a:pt x="8233" y="17167"/>
                  </a:cubicBezTo>
                  <a:cubicBezTo>
                    <a:pt x="8266" y="17167"/>
                    <a:pt x="8298" y="17169"/>
                    <a:pt x="8330" y="17176"/>
                  </a:cubicBezTo>
                  <a:cubicBezTo>
                    <a:pt x="8390" y="17189"/>
                    <a:pt x="8461" y="17193"/>
                    <a:pt x="8535" y="17193"/>
                  </a:cubicBezTo>
                  <a:cubicBezTo>
                    <a:pt x="8683" y="17193"/>
                    <a:pt x="8846" y="17176"/>
                    <a:pt x="8972" y="17176"/>
                  </a:cubicBezTo>
                  <a:cubicBezTo>
                    <a:pt x="8966" y="17317"/>
                    <a:pt x="9032" y="17440"/>
                    <a:pt x="9071" y="17554"/>
                  </a:cubicBezTo>
                  <a:cubicBezTo>
                    <a:pt x="9136" y="17751"/>
                    <a:pt x="9163" y="17968"/>
                    <a:pt x="9228" y="18159"/>
                  </a:cubicBezTo>
                  <a:cubicBezTo>
                    <a:pt x="9262" y="18259"/>
                    <a:pt x="9276" y="18426"/>
                    <a:pt x="9372" y="18461"/>
                  </a:cubicBezTo>
                  <a:cubicBezTo>
                    <a:pt x="9397" y="18479"/>
                    <a:pt x="9438" y="18484"/>
                    <a:pt x="9484" y="18484"/>
                  </a:cubicBezTo>
                  <a:cubicBezTo>
                    <a:pt x="9553" y="18484"/>
                    <a:pt x="9632" y="18471"/>
                    <a:pt x="9682" y="18470"/>
                  </a:cubicBezTo>
                  <a:cubicBezTo>
                    <a:pt x="9938" y="18464"/>
                    <a:pt x="10239" y="18422"/>
                    <a:pt x="10460" y="18364"/>
                  </a:cubicBezTo>
                  <a:cubicBezTo>
                    <a:pt x="10672" y="18310"/>
                    <a:pt x="10870" y="18291"/>
                    <a:pt x="11072" y="18228"/>
                  </a:cubicBezTo>
                  <a:cubicBezTo>
                    <a:pt x="11848" y="17974"/>
                    <a:pt x="12540" y="17721"/>
                    <a:pt x="13058" y="17208"/>
                  </a:cubicBezTo>
                  <a:cubicBezTo>
                    <a:pt x="13049" y="17041"/>
                    <a:pt x="12975" y="16901"/>
                    <a:pt x="12922" y="16777"/>
                  </a:cubicBezTo>
                  <a:cubicBezTo>
                    <a:pt x="12853" y="16617"/>
                    <a:pt x="12810" y="16465"/>
                    <a:pt x="12755" y="16293"/>
                  </a:cubicBezTo>
                  <a:cubicBezTo>
                    <a:pt x="12731" y="16223"/>
                    <a:pt x="12697" y="16152"/>
                    <a:pt x="12694" y="16059"/>
                  </a:cubicBezTo>
                  <a:cubicBezTo>
                    <a:pt x="12813" y="16005"/>
                    <a:pt x="12915" y="15925"/>
                    <a:pt x="13020" y="15856"/>
                  </a:cubicBezTo>
                  <a:cubicBezTo>
                    <a:pt x="13242" y="15707"/>
                    <a:pt x="13449" y="15549"/>
                    <a:pt x="13657" y="15393"/>
                  </a:cubicBezTo>
                  <a:cubicBezTo>
                    <a:pt x="13694" y="15363"/>
                    <a:pt x="13734" y="15332"/>
                    <a:pt x="13774" y="15303"/>
                  </a:cubicBezTo>
                  <a:cubicBezTo>
                    <a:pt x="13863" y="15238"/>
                    <a:pt x="13930" y="15143"/>
                    <a:pt x="14016" y="15078"/>
                  </a:cubicBezTo>
                  <a:cubicBezTo>
                    <a:pt x="14154" y="14973"/>
                    <a:pt x="14298" y="14838"/>
                    <a:pt x="14401" y="14700"/>
                  </a:cubicBezTo>
                  <a:lnTo>
                    <a:pt x="14605" y="14496"/>
                  </a:lnTo>
                  <a:cubicBezTo>
                    <a:pt x="14711" y="14355"/>
                    <a:pt x="14824" y="14232"/>
                    <a:pt x="14930" y="14088"/>
                  </a:cubicBezTo>
                  <a:cubicBezTo>
                    <a:pt x="15097" y="13861"/>
                    <a:pt x="15275" y="13635"/>
                    <a:pt x="15428" y="13394"/>
                  </a:cubicBezTo>
                  <a:cubicBezTo>
                    <a:pt x="15506" y="13266"/>
                    <a:pt x="15563" y="13135"/>
                    <a:pt x="15641" y="13009"/>
                  </a:cubicBezTo>
                  <a:cubicBezTo>
                    <a:pt x="15746" y="12834"/>
                    <a:pt x="15852" y="12632"/>
                    <a:pt x="15935" y="12442"/>
                  </a:cubicBezTo>
                  <a:cubicBezTo>
                    <a:pt x="15997" y="12298"/>
                    <a:pt x="16041" y="12160"/>
                    <a:pt x="16101" y="12010"/>
                  </a:cubicBezTo>
                  <a:cubicBezTo>
                    <a:pt x="16189" y="11798"/>
                    <a:pt x="16277" y="11564"/>
                    <a:pt x="16335" y="11324"/>
                  </a:cubicBezTo>
                  <a:cubicBezTo>
                    <a:pt x="16371" y="11324"/>
                    <a:pt x="16393" y="11315"/>
                    <a:pt x="16409" y="11308"/>
                  </a:cubicBezTo>
                  <a:cubicBezTo>
                    <a:pt x="16423" y="11304"/>
                    <a:pt x="16439" y="11303"/>
                    <a:pt x="16455" y="11303"/>
                  </a:cubicBezTo>
                  <a:cubicBezTo>
                    <a:pt x="16504" y="11303"/>
                    <a:pt x="16557" y="11315"/>
                    <a:pt x="16591" y="11317"/>
                  </a:cubicBezTo>
                  <a:cubicBezTo>
                    <a:pt x="16634" y="11318"/>
                    <a:pt x="16678" y="11318"/>
                    <a:pt x="16722" y="11318"/>
                  </a:cubicBezTo>
                  <a:cubicBezTo>
                    <a:pt x="16730" y="11318"/>
                    <a:pt x="16737" y="11318"/>
                    <a:pt x="16744" y="11318"/>
                  </a:cubicBezTo>
                  <a:cubicBezTo>
                    <a:pt x="16846" y="11318"/>
                    <a:pt x="16946" y="11319"/>
                    <a:pt x="17036" y="11338"/>
                  </a:cubicBezTo>
                  <a:cubicBezTo>
                    <a:pt x="17068" y="11345"/>
                    <a:pt x="17101" y="11346"/>
                    <a:pt x="17134" y="11346"/>
                  </a:cubicBezTo>
                  <a:cubicBezTo>
                    <a:pt x="17146" y="11346"/>
                    <a:pt x="17157" y="11346"/>
                    <a:pt x="17168" y="11346"/>
                  </a:cubicBezTo>
                  <a:cubicBezTo>
                    <a:pt x="17199" y="11346"/>
                    <a:pt x="17228" y="11347"/>
                    <a:pt x="17257" y="11353"/>
                  </a:cubicBezTo>
                  <a:cubicBezTo>
                    <a:pt x="17281" y="11358"/>
                    <a:pt x="17325" y="11360"/>
                    <a:pt x="17374" y="11360"/>
                  </a:cubicBezTo>
                  <a:cubicBezTo>
                    <a:pt x="17478" y="11360"/>
                    <a:pt x="17607" y="11350"/>
                    <a:pt x="17635" y="11331"/>
                  </a:cubicBezTo>
                  <a:cubicBezTo>
                    <a:pt x="17701" y="11308"/>
                    <a:pt x="17700" y="11245"/>
                    <a:pt x="17725" y="11180"/>
                  </a:cubicBezTo>
                  <a:cubicBezTo>
                    <a:pt x="17780" y="11027"/>
                    <a:pt x="17799" y="10854"/>
                    <a:pt x="17845" y="10680"/>
                  </a:cubicBezTo>
                  <a:cubicBezTo>
                    <a:pt x="17876" y="10568"/>
                    <a:pt x="17885" y="10430"/>
                    <a:pt x="17912" y="10312"/>
                  </a:cubicBezTo>
                  <a:cubicBezTo>
                    <a:pt x="17914" y="10271"/>
                    <a:pt x="17918" y="10229"/>
                    <a:pt x="17921" y="10190"/>
                  </a:cubicBezTo>
                  <a:cubicBezTo>
                    <a:pt x="17947" y="10066"/>
                    <a:pt x="17935" y="9908"/>
                    <a:pt x="17965" y="9775"/>
                  </a:cubicBezTo>
                  <a:lnTo>
                    <a:pt x="17965" y="9639"/>
                  </a:lnTo>
                  <a:cubicBezTo>
                    <a:pt x="17995" y="9501"/>
                    <a:pt x="17978" y="9316"/>
                    <a:pt x="17973" y="9178"/>
                  </a:cubicBezTo>
                  <a:cubicBezTo>
                    <a:pt x="17966" y="8809"/>
                    <a:pt x="17949" y="8467"/>
                    <a:pt x="17867" y="8164"/>
                  </a:cubicBezTo>
                  <a:cubicBezTo>
                    <a:pt x="17813" y="7959"/>
                    <a:pt x="17783" y="7772"/>
                    <a:pt x="17709" y="7597"/>
                  </a:cubicBezTo>
                  <a:cubicBezTo>
                    <a:pt x="17680" y="7531"/>
                    <a:pt x="17669" y="7416"/>
                    <a:pt x="17581" y="7408"/>
                  </a:cubicBezTo>
                  <a:cubicBezTo>
                    <a:pt x="17543" y="7387"/>
                    <a:pt x="17435" y="7394"/>
                    <a:pt x="17384" y="7387"/>
                  </a:cubicBezTo>
                  <a:cubicBezTo>
                    <a:pt x="17378" y="7386"/>
                    <a:pt x="17368" y="7385"/>
                    <a:pt x="17354" y="7385"/>
                  </a:cubicBezTo>
                  <a:cubicBezTo>
                    <a:pt x="17266" y="7385"/>
                    <a:pt x="17047" y="7404"/>
                    <a:pt x="16983" y="7419"/>
                  </a:cubicBezTo>
                  <a:lnTo>
                    <a:pt x="16765" y="7419"/>
                  </a:lnTo>
                  <a:cubicBezTo>
                    <a:pt x="16744" y="7423"/>
                    <a:pt x="16697" y="7426"/>
                    <a:pt x="16644" y="7426"/>
                  </a:cubicBezTo>
                  <a:cubicBezTo>
                    <a:pt x="16560" y="7426"/>
                    <a:pt x="16463" y="7419"/>
                    <a:pt x="16439" y="7401"/>
                  </a:cubicBezTo>
                  <a:cubicBezTo>
                    <a:pt x="16416" y="7363"/>
                    <a:pt x="16425" y="7305"/>
                    <a:pt x="16409" y="7259"/>
                  </a:cubicBezTo>
                  <a:cubicBezTo>
                    <a:pt x="16371" y="7129"/>
                    <a:pt x="16349" y="6991"/>
                    <a:pt x="16304" y="6859"/>
                  </a:cubicBezTo>
                  <a:cubicBezTo>
                    <a:pt x="16182" y="6490"/>
                    <a:pt x="16054" y="6133"/>
                    <a:pt x="15904" y="5793"/>
                  </a:cubicBezTo>
                  <a:cubicBezTo>
                    <a:pt x="15669" y="5260"/>
                    <a:pt x="15342" y="4752"/>
                    <a:pt x="15013" y="4304"/>
                  </a:cubicBezTo>
                  <a:cubicBezTo>
                    <a:pt x="14865" y="4104"/>
                    <a:pt x="14686" y="3929"/>
                    <a:pt x="14538" y="3730"/>
                  </a:cubicBezTo>
                  <a:cubicBezTo>
                    <a:pt x="14498" y="3694"/>
                    <a:pt x="14461" y="3662"/>
                    <a:pt x="14424" y="3625"/>
                  </a:cubicBezTo>
                  <a:cubicBezTo>
                    <a:pt x="14341" y="3515"/>
                    <a:pt x="14234" y="3406"/>
                    <a:pt x="14122" y="3323"/>
                  </a:cubicBezTo>
                  <a:cubicBezTo>
                    <a:pt x="14059" y="3258"/>
                    <a:pt x="13998" y="3197"/>
                    <a:pt x="13934" y="3134"/>
                  </a:cubicBezTo>
                  <a:cubicBezTo>
                    <a:pt x="13777" y="3016"/>
                    <a:pt x="13638" y="2878"/>
                    <a:pt x="13479" y="2763"/>
                  </a:cubicBezTo>
                  <a:cubicBezTo>
                    <a:pt x="13376" y="2689"/>
                    <a:pt x="13274" y="2611"/>
                    <a:pt x="13171" y="2536"/>
                  </a:cubicBezTo>
                  <a:cubicBezTo>
                    <a:pt x="13127" y="2506"/>
                    <a:pt x="13043" y="2486"/>
                    <a:pt x="13034" y="2425"/>
                  </a:cubicBezTo>
                  <a:cubicBezTo>
                    <a:pt x="13058" y="2391"/>
                    <a:pt x="13056" y="2342"/>
                    <a:pt x="13072" y="2302"/>
                  </a:cubicBezTo>
                  <a:cubicBezTo>
                    <a:pt x="13106" y="2221"/>
                    <a:pt x="13133" y="2129"/>
                    <a:pt x="13171" y="2039"/>
                  </a:cubicBezTo>
                  <a:cubicBezTo>
                    <a:pt x="13223" y="1908"/>
                    <a:pt x="13271" y="1773"/>
                    <a:pt x="13328" y="1639"/>
                  </a:cubicBezTo>
                  <a:cubicBezTo>
                    <a:pt x="13383" y="1509"/>
                    <a:pt x="13453" y="1372"/>
                    <a:pt x="13441" y="1199"/>
                  </a:cubicBezTo>
                  <a:cubicBezTo>
                    <a:pt x="13405" y="1174"/>
                    <a:pt x="13375" y="1131"/>
                    <a:pt x="13335" y="1101"/>
                  </a:cubicBezTo>
                  <a:cubicBezTo>
                    <a:pt x="13004" y="866"/>
                    <a:pt x="12611" y="675"/>
                    <a:pt x="12219" y="505"/>
                  </a:cubicBezTo>
                  <a:cubicBezTo>
                    <a:pt x="12107" y="457"/>
                    <a:pt x="12001" y="430"/>
                    <a:pt x="11887" y="385"/>
                  </a:cubicBezTo>
                  <a:cubicBezTo>
                    <a:pt x="11623" y="274"/>
                    <a:pt x="11322" y="203"/>
                    <a:pt x="11027" y="120"/>
                  </a:cubicBezTo>
                  <a:cubicBezTo>
                    <a:pt x="10867" y="74"/>
                    <a:pt x="10708" y="84"/>
                    <a:pt x="10535" y="43"/>
                  </a:cubicBezTo>
                  <a:cubicBezTo>
                    <a:pt x="10467" y="28"/>
                    <a:pt x="10369" y="30"/>
                    <a:pt x="10301" y="14"/>
                  </a:cubicBezTo>
                  <a:lnTo>
                    <a:pt x="10164" y="14"/>
                  </a:lnTo>
                  <a:cubicBezTo>
                    <a:pt x="10134" y="8"/>
                    <a:pt x="10078" y="0"/>
                    <a:pt x="1002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65"/>
            <p:cNvSpPr/>
            <p:nvPr/>
          </p:nvSpPr>
          <p:spPr>
            <a:xfrm>
              <a:off x="1175669" y="2916358"/>
              <a:ext cx="208035" cy="208601"/>
            </a:xfrm>
            <a:custGeom>
              <a:rect b="b" l="l" r="r" t="t"/>
              <a:pathLst>
                <a:path extrusionOk="0" h="7373" w="7353">
                  <a:moveTo>
                    <a:pt x="3673" y="199"/>
                  </a:moveTo>
                  <a:cubicBezTo>
                    <a:pt x="3762" y="199"/>
                    <a:pt x="3852" y="205"/>
                    <a:pt x="3914" y="218"/>
                  </a:cubicBezTo>
                  <a:lnTo>
                    <a:pt x="4141" y="233"/>
                  </a:lnTo>
                  <a:cubicBezTo>
                    <a:pt x="4219" y="253"/>
                    <a:pt x="4299" y="265"/>
                    <a:pt x="4376" y="279"/>
                  </a:cubicBezTo>
                  <a:cubicBezTo>
                    <a:pt x="4536" y="311"/>
                    <a:pt x="4685" y="341"/>
                    <a:pt x="4823" y="399"/>
                  </a:cubicBezTo>
                  <a:cubicBezTo>
                    <a:pt x="5868" y="828"/>
                    <a:pt x="6515" y="1448"/>
                    <a:pt x="6915" y="2415"/>
                  </a:cubicBezTo>
                  <a:cubicBezTo>
                    <a:pt x="6983" y="2582"/>
                    <a:pt x="7025" y="2764"/>
                    <a:pt x="7068" y="2958"/>
                  </a:cubicBezTo>
                  <a:cubicBezTo>
                    <a:pt x="7084" y="3026"/>
                    <a:pt x="7098" y="3096"/>
                    <a:pt x="7114" y="3161"/>
                  </a:cubicBezTo>
                  <a:lnTo>
                    <a:pt x="7153" y="3575"/>
                  </a:lnTo>
                  <a:cubicBezTo>
                    <a:pt x="7148" y="5111"/>
                    <a:pt x="6364" y="6326"/>
                    <a:pt x="5002" y="6906"/>
                  </a:cubicBezTo>
                  <a:cubicBezTo>
                    <a:pt x="4810" y="6988"/>
                    <a:pt x="4599" y="7047"/>
                    <a:pt x="4343" y="7116"/>
                  </a:cubicBezTo>
                  <a:cubicBezTo>
                    <a:pt x="4292" y="7130"/>
                    <a:pt x="4246" y="7135"/>
                    <a:pt x="4195" y="7139"/>
                  </a:cubicBezTo>
                  <a:cubicBezTo>
                    <a:pt x="4147" y="7145"/>
                    <a:pt x="4102" y="7152"/>
                    <a:pt x="4065" y="7161"/>
                  </a:cubicBezTo>
                  <a:lnTo>
                    <a:pt x="3974" y="7161"/>
                  </a:lnTo>
                  <a:cubicBezTo>
                    <a:pt x="3913" y="7176"/>
                    <a:pt x="3801" y="7184"/>
                    <a:pt x="3692" y="7184"/>
                  </a:cubicBezTo>
                  <a:cubicBezTo>
                    <a:pt x="3654" y="7184"/>
                    <a:pt x="3615" y="7183"/>
                    <a:pt x="3580" y="7181"/>
                  </a:cubicBezTo>
                  <a:cubicBezTo>
                    <a:pt x="3538" y="7177"/>
                    <a:pt x="3498" y="7174"/>
                    <a:pt x="3465" y="7167"/>
                  </a:cubicBezTo>
                  <a:lnTo>
                    <a:pt x="3359" y="7167"/>
                  </a:lnTo>
                  <a:lnTo>
                    <a:pt x="3039" y="7120"/>
                  </a:lnTo>
                  <a:lnTo>
                    <a:pt x="2949" y="7098"/>
                  </a:lnTo>
                  <a:cubicBezTo>
                    <a:pt x="2706" y="7033"/>
                    <a:pt x="2473" y="6978"/>
                    <a:pt x="2257" y="6880"/>
                  </a:cubicBezTo>
                  <a:cubicBezTo>
                    <a:pt x="1341" y="6477"/>
                    <a:pt x="676" y="5730"/>
                    <a:pt x="339" y="4721"/>
                  </a:cubicBezTo>
                  <a:cubicBezTo>
                    <a:pt x="301" y="4609"/>
                    <a:pt x="279" y="4493"/>
                    <a:pt x="258" y="4369"/>
                  </a:cubicBezTo>
                  <a:lnTo>
                    <a:pt x="258" y="4363"/>
                  </a:lnTo>
                  <a:cubicBezTo>
                    <a:pt x="243" y="4288"/>
                    <a:pt x="229" y="4211"/>
                    <a:pt x="211" y="4135"/>
                  </a:cubicBezTo>
                  <a:cubicBezTo>
                    <a:pt x="204" y="4096"/>
                    <a:pt x="201" y="4052"/>
                    <a:pt x="201" y="4012"/>
                  </a:cubicBezTo>
                  <a:cubicBezTo>
                    <a:pt x="199" y="3968"/>
                    <a:pt x="199" y="3921"/>
                    <a:pt x="189" y="3890"/>
                  </a:cubicBezTo>
                  <a:lnTo>
                    <a:pt x="189" y="3593"/>
                  </a:lnTo>
                  <a:cubicBezTo>
                    <a:pt x="189" y="3527"/>
                    <a:pt x="191" y="3455"/>
                    <a:pt x="204" y="3391"/>
                  </a:cubicBezTo>
                  <a:cubicBezTo>
                    <a:pt x="218" y="3330"/>
                    <a:pt x="220" y="3273"/>
                    <a:pt x="223" y="3218"/>
                  </a:cubicBezTo>
                  <a:cubicBezTo>
                    <a:pt x="227" y="3164"/>
                    <a:pt x="229" y="3112"/>
                    <a:pt x="247" y="3043"/>
                  </a:cubicBezTo>
                  <a:cubicBezTo>
                    <a:pt x="308" y="2796"/>
                    <a:pt x="368" y="2566"/>
                    <a:pt x="460" y="2356"/>
                  </a:cubicBezTo>
                  <a:cubicBezTo>
                    <a:pt x="816" y="1508"/>
                    <a:pt x="1451" y="851"/>
                    <a:pt x="2249" y="503"/>
                  </a:cubicBezTo>
                  <a:cubicBezTo>
                    <a:pt x="2357" y="455"/>
                    <a:pt x="2462" y="425"/>
                    <a:pt x="2574" y="389"/>
                  </a:cubicBezTo>
                  <a:cubicBezTo>
                    <a:pt x="2619" y="374"/>
                    <a:pt x="2662" y="359"/>
                    <a:pt x="2707" y="345"/>
                  </a:cubicBezTo>
                  <a:cubicBezTo>
                    <a:pt x="2800" y="314"/>
                    <a:pt x="2904" y="294"/>
                    <a:pt x="3011" y="272"/>
                  </a:cubicBezTo>
                  <a:cubicBezTo>
                    <a:pt x="3072" y="258"/>
                    <a:pt x="3135" y="247"/>
                    <a:pt x="3187" y="234"/>
                  </a:cubicBezTo>
                  <a:lnTo>
                    <a:pt x="3436" y="218"/>
                  </a:lnTo>
                  <a:cubicBezTo>
                    <a:pt x="3495" y="205"/>
                    <a:pt x="3584" y="199"/>
                    <a:pt x="3673" y="199"/>
                  </a:cubicBezTo>
                  <a:close/>
                  <a:moveTo>
                    <a:pt x="3700" y="0"/>
                  </a:moveTo>
                  <a:cubicBezTo>
                    <a:pt x="3635" y="0"/>
                    <a:pt x="3571" y="5"/>
                    <a:pt x="3522" y="16"/>
                  </a:cubicBezTo>
                  <a:lnTo>
                    <a:pt x="3235" y="32"/>
                  </a:lnTo>
                  <a:cubicBezTo>
                    <a:pt x="3164" y="48"/>
                    <a:pt x="3091" y="61"/>
                    <a:pt x="3020" y="76"/>
                  </a:cubicBezTo>
                  <a:cubicBezTo>
                    <a:pt x="2905" y="96"/>
                    <a:pt x="2799" y="114"/>
                    <a:pt x="2697" y="149"/>
                  </a:cubicBezTo>
                  <a:lnTo>
                    <a:pt x="2561" y="192"/>
                  </a:lnTo>
                  <a:cubicBezTo>
                    <a:pt x="2424" y="236"/>
                    <a:pt x="2295" y="274"/>
                    <a:pt x="2167" y="330"/>
                  </a:cubicBezTo>
                  <a:cubicBezTo>
                    <a:pt x="1319" y="703"/>
                    <a:pt x="670" y="1376"/>
                    <a:pt x="287" y="2279"/>
                  </a:cubicBezTo>
                  <a:cubicBezTo>
                    <a:pt x="194" y="2494"/>
                    <a:pt x="128" y="2734"/>
                    <a:pt x="66" y="2982"/>
                  </a:cubicBezTo>
                  <a:lnTo>
                    <a:pt x="19" y="3283"/>
                  </a:lnTo>
                  <a:lnTo>
                    <a:pt x="19" y="3359"/>
                  </a:lnTo>
                  <a:cubicBezTo>
                    <a:pt x="8" y="3417"/>
                    <a:pt x="0" y="3490"/>
                    <a:pt x="0" y="3591"/>
                  </a:cubicBezTo>
                  <a:cubicBezTo>
                    <a:pt x="0" y="3631"/>
                    <a:pt x="2" y="3673"/>
                    <a:pt x="2" y="3711"/>
                  </a:cubicBezTo>
                  <a:lnTo>
                    <a:pt x="3" y="3921"/>
                  </a:lnTo>
                  <a:cubicBezTo>
                    <a:pt x="10" y="3955"/>
                    <a:pt x="12" y="3996"/>
                    <a:pt x="12" y="4036"/>
                  </a:cubicBezTo>
                  <a:cubicBezTo>
                    <a:pt x="12" y="4067"/>
                    <a:pt x="12" y="4097"/>
                    <a:pt x="18" y="4132"/>
                  </a:cubicBezTo>
                  <a:cubicBezTo>
                    <a:pt x="19" y="4147"/>
                    <a:pt x="24" y="4163"/>
                    <a:pt x="25" y="4177"/>
                  </a:cubicBezTo>
                  <a:cubicBezTo>
                    <a:pt x="45" y="4250"/>
                    <a:pt x="55" y="4323"/>
                    <a:pt x="69" y="4395"/>
                  </a:cubicBezTo>
                  <a:cubicBezTo>
                    <a:pt x="89" y="4507"/>
                    <a:pt x="106" y="4618"/>
                    <a:pt x="140" y="4727"/>
                  </a:cubicBezTo>
                  <a:cubicBezTo>
                    <a:pt x="502" y="5829"/>
                    <a:pt x="1210" y="6637"/>
                    <a:pt x="2185" y="7062"/>
                  </a:cubicBezTo>
                  <a:cubicBezTo>
                    <a:pt x="2353" y="7138"/>
                    <a:pt x="2527" y="7190"/>
                    <a:pt x="2713" y="7244"/>
                  </a:cubicBezTo>
                  <a:lnTo>
                    <a:pt x="2824" y="7277"/>
                  </a:lnTo>
                  <a:lnTo>
                    <a:pt x="3189" y="7344"/>
                  </a:lnTo>
                  <a:lnTo>
                    <a:pt x="3485" y="7367"/>
                  </a:lnTo>
                  <a:lnTo>
                    <a:pt x="3613" y="7366"/>
                  </a:lnTo>
                  <a:cubicBezTo>
                    <a:pt x="3641" y="7371"/>
                    <a:pt x="3686" y="7373"/>
                    <a:pt x="3738" y="7373"/>
                  </a:cubicBezTo>
                  <a:cubicBezTo>
                    <a:pt x="3775" y="7373"/>
                    <a:pt x="3815" y="7372"/>
                    <a:pt x="3855" y="7370"/>
                  </a:cubicBezTo>
                  <a:cubicBezTo>
                    <a:pt x="3950" y="7364"/>
                    <a:pt x="4044" y="7353"/>
                    <a:pt x="4094" y="7344"/>
                  </a:cubicBezTo>
                  <a:cubicBezTo>
                    <a:pt x="4131" y="7337"/>
                    <a:pt x="4161" y="7335"/>
                    <a:pt x="4192" y="7335"/>
                  </a:cubicBezTo>
                  <a:cubicBezTo>
                    <a:pt x="4228" y="7334"/>
                    <a:pt x="4267" y="7334"/>
                    <a:pt x="4307" y="7321"/>
                  </a:cubicBezTo>
                  <a:cubicBezTo>
                    <a:pt x="4372" y="7305"/>
                    <a:pt x="4438" y="7290"/>
                    <a:pt x="4503" y="7273"/>
                  </a:cubicBezTo>
                  <a:cubicBezTo>
                    <a:pt x="4698" y="7228"/>
                    <a:pt x="4881" y="7183"/>
                    <a:pt x="5054" y="7107"/>
                  </a:cubicBezTo>
                  <a:cubicBezTo>
                    <a:pt x="5752" y="6805"/>
                    <a:pt x="6299" y="6364"/>
                    <a:pt x="6725" y="5756"/>
                  </a:cubicBezTo>
                  <a:cubicBezTo>
                    <a:pt x="6761" y="5703"/>
                    <a:pt x="6790" y="5649"/>
                    <a:pt x="6820" y="5592"/>
                  </a:cubicBezTo>
                  <a:cubicBezTo>
                    <a:pt x="6841" y="5553"/>
                    <a:pt x="6860" y="5514"/>
                    <a:pt x="6886" y="5474"/>
                  </a:cubicBezTo>
                  <a:cubicBezTo>
                    <a:pt x="7194" y="4965"/>
                    <a:pt x="7353" y="4342"/>
                    <a:pt x="7353" y="3623"/>
                  </a:cubicBezTo>
                  <a:lnTo>
                    <a:pt x="7351" y="3520"/>
                  </a:lnTo>
                  <a:lnTo>
                    <a:pt x="7313" y="3122"/>
                  </a:lnTo>
                  <a:cubicBezTo>
                    <a:pt x="7296" y="3055"/>
                    <a:pt x="7281" y="2988"/>
                    <a:pt x="7267" y="2921"/>
                  </a:cubicBezTo>
                  <a:cubicBezTo>
                    <a:pt x="7220" y="2715"/>
                    <a:pt x="7177" y="2521"/>
                    <a:pt x="7100" y="2337"/>
                  </a:cubicBezTo>
                  <a:cubicBezTo>
                    <a:pt x="6691" y="1352"/>
                    <a:pt x="5980" y="659"/>
                    <a:pt x="4926" y="223"/>
                  </a:cubicBezTo>
                  <a:cubicBezTo>
                    <a:pt x="4778" y="162"/>
                    <a:pt x="4611" y="127"/>
                    <a:pt x="4451" y="95"/>
                  </a:cubicBezTo>
                  <a:cubicBezTo>
                    <a:pt x="4381" y="80"/>
                    <a:pt x="4313" y="66"/>
                    <a:pt x="4235" y="47"/>
                  </a:cubicBezTo>
                  <a:lnTo>
                    <a:pt x="3962" y="25"/>
                  </a:lnTo>
                  <a:cubicBezTo>
                    <a:pt x="3895" y="10"/>
                    <a:pt x="3795" y="0"/>
                    <a:pt x="37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65"/>
            <p:cNvSpPr/>
            <p:nvPr/>
          </p:nvSpPr>
          <p:spPr>
            <a:xfrm>
              <a:off x="1220936" y="3224115"/>
              <a:ext cx="59697" cy="13552"/>
            </a:xfrm>
            <a:custGeom>
              <a:rect b="b" l="l" r="r" t="t"/>
              <a:pathLst>
                <a:path extrusionOk="0" h="479" w="2110">
                  <a:moveTo>
                    <a:pt x="82" y="0"/>
                  </a:moveTo>
                  <a:cubicBezTo>
                    <a:pt x="31" y="0"/>
                    <a:pt x="0" y="77"/>
                    <a:pt x="39" y="115"/>
                  </a:cubicBezTo>
                  <a:cubicBezTo>
                    <a:pt x="296" y="372"/>
                    <a:pt x="648" y="478"/>
                    <a:pt x="1009" y="478"/>
                  </a:cubicBezTo>
                  <a:cubicBezTo>
                    <a:pt x="1379" y="478"/>
                    <a:pt x="1759" y="366"/>
                    <a:pt x="2054" y="189"/>
                  </a:cubicBezTo>
                  <a:cubicBezTo>
                    <a:pt x="2110" y="157"/>
                    <a:pt x="2076" y="83"/>
                    <a:pt x="2024" y="83"/>
                  </a:cubicBezTo>
                  <a:cubicBezTo>
                    <a:pt x="2015" y="83"/>
                    <a:pt x="2006" y="85"/>
                    <a:pt x="1996" y="91"/>
                  </a:cubicBezTo>
                  <a:cubicBezTo>
                    <a:pt x="1728" y="225"/>
                    <a:pt x="1477" y="279"/>
                    <a:pt x="1231" y="279"/>
                  </a:cubicBezTo>
                  <a:cubicBezTo>
                    <a:pt x="859" y="279"/>
                    <a:pt x="497" y="157"/>
                    <a:pt x="104" y="5"/>
                  </a:cubicBezTo>
                  <a:cubicBezTo>
                    <a:pt x="97" y="2"/>
                    <a:pt x="89" y="0"/>
                    <a:pt x="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5"/>
            <p:cNvSpPr/>
            <p:nvPr/>
          </p:nvSpPr>
          <p:spPr>
            <a:xfrm>
              <a:off x="1185628" y="3200463"/>
              <a:ext cx="59556" cy="13976"/>
            </a:xfrm>
            <a:custGeom>
              <a:rect b="b" l="l" r="r" t="t"/>
              <a:pathLst>
                <a:path extrusionOk="0" h="494" w="2105">
                  <a:moveTo>
                    <a:pt x="84" y="1"/>
                  </a:moveTo>
                  <a:cubicBezTo>
                    <a:pt x="21" y="1"/>
                    <a:pt x="0" y="93"/>
                    <a:pt x="52" y="134"/>
                  </a:cubicBezTo>
                  <a:cubicBezTo>
                    <a:pt x="395" y="394"/>
                    <a:pt x="823" y="494"/>
                    <a:pt x="1252" y="494"/>
                  </a:cubicBezTo>
                  <a:cubicBezTo>
                    <a:pt x="1519" y="494"/>
                    <a:pt x="1787" y="455"/>
                    <a:pt x="2036" y="393"/>
                  </a:cubicBezTo>
                  <a:cubicBezTo>
                    <a:pt x="2104" y="375"/>
                    <a:pt x="2079" y="286"/>
                    <a:pt x="2019" y="286"/>
                  </a:cubicBezTo>
                  <a:cubicBezTo>
                    <a:pt x="2015" y="286"/>
                    <a:pt x="2012" y="286"/>
                    <a:pt x="2008" y="287"/>
                  </a:cubicBezTo>
                  <a:cubicBezTo>
                    <a:pt x="1877" y="306"/>
                    <a:pt x="1750" y="315"/>
                    <a:pt x="1625" y="315"/>
                  </a:cubicBezTo>
                  <a:cubicBezTo>
                    <a:pt x="1101" y="315"/>
                    <a:pt x="627" y="160"/>
                    <a:pt x="108" y="5"/>
                  </a:cubicBezTo>
                  <a:cubicBezTo>
                    <a:pt x="99" y="2"/>
                    <a:pt x="91"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65"/>
            <p:cNvSpPr/>
            <p:nvPr/>
          </p:nvSpPr>
          <p:spPr>
            <a:xfrm>
              <a:off x="1060069" y="2999055"/>
              <a:ext cx="11402" cy="36978"/>
            </a:xfrm>
            <a:custGeom>
              <a:rect b="b" l="l" r="r" t="t"/>
              <a:pathLst>
                <a:path extrusionOk="0" h="1307" w="403">
                  <a:moveTo>
                    <a:pt x="311" y="1"/>
                  </a:moveTo>
                  <a:cubicBezTo>
                    <a:pt x="293" y="1"/>
                    <a:pt x="275" y="8"/>
                    <a:pt x="264" y="23"/>
                  </a:cubicBezTo>
                  <a:cubicBezTo>
                    <a:pt x="1" y="369"/>
                    <a:pt x="121" y="919"/>
                    <a:pt x="289" y="1281"/>
                  </a:cubicBezTo>
                  <a:cubicBezTo>
                    <a:pt x="297" y="1299"/>
                    <a:pt x="314" y="1307"/>
                    <a:pt x="331" y="1307"/>
                  </a:cubicBezTo>
                  <a:cubicBezTo>
                    <a:pt x="365" y="1307"/>
                    <a:pt x="403" y="1276"/>
                    <a:pt x="389" y="1237"/>
                  </a:cubicBezTo>
                  <a:cubicBezTo>
                    <a:pt x="316" y="1033"/>
                    <a:pt x="278" y="828"/>
                    <a:pt x="287" y="612"/>
                  </a:cubicBezTo>
                  <a:cubicBezTo>
                    <a:pt x="296" y="421"/>
                    <a:pt x="353" y="238"/>
                    <a:pt x="358" y="49"/>
                  </a:cubicBezTo>
                  <a:cubicBezTo>
                    <a:pt x="359" y="16"/>
                    <a:pt x="336" y="1"/>
                    <a:pt x="3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65"/>
            <p:cNvSpPr/>
            <p:nvPr/>
          </p:nvSpPr>
          <p:spPr>
            <a:xfrm>
              <a:off x="1073479" y="2991048"/>
              <a:ext cx="9506" cy="26086"/>
            </a:xfrm>
            <a:custGeom>
              <a:rect b="b" l="l" r="r" t="t"/>
              <a:pathLst>
                <a:path extrusionOk="0" h="922" w="336">
                  <a:moveTo>
                    <a:pt x="247" y="1"/>
                  </a:moveTo>
                  <a:cubicBezTo>
                    <a:pt x="223" y="1"/>
                    <a:pt x="197" y="11"/>
                    <a:pt x="181" y="33"/>
                  </a:cubicBezTo>
                  <a:cubicBezTo>
                    <a:pt x="2" y="275"/>
                    <a:pt x="1" y="603"/>
                    <a:pt x="73" y="886"/>
                  </a:cubicBezTo>
                  <a:cubicBezTo>
                    <a:pt x="80" y="910"/>
                    <a:pt x="102" y="922"/>
                    <a:pt x="124" y="922"/>
                  </a:cubicBezTo>
                  <a:cubicBezTo>
                    <a:pt x="150" y="922"/>
                    <a:pt x="176" y="905"/>
                    <a:pt x="174" y="873"/>
                  </a:cubicBezTo>
                  <a:cubicBezTo>
                    <a:pt x="146" y="591"/>
                    <a:pt x="229" y="351"/>
                    <a:pt x="316" y="89"/>
                  </a:cubicBezTo>
                  <a:cubicBezTo>
                    <a:pt x="335" y="35"/>
                    <a:pt x="292"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65"/>
            <p:cNvSpPr/>
            <p:nvPr/>
          </p:nvSpPr>
          <p:spPr>
            <a:xfrm>
              <a:off x="1169699" y="2823901"/>
              <a:ext cx="59725" cy="24841"/>
            </a:xfrm>
            <a:custGeom>
              <a:rect b="b" l="l" r="r" t="t"/>
              <a:pathLst>
                <a:path extrusionOk="0" h="878" w="2111">
                  <a:moveTo>
                    <a:pt x="1876" y="0"/>
                  </a:moveTo>
                  <a:cubicBezTo>
                    <a:pt x="1177" y="0"/>
                    <a:pt x="527" y="336"/>
                    <a:pt x="25" y="819"/>
                  </a:cubicBezTo>
                  <a:cubicBezTo>
                    <a:pt x="0" y="843"/>
                    <a:pt x="24" y="878"/>
                    <a:pt x="51" y="878"/>
                  </a:cubicBezTo>
                  <a:cubicBezTo>
                    <a:pt x="59" y="878"/>
                    <a:pt x="67" y="875"/>
                    <a:pt x="75" y="868"/>
                  </a:cubicBezTo>
                  <a:cubicBezTo>
                    <a:pt x="645" y="375"/>
                    <a:pt x="1313" y="173"/>
                    <a:pt x="2053" y="93"/>
                  </a:cubicBezTo>
                  <a:cubicBezTo>
                    <a:pt x="2109" y="87"/>
                    <a:pt x="2110" y="12"/>
                    <a:pt x="2053" y="7"/>
                  </a:cubicBezTo>
                  <a:cubicBezTo>
                    <a:pt x="1994" y="2"/>
                    <a:pt x="1935" y="0"/>
                    <a:pt x="18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65"/>
            <p:cNvSpPr/>
            <p:nvPr/>
          </p:nvSpPr>
          <p:spPr>
            <a:xfrm>
              <a:off x="1200368" y="2829418"/>
              <a:ext cx="62102" cy="18475"/>
            </a:xfrm>
            <a:custGeom>
              <a:rect b="b" l="l" r="r" t="t"/>
              <a:pathLst>
                <a:path extrusionOk="0" h="653" w="2195">
                  <a:moveTo>
                    <a:pt x="1649" y="0"/>
                  </a:moveTo>
                  <a:cubicBezTo>
                    <a:pt x="1089" y="0"/>
                    <a:pt x="524" y="221"/>
                    <a:pt x="65" y="520"/>
                  </a:cubicBezTo>
                  <a:cubicBezTo>
                    <a:pt x="0" y="561"/>
                    <a:pt x="39" y="652"/>
                    <a:pt x="99" y="652"/>
                  </a:cubicBezTo>
                  <a:cubicBezTo>
                    <a:pt x="110" y="652"/>
                    <a:pt x="122" y="649"/>
                    <a:pt x="135" y="641"/>
                  </a:cubicBezTo>
                  <a:cubicBezTo>
                    <a:pt x="766" y="262"/>
                    <a:pt x="1384" y="208"/>
                    <a:pt x="2102" y="187"/>
                  </a:cubicBezTo>
                  <a:cubicBezTo>
                    <a:pt x="2175" y="186"/>
                    <a:pt x="2195" y="74"/>
                    <a:pt x="2119" y="57"/>
                  </a:cubicBezTo>
                  <a:cubicBezTo>
                    <a:pt x="1965" y="18"/>
                    <a:pt x="1807" y="0"/>
                    <a:pt x="16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65"/>
            <p:cNvSpPr/>
            <p:nvPr/>
          </p:nvSpPr>
          <p:spPr>
            <a:xfrm>
              <a:off x="1031353" y="2757557"/>
              <a:ext cx="518290" cy="532012"/>
            </a:xfrm>
            <a:custGeom>
              <a:rect b="b" l="l" r="r" t="t"/>
              <a:pathLst>
                <a:path extrusionOk="0" h="18804" w="18319">
                  <a:moveTo>
                    <a:pt x="10185" y="202"/>
                  </a:moveTo>
                  <a:cubicBezTo>
                    <a:pt x="10231" y="202"/>
                    <a:pt x="10287" y="208"/>
                    <a:pt x="10325" y="215"/>
                  </a:cubicBezTo>
                  <a:lnTo>
                    <a:pt x="10453" y="214"/>
                  </a:lnTo>
                  <a:cubicBezTo>
                    <a:pt x="10491" y="222"/>
                    <a:pt x="10534" y="227"/>
                    <a:pt x="10577" y="230"/>
                  </a:cubicBezTo>
                  <a:cubicBezTo>
                    <a:pt x="10614" y="232"/>
                    <a:pt x="10655" y="237"/>
                    <a:pt x="10687" y="244"/>
                  </a:cubicBezTo>
                  <a:cubicBezTo>
                    <a:pt x="10769" y="264"/>
                    <a:pt x="10851" y="270"/>
                    <a:pt x="10924" y="278"/>
                  </a:cubicBezTo>
                  <a:cubicBezTo>
                    <a:pt x="11013" y="286"/>
                    <a:pt x="11093" y="294"/>
                    <a:pt x="11174" y="317"/>
                  </a:cubicBezTo>
                  <a:lnTo>
                    <a:pt x="11365" y="371"/>
                  </a:lnTo>
                  <a:cubicBezTo>
                    <a:pt x="11602" y="436"/>
                    <a:pt x="11826" y="494"/>
                    <a:pt x="12031" y="581"/>
                  </a:cubicBezTo>
                  <a:cubicBezTo>
                    <a:pt x="12084" y="603"/>
                    <a:pt x="12138" y="621"/>
                    <a:pt x="12190" y="640"/>
                  </a:cubicBezTo>
                  <a:cubicBezTo>
                    <a:pt x="12249" y="658"/>
                    <a:pt x="12305" y="677"/>
                    <a:pt x="12363" y="701"/>
                  </a:cubicBezTo>
                  <a:cubicBezTo>
                    <a:pt x="12691" y="845"/>
                    <a:pt x="13114" y="1041"/>
                    <a:pt x="13473" y="1295"/>
                  </a:cubicBezTo>
                  <a:cubicBezTo>
                    <a:pt x="13490" y="1308"/>
                    <a:pt x="13506" y="1324"/>
                    <a:pt x="13521" y="1340"/>
                  </a:cubicBezTo>
                  <a:cubicBezTo>
                    <a:pt x="13535" y="1355"/>
                    <a:pt x="13546" y="1369"/>
                    <a:pt x="13560" y="1381"/>
                  </a:cubicBezTo>
                  <a:lnTo>
                    <a:pt x="13560" y="1396"/>
                  </a:lnTo>
                  <a:cubicBezTo>
                    <a:pt x="13560" y="1526"/>
                    <a:pt x="13514" y="1635"/>
                    <a:pt x="13468" y="1740"/>
                  </a:cubicBezTo>
                  <a:lnTo>
                    <a:pt x="13451" y="1784"/>
                  </a:lnTo>
                  <a:cubicBezTo>
                    <a:pt x="13420" y="1858"/>
                    <a:pt x="13391" y="1934"/>
                    <a:pt x="13362" y="2006"/>
                  </a:cubicBezTo>
                  <a:cubicBezTo>
                    <a:pt x="13339" y="2066"/>
                    <a:pt x="13317" y="2125"/>
                    <a:pt x="13291" y="2185"/>
                  </a:cubicBezTo>
                  <a:cubicBezTo>
                    <a:pt x="13272" y="2232"/>
                    <a:pt x="13259" y="2278"/>
                    <a:pt x="13240" y="2323"/>
                  </a:cubicBezTo>
                  <a:cubicBezTo>
                    <a:pt x="13226" y="2367"/>
                    <a:pt x="13210" y="2407"/>
                    <a:pt x="13194" y="2447"/>
                  </a:cubicBezTo>
                  <a:cubicBezTo>
                    <a:pt x="13186" y="2467"/>
                    <a:pt x="13181" y="2487"/>
                    <a:pt x="13179" y="2508"/>
                  </a:cubicBezTo>
                  <a:cubicBezTo>
                    <a:pt x="13173" y="2530"/>
                    <a:pt x="13170" y="2547"/>
                    <a:pt x="13163" y="2560"/>
                  </a:cubicBezTo>
                  <a:lnTo>
                    <a:pt x="13153" y="2575"/>
                  </a:lnTo>
                  <a:lnTo>
                    <a:pt x="13156" y="2589"/>
                  </a:lnTo>
                  <a:cubicBezTo>
                    <a:pt x="13165" y="2656"/>
                    <a:pt x="13224" y="2687"/>
                    <a:pt x="13268" y="2708"/>
                  </a:cubicBezTo>
                  <a:cubicBezTo>
                    <a:pt x="13282" y="2716"/>
                    <a:pt x="13297" y="2723"/>
                    <a:pt x="13306" y="2730"/>
                  </a:cubicBezTo>
                  <a:cubicBezTo>
                    <a:pt x="13367" y="2771"/>
                    <a:pt x="13426" y="2816"/>
                    <a:pt x="13482" y="2860"/>
                  </a:cubicBezTo>
                  <a:cubicBezTo>
                    <a:pt x="13528" y="2890"/>
                    <a:pt x="13572" y="2925"/>
                    <a:pt x="13617" y="2959"/>
                  </a:cubicBezTo>
                  <a:cubicBezTo>
                    <a:pt x="13700" y="3018"/>
                    <a:pt x="13780" y="3086"/>
                    <a:pt x="13858" y="3155"/>
                  </a:cubicBezTo>
                  <a:cubicBezTo>
                    <a:pt x="13928" y="3213"/>
                    <a:pt x="13995" y="3273"/>
                    <a:pt x="14065" y="3322"/>
                  </a:cubicBezTo>
                  <a:lnTo>
                    <a:pt x="14255" y="3515"/>
                  </a:lnTo>
                  <a:cubicBezTo>
                    <a:pt x="14363" y="3598"/>
                    <a:pt x="14467" y="3703"/>
                    <a:pt x="14555" y="3816"/>
                  </a:cubicBezTo>
                  <a:lnTo>
                    <a:pt x="14665" y="3915"/>
                  </a:lnTo>
                  <a:cubicBezTo>
                    <a:pt x="14736" y="4013"/>
                    <a:pt x="14815" y="4100"/>
                    <a:pt x="14893" y="4190"/>
                  </a:cubicBezTo>
                  <a:cubicBezTo>
                    <a:pt x="14976" y="4286"/>
                    <a:pt x="15065" y="4386"/>
                    <a:pt x="15139" y="4489"/>
                  </a:cubicBezTo>
                  <a:cubicBezTo>
                    <a:pt x="15534" y="5027"/>
                    <a:pt x="15827" y="5512"/>
                    <a:pt x="16027" y="5971"/>
                  </a:cubicBezTo>
                  <a:cubicBezTo>
                    <a:pt x="16184" y="6333"/>
                    <a:pt x="16315" y="6711"/>
                    <a:pt x="16424" y="7031"/>
                  </a:cubicBezTo>
                  <a:cubicBezTo>
                    <a:pt x="16449" y="7104"/>
                    <a:pt x="16468" y="7175"/>
                    <a:pt x="16485" y="7249"/>
                  </a:cubicBezTo>
                  <a:cubicBezTo>
                    <a:pt x="16500" y="7310"/>
                    <a:pt x="16514" y="7371"/>
                    <a:pt x="16530" y="7431"/>
                  </a:cubicBezTo>
                  <a:cubicBezTo>
                    <a:pt x="16538" y="7447"/>
                    <a:pt x="16538" y="7467"/>
                    <a:pt x="16539" y="7484"/>
                  </a:cubicBezTo>
                  <a:cubicBezTo>
                    <a:pt x="16545" y="7518"/>
                    <a:pt x="16546" y="7553"/>
                    <a:pt x="16575" y="7596"/>
                  </a:cubicBezTo>
                  <a:cubicBezTo>
                    <a:pt x="16607" y="7619"/>
                    <a:pt x="16704" y="7626"/>
                    <a:pt x="16789" y="7626"/>
                  </a:cubicBezTo>
                  <a:cubicBezTo>
                    <a:pt x="16852" y="7626"/>
                    <a:pt x="16908" y="7622"/>
                    <a:pt x="16924" y="7618"/>
                  </a:cubicBezTo>
                  <a:lnTo>
                    <a:pt x="17151" y="7618"/>
                  </a:lnTo>
                  <a:cubicBezTo>
                    <a:pt x="17217" y="7603"/>
                    <a:pt x="17446" y="7586"/>
                    <a:pt x="17519" y="7586"/>
                  </a:cubicBezTo>
                  <a:cubicBezTo>
                    <a:pt x="17527" y="7586"/>
                    <a:pt x="17533" y="7586"/>
                    <a:pt x="17536" y="7586"/>
                  </a:cubicBezTo>
                  <a:cubicBezTo>
                    <a:pt x="17557" y="7592"/>
                    <a:pt x="17583" y="7592"/>
                    <a:pt x="17611" y="7594"/>
                  </a:cubicBezTo>
                  <a:cubicBezTo>
                    <a:pt x="17647" y="7594"/>
                    <a:pt x="17704" y="7596"/>
                    <a:pt x="17739" y="7611"/>
                  </a:cubicBezTo>
                  <a:cubicBezTo>
                    <a:pt x="17776" y="7612"/>
                    <a:pt x="17791" y="7656"/>
                    <a:pt x="17813" y="7721"/>
                  </a:cubicBezTo>
                  <a:cubicBezTo>
                    <a:pt x="17819" y="7742"/>
                    <a:pt x="17826" y="7759"/>
                    <a:pt x="17833" y="7775"/>
                  </a:cubicBezTo>
                  <a:cubicBezTo>
                    <a:pt x="17880" y="7894"/>
                    <a:pt x="17912" y="8018"/>
                    <a:pt x="17944" y="8152"/>
                  </a:cubicBezTo>
                  <a:cubicBezTo>
                    <a:pt x="17958" y="8211"/>
                    <a:pt x="17973" y="8274"/>
                    <a:pt x="17989" y="8335"/>
                  </a:cubicBezTo>
                  <a:cubicBezTo>
                    <a:pt x="18066" y="8617"/>
                    <a:pt x="18087" y="8941"/>
                    <a:pt x="18095" y="9338"/>
                  </a:cubicBezTo>
                  <a:cubicBezTo>
                    <a:pt x="18095" y="9372"/>
                    <a:pt x="18096" y="9408"/>
                    <a:pt x="18101" y="9446"/>
                  </a:cubicBezTo>
                  <a:cubicBezTo>
                    <a:pt x="18102" y="9497"/>
                    <a:pt x="18106" y="9552"/>
                    <a:pt x="18106" y="9606"/>
                  </a:cubicBezTo>
                  <a:cubicBezTo>
                    <a:pt x="18106" y="9683"/>
                    <a:pt x="18099" y="9742"/>
                    <a:pt x="18089" y="9801"/>
                  </a:cubicBezTo>
                  <a:lnTo>
                    <a:pt x="18089" y="9927"/>
                  </a:lnTo>
                  <a:cubicBezTo>
                    <a:pt x="18074" y="9997"/>
                    <a:pt x="18070" y="10071"/>
                    <a:pt x="18066" y="10145"/>
                  </a:cubicBezTo>
                  <a:cubicBezTo>
                    <a:pt x="18060" y="10216"/>
                    <a:pt x="18058" y="10283"/>
                    <a:pt x="18044" y="10349"/>
                  </a:cubicBezTo>
                  <a:lnTo>
                    <a:pt x="18037" y="10464"/>
                  </a:lnTo>
                  <a:cubicBezTo>
                    <a:pt x="18024" y="10519"/>
                    <a:pt x="18015" y="10578"/>
                    <a:pt x="18006" y="10638"/>
                  </a:cubicBezTo>
                  <a:cubicBezTo>
                    <a:pt x="17997" y="10705"/>
                    <a:pt x="17984" y="10773"/>
                    <a:pt x="17970" y="10833"/>
                  </a:cubicBezTo>
                  <a:cubicBezTo>
                    <a:pt x="17949" y="10901"/>
                    <a:pt x="17936" y="10971"/>
                    <a:pt x="17925" y="11038"/>
                  </a:cubicBezTo>
                  <a:cubicBezTo>
                    <a:pt x="17903" y="11141"/>
                    <a:pt x="17884" y="11236"/>
                    <a:pt x="17849" y="11327"/>
                  </a:cubicBezTo>
                  <a:cubicBezTo>
                    <a:pt x="17842" y="11343"/>
                    <a:pt x="17837" y="11359"/>
                    <a:pt x="17833" y="11374"/>
                  </a:cubicBezTo>
                  <a:cubicBezTo>
                    <a:pt x="17820" y="11422"/>
                    <a:pt x="17813" y="11443"/>
                    <a:pt x="17773" y="11458"/>
                  </a:cubicBezTo>
                  <a:cubicBezTo>
                    <a:pt x="17751" y="11472"/>
                    <a:pt x="17635" y="11481"/>
                    <a:pt x="17539" y="11481"/>
                  </a:cubicBezTo>
                  <a:cubicBezTo>
                    <a:pt x="17493" y="11481"/>
                    <a:pt x="17451" y="11479"/>
                    <a:pt x="17426" y="11474"/>
                  </a:cubicBezTo>
                  <a:cubicBezTo>
                    <a:pt x="17390" y="11467"/>
                    <a:pt x="17352" y="11467"/>
                    <a:pt x="17315" y="11467"/>
                  </a:cubicBezTo>
                  <a:cubicBezTo>
                    <a:pt x="17279" y="11467"/>
                    <a:pt x="17241" y="11467"/>
                    <a:pt x="17208" y="11459"/>
                  </a:cubicBezTo>
                  <a:cubicBezTo>
                    <a:pt x="17108" y="11438"/>
                    <a:pt x="16996" y="11438"/>
                    <a:pt x="16888" y="11438"/>
                  </a:cubicBezTo>
                  <a:cubicBezTo>
                    <a:pt x="16844" y="11436"/>
                    <a:pt x="16799" y="11436"/>
                    <a:pt x="16757" y="11436"/>
                  </a:cubicBezTo>
                  <a:cubicBezTo>
                    <a:pt x="16743" y="11436"/>
                    <a:pt x="16727" y="11435"/>
                    <a:pt x="16711" y="11430"/>
                  </a:cubicBezTo>
                  <a:cubicBezTo>
                    <a:pt x="16686" y="11426"/>
                    <a:pt x="16658" y="11422"/>
                    <a:pt x="16627" y="11422"/>
                  </a:cubicBezTo>
                  <a:cubicBezTo>
                    <a:pt x="16603" y="11422"/>
                    <a:pt x="16578" y="11425"/>
                    <a:pt x="16552" y="11432"/>
                  </a:cubicBezTo>
                  <a:cubicBezTo>
                    <a:pt x="16536" y="11438"/>
                    <a:pt x="16522" y="11442"/>
                    <a:pt x="16500" y="11442"/>
                  </a:cubicBezTo>
                  <a:lnTo>
                    <a:pt x="16468" y="11442"/>
                  </a:lnTo>
                  <a:lnTo>
                    <a:pt x="16461" y="11473"/>
                  </a:lnTo>
                  <a:cubicBezTo>
                    <a:pt x="16400" y="11723"/>
                    <a:pt x="16305" y="11968"/>
                    <a:pt x="16228" y="12154"/>
                  </a:cubicBezTo>
                  <a:cubicBezTo>
                    <a:pt x="16199" y="12221"/>
                    <a:pt x="16176" y="12285"/>
                    <a:pt x="16152" y="12352"/>
                  </a:cubicBezTo>
                  <a:cubicBezTo>
                    <a:pt x="16123" y="12428"/>
                    <a:pt x="16097" y="12505"/>
                    <a:pt x="16061" y="12580"/>
                  </a:cubicBezTo>
                  <a:cubicBezTo>
                    <a:pt x="15979" y="12768"/>
                    <a:pt x="15878" y="12966"/>
                    <a:pt x="15769" y="13143"/>
                  </a:cubicBezTo>
                  <a:cubicBezTo>
                    <a:pt x="15732" y="13204"/>
                    <a:pt x="15700" y="13267"/>
                    <a:pt x="15668" y="13329"/>
                  </a:cubicBezTo>
                  <a:cubicBezTo>
                    <a:pt x="15632" y="13397"/>
                    <a:pt x="15600" y="13464"/>
                    <a:pt x="15558" y="13528"/>
                  </a:cubicBezTo>
                  <a:cubicBezTo>
                    <a:pt x="15446" y="13704"/>
                    <a:pt x="15318" y="13874"/>
                    <a:pt x="15194" y="14040"/>
                  </a:cubicBezTo>
                  <a:cubicBezTo>
                    <a:pt x="15151" y="14100"/>
                    <a:pt x="15106" y="14161"/>
                    <a:pt x="15063" y="14220"/>
                  </a:cubicBezTo>
                  <a:cubicBezTo>
                    <a:pt x="15005" y="14296"/>
                    <a:pt x="14949" y="14369"/>
                    <a:pt x="14889" y="14440"/>
                  </a:cubicBezTo>
                  <a:cubicBezTo>
                    <a:pt x="14838" y="14502"/>
                    <a:pt x="14786" y="14564"/>
                    <a:pt x="14744" y="14623"/>
                  </a:cubicBezTo>
                  <a:lnTo>
                    <a:pt x="14534" y="14832"/>
                  </a:lnTo>
                  <a:cubicBezTo>
                    <a:pt x="14438" y="14956"/>
                    <a:pt x="14302" y="15094"/>
                    <a:pt x="14156" y="15202"/>
                  </a:cubicBezTo>
                  <a:cubicBezTo>
                    <a:pt x="14113" y="15234"/>
                    <a:pt x="14073" y="15277"/>
                    <a:pt x="14033" y="15320"/>
                  </a:cubicBezTo>
                  <a:cubicBezTo>
                    <a:pt x="13995" y="15360"/>
                    <a:pt x="13958" y="15398"/>
                    <a:pt x="13915" y="15430"/>
                  </a:cubicBezTo>
                  <a:lnTo>
                    <a:pt x="13777" y="15536"/>
                  </a:lnTo>
                  <a:lnTo>
                    <a:pt x="13768" y="15543"/>
                  </a:lnTo>
                  <a:cubicBezTo>
                    <a:pt x="13573" y="15689"/>
                    <a:pt x="13375" y="15840"/>
                    <a:pt x="13163" y="15981"/>
                  </a:cubicBezTo>
                  <a:lnTo>
                    <a:pt x="13093" y="16029"/>
                  </a:lnTo>
                  <a:cubicBezTo>
                    <a:pt x="13015" y="16083"/>
                    <a:pt x="12933" y="16141"/>
                    <a:pt x="12845" y="16182"/>
                  </a:cubicBezTo>
                  <a:lnTo>
                    <a:pt x="12821" y="16193"/>
                  </a:lnTo>
                  <a:lnTo>
                    <a:pt x="12821" y="16220"/>
                  </a:lnTo>
                  <a:cubicBezTo>
                    <a:pt x="12826" y="16298"/>
                    <a:pt x="12846" y="16363"/>
                    <a:pt x="12868" y="16422"/>
                  </a:cubicBezTo>
                  <a:lnTo>
                    <a:pt x="12883" y="16465"/>
                  </a:lnTo>
                  <a:cubicBezTo>
                    <a:pt x="12899" y="16516"/>
                    <a:pt x="12916" y="16561"/>
                    <a:pt x="12931" y="16608"/>
                  </a:cubicBezTo>
                  <a:cubicBezTo>
                    <a:pt x="12967" y="16727"/>
                    <a:pt x="13000" y="16836"/>
                    <a:pt x="13050" y="16954"/>
                  </a:cubicBezTo>
                  <a:lnTo>
                    <a:pt x="13079" y="17013"/>
                  </a:lnTo>
                  <a:cubicBezTo>
                    <a:pt x="13124" y="17119"/>
                    <a:pt x="13172" y="17226"/>
                    <a:pt x="13182" y="17352"/>
                  </a:cubicBezTo>
                  <a:cubicBezTo>
                    <a:pt x="12676" y="17849"/>
                    <a:pt x="11996" y="18098"/>
                    <a:pt x="11227" y="18349"/>
                  </a:cubicBezTo>
                  <a:cubicBezTo>
                    <a:pt x="11116" y="18386"/>
                    <a:pt x="11007" y="18408"/>
                    <a:pt x="10889" y="18428"/>
                  </a:cubicBezTo>
                  <a:cubicBezTo>
                    <a:pt x="10801" y="18443"/>
                    <a:pt x="10709" y="18459"/>
                    <a:pt x="10616" y="18486"/>
                  </a:cubicBezTo>
                  <a:cubicBezTo>
                    <a:pt x="10389" y="18546"/>
                    <a:pt x="10088" y="18585"/>
                    <a:pt x="9848" y="18589"/>
                  </a:cubicBezTo>
                  <a:cubicBezTo>
                    <a:pt x="9824" y="18589"/>
                    <a:pt x="9794" y="18595"/>
                    <a:pt x="9764" y="18597"/>
                  </a:cubicBezTo>
                  <a:cubicBezTo>
                    <a:pt x="9734" y="18598"/>
                    <a:pt x="9697" y="18601"/>
                    <a:pt x="9662" y="18601"/>
                  </a:cubicBezTo>
                  <a:cubicBezTo>
                    <a:pt x="9619" y="18601"/>
                    <a:pt x="9577" y="18597"/>
                    <a:pt x="9553" y="18581"/>
                  </a:cubicBezTo>
                  <a:cubicBezTo>
                    <a:pt x="9501" y="18563"/>
                    <a:pt x="9479" y="18469"/>
                    <a:pt x="9457" y="18386"/>
                  </a:cubicBezTo>
                  <a:cubicBezTo>
                    <a:pt x="9450" y="18357"/>
                    <a:pt x="9443" y="18328"/>
                    <a:pt x="9435" y="18301"/>
                  </a:cubicBezTo>
                  <a:cubicBezTo>
                    <a:pt x="9405" y="18211"/>
                    <a:pt x="9383" y="18112"/>
                    <a:pt x="9358" y="18009"/>
                  </a:cubicBezTo>
                  <a:cubicBezTo>
                    <a:pt x="9335" y="17906"/>
                    <a:pt x="9312" y="17798"/>
                    <a:pt x="9275" y="17698"/>
                  </a:cubicBezTo>
                  <a:cubicBezTo>
                    <a:pt x="9268" y="17669"/>
                    <a:pt x="9255" y="17644"/>
                    <a:pt x="9246" y="17615"/>
                  </a:cubicBezTo>
                  <a:cubicBezTo>
                    <a:pt x="9213" y="17529"/>
                    <a:pt x="9179" y="17442"/>
                    <a:pt x="9179" y="17335"/>
                  </a:cubicBezTo>
                  <a:lnTo>
                    <a:pt x="9181" y="17295"/>
                  </a:lnTo>
                  <a:lnTo>
                    <a:pt x="9140" y="17295"/>
                  </a:lnTo>
                  <a:cubicBezTo>
                    <a:pt x="9079" y="17295"/>
                    <a:pt x="9009" y="17297"/>
                    <a:pt x="8935" y="17303"/>
                  </a:cubicBezTo>
                  <a:cubicBezTo>
                    <a:pt x="8860" y="17307"/>
                    <a:pt x="8778" y="17312"/>
                    <a:pt x="8701" y="17312"/>
                  </a:cubicBezTo>
                  <a:cubicBezTo>
                    <a:pt x="8630" y="17312"/>
                    <a:pt x="8563" y="17308"/>
                    <a:pt x="8506" y="17295"/>
                  </a:cubicBezTo>
                  <a:cubicBezTo>
                    <a:pt x="8470" y="17286"/>
                    <a:pt x="8432" y="17284"/>
                    <a:pt x="8395" y="17284"/>
                  </a:cubicBezTo>
                  <a:cubicBezTo>
                    <a:pt x="8377" y="17284"/>
                    <a:pt x="8360" y="17284"/>
                    <a:pt x="8343" y="17285"/>
                  </a:cubicBezTo>
                  <a:cubicBezTo>
                    <a:pt x="8327" y="17286"/>
                    <a:pt x="8311" y="17287"/>
                    <a:pt x="8296" y="17287"/>
                  </a:cubicBezTo>
                  <a:cubicBezTo>
                    <a:pt x="8267" y="17287"/>
                    <a:pt x="8239" y="17285"/>
                    <a:pt x="8213" y="17278"/>
                  </a:cubicBezTo>
                  <a:lnTo>
                    <a:pt x="8031" y="17274"/>
                  </a:lnTo>
                  <a:cubicBezTo>
                    <a:pt x="7987" y="17260"/>
                    <a:pt x="7939" y="17259"/>
                    <a:pt x="7893" y="17258"/>
                  </a:cubicBezTo>
                  <a:cubicBezTo>
                    <a:pt x="7845" y="17255"/>
                    <a:pt x="7800" y="17252"/>
                    <a:pt x="7755" y="17242"/>
                  </a:cubicBezTo>
                  <a:cubicBezTo>
                    <a:pt x="7650" y="17218"/>
                    <a:pt x="7548" y="17204"/>
                    <a:pt x="7446" y="17191"/>
                  </a:cubicBezTo>
                  <a:cubicBezTo>
                    <a:pt x="7326" y="17175"/>
                    <a:pt x="7211" y="17160"/>
                    <a:pt x="7095" y="17130"/>
                  </a:cubicBezTo>
                  <a:lnTo>
                    <a:pt x="6545" y="16993"/>
                  </a:lnTo>
                  <a:lnTo>
                    <a:pt x="6464" y="16968"/>
                  </a:lnTo>
                  <a:cubicBezTo>
                    <a:pt x="6000" y="16816"/>
                    <a:pt x="5520" y="16659"/>
                    <a:pt x="5135" y="16425"/>
                  </a:cubicBezTo>
                  <a:cubicBezTo>
                    <a:pt x="5084" y="16395"/>
                    <a:pt x="5036" y="16372"/>
                    <a:pt x="4986" y="16350"/>
                  </a:cubicBezTo>
                  <a:cubicBezTo>
                    <a:pt x="4938" y="16329"/>
                    <a:pt x="4890" y="16307"/>
                    <a:pt x="4848" y="16281"/>
                  </a:cubicBezTo>
                  <a:cubicBezTo>
                    <a:pt x="4549" y="16099"/>
                    <a:pt x="4233" y="15901"/>
                    <a:pt x="3928" y="15677"/>
                  </a:cubicBezTo>
                  <a:cubicBezTo>
                    <a:pt x="3876" y="15639"/>
                    <a:pt x="3825" y="15596"/>
                    <a:pt x="3772" y="15557"/>
                  </a:cubicBezTo>
                  <a:cubicBezTo>
                    <a:pt x="3727" y="15517"/>
                    <a:pt x="3681" y="15479"/>
                    <a:pt x="3634" y="15443"/>
                  </a:cubicBezTo>
                  <a:cubicBezTo>
                    <a:pt x="3618" y="15430"/>
                    <a:pt x="3604" y="15414"/>
                    <a:pt x="3586" y="15398"/>
                  </a:cubicBezTo>
                  <a:cubicBezTo>
                    <a:pt x="3563" y="15372"/>
                    <a:pt x="3534" y="15340"/>
                    <a:pt x="3502" y="15321"/>
                  </a:cubicBezTo>
                  <a:lnTo>
                    <a:pt x="3502" y="15283"/>
                  </a:lnTo>
                  <a:lnTo>
                    <a:pt x="3447" y="15304"/>
                  </a:lnTo>
                  <a:cubicBezTo>
                    <a:pt x="3402" y="15320"/>
                    <a:pt x="3361" y="15357"/>
                    <a:pt x="3323" y="15394"/>
                  </a:cubicBezTo>
                  <a:cubicBezTo>
                    <a:pt x="3303" y="15414"/>
                    <a:pt x="3285" y="15430"/>
                    <a:pt x="3265" y="15445"/>
                  </a:cubicBezTo>
                  <a:cubicBezTo>
                    <a:pt x="3168" y="15513"/>
                    <a:pt x="3077" y="15581"/>
                    <a:pt x="2987" y="15654"/>
                  </a:cubicBezTo>
                  <a:cubicBezTo>
                    <a:pt x="2936" y="15690"/>
                    <a:pt x="2888" y="15725"/>
                    <a:pt x="2842" y="15764"/>
                  </a:cubicBezTo>
                  <a:cubicBezTo>
                    <a:pt x="2813" y="15786"/>
                    <a:pt x="2787" y="15815"/>
                    <a:pt x="2760" y="15841"/>
                  </a:cubicBezTo>
                  <a:cubicBezTo>
                    <a:pt x="2734" y="15871"/>
                    <a:pt x="2710" y="15895"/>
                    <a:pt x="2683" y="15916"/>
                  </a:cubicBezTo>
                  <a:cubicBezTo>
                    <a:pt x="2660" y="15930"/>
                    <a:pt x="2633" y="15942"/>
                    <a:pt x="2608" y="15953"/>
                  </a:cubicBezTo>
                  <a:cubicBezTo>
                    <a:pt x="2571" y="15968"/>
                    <a:pt x="2537" y="15985"/>
                    <a:pt x="2503" y="16012"/>
                  </a:cubicBezTo>
                  <a:cubicBezTo>
                    <a:pt x="2438" y="16003"/>
                    <a:pt x="2385" y="15961"/>
                    <a:pt x="2334" y="15923"/>
                  </a:cubicBezTo>
                  <a:cubicBezTo>
                    <a:pt x="2318" y="15908"/>
                    <a:pt x="2302" y="15898"/>
                    <a:pt x="2282" y="15885"/>
                  </a:cubicBezTo>
                  <a:cubicBezTo>
                    <a:pt x="2067" y="15740"/>
                    <a:pt x="1884" y="15568"/>
                    <a:pt x="1753" y="15437"/>
                  </a:cubicBezTo>
                  <a:cubicBezTo>
                    <a:pt x="1419" y="15103"/>
                    <a:pt x="1125" y="14732"/>
                    <a:pt x="875" y="14343"/>
                  </a:cubicBezTo>
                  <a:cubicBezTo>
                    <a:pt x="808" y="14231"/>
                    <a:pt x="747" y="14122"/>
                    <a:pt x="684" y="14010"/>
                  </a:cubicBezTo>
                  <a:cubicBezTo>
                    <a:pt x="632" y="13911"/>
                    <a:pt x="580" y="13815"/>
                    <a:pt x="521" y="13722"/>
                  </a:cubicBezTo>
                  <a:cubicBezTo>
                    <a:pt x="514" y="13710"/>
                    <a:pt x="508" y="13697"/>
                    <a:pt x="504" y="13678"/>
                  </a:cubicBezTo>
                  <a:cubicBezTo>
                    <a:pt x="500" y="13662"/>
                    <a:pt x="495" y="13642"/>
                    <a:pt x="485" y="13626"/>
                  </a:cubicBezTo>
                  <a:cubicBezTo>
                    <a:pt x="417" y="13492"/>
                    <a:pt x="343" y="13334"/>
                    <a:pt x="274" y="13172"/>
                  </a:cubicBezTo>
                  <a:lnTo>
                    <a:pt x="209" y="12973"/>
                  </a:lnTo>
                  <a:cubicBezTo>
                    <a:pt x="210" y="12877"/>
                    <a:pt x="292" y="12828"/>
                    <a:pt x="373" y="12780"/>
                  </a:cubicBezTo>
                  <a:cubicBezTo>
                    <a:pt x="391" y="12769"/>
                    <a:pt x="409" y="12759"/>
                    <a:pt x="424" y="12748"/>
                  </a:cubicBezTo>
                  <a:cubicBezTo>
                    <a:pt x="524" y="12682"/>
                    <a:pt x="626" y="12620"/>
                    <a:pt x="726" y="12554"/>
                  </a:cubicBezTo>
                  <a:cubicBezTo>
                    <a:pt x="870" y="12463"/>
                    <a:pt x="1019" y="12370"/>
                    <a:pt x="1158" y="12272"/>
                  </a:cubicBezTo>
                  <a:cubicBezTo>
                    <a:pt x="1183" y="12252"/>
                    <a:pt x="1202" y="12229"/>
                    <a:pt x="1219" y="12207"/>
                  </a:cubicBezTo>
                  <a:cubicBezTo>
                    <a:pt x="1234" y="12186"/>
                    <a:pt x="1244" y="12169"/>
                    <a:pt x="1263" y="12159"/>
                  </a:cubicBezTo>
                  <a:lnTo>
                    <a:pt x="1285" y="12144"/>
                  </a:lnTo>
                  <a:lnTo>
                    <a:pt x="1282" y="12120"/>
                  </a:lnTo>
                  <a:cubicBezTo>
                    <a:pt x="1273" y="12060"/>
                    <a:pt x="1245" y="11999"/>
                    <a:pt x="1222" y="11945"/>
                  </a:cubicBezTo>
                  <a:cubicBezTo>
                    <a:pt x="1214" y="11923"/>
                    <a:pt x="1206" y="11900"/>
                    <a:pt x="1198" y="11878"/>
                  </a:cubicBezTo>
                  <a:cubicBezTo>
                    <a:pt x="1164" y="11788"/>
                    <a:pt x="1136" y="11696"/>
                    <a:pt x="1112" y="11605"/>
                  </a:cubicBezTo>
                  <a:cubicBezTo>
                    <a:pt x="1091" y="11544"/>
                    <a:pt x="1075" y="11481"/>
                    <a:pt x="1054" y="11417"/>
                  </a:cubicBezTo>
                  <a:cubicBezTo>
                    <a:pt x="1001" y="11254"/>
                    <a:pt x="972" y="11087"/>
                    <a:pt x="940" y="10908"/>
                  </a:cubicBezTo>
                  <a:cubicBezTo>
                    <a:pt x="918" y="10788"/>
                    <a:pt x="897" y="10661"/>
                    <a:pt x="866" y="10538"/>
                  </a:cubicBezTo>
                  <a:cubicBezTo>
                    <a:pt x="853" y="10493"/>
                    <a:pt x="851" y="10446"/>
                    <a:pt x="846" y="10397"/>
                  </a:cubicBezTo>
                  <a:cubicBezTo>
                    <a:pt x="841" y="10352"/>
                    <a:pt x="837" y="10304"/>
                    <a:pt x="827" y="10260"/>
                  </a:cubicBezTo>
                  <a:cubicBezTo>
                    <a:pt x="812" y="10199"/>
                    <a:pt x="812" y="10131"/>
                    <a:pt x="812" y="10062"/>
                  </a:cubicBezTo>
                  <a:cubicBezTo>
                    <a:pt x="812" y="9990"/>
                    <a:pt x="812" y="9913"/>
                    <a:pt x="798" y="9844"/>
                  </a:cubicBezTo>
                  <a:cubicBezTo>
                    <a:pt x="792" y="9822"/>
                    <a:pt x="790" y="9799"/>
                    <a:pt x="790" y="9766"/>
                  </a:cubicBezTo>
                  <a:lnTo>
                    <a:pt x="792" y="9661"/>
                  </a:lnTo>
                  <a:cubicBezTo>
                    <a:pt x="792" y="9617"/>
                    <a:pt x="786" y="9582"/>
                    <a:pt x="779" y="9549"/>
                  </a:cubicBezTo>
                  <a:cubicBezTo>
                    <a:pt x="770" y="9504"/>
                    <a:pt x="763" y="9414"/>
                    <a:pt x="763" y="9315"/>
                  </a:cubicBezTo>
                  <a:cubicBezTo>
                    <a:pt x="763" y="9215"/>
                    <a:pt x="770" y="9124"/>
                    <a:pt x="779" y="9075"/>
                  </a:cubicBezTo>
                  <a:cubicBezTo>
                    <a:pt x="785" y="9055"/>
                    <a:pt x="786" y="9037"/>
                    <a:pt x="786" y="9008"/>
                  </a:cubicBezTo>
                  <a:lnTo>
                    <a:pt x="785" y="8946"/>
                  </a:lnTo>
                  <a:cubicBezTo>
                    <a:pt x="785" y="8937"/>
                    <a:pt x="785" y="8921"/>
                    <a:pt x="790" y="8902"/>
                  </a:cubicBezTo>
                  <a:lnTo>
                    <a:pt x="805" y="8592"/>
                  </a:lnTo>
                  <a:cubicBezTo>
                    <a:pt x="830" y="8470"/>
                    <a:pt x="843" y="8341"/>
                    <a:pt x="856" y="8216"/>
                  </a:cubicBezTo>
                  <a:cubicBezTo>
                    <a:pt x="867" y="8081"/>
                    <a:pt x="878" y="7953"/>
                    <a:pt x="910" y="7831"/>
                  </a:cubicBezTo>
                  <a:cubicBezTo>
                    <a:pt x="936" y="7723"/>
                    <a:pt x="961" y="7612"/>
                    <a:pt x="981" y="7505"/>
                  </a:cubicBezTo>
                  <a:cubicBezTo>
                    <a:pt x="1017" y="7342"/>
                    <a:pt x="1052" y="7172"/>
                    <a:pt x="1104" y="7016"/>
                  </a:cubicBezTo>
                  <a:cubicBezTo>
                    <a:pt x="1173" y="6804"/>
                    <a:pt x="1256" y="6593"/>
                    <a:pt x="1331" y="6390"/>
                  </a:cubicBezTo>
                  <a:cubicBezTo>
                    <a:pt x="1365" y="6307"/>
                    <a:pt x="1439" y="6109"/>
                    <a:pt x="1439" y="6109"/>
                  </a:cubicBezTo>
                  <a:lnTo>
                    <a:pt x="1408" y="6093"/>
                  </a:lnTo>
                  <a:cubicBezTo>
                    <a:pt x="1346" y="6060"/>
                    <a:pt x="1288" y="6015"/>
                    <a:pt x="1234" y="5970"/>
                  </a:cubicBezTo>
                  <a:cubicBezTo>
                    <a:pt x="1193" y="5936"/>
                    <a:pt x="1151" y="5904"/>
                    <a:pt x="1110" y="5876"/>
                  </a:cubicBezTo>
                  <a:lnTo>
                    <a:pt x="1042" y="5831"/>
                  </a:lnTo>
                  <a:cubicBezTo>
                    <a:pt x="936" y="5759"/>
                    <a:pt x="824" y="5687"/>
                    <a:pt x="718" y="5619"/>
                  </a:cubicBezTo>
                  <a:cubicBezTo>
                    <a:pt x="700" y="5609"/>
                    <a:pt x="684" y="5605"/>
                    <a:pt x="670" y="5599"/>
                  </a:cubicBezTo>
                  <a:cubicBezTo>
                    <a:pt x="661" y="5597"/>
                    <a:pt x="649" y="5593"/>
                    <a:pt x="645" y="5590"/>
                  </a:cubicBezTo>
                  <a:cubicBezTo>
                    <a:pt x="616" y="5570"/>
                    <a:pt x="590" y="5544"/>
                    <a:pt x="562" y="5514"/>
                  </a:cubicBezTo>
                  <a:cubicBezTo>
                    <a:pt x="539" y="5485"/>
                    <a:pt x="511" y="5461"/>
                    <a:pt x="481" y="5437"/>
                  </a:cubicBezTo>
                  <a:cubicBezTo>
                    <a:pt x="488" y="5190"/>
                    <a:pt x="581" y="4994"/>
                    <a:pt x="671" y="4802"/>
                  </a:cubicBezTo>
                  <a:cubicBezTo>
                    <a:pt x="689" y="4772"/>
                    <a:pt x="703" y="4737"/>
                    <a:pt x="719" y="4705"/>
                  </a:cubicBezTo>
                  <a:cubicBezTo>
                    <a:pt x="726" y="4689"/>
                    <a:pt x="734" y="4674"/>
                    <a:pt x="741" y="4657"/>
                  </a:cubicBezTo>
                  <a:cubicBezTo>
                    <a:pt x="939" y="4205"/>
                    <a:pt x="1222" y="3825"/>
                    <a:pt x="1497" y="3457"/>
                  </a:cubicBezTo>
                  <a:lnTo>
                    <a:pt x="1542" y="3396"/>
                  </a:lnTo>
                  <a:cubicBezTo>
                    <a:pt x="1586" y="3338"/>
                    <a:pt x="1635" y="3286"/>
                    <a:pt x="1685" y="3230"/>
                  </a:cubicBezTo>
                  <a:cubicBezTo>
                    <a:pt x="1735" y="3178"/>
                    <a:pt x="1783" y="3123"/>
                    <a:pt x="1826" y="3070"/>
                  </a:cubicBezTo>
                  <a:lnTo>
                    <a:pt x="1954" y="2951"/>
                  </a:lnTo>
                  <a:cubicBezTo>
                    <a:pt x="2092" y="2767"/>
                    <a:pt x="2295" y="2604"/>
                    <a:pt x="2435" y="2498"/>
                  </a:cubicBezTo>
                  <a:cubicBezTo>
                    <a:pt x="2464" y="2476"/>
                    <a:pt x="2487" y="2453"/>
                    <a:pt x="2513" y="2429"/>
                  </a:cubicBezTo>
                  <a:cubicBezTo>
                    <a:pt x="2564" y="2381"/>
                    <a:pt x="2611" y="2333"/>
                    <a:pt x="2682" y="2309"/>
                  </a:cubicBezTo>
                  <a:cubicBezTo>
                    <a:pt x="2685" y="2307"/>
                    <a:pt x="2690" y="2305"/>
                    <a:pt x="2697" y="2305"/>
                  </a:cubicBezTo>
                  <a:cubicBezTo>
                    <a:pt x="2723" y="2305"/>
                    <a:pt x="2781" y="2324"/>
                    <a:pt x="2915" y="2422"/>
                  </a:cubicBezTo>
                  <a:cubicBezTo>
                    <a:pt x="2993" y="2480"/>
                    <a:pt x="3067" y="2546"/>
                    <a:pt x="3140" y="2612"/>
                  </a:cubicBezTo>
                  <a:cubicBezTo>
                    <a:pt x="3211" y="2678"/>
                    <a:pt x="3284" y="2742"/>
                    <a:pt x="3359" y="2800"/>
                  </a:cubicBezTo>
                  <a:cubicBezTo>
                    <a:pt x="3451" y="2867"/>
                    <a:pt x="3527" y="2924"/>
                    <a:pt x="3599" y="2995"/>
                  </a:cubicBezTo>
                  <a:cubicBezTo>
                    <a:pt x="3615" y="3011"/>
                    <a:pt x="3637" y="3024"/>
                    <a:pt x="3655" y="3033"/>
                  </a:cubicBezTo>
                  <a:cubicBezTo>
                    <a:pt x="3674" y="3046"/>
                    <a:pt x="3691" y="3054"/>
                    <a:pt x="3700" y="3065"/>
                  </a:cubicBezTo>
                  <a:lnTo>
                    <a:pt x="3716" y="3085"/>
                  </a:lnTo>
                  <a:lnTo>
                    <a:pt x="3739" y="3079"/>
                  </a:lnTo>
                  <a:cubicBezTo>
                    <a:pt x="3787" y="3068"/>
                    <a:pt x="3816" y="3040"/>
                    <a:pt x="3839" y="3014"/>
                  </a:cubicBezTo>
                  <a:cubicBezTo>
                    <a:pt x="3847" y="3005"/>
                    <a:pt x="3855" y="2995"/>
                    <a:pt x="3868" y="2989"/>
                  </a:cubicBezTo>
                  <a:lnTo>
                    <a:pt x="3974" y="2911"/>
                  </a:lnTo>
                  <a:cubicBezTo>
                    <a:pt x="4027" y="2871"/>
                    <a:pt x="4079" y="2832"/>
                    <a:pt x="4131" y="2793"/>
                  </a:cubicBezTo>
                  <a:cubicBezTo>
                    <a:pt x="4328" y="2656"/>
                    <a:pt x="4539" y="2530"/>
                    <a:pt x="4745" y="2407"/>
                  </a:cubicBezTo>
                  <a:cubicBezTo>
                    <a:pt x="4819" y="2362"/>
                    <a:pt x="4893" y="2319"/>
                    <a:pt x="4966" y="2272"/>
                  </a:cubicBezTo>
                  <a:cubicBezTo>
                    <a:pt x="5072" y="2207"/>
                    <a:pt x="5184" y="2160"/>
                    <a:pt x="5300" y="2108"/>
                  </a:cubicBezTo>
                  <a:lnTo>
                    <a:pt x="5552" y="1996"/>
                  </a:lnTo>
                  <a:cubicBezTo>
                    <a:pt x="5664" y="1944"/>
                    <a:pt x="5780" y="1891"/>
                    <a:pt x="5897" y="1843"/>
                  </a:cubicBezTo>
                  <a:cubicBezTo>
                    <a:pt x="6064" y="1775"/>
                    <a:pt x="6235" y="1724"/>
                    <a:pt x="6413" y="1669"/>
                  </a:cubicBezTo>
                  <a:cubicBezTo>
                    <a:pt x="6501" y="1644"/>
                    <a:pt x="6589" y="1617"/>
                    <a:pt x="6679" y="1587"/>
                  </a:cubicBezTo>
                  <a:cubicBezTo>
                    <a:pt x="6817" y="1542"/>
                    <a:pt x="6967" y="1515"/>
                    <a:pt x="7115" y="1490"/>
                  </a:cubicBezTo>
                  <a:cubicBezTo>
                    <a:pt x="7225" y="1470"/>
                    <a:pt x="7333" y="1449"/>
                    <a:pt x="7439" y="1422"/>
                  </a:cubicBezTo>
                  <a:cubicBezTo>
                    <a:pt x="7497" y="1407"/>
                    <a:pt x="7554" y="1403"/>
                    <a:pt x="7614" y="1400"/>
                  </a:cubicBezTo>
                  <a:cubicBezTo>
                    <a:pt x="7675" y="1396"/>
                    <a:pt x="7736" y="1393"/>
                    <a:pt x="7801" y="1377"/>
                  </a:cubicBezTo>
                  <a:cubicBezTo>
                    <a:pt x="7842" y="1368"/>
                    <a:pt x="7887" y="1368"/>
                    <a:pt x="7938" y="1364"/>
                  </a:cubicBezTo>
                  <a:cubicBezTo>
                    <a:pt x="7990" y="1362"/>
                    <a:pt x="8045" y="1359"/>
                    <a:pt x="8104" y="1348"/>
                  </a:cubicBezTo>
                  <a:cubicBezTo>
                    <a:pt x="8221" y="1321"/>
                    <a:pt x="8374" y="1314"/>
                    <a:pt x="8529" y="1314"/>
                  </a:cubicBezTo>
                  <a:cubicBezTo>
                    <a:pt x="8601" y="1314"/>
                    <a:pt x="8674" y="1315"/>
                    <a:pt x="8743" y="1317"/>
                  </a:cubicBezTo>
                  <a:lnTo>
                    <a:pt x="8925" y="1317"/>
                  </a:lnTo>
                  <a:cubicBezTo>
                    <a:pt x="9015" y="1317"/>
                    <a:pt x="9104" y="1324"/>
                    <a:pt x="9188" y="1332"/>
                  </a:cubicBezTo>
                  <a:cubicBezTo>
                    <a:pt x="9248" y="1333"/>
                    <a:pt x="9306" y="1339"/>
                    <a:pt x="9363" y="1340"/>
                  </a:cubicBezTo>
                  <a:cubicBezTo>
                    <a:pt x="9371" y="1340"/>
                    <a:pt x="9386" y="1342"/>
                    <a:pt x="9402" y="1346"/>
                  </a:cubicBezTo>
                  <a:cubicBezTo>
                    <a:pt x="9427" y="1349"/>
                    <a:pt x="9455" y="1353"/>
                    <a:pt x="9480" y="1353"/>
                  </a:cubicBezTo>
                  <a:cubicBezTo>
                    <a:pt x="9510" y="1353"/>
                    <a:pt x="9536" y="1348"/>
                    <a:pt x="9555" y="1332"/>
                  </a:cubicBezTo>
                  <a:cubicBezTo>
                    <a:pt x="9576" y="1311"/>
                    <a:pt x="9594" y="1262"/>
                    <a:pt x="9640" y="1087"/>
                  </a:cubicBezTo>
                  <a:cubicBezTo>
                    <a:pt x="9649" y="1055"/>
                    <a:pt x="9661" y="1026"/>
                    <a:pt x="9664" y="1012"/>
                  </a:cubicBezTo>
                  <a:cubicBezTo>
                    <a:pt x="9693" y="923"/>
                    <a:pt x="9717" y="830"/>
                    <a:pt x="9742" y="734"/>
                  </a:cubicBezTo>
                  <a:cubicBezTo>
                    <a:pt x="9787" y="557"/>
                    <a:pt x="9835" y="375"/>
                    <a:pt x="9911" y="235"/>
                  </a:cubicBezTo>
                  <a:cubicBezTo>
                    <a:pt x="9979" y="230"/>
                    <a:pt x="10062" y="221"/>
                    <a:pt x="10132" y="206"/>
                  </a:cubicBezTo>
                  <a:cubicBezTo>
                    <a:pt x="10146" y="204"/>
                    <a:pt x="10165" y="202"/>
                    <a:pt x="10185" y="202"/>
                  </a:cubicBezTo>
                  <a:close/>
                  <a:moveTo>
                    <a:pt x="10284" y="0"/>
                  </a:moveTo>
                  <a:cubicBezTo>
                    <a:pt x="10216" y="0"/>
                    <a:pt x="10149" y="5"/>
                    <a:pt x="10106" y="16"/>
                  </a:cubicBezTo>
                  <a:cubicBezTo>
                    <a:pt x="10068" y="25"/>
                    <a:pt x="10030" y="25"/>
                    <a:pt x="9994" y="29"/>
                  </a:cubicBezTo>
                  <a:cubicBezTo>
                    <a:pt x="9925" y="33"/>
                    <a:pt x="9863" y="38"/>
                    <a:pt x="9805" y="75"/>
                  </a:cubicBezTo>
                  <a:cubicBezTo>
                    <a:pt x="9739" y="119"/>
                    <a:pt x="9722" y="198"/>
                    <a:pt x="9706" y="273"/>
                  </a:cubicBezTo>
                  <a:cubicBezTo>
                    <a:pt x="9698" y="302"/>
                    <a:pt x="9693" y="331"/>
                    <a:pt x="9684" y="358"/>
                  </a:cubicBezTo>
                  <a:cubicBezTo>
                    <a:pt x="9655" y="443"/>
                    <a:pt x="9626" y="539"/>
                    <a:pt x="9601" y="635"/>
                  </a:cubicBezTo>
                  <a:cubicBezTo>
                    <a:pt x="9579" y="714"/>
                    <a:pt x="9555" y="794"/>
                    <a:pt x="9533" y="865"/>
                  </a:cubicBezTo>
                  <a:cubicBezTo>
                    <a:pt x="9521" y="901"/>
                    <a:pt x="9514" y="939"/>
                    <a:pt x="9508" y="977"/>
                  </a:cubicBezTo>
                  <a:cubicBezTo>
                    <a:pt x="9499" y="1032"/>
                    <a:pt x="9488" y="1087"/>
                    <a:pt x="9464" y="1127"/>
                  </a:cubicBezTo>
                  <a:cubicBezTo>
                    <a:pt x="9361" y="1124"/>
                    <a:pt x="9259" y="1116"/>
                    <a:pt x="9153" y="1112"/>
                  </a:cubicBezTo>
                  <a:cubicBezTo>
                    <a:pt x="9024" y="1102"/>
                    <a:pt x="8896" y="1095"/>
                    <a:pt x="8755" y="1095"/>
                  </a:cubicBezTo>
                  <a:lnTo>
                    <a:pt x="8688" y="1095"/>
                  </a:lnTo>
                  <a:cubicBezTo>
                    <a:pt x="8662" y="1094"/>
                    <a:pt x="8635" y="1093"/>
                    <a:pt x="8609" y="1093"/>
                  </a:cubicBezTo>
                  <a:cubicBezTo>
                    <a:pt x="8563" y="1093"/>
                    <a:pt x="8519" y="1096"/>
                    <a:pt x="8483" y="1105"/>
                  </a:cubicBezTo>
                  <a:cubicBezTo>
                    <a:pt x="8474" y="1107"/>
                    <a:pt x="8463" y="1107"/>
                    <a:pt x="8452" y="1107"/>
                  </a:cubicBezTo>
                  <a:cubicBezTo>
                    <a:pt x="8437" y="1107"/>
                    <a:pt x="8420" y="1106"/>
                    <a:pt x="8405" y="1106"/>
                  </a:cubicBezTo>
                  <a:cubicBezTo>
                    <a:pt x="8375" y="1106"/>
                    <a:pt x="8346" y="1106"/>
                    <a:pt x="8330" y="1108"/>
                  </a:cubicBezTo>
                  <a:lnTo>
                    <a:pt x="8098" y="1116"/>
                  </a:lnTo>
                  <a:cubicBezTo>
                    <a:pt x="8054" y="1127"/>
                    <a:pt x="8006" y="1130"/>
                    <a:pt x="7955" y="1130"/>
                  </a:cubicBezTo>
                  <a:cubicBezTo>
                    <a:pt x="7901" y="1131"/>
                    <a:pt x="7843" y="1135"/>
                    <a:pt x="7787" y="1150"/>
                  </a:cubicBezTo>
                  <a:cubicBezTo>
                    <a:pt x="7679" y="1173"/>
                    <a:pt x="7567" y="1188"/>
                    <a:pt x="7457" y="1201"/>
                  </a:cubicBezTo>
                  <a:cubicBezTo>
                    <a:pt x="7326" y="1217"/>
                    <a:pt x="7191" y="1233"/>
                    <a:pt x="7061" y="1269"/>
                  </a:cubicBezTo>
                  <a:cubicBezTo>
                    <a:pt x="6972" y="1295"/>
                    <a:pt x="6882" y="1316"/>
                    <a:pt x="6791" y="1335"/>
                  </a:cubicBezTo>
                  <a:cubicBezTo>
                    <a:pt x="6669" y="1364"/>
                    <a:pt x="6544" y="1390"/>
                    <a:pt x="6426" y="1432"/>
                  </a:cubicBezTo>
                  <a:cubicBezTo>
                    <a:pt x="5995" y="1573"/>
                    <a:pt x="5625" y="1717"/>
                    <a:pt x="5290" y="1862"/>
                  </a:cubicBezTo>
                  <a:cubicBezTo>
                    <a:pt x="5161" y="1920"/>
                    <a:pt x="5011" y="1999"/>
                    <a:pt x="4847" y="2098"/>
                  </a:cubicBezTo>
                  <a:cubicBezTo>
                    <a:pt x="4757" y="2153"/>
                    <a:pt x="4669" y="2202"/>
                    <a:pt x="4581" y="2249"/>
                  </a:cubicBezTo>
                  <a:cubicBezTo>
                    <a:pt x="4443" y="2326"/>
                    <a:pt x="4299" y="2407"/>
                    <a:pt x="4165" y="2501"/>
                  </a:cubicBezTo>
                  <a:cubicBezTo>
                    <a:pt x="4086" y="2559"/>
                    <a:pt x="4005" y="2614"/>
                    <a:pt x="3924" y="2672"/>
                  </a:cubicBezTo>
                  <a:lnTo>
                    <a:pt x="3870" y="2713"/>
                  </a:lnTo>
                  <a:cubicBezTo>
                    <a:pt x="3854" y="2726"/>
                    <a:pt x="3833" y="2738"/>
                    <a:pt x="3817" y="2756"/>
                  </a:cubicBezTo>
                  <a:cubicBezTo>
                    <a:pt x="3788" y="2781"/>
                    <a:pt x="3759" y="2809"/>
                    <a:pt x="3749" y="2817"/>
                  </a:cubicBezTo>
                  <a:cubicBezTo>
                    <a:pt x="3729" y="2810"/>
                    <a:pt x="3663" y="2752"/>
                    <a:pt x="3628" y="2722"/>
                  </a:cubicBezTo>
                  <a:cubicBezTo>
                    <a:pt x="3599" y="2698"/>
                    <a:pt x="3576" y="2676"/>
                    <a:pt x="3562" y="2668"/>
                  </a:cubicBezTo>
                  <a:cubicBezTo>
                    <a:pt x="3470" y="2599"/>
                    <a:pt x="3386" y="2531"/>
                    <a:pt x="3298" y="2461"/>
                  </a:cubicBezTo>
                  <a:cubicBezTo>
                    <a:pt x="3207" y="2387"/>
                    <a:pt x="3114" y="2313"/>
                    <a:pt x="3018" y="2243"/>
                  </a:cubicBezTo>
                  <a:lnTo>
                    <a:pt x="2996" y="2227"/>
                  </a:lnTo>
                  <a:cubicBezTo>
                    <a:pt x="2932" y="2178"/>
                    <a:pt x="2820" y="2094"/>
                    <a:pt x="2707" y="2094"/>
                  </a:cubicBezTo>
                  <a:cubicBezTo>
                    <a:pt x="2686" y="2094"/>
                    <a:pt x="2665" y="2097"/>
                    <a:pt x="2644" y="2104"/>
                  </a:cubicBezTo>
                  <a:cubicBezTo>
                    <a:pt x="2582" y="2120"/>
                    <a:pt x="2531" y="2159"/>
                    <a:pt x="2486" y="2195"/>
                  </a:cubicBezTo>
                  <a:lnTo>
                    <a:pt x="2449" y="2220"/>
                  </a:lnTo>
                  <a:cubicBezTo>
                    <a:pt x="2372" y="2278"/>
                    <a:pt x="2300" y="2338"/>
                    <a:pt x="2230" y="2396"/>
                  </a:cubicBezTo>
                  <a:cubicBezTo>
                    <a:pt x="2175" y="2444"/>
                    <a:pt x="2116" y="2493"/>
                    <a:pt x="2050" y="2541"/>
                  </a:cubicBezTo>
                  <a:lnTo>
                    <a:pt x="1964" y="2634"/>
                  </a:lnTo>
                  <a:cubicBezTo>
                    <a:pt x="1751" y="2799"/>
                    <a:pt x="1525" y="3085"/>
                    <a:pt x="1405" y="3239"/>
                  </a:cubicBezTo>
                  <a:cubicBezTo>
                    <a:pt x="1369" y="3286"/>
                    <a:pt x="1331" y="3331"/>
                    <a:pt x="1293" y="3376"/>
                  </a:cubicBezTo>
                  <a:cubicBezTo>
                    <a:pt x="1245" y="3428"/>
                    <a:pt x="1198" y="3483"/>
                    <a:pt x="1155" y="3543"/>
                  </a:cubicBezTo>
                  <a:cubicBezTo>
                    <a:pt x="972" y="3806"/>
                    <a:pt x="761" y="4123"/>
                    <a:pt x="580" y="4508"/>
                  </a:cubicBezTo>
                  <a:cubicBezTo>
                    <a:pt x="565" y="4539"/>
                    <a:pt x="548" y="4574"/>
                    <a:pt x="533" y="4606"/>
                  </a:cubicBezTo>
                  <a:lnTo>
                    <a:pt x="494" y="4697"/>
                  </a:lnTo>
                  <a:cubicBezTo>
                    <a:pt x="398" y="4908"/>
                    <a:pt x="289" y="5148"/>
                    <a:pt x="289" y="5424"/>
                  </a:cubicBezTo>
                  <a:cubicBezTo>
                    <a:pt x="289" y="5445"/>
                    <a:pt x="290" y="5493"/>
                    <a:pt x="290" y="5493"/>
                  </a:cubicBezTo>
                  <a:lnTo>
                    <a:pt x="299" y="5506"/>
                  </a:lnTo>
                  <a:cubicBezTo>
                    <a:pt x="463" y="5674"/>
                    <a:pt x="676" y="5810"/>
                    <a:pt x="881" y="5939"/>
                  </a:cubicBezTo>
                  <a:lnTo>
                    <a:pt x="933" y="5971"/>
                  </a:lnTo>
                  <a:cubicBezTo>
                    <a:pt x="965" y="5987"/>
                    <a:pt x="995" y="6007"/>
                    <a:pt x="1026" y="6023"/>
                  </a:cubicBezTo>
                  <a:cubicBezTo>
                    <a:pt x="1086" y="6057"/>
                    <a:pt x="1148" y="6093"/>
                    <a:pt x="1193" y="6135"/>
                  </a:cubicBezTo>
                  <a:cubicBezTo>
                    <a:pt x="1187" y="6150"/>
                    <a:pt x="1180" y="6172"/>
                    <a:pt x="1173" y="6186"/>
                  </a:cubicBezTo>
                  <a:cubicBezTo>
                    <a:pt x="1144" y="6253"/>
                    <a:pt x="1120" y="6321"/>
                    <a:pt x="1096" y="6391"/>
                  </a:cubicBezTo>
                  <a:lnTo>
                    <a:pt x="1070" y="6460"/>
                  </a:lnTo>
                  <a:cubicBezTo>
                    <a:pt x="1004" y="6627"/>
                    <a:pt x="947" y="6807"/>
                    <a:pt x="894" y="6981"/>
                  </a:cubicBezTo>
                  <a:lnTo>
                    <a:pt x="835" y="7163"/>
                  </a:lnTo>
                  <a:cubicBezTo>
                    <a:pt x="805" y="7256"/>
                    <a:pt x="785" y="7352"/>
                    <a:pt x="766" y="7445"/>
                  </a:cubicBezTo>
                  <a:cubicBezTo>
                    <a:pt x="751" y="7514"/>
                    <a:pt x="741" y="7582"/>
                    <a:pt x="721" y="7650"/>
                  </a:cubicBezTo>
                  <a:lnTo>
                    <a:pt x="638" y="8114"/>
                  </a:lnTo>
                  <a:lnTo>
                    <a:pt x="623" y="8283"/>
                  </a:lnTo>
                  <a:cubicBezTo>
                    <a:pt x="599" y="8382"/>
                    <a:pt x="594" y="8492"/>
                    <a:pt x="591" y="8600"/>
                  </a:cubicBezTo>
                  <a:cubicBezTo>
                    <a:pt x="587" y="8703"/>
                    <a:pt x="584" y="8808"/>
                    <a:pt x="561" y="8909"/>
                  </a:cubicBezTo>
                  <a:lnTo>
                    <a:pt x="562" y="9082"/>
                  </a:lnTo>
                  <a:cubicBezTo>
                    <a:pt x="546" y="9149"/>
                    <a:pt x="543" y="9271"/>
                    <a:pt x="543" y="9338"/>
                  </a:cubicBezTo>
                  <a:cubicBezTo>
                    <a:pt x="543" y="9491"/>
                    <a:pt x="555" y="9646"/>
                    <a:pt x="567" y="9705"/>
                  </a:cubicBezTo>
                  <a:lnTo>
                    <a:pt x="568" y="9840"/>
                  </a:lnTo>
                  <a:cubicBezTo>
                    <a:pt x="583" y="9905"/>
                    <a:pt x="584" y="9971"/>
                    <a:pt x="584" y="10043"/>
                  </a:cubicBezTo>
                  <a:cubicBezTo>
                    <a:pt x="587" y="10119"/>
                    <a:pt x="587" y="10196"/>
                    <a:pt x="606" y="10272"/>
                  </a:cubicBezTo>
                  <a:cubicBezTo>
                    <a:pt x="619" y="10323"/>
                    <a:pt x="620" y="10370"/>
                    <a:pt x="626" y="10424"/>
                  </a:cubicBezTo>
                  <a:cubicBezTo>
                    <a:pt x="632" y="10484"/>
                    <a:pt x="635" y="10543"/>
                    <a:pt x="652" y="10606"/>
                  </a:cubicBezTo>
                  <a:cubicBezTo>
                    <a:pt x="674" y="10695"/>
                    <a:pt x="692" y="10789"/>
                    <a:pt x="710" y="10884"/>
                  </a:cubicBezTo>
                  <a:cubicBezTo>
                    <a:pt x="732" y="10991"/>
                    <a:pt x="754" y="11102"/>
                    <a:pt x="779" y="11202"/>
                  </a:cubicBezTo>
                  <a:cubicBezTo>
                    <a:pt x="802" y="11284"/>
                    <a:pt x="822" y="11359"/>
                    <a:pt x="841" y="11438"/>
                  </a:cubicBezTo>
                  <a:cubicBezTo>
                    <a:pt x="878" y="11582"/>
                    <a:pt x="911" y="11720"/>
                    <a:pt x="962" y="11853"/>
                  </a:cubicBezTo>
                  <a:cubicBezTo>
                    <a:pt x="972" y="11880"/>
                    <a:pt x="979" y="11912"/>
                    <a:pt x="987" y="11939"/>
                  </a:cubicBezTo>
                  <a:cubicBezTo>
                    <a:pt x="998" y="11987"/>
                    <a:pt x="1010" y="12038"/>
                    <a:pt x="1033" y="12082"/>
                  </a:cubicBezTo>
                  <a:cubicBezTo>
                    <a:pt x="1004" y="12112"/>
                    <a:pt x="921" y="12159"/>
                    <a:pt x="878" y="12185"/>
                  </a:cubicBezTo>
                  <a:cubicBezTo>
                    <a:pt x="846" y="12205"/>
                    <a:pt x="817" y="12217"/>
                    <a:pt x="801" y="12230"/>
                  </a:cubicBezTo>
                  <a:cubicBezTo>
                    <a:pt x="715" y="12293"/>
                    <a:pt x="625" y="12352"/>
                    <a:pt x="533" y="12413"/>
                  </a:cubicBezTo>
                  <a:cubicBezTo>
                    <a:pt x="441" y="12476"/>
                    <a:pt x="347" y="12537"/>
                    <a:pt x="260" y="12601"/>
                  </a:cubicBezTo>
                  <a:lnTo>
                    <a:pt x="242" y="12614"/>
                  </a:lnTo>
                  <a:cubicBezTo>
                    <a:pt x="154" y="12675"/>
                    <a:pt x="42" y="12752"/>
                    <a:pt x="10" y="12871"/>
                  </a:cubicBezTo>
                  <a:cubicBezTo>
                    <a:pt x="2" y="12896"/>
                    <a:pt x="1" y="12919"/>
                    <a:pt x="1" y="12947"/>
                  </a:cubicBezTo>
                  <a:cubicBezTo>
                    <a:pt x="1" y="13031"/>
                    <a:pt x="37" y="13114"/>
                    <a:pt x="63" y="13174"/>
                  </a:cubicBezTo>
                  <a:lnTo>
                    <a:pt x="79" y="13210"/>
                  </a:lnTo>
                  <a:lnTo>
                    <a:pt x="123" y="13318"/>
                  </a:lnTo>
                  <a:cubicBezTo>
                    <a:pt x="202" y="13508"/>
                    <a:pt x="276" y="13690"/>
                    <a:pt x="366" y="13870"/>
                  </a:cubicBezTo>
                  <a:cubicBezTo>
                    <a:pt x="543" y="14207"/>
                    <a:pt x="750" y="14542"/>
                    <a:pt x="1019" y="14921"/>
                  </a:cubicBezTo>
                  <a:cubicBezTo>
                    <a:pt x="1059" y="14979"/>
                    <a:pt x="1107" y="15033"/>
                    <a:pt x="1155" y="15087"/>
                  </a:cubicBezTo>
                  <a:cubicBezTo>
                    <a:pt x="1193" y="15131"/>
                    <a:pt x="1234" y="15173"/>
                    <a:pt x="1267" y="15218"/>
                  </a:cubicBezTo>
                  <a:cubicBezTo>
                    <a:pt x="1420" y="15420"/>
                    <a:pt x="1587" y="15594"/>
                    <a:pt x="1746" y="15714"/>
                  </a:cubicBezTo>
                  <a:lnTo>
                    <a:pt x="1856" y="15825"/>
                  </a:lnTo>
                  <a:cubicBezTo>
                    <a:pt x="1890" y="15849"/>
                    <a:pt x="1924" y="15876"/>
                    <a:pt x="1961" y="15903"/>
                  </a:cubicBezTo>
                  <a:cubicBezTo>
                    <a:pt x="2109" y="16023"/>
                    <a:pt x="2278" y="16157"/>
                    <a:pt x="2462" y="16199"/>
                  </a:cubicBezTo>
                  <a:cubicBezTo>
                    <a:pt x="2474" y="16202"/>
                    <a:pt x="2485" y="16203"/>
                    <a:pt x="2496" y="16203"/>
                  </a:cubicBezTo>
                  <a:cubicBezTo>
                    <a:pt x="2580" y="16203"/>
                    <a:pt x="2659" y="16130"/>
                    <a:pt x="2720" y="16073"/>
                  </a:cubicBezTo>
                  <a:cubicBezTo>
                    <a:pt x="2740" y="16052"/>
                    <a:pt x="2758" y="16036"/>
                    <a:pt x="2771" y="16026"/>
                  </a:cubicBezTo>
                  <a:cubicBezTo>
                    <a:pt x="2888" y="15952"/>
                    <a:pt x="2990" y="15863"/>
                    <a:pt x="3090" y="15778"/>
                  </a:cubicBezTo>
                  <a:cubicBezTo>
                    <a:pt x="3186" y="15695"/>
                    <a:pt x="3287" y="15610"/>
                    <a:pt x="3400" y="15535"/>
                  </a:cubicBezTo>
                  <a:cubicBezTo>
                    <a:pt x="3438" y="15558"/>
                    <a:pt x="3521" y="15625"/>
                    <a:pt x="3546" y="15647"/>
                  </a:cubicBezTo>
                  <a:cubicBezTo>
                    <a:pt x="3710" y="15799"/>
                    <a:pt x="3906" y="15939"/>
                    <a:pt x="4107" y="16080"/>
                  </a:cubicBezTo>
                  <a:cubicBezTo>
                    <a:pt x="4255" y="16183"/>
                    <a:pt x="4414" y="16278"/>
                    <a:pt x="4566" y="16368"/>
                  </a:cubicBezTo>
                  <a:lnTo>
                    <a:pt x="4730" y="16467"/>
                  </a:lnTo>
                  <a:cubicBezTo>
                    <a:pt x="4754" y="16481"/>
                    <a:pt x="4781" y="16491"/>
                    <a:pt x="4806" y="16503"/>
                  </a:cubicBezTo>
                  <a:cubicBezTo>
                    <a:pt x="4828" y="16512"/>
                    <a:pt x="4850" y="16523"/>
                    <a:pt x="4873" y="16534"/>
                  </a:cubicBezTo>
                  <a:cubicBezTo>
                    <a:pt x="5026" y="16627"/>
                    <a:pt x="5197" y="16717"/>
                    <a:pt x="5351" y="16785"/>
                  </a:cubicBezTo>
                  <a:cubicBezTo>
                    <a:pt x="5482" y="16845"/>
                    <a:pt x="5617" y="16896"/>
                    <a:pt x="5751" y="16948"/>
                  </a:cubicBezTo>
                  <a:cubicBezTo>
                    <a:pt x="5837" y="16981"/>
                    <a:pt x="5924" y="17015"/>
                    <a:pt x="6010" y="17051"/>
                  </a:cubicBezTo>
                  <a:cubicBezTo>
                    <a:pt x="6203" y="17130"/>
                    <a:pt x="6414" y="17186"/>
                    <a:pt x="6616" y="17239"/>
                  </a:cubicBezTo>
                  <a:cubicBezTo>
                    <a:pt x="6708" y="17262"/>
                    <a:pt x="6798" y="17284"/>
                    <a:pt x="6890" y="17311"/>
                  </a:cubicBezTo>
                  <a:cubicBezTo>
                    <a:pt x="7031" y="17352"/>
                    <a:pt x="7176" y="17374"/>
                    <a:pt x="7320" y="17396"/>
                  </a:cubicBezTo>
                  <a:cubicBezTo>
                    <a:pt x="7435" y="17412"/>
                    <a:pt x="7553" y="17428"/>
                    <a:pt x="7669" y="17455"/>
                  </a:cubicBezTo>
                  <a:cubicBezTo>
                    <a:pt x="7730" y="17470"/>
                    <a:pt x="7792" y="17476"/>
                    <a:pt x="7856" y="17477"/>
                  </a:cubicBezTo>
                  <a:cubicBezTo>
                    <a:pt x="7910" y="17479"/>
                    <a:pt x="7967" y="17483"/>
                    <a:pt x="8024" y="17493"/>
                  </a:cubicBezTo>
                  <a:lnTo>
                    <a:pt x="8515" y="17524"/>
                  </a:lnTo>
                  <a:lnTo>
                    <a:pt x="8990" y="17524"/>
                  </a:lnTo>
                  <a:cubicBezTo>
                    <a:pt x="9021" y="17644"/>
                    <a:pt x="9059" y="17768"/>
                    <a:pt x="9095" y="17878"/>
                  </a:cubicBezTo>
                  <a:lnTo>
                    <a:pt x="9133" y="18062"/>
                  </a:lnTo>
                  <a:cubicBezTo>
                    <a:pt x="9150" y="18115"/>
                    <a:pt x="9166" y="18168"/>
                    <a:pt x="9184" y="18222"/>
                  </a:cubicBezTo>
                  <a:cubicBezTo>
                    <a:pt x="9204" y="18287"/>
                    <a:pt x="9223" y="18351"/>
                    <a:pt x="9242" y="18411"/>
                  </a:cubicBezTo>
                  <a:lnTo>
                    <a:pt x="9255" y="18447"/>
                  </a:lnTo>
                  <a:cubicBezTo>
                    <a:pt x="9293" y="18569"/>
                    <a:pt x="9336" y="18698"/>
                    <a:pt x="9450" y="18765"/>
                  </a:cubicBezTo>
                  <a:cubicBezTo>
                    <a:pt x="9501" y="18794"/>
                    <a:pt x="9576" y="18803"/>
                    <a:pt x="9656" y="18803"/>
                  </a:cubicBezTo>
                  <a:cubicBezTo>
                    <a:pt x="9711" y="18803"/>
                    <a:pt x="9769" y="18799"/>
                    <a:pt x="9824" y="18794"/>
                  </a:cubicBezTo>
                  <a:cubicBezTo>
                    <a:pt x="9867" y="18793"/>
                    <a:pt x="9908" y="18787"/>
                    <a:pt x="9941" y="18787"/>
                  </a:cubicBezTo>
                  <a:cubicBezTo>
                    <a:pt x="10087" y="18786"/>
                    <a:pt x="10244" y="18767"/>
                    <a:pt x="10353" y="18742"/>
                  </a:cubicBezTo>
                  <a:lnTo>
                    <a:pt x="10555" y="18719"/>
                  </a:lnTo>
                  <a:cubicBezTo>
                    <a:pt x="10623" y="18701"/>
                    <a:pt x="10696" y="18690"/>
                    <a:pt x="10766" y="18675"/>
                  </a:cubicBezTo>
                  <a:cubicBezTo>
                    <a:pt x="10865" y="18653"/>
                    <a:pt x="10969" y="18634"/>
                    <a:pt x="11065" y="18605"/>
                  </a:cubicBezTo>
                  <a:cubicBezTo>
                    <a:pt x="11133" y="18584"/>
                    <a:pt x="11202" y="18569"/>
                    <a:pt x="11267" y="18553"/>
                  </a:cubicBezTo>
                  <a:cubicBezTo>
                    <a:pt x="11344" y="18537"/>
                    <a:pt x="11424" y="18517"/>
                    <a:pt x="11503" y="18490"/>
                  </a:cubicBezTo>
                  <a:cubicBezTo>
                    <a:pt x="12023" y="18319"/>
                    <a:pt x="12449" y="18126"/>
                    <a:pt x="12810" y="17897"/>
                  </a:cubicBezTo>
                  <a:lnTo>
                    <a:pt x="12849" y="17873"/>
                  </a:lnTo>
                  <a:cubicBezTo>
                    <a:pt x="13016" y="17768"/>
                    <a:pt x="13297" y="17593"/>
                    <a:pt x="13362" y="17442"/>
                  </a:cubicBezTo>
                  <a:cubicBezTo>
                    <a:pt x="13371" y="17419"/>
                    <a:pt x="13377" y="17396"/>
                    <a:pt x="13377" y="17367"/>
                  </a:cubicBezTo>
                  <a:cubicBezTo>
                    <a:pt x="13377" y="17291"/>
                    <a:pt x="13343" y="17210"/>
                    <a:pt x="13317" y="17146"/>
                  </a:cubicBezTo>
                  <a:cubicBezTo>
                    <a:pt x="13281" y="17057"/>
                    <a:pt x="13247" y="16970"/>
                    <a:pt x="13213" y="16882"/>
                  </a:cubicBezTo>
                  <a:cubicBezTo>
                    <a:pt x="13176" y="16787"/>
                    <a:pt x="13144" y="16693"/>
                    <a:pt x="13106" y="16603"/>
                  </a:cubicBezTo>
                  <a:cubicBezTo>
                    <a:pt x="13092" y="16571"/>
                    <a:pt x="13085" y="16535"/>
                    <a:pt x="13074" y="16503"/>
                  </a:cubicBezTo>
                  <a:cubicBezTo>
                    <a:pt x="13060" y="16448"/>
                    <a:pt x="13044" y="16390"/>
                    <a:pt x="13015" y="16343"/>
                  </a:cubicBezTo>
                  <a:cubicBezTo>
                    <a:pt x="13022" y="16337"/>
                    <a:pt x="13031" y="16334"/>
                    <a:pt x="13048" y="16327"/>
                  </a:cubicBezTo>
                  <a:cubicBezTo>
                    <a:pt x="13063" y="16320"/>
                    <a:pt x="13077" y="16314"/>
                    <a:pt x="13088" y="16305"/>
                  </a:cubicBezTo>
                  <a:cubicBezTo>
                    <a:pt x="13188" y="16243"/>
                    <a:pt x="13291" y="16176"/>
                    <a:pt x="13391" y="16109"/>
                  </a:cubicBezTo>
                  <a:cubicBezTo>
                    <a:pt x="13617" y="15958"/>
                    <a:pt x="13835" y="15789"/>
                    <a:pt x="14033" y="15618"/>
                  </a:cubicBezTo>
                  <a:cubicBezTo>
                    <a:pt x="14150" y="15522"/>
                    <a:pt x="14259" y="15427"/>
                    <a:pt x="14364" y="15333"/>
                  </a:cubicBezTo>
                  <a:lnTo>
                    <a:pt x="14550" y="15136"/>
                  </a:lnTo>
                  <a:cubicBezTo>
                    <a:pt x="14636" y="15059"/>
                    <a:pt x="14725" y="14978"/>
                    <a:pt x="14793" y="14888"/>
                  </a:cubicBezTo>
                  <a:lnTo>
                    <a:pt x="14889" y="14798"/>
                  </a:lnTo>
                  <a:cubicBezTo>
                    <a:pt x="14935" y="14737"/>
                    <a:pt x="14989" y="14678"/>
                    <a:pt x="15042" y="14619"/>
                  </a:cubicBezTo>
                  <a:cubicBezTo>
                    <a:pt x="15100" y="14553"/>
                    <a:pt x="15156" y="14489"/>
                    <a:pt x="15207" y="14420"/>
                  </a:cubicBezTo>
                  <a:cubicBezTo>
                    <a:pt x="15516" y="14002"/>
                    <a:pt x="15899" y="13480"/>
                    <a:pt x="16161" y="12878"/>
                  </a:cubicBezTo>
                  <a:cubicBezTo>
                    <a:pt x="16190" y="12817"/>
                    <a:pt x="16222" y="12751"/>
                    <a:pt x="16254" y="12682"/>
                  </a:cubicBezTo>
                  <a:cubicBezTo>
                    <a:pt x="16290" y="12609"/>
                    <a:pt x="16324" y="12537"/>
                    <a:pt x="16359" y="12463"/>
                  </a:cubicBezTo>
                  <a:cubicBezTo>
                    <a:pt x="16404" y="12355"/>
                    <a:pt x="16443" y="12243"/>
                    <a:pt x="16479" y="12136"/>
                  </a:cubicBezTo>
                  <a:cubicBezTo>
                    <a:pt x="16503" y="12061"/>
                    <a:pt x="16526" y="11987"/>
                    <a:pt x="16555" y="11910"/>
                  </a:cubicBezTo>
                  <a:lnTo>
                    <a:pt x="16577" y="11856"/>
                  </a:lnTo>
                  <a:cubicBezTo>
                    <a:pt x="16600" y="11791"/>
                    <a:pt x="16629" y="11718"/>
                    <a:pt x="16648" y="11646"/>
                  </a:cubicBezTo>
                  <a:lnTo>
                    <a:pt x="17457" y="11682"/>
                  </a:lnTo>
                  <a:cubicBezTo>
                    <a:pt x="17495" y="11685"/>
                    <a:pt x="17544" y="11687"/>
                    <a:pt x="17595" y="11687"/>
                  </a:cubicBezTo>
                  <a:cubicBezTo>
                    <a:pt x="17704" y="11687"/>
                    <a:pt x="17827" y="11675"/>
                    <a:pt x="17904" y="11628"/>
                  </a:cubicBezTo>
                  <a:cubicBezTo>
                    <a:pt x="18031" y="11553"/>
                    <a:pt x="18073" y="11348"/>
                    <a:pt x="18112" y="11166"/>
                  </a:cubicBezTo>
                  <a:cubicBezTo>
                    <a:pt x="18125" y="11111"/>
                    <a:pt x="18137" y="11054"/>
                    <a:pt x="18149" y="11009"/>
                  </a:cubicBezTo>
                  <a:cubicBezTo>
                    <a:pt x="18268" y="10593"/>
                    <a:pt x="18319" y="10087"/>
                    <a:pt x="18319" y="9379"/>
                  </a:cubicBezTo>
                  <a:cubicBezTo>
                    <a:pt x="18319" y="9306"/>
                    <a:pt x="18316" y="9152"/>
                    <a:pt x="18316" y="9152"/>
                  </a:cubicBezTo>
                  <a:lnTo>
                    <a:pt x="18311" y="9142"/>
                  </a:lnTo>
                  <a:cubicBezTo>
                    <a:pt x="18304" y="9130"/>
                    <a:pt x="18301" y="9113"/>
                    <a:pt x="18301" y="9088"/>
                  </a:cubicBezTo>
                  <a:cubicBezTo>
                    <a:pt x="18301" y="9072"/>
                    <a:pt x="18301" y="9055"/>
                    <a:pt x="18304" y="9037"/>
                  </a:cubicBezTo>
                  <a:cubicBezTo>
                    <a:pt x="18304" y="9017"/>
                    <a:pt x="18306" y="8999"/>
                    <a:pt x="18306" y="8982"/>
                  </a:cubicBezTo>
                  <a:cubicBezTo>
                    <a:pt x="18306" y="8960"/>
                    <a:pt x="18304" y="8944"/>
                    <a:pt x="18300" y="8931"/>
                  </a:cubicBezTo>
                  <a:lnTo>
                    <a:pt x="18246" y="8495"/>
                  </a:lnTo>
                  <a:cubicBezTo>
                    <a:pt x="18226" y="8414"/>
                    <a:pt x="18207" y="8331"/>
                    <a:pt x="18191" y="8248"/>
                  </a:cubicBezTo>
                  <a:cubicBezTo>
                    <a:pt x="18138" y="7998"/>
                    <a:pt x="18080" y="7739"/>
                    <a:pt x="17962" y="7547"/>
                  </a:cubicBezTo>
                  <a:cubicBezTo>
                    <a:pt x="17949" y="7525"/>
                    <a:pt x="17936" y="7509"/>
                    <a:pt x="17919" y="7495"/>
                  </a:cubicBezTo>
                  <a:cubicBezTo>
                    <a:pt x="17906" y="7480"/>
                    <a:pt x="17894" y="7469"/>
                    <a:pt x="17887" y="7455"/>
                  </a:cubicBezTo>
                  <a:lnTo>
                    <a:pt x="17878" y="7441"/>
                  </a:lnTo>
                  <a:lnTo>
                    <a:pt x="17862" y="7437"/>
                  </a:lnTo>
                  <a:cubicBezTo>
                    <a:pt x="17785" y="7418"/>
                    <a:pt x="17658" y="7410"/>
                    <a:pt x="17524" y="7410"/>
                  </a:cubicBezTo>
                  <a:cubicBezTo>
                    <a:pt x="17366" y="7410"/>
                    <a:pt x="17200" y="7422"/>
                    <a:pt x="17099" y="7444"/>
                  </a:cubicBezTo>
                  <a:cubicBezTo>
                    <a:pt x="17072" y="7450"/>
                    <a:pt x="17044" y="7452"/>
                    <a:pt x="17016" y="7452"/>
                  </a:cubicBezTo>
                  <a:cubicBezTo>
                    <a:pt x="16989" y="7452"/>
                    <a:pt x="16962" y="7450"/>
                    <a:pt x="16935" y="7448"/>
                  </a:cubicBezTo>
                  <a:cubicBezTo>
                    <a:pt x="16902" y="7447"/>
                    <a:pt x="16871" y="7445"/>
                    <a:pt x="16840" y="7445"/>
                  </a:cubicBezTo>
                  <a:cubicBezTo>
                    <a:pt x="16816" y="7445"/>
                    <a:pt x="16792" y="7447"/>
                    <a:pt x="16767" y="7451"/>
                  </a:cubicBezTo>
                  <a:cubicBezTo>
                    <a:pt x="16737" y="7367"/>
                    <a:pt x="16716" y="7274"/>
                    <a:pt x="16700" y="7184"/>
                  </a:cubicBezTo>
                  <a:cubicBezTo>
                    <a:pt x="16680" y="7102"/>
                    <a:pt x="16664" y="7016"/>
                    <a:pt x="16639" y="6935"/>
                  </a:cubicBezTo>
                  <a:cubicBezTo>
                    <a:pt x="16541" y="6640"/>
                    <a:pt x="16421" y="6292"/>
                    <a:pt x="16276" y="5958"/>
                  </a:cubicBezTo>
                  <a:cubicBezTo>
                    <a:pt x="16065" y="5481"/>
                    <a:pt x="15786" y="5001"/>
                    <a:pt x="15401" y="4456"/>
                  </a:cubicBezTo>
                  <a:cubicBezTo>
                    <a:pt x="15332" y="4356"/>
                    <a:pt x="15255" y="4261"/>
                    <a:pt x="15175" y="4167"/>
                  </a:cubicBezTo>
                  <a:cubicBezTo>
                    <a:pt x="15117" y="4097"/>
                    <a:pt x="15063" y="4029"/>
                    <a:pt x="15001" y="3949"/>
                  </a:cubicBezTo>
                  <a:lnTo>
                    <a:pt x="14956" y="3911"/>
                  </a:lnTo>
                  <a:cubicBezTo>
                    <a:pt x="14895" y="3826"/>
                    <a:pt x="14825" y="3751"/>
                    <a:pt x="14754" y="3678"/>
                  </a:cubicBezTo>
                  <a:lnTo>
                    <a:pt x="14662" y="3592"/>
                  </a:lnTo>
                  <a:cubicBezTo>
                    <a:pt x="14576" y="3479"/>
                    <a:pt x="14453" y="3360"/>
                    <a:pt x="14328" y="3265"/>
                  </a:cubicBezTo>
                  <a:lnTo>
                    <a:pt x="14245" y="3180"/>
                  </a:lnTo>
                  <a:cubicBezTo>
                    <a:pt x="14191" y="3136"/>
                    <a:pt x="14139" y="3091"/>
                    <a:pt x="14085" y="3043"/>
                  </a:cubicBezTo>
                  <a:cubicBezTo>
                    <a:pt x="14031" y="2992"/>
                    <a:pt x="13973" y="2944"/>
                    <a:pt x="13913" y="2900"/>
                  </a:cubicBezTo>
                  <a:cubicBezTo>
                    <a:pt x="13865" y="2861"/>
                    <a:pt x="13816" y="2825"/>
                    <a:pt x="13768" y="2787"/>
                  </a:cubicBezTo>
                  <a:cubicBezTo>
                    <a:pt x="13700" y="2735"/>
                    <a:pt x="13633" y="2682"/>
                    <a:pt x="13566" y="2634"/>
                  </a:cubicBezTo>
                  <a:cubicBezTo>
                    <a:pt x="13546" y="2620"/>
                    <a:pt x="13522" y="2610"/>
                    <a:pt x="13500" y="2595"/>
                  </a:cubicBezTo>
                  <a:cubicBezTo>
                    <a:pt x="13467" y="2578"/>
                    <a:pt x="13434" y="2556"/>
                    <a:pt x="13409" y="2534"/>
                  </a:cubicBezTo>
                  <a:cubicBezTo>
                    <a:pt x="13416" y="2511"/>
                    <a:pt x="13438" y="2451"/>
                    <a:pt x="13502" y="2291"/>
                  </a:cubicBezTo>
                  <a:cubicBezTo>
                    <a:pt x="13602" y="2043"/>
                    <a:pt x="13682" y="1829"/>
                    <a:pt x="13753" y="1617"/>
                  </a:cubicBezTo>
                  <a:cubicBezTo>
                    <a:pt x="13769" y="1564"/>
                    <a:pt x="13778" y="1490"/>
                    <a:pt x="13778" y="1426"/>
                  </a:cubicBezTo>
                  <a:cubicBezTo>
                    <a:pt x="13778" y="1359"/>
                    <a:pt x="13769" y="1308"/>
                    <a:pt x="13748" y="1275"/>
                  </a:cubicBezTo>
                  <a:cubicBezTo>
                    <a:pt x="13721" y="1230"/>
                    <a:pt x="13678" y="1199"/>
                    <a:pt x="13640" y="1175"/>
                  </a:cubicBezTo>
                  <a:lnTo>
                    <a:pt x="13617" y="1156"/>
                  </a:lnTo>
                  <a:cubicBezTo>
                    <a:pt x="13499" y="1071"/>
                    <a:pt x="13383" y="999"/>
                    <a:pt x="13259" y="926"/>
                  </a:cubicBezTo>
                  <a:lnTo>
                    <a:pt x="13138" y="852"/>
                  </a:lnTo>
                  <a:cubicBezTo>
                    <a:pt x="12648" y="549"/>
                    <a:pt x="12049" y="356"/>
                    <a:pt x="11520" y="182"/>
                  </a:cubicBezTo>
                  <a:lnTo>
                    <a:pt x="10995" y="68"/>
                  </a:lnTo>
                  <a:lnTo>
                    <a:pt x="10568" y="16"/>
                  </a:lnTo>
                  <a:lnTo>
                    <a:pt x="10463" y="16"/>
                  </a:lnTo>
                  <a:cubicBezTo>
                    <a:pt x="10416" y="5"/>
                    <a:pt x="10350" y="0"/>
                    <a:pt x="102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65"/>
            <p:cNvSpPr/>
            <p:nvPr/>
          </p:nvSpPr>
          <p:spPr>
            <a:xfrm>
              <a:off x="1110598" y="3312216"/>
              <a:ext cx="608968" cy="625717"/>
            </a:xfrm>
            <a:custGeom>
              <a:rect b="b" l="l" r="r" t="t"/>
              <a:pathLst>
                <a:path extrusionOk="0" h="22116" w="21524">
                  <a:moveTo>
                    <a:pt x="8917" y="2853"/>
                  </a:moveTo>
                  <a:cubicBezTo>
                    <a:pt x="9106" y="2853"/>
                    <a:pt x="9295" y="2874"/>
                    <a:pt x="9480" y="2920"/>
                  </a:cubicBezTo>
                  <a:cubicBezTo>
                    <a:pt x="9570" y="2942"/>
                    <a:pt x="9545" y="3076"/>
                    <a:pt x="9458" y="3077"/>
                  </a:cubicBezTo>
                  <a:cubicBezTo>
                    <a:pt x="8599" y="3100"/>
                    <a:pt x="7859" y="3166"/>
                    <a:pt x="7107" y="3621"/>
                  </a:cubicBezTo>
                  <a:cubicBezTo>
                    <a:pt x="7092" y="3630"/>
                    <a:pt x="7077" y="3634"/>
                    <a:pt x="7063" y="3634"/>
                  </a:cubicBezTo>
                  <a:cubicBezTo>
                    <a:pt x="6992" y="3634"/>
                    <a:pt x="6947" y="3525"/>
                    <a:pt x="7023" y="3475"/>
                  </a:cubicBezTo>
                  <a:cubicBezTo>
                    <a:pt x="7571" y="3116"/>
                    <a:pt x="8248" y="2853"/>
                    <a:pt x="8917" y="2853"/>
                  </a:cubicBezTo>
                  <a:close/>
                  <a:moveTo>
                    <a:pt x="7887" y="2620"/>
                  </a:moveTo>
                  <a:cubicBezTo>
                    <a:pt x="7959" y="2620"/>
                    <a:pt x="8031" y="2623"/>
                    <a:pt x="8103" y="2629"/>
                  </a:cubicBezTo>
                  <a:cubicBezTo>
                    <a:pt x="8170" y="2635"/>
                    <a:pt x="8168" y="2727"/>
                    <a:pt x="8103" y="2734"/>
                  </a:cubicBezTo>
                  <a:cubicBezTo>
                    <a:pt x="7217" y="2830"/>
                    <a:pt x="6418" y="3068"/>
                    <a:pt x="5736" y="3660"/>
                  </a:cubicBezTo>
                  <a:cubicBezTo>
                    <a:pt x="5727" y="3668"/>
                    <a:pt x="5718" y="3671"/>
                    <a:pt x="5709" y="3671"/>
                  </a:cubicBezTo>
                  <a:cubicBezTo>
                    <a:pt x="5676" y="3671"/>
                    <a:pt x="5647" y="3629"/>
                    <a:pt x="5676" y="3599"/>
                  </a:cubicBezTo>
                  <a:cubicBezTo>
                    <a:pt x="6276" y="3020"/>
                    <a:pt x="7050" y="2620"/>
                    <a:pt x="7887" y="2620"/>
                  </a:cubicBezTo>
                  <a:close/>
                  <a:moveTo>
                    <a:pt x="1874" y="9686"/>
                  </a:moveTo>
                  <a:cubicBezTo>
                    <a:pt x="1929" y="9686"/>
                    <a:pt x="1980" y="9727"/>
                    <a:pt x="1959" y="9793"/>
                  </a:cubicBezTo>
                  <a:cubicBezTo>
                    <a:pt x="1852" y="10108"/>
                    <a:pt x="1755" y="10392"/>
                    <a:pt x="1786" y="10730"/>
                  </a:cubicBezTo>
                  <a:cubicBezTo>
                    <a:pt x="1790" y="10768"/>
                    <a:pt x="1757" y="10789"/>
                    <a:pt x="1725" y="10789"/>
                  </a:cubicBezTo>
                  <a:cubicBezTo>
                    <a:pt x="1699" y="10789"/>
                    <a:pt x="1673" y="10776"/>
                    <a:pt x="1665" y="10746"/>
                  </a:cubicBezTo>
                  <a:cubicBezTo>
                    <a:pt x="1576" y="10406"/>
                    <a:pt x="1581" y="10015"/>
                    <a:pt x="1794" y="9724"/>
                  </a:cubicBezTo>
                  <a:cubicBezTo>
                    <a:pt x="1814" y="9698"/>
                    <a:pt x="1845" y="9686"/>
                    <a:pt x="1874" y="9686"/>
                  </a:cubicBezTo>
                  <a:close/>
                  <a:moveTo>
                    <a:pt x="1383" y="10024"/>
                  </a:moveTo>
                  <a:cubicBezTo>
                    <a:pt x="1413" y="10024"/>
                    <a:pt x="1441" y="10043"/>
                    <a:pt x="1440" y="10083"/>
                  </a:cubicBezTo>
                  <a:cubicBezTo>
                    <a:pt x="1435" y="10310"/>
                    <a:pt x="1365" y="10530"/>
                    <a:pt x="1357" y="10757"/>
                  </a:cubicBezTo>
                  <a:cubicBezTo>
                    <a:pt x="1344" y="11015"/>
                    <a:pt x="1389" y="11262"/>
                    <a:pt x="1479" y="11505"/>
                  </a:cubicBezTo>
                  <a:cubicBezTo>
                    <a:pt x="1494" y="11552"/>
                    <a:pt x="1450" y="11589"/>
                    <a:pt x="1409" y="11589"/>
                  </a:cubicBezTo>
                  <a:cubicBezTo>
                    <a:pt x="1388" y="11589"/>
                    <a:pt x="1368" y="11579"/>
                    <a:pt x="1358" y="11556"/>
                  </a:cubicBezTo>
                  <a:cubicBezTo>
                    <a:pt x="1156" y="11126"/>
                    <a:pt x="1011" y="10466"/>
                    <a:pt x="1328" y="10051"/>
                  </a:cubicBezTo>
                  <a:cubicBezTo>
                    <a:pt x="1341" y="10033"/>
                    <a:pt x="1363" y="10024"/>
                    <a:pt x="1383" y="10024"/>
                  </a:cubicBezTo>
                  <a:close/>
                  <a:moveTo>
                    <a:pt x="10330" y="6580"/>
                  </a:moveTo>
                  <a:cubicBezTo>
                    <a:pt x="10439" y="6580"/>
                    <a:pt x="10550" y="6590"/>
                    <a:pt x="10625" y="6609"/>
                  </a:cubicBezTo>
                  <a:cubicBezTo>
                    <a:pt x="10737" y="6616"/>
                    <a:pt x="10846" y="6625"/>
                    <a:pt x="10960" y="6633"/>
                  </a:cubicBezTo>
                  <a:cubicBezTo>
                    <a:pt x="11239" y="6700"/>
                    <a:pt x="11525" y="6739"/>
                    <a:pt x="11774" y="6843"/>
                  </a:cubicBezTo>
                  <a:cubicBezTo>
                    <a:pt x="11941" y="6911"/>
                    <a:pt x="12100" y="6987"/>
                    <a:pt x="12252" y="7064"/>
                  </a:cubicBezTo>
                  <a:cubicBezTo>
                    <a:pt x="13216" y="7565"/>
                    <a:pt x="13913" y="8297"/>
                    <a:pt x="14346" y="9345"/>
                  </a:cubicBezTo>
                  <a:cubicBezTo>
                    <a:pt x="14465" y="9630"/>
                    <a:pt x="14520" y="9948"/>
                    <a:pt x="14600" y="10275"/>
                  </a:cubicBezTo>
                  <a:cubicBezTo>
                    <a:pt x="14615" y="10432"/>
                    <a:pt x="14631" y="10588"/>
                    <a:pt x="14645" y="10745"/>
                  </a:cubicBezTo>
                  <a:cubicBezTo>
                    <a:pt x="14666" y="11709"/>
                    <a:pt x="14455" y="12461"/>
                    <a:pt x="14094" y="13049"/>
                  </a:cubicBezTo>
                  <a:cubicBezTo>
                    <a:pt x="14026" y="13163"/>
                    <a:pt x="13979" y="13278"/>
                    <a:pt x="13904" y="13384"/>
                  </a:cubicBezTo>
                  <a:cubicBezTo>
                    <a:pt x="13411" y="14089"/>
                    <a:pt x="12764" y="14621"/>
                    <a:pt x="11927" y="14984"/>
                  </a:cubicBezTo>
                  <a:cubicBezTo>
                    <a:pt x="11653" y="15102"/>
                    <a:pt x="11352" y="15157"/>
                    <a:pt x="11041" y="15235"/>
                  </a:cubicBezTo>
                  <a:cubicBezTo>
                    <a:pt x="10955" y="15259"/>
                    <a:pt x="10881" y="15242"/>
                    <a:pt x="10787" y="15264"/>
                  </a:cubicBezTo>
                  <a:cubicBezTo>
                    <a:pt x="10705" y="15281"/>
                    <a:pt x="10515" y="15301"/>
                    <a:pt x="10370" y="15301"/>
                  </a:cubicBezTo>
                  <a:cubicBezTo>
                    <a:pt x="10312" y="15301"/>
                    <a:pt x="10260" y="15298"/>
                    <a:pt x="10227" y="15290"/>
                  </a:cubicBezTo>
                  <a:lnTo>
                    <a:pt x="10064" y="15290"/>
                  </a:lnTo>
                  <a:cubicBezTo>
                    <a:pt x="9945" y="15281"/>
                    <a:pt x="9829" y="15269"/>
                    <a:pt x="9711" y="15264"/>
                  </a:cubicBezTo>
                  <a:cubicBezTo>
                    <a:pt x="9567" y="15235"/>
                    <a:pt x="9421" y="15210"/>
                    <a:pt x="9279" y="15182"/>
                  </a:cubicBezTo>
                  <a:cubicBezTo>
                    <a:pt x="9017" y="15101"/>
                    <a:pt x="8766" y="15031"/>
                    <a:pt x="8530" y="14928"/>
                  </a:cubicBezTo>
                  <a:cubicBezTo>
                    <a:pt x="7783" y="14602"/>
                    <a:pt x="7178" y="14090"/>
                    <a:pt x="6729" y="13432"/>
                  </a:cubicBezTo>
                  <a:cubicBezTo>
                    <a:pt x="6467" y="13054"/>
                    <a:pt x="6262" y="12629"/>
                    <a:pt x="6109" y="12162"/>
                  </a:cubicBezTo>
                  <a:cubicBezTo>
                    <a:pt x="6040" y="11959"/>
                    <a:pt x="6024" y="11735"/>
                    <a:pt x="5971" y="11515"/>
                  </a:cubicBezTo>
                  <a:cubicBezTo>
                    <a:pt x="5947" y="11415"/>
                    <a:pt x="5966" y="11303"/>
                    <a:pt x="5945" y="11207"/>
                  </a:cubicBezTo>
                  <a:lnTo>
                    <a:pt x="5945" y="11018"/>
                  </a:lnTo>
                  <a:cubicBezTo>
                    <a:pt x="5944" y="10884"/>
                    <a:pt x="5932" y="10691"/>
                    <a:pt x="5966" y="10557"/>
                  </a:cubicBezTo>
                  <a:lnTo>
                    <a:pt x="5966" y="10457"/>
                  </a:lnTo>
                  <a:cubicBezTo>
                    <a:pt x="5982" y="10339"/>
                    <a:pt x="6002" y="10223"/>
                    <a:pt x="6018" y="10105"/>
                  </a:cubicBezTo>
                  <a:cubicBezTo>
                    <a:pt x="6096" y="9809"/>
                    <a:pt x="6175" y="9528"/>
                    <a:pt x="6281" y="9274"/>
                  </a:cubicBezTo>
                  <a:cubicBezTo>
                    <a:pt x="6720" y="8240"/>
                    <a:pt x="7483" y="7417"/>
                    <a:pt x="8503" y="6969"/>
                  </a:cubicBezTo>
                  <a:cubicBezTo>
                    <a:pt x="8708" y="6879"/>
                    <a:pt x="8910" y="6827"/>
                    <a:pt x="9136" y="6751"/>
                  </a:cubicBezTo>
                  <a:cubicBezTo>
                    <a:pt x="9331" y="6690"/>
                    <a:pt x="9555" y="6668"/>
                    <a:pt x="9778" y="6616"/>
                  </a:cubicBezTo>
                  <a:cubicBezTo>
                    <a:pt x="9890" y="6610"/>
                    <a:pt x="10000" y="6603"/>
                    <a:pt x="10111" y="6598"/>
                  </a:cubicBezTo>
                  <a:cubicBezTo>
                    <a:pt x="10171" y="6585"/>
                    <a:pt x="10250" y="6580"/>
                    <a:pt x="10330" y="6580"/>
                  </a:cubicBezTo>
                  <a:close/>
                  <a:moveTo>
                    <a:pt x="6421" y="18542"/>
                  </a:moveTo>
                  <a:cubicBezTo>
                    <a:pt x="6430" y="18542"/>
                    <a:pt x="6440" y="18543"/>
                    <a:pt x="6450" y="18547"/>
                  </a:cubicBezTo>
                  <a:cubicBezTo>
                    <a:pt x="7074" y="18731"/>
                    <a:pt x="7641" y="18918"/>
                    <a:pt x="8268" y="18918"/>
                  </a:cubicBezTo>
                  <a:cubicBezTo>
                    <a:pt x="8416" y="18918"/>
                    <a:pt x="8567" y="18907"/>
                    <a:pt x="8724" y="18884"/>
                  </a:cubicBezTo>
                  <a:cubicBezTo>
                    <a:pt x="8727" y="18883"/>
                    <a:pt x="8731" y="18883"/>
                    <a:pt x="8735" y="18883"/>
                  </a:cubicBezTo>
                  <a:cubicBezTo>
                    <a:pt x="8808" y="18883"/>
                    <a:pt x="8840" y="18991"/>
                    <a:pt x="8760" y="19007"/>
                  </a:cubicBezTo>
                  <a:cubicBezTo>
                    <a:pt x="8461" y="19083"/>
                    <a:pt x="8140" y="19129"/>
                    <a:pt x="7819" y="19129"/>
                  </a:cubicBezTo>
                  <a:cubicBezTo>
                    <a:pt x="7306" y="19129"/>
                    <a:pt x="6795" y="19010"/>
                    <a:pt x="6387" y="18699"/>
                  </a:cubicBezTo>
                  <a:cubicBezTo>
                    <a:pt x="6323" y="18650"/>
                    <a:pt x="6346" y="18542"/>
                    <a:pt x="6421" y="18542"/>
                  </a:cubicBezTo>
                  <a:close/>
                  <a:moveTo>
                    <a:pt x="7910" y="19543"/>
                  </a:moveTo>
                  <a:cubicBezTo>
                    <a:pt x="7918" y="19543"/>
                    <a:pt x="7927" y="19545"/>
                    <a:pt x="7936" y="19548"/>
                  </a:cubicBezTo>
                  <a:cubicBezTo>
                    <a:pt x="8408" y="19729"/>
                    <a:pt x="8842" y="19875"/>
                    <a:pt x="9288" y="19875"/>
                  </a:cubicBezTo>
                  <a:cubicBezTo>
                    <a:pt x="9583" y="19875"/>
                    <a:pt x="9883" y="19811"/>
                    <a:pt x="10202" y="19651"/>
                  </a:cubicBezTo>
                  <a:cubicBezTo>
                    <a:pt x="10213" y="19646"/>
                    <a:pt x="10225" y="19643"/>
                    <a:pt x="10235" y="19643"/>
                  </a:cubicBezTo>
                  <a:cubicBezTo>
                    <a:pt x="10297" y="19643"/>
                    <a:pt x="10339" y="19732"/>
                    <a:pt x="10271" y="19771"/>
                  </a:cubicBezTo>
                  <a:cubicBezTo>
                    <a:pt x="9917" y="19982"/>
                    <a:pt x="9462" y="20117"/>
                    <a:pt x="9018" y="20117"/>
                  </a:cubicBezTo>
                  <a:cubicBezTo>
                    <a:pt x="8587" y="20117"/>
                    <a:pt x="8166" y="19990"/>
                    <a:pt x="7859" y="19682"/>
                  </a:cubicBezTo>
                  <a:cubicBezTo>
                    <a:pt x="7812" y="19634"/>
                    <a:pt x="7848" y="19543"/>
                    <a:pt x="7910" y="19543"/>
                  </a:cubicBezTo>
                  <a:close/>
                  <a:moveTo>
                    <a:pt x="11997" y="1"/>
                  </a:moveTo>
                  <a:cubicBezTo>
                    <a:pt x="11966" y="1"/>
                    <a:pt x="11936" y="3"/>
                    <a:pt x="11912" y="8"/>
                  </a:cubicBezTo>
                  <a:cubicBezTo>
                    <a:pt x="11826" y="27"/>
                    <a:pt x="11716" y="37"/>
                    <a:pt x="11631" y="44"/>
                  </a:cubicBezTo>
                  <a:cubicBezTo>
                    <a:pt x="11476" y="306"/>
                    <a:pt x="11419" y="688"/>
                    <a:pt x="11316" y="1001"/>
                  </a:cubicBezTo>
                  <a:cubicBezTo>
                    <a:pt x="11294" y="1066"/>
                    <a:pt x="11230" y="1335"/>
                    <a:pt x="11197" y="1363"/>
                  </a:cubicBezTo>
                  <a:cubicBezTo>
                    <a:pt x="11184" y="1373"/>
                    <a:pt x="11163" y="1377"/>
                    <a:pt x="11139" y="1377"/>
                  </a:cubicBezTo>
                  <a:cubicBezTo>
                    <a:pt x="11091" y="1377"/>
                    <a:pt x="11031" y="1364"/>
                    <a:pt x="10999" y="1363"/>
                  </a:cubicBezTo>
                  <a:cubicBezTo>
                    <a:pt x="10830" y="1357"/>
                    <a:pt x="10657" y="1338"/>
                    <a:pt x="10476" y="1338"/>
                  </a:cubicBezTo>
                  <a:cubicBezTo>
                    <a:pt x="10332" y="1338"/>
                    <a:pt x="10173" y="1333"/>
                    <a:pt x="10017" y="1333"/>
                  </a:cubicBezTo>
                  <a:cubicBezTo>
                    <a:pt x="9824" y="1333"/>
                    <a:pt x="9634" y="1341"/>
                    <a:pt x="9484" y="1375"/>
                  </a:cubicBezTo>
                  <a:cubicBezTo>
                    <a:pt x="9360" y="1404"/>
                    <a:pt x="9232" y="1386"/>
                    <a:pt x="9122" y="1411"/>
                  </a:cubicBezTo>
                  <a:cubicBezTo>
                    <a:pt x="8971" y="1447"/>
                    <a:pt x="8833" y="1430"/>
                    <a:pt x="8689" y="1465"/>
                  </a:cubicBezTo>
                  <a:cubicBezTo>
                    <a:pt x="8382" y="1542"/>
                    <a:pt x="8068" y="1568"/>
                    <a:pt x="7776" y="1662"/>
                  </a:cubicBezTo>
                  <a:cubicBezTo>
                    <a:pt x="7457" y="1767"/>
                    <a:pt x="7139" y="1844"/>
                    <a:pt x="6838" y="1971"/>
                  </a:cubicBezTo>
                  <a:cubicBezTo>
                    <a:pt x="6627" y="2059"/>
                    <a:pt x="6406" y="2161"/>
                    <a:pt x="6205" y="2250"/>
                  </a:cubicBezTo>
                  <a:cubicBezTo>
                    <a:pt x="6035" y="2327"/>
                    <a:pt x="5871" y="2392"/>
                    <a:pt x="5715" y="2487"/>
                  </a:cubicBezTo>
                  <a:cubicBezTo>
                    <a:pt x="5377" y="2692"/>
                    <a:pt x="5031" y="2884"/>
                    <a:pt x="4712" y="3108"/>
                  </a:cubicBezTo>
                  <a:cubicBezTo>
                    <a:pt x="4608" y="3182"/>
                    <a:pt x="4501" y="3266"/>
                    <a:pt x="4397" y="3342"/>
                  </a:cubicBezTo>
                  <a:cubicBezTo>
                    <a:pt x="4352" y="3375"/>
                    <a:pt x="4326" y="3427"/>
                    <a:pt x="4260" y="3442"/>
                  </a:cubicBezTo>
                  <a:cubicBezTo>
                    <a:pt x="4230" y="3403"/>
                    <a:pt x="4171" y="3388"/>
                    <a:pt x="4134" y="3352"/>
                  </a:cubicBezTo>
                  <a:cubicBezTo>
                    <a:pt x="4043" y="3266"/>
                    <a:pt x="3949" y="3193"/>
                    <a:pt x="3844" y="3116"/>
                  </a:cubicBezTo>
                  <a:cubicBezTo>
                    <a:pt x="3661" y="2981"/>
                    <a:pt x="3498" y="2801"/>
                    <a:pt x="3314" y="2664"/>
                  </a:cubicBezTo>
                  <a:cubicBezTo>
                    <a:pt x="3263" y="2631"/>
                    <a:pt x="3116" y="2518"/>
                    <a:pt x="3023" y="2518"/>
                  </a:cubicBezTo>
                  <a:cubicBezTo>
                    <a:pt x="3006" y="2518"/>
                    <a:pt x="2991" y="2522"/>
                    <a:pt x="2979" y="2530"/>
                  </a:cubicBezTo>
                  <a:cubicBezTo>
                    <a:pt x="2857" y="2568"/>
                    <a:pt x="2776" y="2683"/>
                    <a:pt x="2680" y="2756"/>
                  </a:cubicBezTo>
                  <a:cubicBezTo>
                    <a:pt x="2473" y="2911"/>
                    <a:pt x="2251" y="3097"/>
                    <a:pt x="2092" y="3305"/>
                  </a:cubicBezTo>
                  <a:cubicBezTo>
                    <a:pt x="2044" y="3352"/>
                    <a:pt x="1996" y="3397"/>
                    <a:pt x="1948" y="3442"/>
                  </a:cubicBezTo>
                  <a:cubicBezTo>
                    <a:pt x="1844" y="3580"/>
                    <a:pt x="1709" y="3701"/>
                    <a:pt x="1604" y="3840"/>
                  </a:cubicBezTo>
                  <a:cubicBezTo>
                    <a:pt x="1249" y="4314"/>
                    <a:pt x="891" y="4780"/>
                    <a:pt x="637" y="5360"/>
                  </a:cubicBezTo>
                  <a:cubicBezTo>
                    <a:pt x="513" y="5646"/>
                    <a:pt x="326" y="5935"/>
                    <a:pt x="320" y="6334"/>
                  </a:cubicBezTo>
                  <a:cubicBezTo>
                    <a:pt x="401" y="6386"/>
                    <a:pt x="458" y="6479"/>
                    <a:pt x="538" y="6532"/>
                  </a:cubicBezTo>
                  <a:cubicBezTo>
                    <a:pt x="567" y="6552"/>
                    <a:pt x="601" y="6552"/>
                    <a:pt x="630" y="6569"/>
                  </a:cubicBezTo>
                  <a:cubicBezTo>
                    <a:pt x="785" y="6667"/>
                    <a:pt x="942" y="6773"/>
                    <a:pt x="1098" y="6878"/>
                  </a:cubicBezTo>
                  <a:cubicBezTo>
                    <a:pt x="1220" y="6959"/>
                    <a:pt x="1328" y="7071"/>
                    <a:pt x="1460" y="7141"/>
                  </a:cubicBezTo>
                  <a:cubicBezTo>
                    <a:pt x="1332" y="7481"/>
                    <a:pt x="1192" y="7830"/>
                    <a:pt x="1073" y="8189"/>
                  </a:cubicBezTo>
                  <a:cubicBezTo>
                    <a:pt x="967" y="8500"/>
                    <a:pt x="922" y="8837"/>
                    <a:pt x="836" y="9163"/>
                  </a:cubicBezTo>
                  <a:cubicBezTo>
                    <a:pt x="762" y="9452"/>
                    <a:pt x="778" y="9775"/>
                    <a:pt x="713" y="10078"/>
                  </a:cubicBezTo>
                  <a:cubicBezTo>
                    <a:pt x="705" y="10204"/>
                    <a:pt x="699" y="10332"/>
                    <a:pt x="692" y="10456"/>
                  </a:cubicBezTo>
                  <a:cubicBezTo>
                    <a:pt x="684" y="10508"/>
                    <a:pt x="698" y="10594"/>
                    <a:pt x="684" y="10658"/>
                  </a:cubicBezTo>
                  <a:cubicBezTo>
                    <a:pt x="659" y="10784"/>
                    <a:pt x="654" y="11117"/>
                    <a:pt x="684" y="11244"/>
                  </a:cubicBezTo>
                  <a:cubicBezTo>
                    <a:pt x="710" y="11363"/>
                    <a:pt x="678" y="11491"/>
                    <a:pt x="704" y="11597"/>
                  </a:cubicBezTo>
                  <a:cubicBezTo>
                    <a:pt x="740" y="11755"/>
                    <a:pt x="704" y="11939"/>
                    <a:pt x="740" y="12094"/>
                  </a:cubicBezTo>
                  <a:cubicBezTo>
                    <a:pt x="763" y="12200"/>
                    <a:pt x="756" y="12317"/>
                    <a:pt x="785" y="12429"/>
                  </a:cubicBezTo>
                  <a:cubicBezTo>
                    <a:pt x="871" y="12783"/>
                    <a:pt x="900" y="13148"/>
                    <a:pt x="1011" y="13487"/>
                  </a:cubicBezTo>
                  <a:cubicBezTo>
                    <a:pt x="1070" y="13669"/>
                    <a:pt x="1117" y="13856"/>
                    <a:pt x="1184" y="14038"/>
                  </a:cubicBezTo>
                  <a:cubicBezTo>
                    <a:pt x="1216" y="14127"/>
                    <a:pt x="1267" y="14220"/>
                    <a:pt x="1281" y="14317"/>
                  </a:cubicBezTo>
                  <a:cubicBezTo>
                    <a:pt x="1229" y="14351"/>
                    <a:pt x="1207" y="14417"/>
                    <a:pt x="1157" y="14454"/>
                  </a:cubicBezTo>
                  <a:cubicBezTo>
                    <a:pt x="873" y="14652"/>
                    <a:pt x="569" y="14830"/>
                    <a:pt x="281" y="15022"/>
                  </a:cubicBezTo>
                  <a:cubicBezTo>
                    <a:pt x="175" y="15092"/>
                    <a:pt x="6" y="15159"/>
                    <a:pt x="0" y="15329"/>
                  </a:cubicBezTo>
                  <a:cubicBezTo>
                    <a:pt x="29" y="15413"/>
                    <a:pt x="55" y="15499"/>
                    <a:pt x="82" y="15583"/>
                  </a:cubicBezTo>
                  <a:cubicBezTo>
                    <a:pt x="160" y="15768"/>
                    <a:pt x="249" y="15960"/>
                    <a:pt x="336" y="16135"/>
                  </a:cubicBezTo>
                  <a:cubicBezTo>
                    <a:pt x="358" y="16175"/>
                    <a:pt x="361" y="16216"/>
                    <a:pt x="383" y="16252"/>
                  </a:cubicBezTo>
                  <a:cubicBezTo>
                    <a:pt x="531" y="16497"/>
                    <a:pt x="654" y="16754"/>
                    <a:pt x="806" y="16994"/>
                  </a:cubicBezTo>
                  <a:cubicBezTo>
                    <a:pt x="1112" y="17476"/>
                    <a:pt x="1469" y="17921"/>
                    <a:pt x="1863" y="18312"/>
                  </a:cubicBezTo>
                  <a:cubicBezTo>
                    <a:pt x="2062" y="18510"/>
                    <a:pt x="2265" y="18695"/>
                    <a:pt x="2505" y="18855"/>
                  </a:cubicBezTo>
                  <a:cubicBezTo>
                    <a:pt x="2590" y="18913"/>
                    <a:pt x="2681" y="19006"/>
                    <a:pt x="2812" y="19019"/>
                  </a:cubicBezTo>
                  <a:cubicBezTo>
                    <a:pt x="2873" y="18957"/>
                    <a:pt x="2965" y="18942"/>
                    <a:pt x="3039" y="18891"/>
                  </a:cubicBezTo>
                  <a:cubicBezTo>
                    <a:pt x="3106" y="18846"/>
                    <a:pt x="3161" y="18760"/>
                    <a:pt x="3228" y="18709"/>
                  </a:cubicBezTo>
                  <a:cubicBezTo>
                    <a:pt x="3396" y="18583"/>
                    <a:pt x="3559" y="18453"/>
                    <a:pt x="3734" y="18331"/>
                  </a:cubicBezTo>
                  <a:cubicBezTo>
                    <a:pt x="3799" y="18286"/>
                    <a:pt x="3868" y="18196"/>
                    <a:pt x="3942" y="18169"/>
                  </a:cubicBezTo>
                  <a:lnTo>
                    <a:pt x="3942" y="18177"/>
                  </a:lnTo>
                  <a:cubicBezTo>
                    <a:pt x="4013" y="18200"/>
                    <a:pt x="4065" y="18288"/>
                    <a:pt x="4123" y="18330"/>
                  </a:cubicBezTo>
                  <a:cubicBezTo>
                    <a:pt x="4164" y="18360"/>
                    <a:pt x="4206" y="18392"/>
                    <a:pt x="4244" y="18426"/>
                  </a:cubicBezTo>
                  <a:cubicBezTo>
                    <a:pt x="4320" y="18488"/>
                    <a:pt x="4397" y="18554"/>
                    <a:pt x="4477" y="18610"/>
                  </a:cubicBezTo>
                  <a:cubicBezTo>
                    <a:pt x="4829" y="18868"/>
                    <a:pt x="5199" y="19100"/>
                    <a:pt x="5577" y="19333"/>
                  </a:cubicBezTo>
                  <a:cubicBezTo>
                    <a:pt x="5691" y="19400"/>
                    <a:pt x="5810" y="19436"/>
                    <a:pt x="5923" y="19506"/>
                  </a:cubicBezTo>
                  <a:cubicBezTo>
                    <a:pt x="6416" y="19806"/>
                    <a:pt x="7028" y="19999"/>
                    <a:pt x="7619" y="20192"/>
                  </a:cubicBezTo>
                  <a:cubicBezTo>
                    <a:pt x="7838" y="20246"/>
                    <a:pt x="8059" y="20300"/>
                    <a:pt x="8279" y="20357"/>
                  </a:cubicBezTo>
                  <a:cubicBezTo>
                    <a:pt x="8533" y="20429"/>
                    <a:pt x="8802" y="20431"/>
                    <a:pt x="9064" y="20490"/>
                  </a:cubicBezTo>
                  <a:cubicBezTo>
                    <a:pt x="9176" y="20517"/>
                    <a:pt x="9296" y="20505"/>
                    <a:pt x="9398" y="20530"/>
                  </a:cubicBezTo>
                  <a:cubicBezTo>
                    <a:pt x="9472" y="20531"/>
                    <a:pt x="9549" y="20534"/>
                    <a:pt x="9624" y="20537"/>
                  </a:cubicBezTo>
                  <a:cubicBezTo>
                    <a:pt x="9657" y="20544"/>
                    <a:pt x="9693" y="20546"/>
                    <a:pt x="9729" y="20546"/>
                  </a:cubicBezTo>
                  <a:cubicBezTo>
                    <a:pt x="9766" y="20546"/>
                    <a:pt x="9805" y="20544"/>
                    <a:pt x="9843" y="20544"/>
                  </a:cubicBezTo>
                  <a:cubicBezTo>
                    <a:pt x="9885" y="20544"/>
                    <a:pt x="9927" y="20547"/>
                    <a:pt x="9968" y="20556"/>
                  </a:cubicBezTo>
                  <a:cubicBezTo>
                    <a:pt x="10041" y="20572"/>
                    <a:pt x="10125" y="20577"/>
                    <a:pt x="10214" y="20577"/>
                  </a:cubicBezTo>
                  <a:cubicBezTo>
                    <a:pt x="10392" y="20577"/>
                    <a:pt x="10587" y="20556"/>
                    <a:pt x="10737" y="20556"/>
                  </a:cubicBezTo>
                  <a:cubicBezTo>
                    <a:pt x="10731" y="20726"/>
                    <a:pt x="10808" y="20873"/>
                    <a:pt x="10855" y="21009"/>
                  </a:cubicBezTo>
                  <a:cubicBezTo>
                    <a:pt x="10932" y="21243"/>
                    <a:pt x="10968" y="21501"/>
                    <a:pt x="11044" y="21732"/>
                  </a:cubicBezTo>
                  <a:cubicBezTo>
                    <a:pt x="11083" y="21853"/>
                    <a:pt x="11102" y="22052"/>
                    <a:pt x="11217" y="22094"/>
                  </a:cubicBezTo>
                  <a:cubicBezTo>
                    <a:pt x="11240" y="22110"/>
                    <a:pt x="11280" y="22115"/>
                    <a:pt x="11325" y="22115"/>
                  </a:cubicBezTo>
                  <a:cubicBezTo>
                    <a:pt x="11411" y="22115"/>
                    <a:pt x="11517" y="22097"/>
                    <a:pt x="11579" y="22097"/>
                  </a:cubicBezTo>
                  <a:cubicBezTo>
                    <a:pt x="11886" y="22093"/>
                    <a:pt x="12246" y="22039"/>
                    <a:pt x="12510" y="21970"/>
                  </a:cubicBezTo>
                  <a:cubicBezTo>
                    <a:pt x="12764" y="21904"/>
                    <a:pt x="13002" y="21885"/>
                    <a:pt x="13242" y="21806"/>
                  </a:cubicBezTo>
                  <a:cubicBezTo>
                    <a:pt x="14171" y="21504"/>
                    <a:pt x="14997" y="21200"/>
                    <a:pt x="15618" y="20588"/>
                  </a:cubicBezTo>
                  <a:cubicBezTo>
                    <a:pt x="15608" y="20386"/>
                    <a:pt x="15518" y="20221"/>
                    <a:pt x="15454" y="20073"/>
                  </a:cubicBezTo>
                  <a:cubicBezTo>
                    <a:pt x="15372" y="19881"/>
                    <a:pt x="15323" y="19697"/>
                    <a:pt x="15256" y="19493"/>
                  </a:cubicBezTo>
                  <a:cubicBezTo>
                    <a:pt x="15227" y="19407"/>
                    <a:pt x="15186" y="19324"/>
                    <a:pt x="15182" y="19214"/>
                  </a:cubicBezTo>
                  <a:cubicBezTo>
                    <a:pt x="15323" y="19146"/>
                    <a:pt x="15446" y="19054"/>
                    <a:pt x="15571" y="18970"/>
                  </a:cubicBezTo>
                  <a:cubicBezTo>
                    <a:pt x="15888" y="18759"/>
                    <a:pt x="16175" y="18533"/>
                    <a:pt x="16473" y="18310"/>
                  </a:cubicBezTo>
                  <a:cubicBezTo>
                    <a:pt x="16579" y="18234"/>
                    <a:pt x="16660" y="18116"/>
                    <a:pt x="16762" y="18039"/>
                  </a:cubicBezTo>
                  <a:cubicBezTo>
                    <a:pt x="16928" y="17916"/>
                    <a:pt x="17097" y="17753"/>
                    <a:pt x="17222" y="17587"/>
                  </a:cubicBezTo>
                  <a:lnTo>
                    <a:pt x="17466" y="17343"/>
                  </a:lnTo>
                  <a:cubicBezTo>
                    <a:pt x="17592" y="17178"/>
                    <a:pt x="17731" y="17026"/>
                    <a:pt x="17857" y="16854"/>
                  </a:cubicBezTo>
                  <a:cubicBezTo>
                    <a:pt x="18055" y="16584"/>
                    <a:pt x="18267" y="16313"/>
                    <a:pt x="18453" y="16024"/>
                  </a:cubicBezTo>
                  <a:cubicBezTo>
                    <a:pt x="18545" y="15873"/>
                    <a:pt x="18613" y="15714"/>
                    <a:pt x="18708" y="15562"/>
                  </a:cubicBezTo>
                  <a:cubicBezTo>
                    <a:pt x="18834" y="15354"/>
                    <a:pt x="18958" y="15115"/>
                    <a:pt x="19059" y="14884"/>
                  </a:cubicBezTo>
                  <a:cubicBezTo>
                    <a:pt x="19134" y="14711"/>
                    <a:pt x="19183" y="14547"/>
                    <a:pt x="19257" y="14369"/>
                  </a:cubicBezTo>
                  <a:cubicBezTo>
                    <a:pt x="19363" y="14114"/>
                    <a:pt x="19468" y="13834"/>
                    <a:pt x="19538" y="13547"/>
                  </a:cubicBezTo>
                  <a:cubicBezTo>
                    <a:pt x="19581" y="13547"/>
                    <a:pt x="19605" y="13533"/>
                    <a:pt x="19628" y="13531"/>
                  </a:cubicBezTo>
                  <a:cubicBezTo>
                    <a:pt x="19647" y="13524"/>
                    <a:pt x="19668" y="13522"/>
                    <a:pt x="19690" y="13522"/>
                  </a:cubicBezTo>
                  <a:cubicBezTo>
                    <a:pt x="19745" y="13522"/>
                    <a:pt x="19803" y="13537"/>
                    <a:pt x="19843" y="13538"/>
                  </a:cubicBezTo>
                  <a:cubicBezTo>
                    <a:pt x="20026" y="13545"/>
                    <a:pt x="20214" y="13531"/>
                    <a:pt x="20377" y="13567"/>
                  </a:cubicBezTo>
                  <a:cubicBezTo>
                    <a:pt x="20413" y="13575"/>
                    <a:pt x="20450" y="13577"/>
                    <a:pt x="20486" y="13577"/>
                  </a:cubicBezTo>
                  <a:cubicBezTo>
                    <a:pt x="20508" y="13577"/>
                    <a:pt x="20530" y="13576"/>
                    <a:pt x="20551" y="13576"/>
                  </a:cubicBezTo>
                  <a:cubicBezTo>
                    <a:pt x="20581" y="13576"/>
                    <a:pt x="20610" y="13577"/>
                    <a:pt x="20638" y="13583"/>
                  </a:cubicBezTo>
                  <a:cubicBezTo>
                    <a:pt x="20668" y="13589"/>
                    <a:pt x="20720" y="13592"/>
                    <a:pt x="20779" y="13592"/>
                  </a:cubicBezTo>
                  <a:cubicBezTo>
                    <a:pt x="20905" y="13592"/>
                    <a:pt x="21060" y="13579"/>
                    <a:pt x="21092" y="13558"/>
                  </a:cubicBezTo>
                  <a:cubicBezTo>
                    <a:pt x="21173" y="13529"/>
                    <a:pt x="21169" y="13454"/>
                    <a:pt x="21198" y="13376"/>
                  </a:cubicBezTo>
                  <a:cubicBezTo>
                    <a:pt x="21268" y="13195"/>
                    <a:pt x="21290" y="12988"/>
                    <a:pt x="21343" y="12780"/>
                  </a:cubicBezTo>
                  <a:cubicBezTo>
                    <a:pt x="21380" y="12644"/>
                    <a:pt x="21391" y="12478"/>
                    <a:pt x="21426" y="12337"/>
                  </a:cubicBezTo>
                  <a:cubicBezTo>
                    <a:pt x="21428" y="12289"/>
                    <a:pt x="21431" y="12240"/>
                    <a:pt x="21434" y="12193"/>
                  </a:cubicBezTo>
                  <a:cubicBezTo>
                    <a:pt x="21470" y="12042"/>
                    <a:pt x="21453" y="11853"/>
                    <a:pt x="21487" y="11694"/>
                  </a:cubicBezTo>
                  <a:lnTo>
                    <a:pt x="21487" y="11531"/>
                  </a:lnTo>
                  <a:cubicBezTo>
                    <a:pt x="21524" y="11364"/>
                    <a:pt x="21500" y="11146"/>
                    <a:pt x="21496" y="10980"/>
                  </a:cubicBezTo>
                  <a:cubicBezTo>
                    <a:pt x="21487" y="10537"/>
                    <a:pt x="21466" y="10128"/>
                    <a:pt x="21370" y="9766"/>
                  </a:cubicBezTo>
                  <a:cubicBezTo>
                    <a:pt x="21304" y="9524"/>
                    <a:pt x="21266" y="9298"/>
                    <a:pt x="21181" y="9089"/>
                  </a:cubicBezTo>
                  <a:cubicBezTo>
                    <a:pt x="21147" y="9010"/>
                    <a:pt x="21133" y="8871"/>
                    <a:pt x="21028" y="8864"/>
                  </a:cubicBezTo>
                  <a:cubicBezTo>
                    <a:pt x="20983" y="8837"/>
                    <a:pt x="20853" y="8848"/>
                    <a:pt x="20791" y="8837"/>
                  </a:cubicBezTo>
                  <a:cubicBezTo>
                    <a:pt x="20784" y="8836"/>
                    <a:pt x="20771" y="8836"/>
                    <a:pt x="20755" y="8836"/>
                  </a:cubicBezTo>
                  <a:cubicBezTo>
                    <a:pt x="20650" y="8836"/>
                    <a:pt x="20389" y="8857"/>
                    <a:pt x="20314" y="8874"/>
                  </a:cubicBezTo>
                  <a:lnTo>
                    <a:pt x="20052" y="8874"/>
                  </a:lnTo>
                  <a:cubicBezTo>
                    <a:pt x="20025" y="8880"/>
                    <a:pt x="19965" y="8883"/>
                    <a:pt x="19900" y="8883"/>
                  </a:cubicBezTo>
                  <a:cubicBezTo>
                    <a:pt x="19801" y="8883"/>
                    <a:pt x="19690" y="8875"/>
                    <a:pt x="19664" y="8855"/>
                  </a:cubicBezTo>
                  <a:cubicBezTo>
                    <a:pt x="19635" y="8808"/>
                    <a:pt x="19645" y="8740"/>
                    <a:pt x="19628" y="8682"/>
                  </a:cubicBezTo>
                  <a:cubicBezTo>
                    <a:pt x="19581" y="8525"/>
                    <a:pt x="19554" y="8362"/>
                    <a:pt x="19501" y="8204"/>
                  </a:cubicBezTo>
                  <a:cubicBezTo>
                    <a:pt x="19352" y="7764"/>
                    <a:pt x="19202" y="7337"/>
                    <a:pt x="19023" y="6931"/>
                  </a:cubicBezTo>
                  <a:cubicBezTo>
                    <a:pt x="18741" y="6292"/>
                    <a:pt x="18348" y="5685"/>
                    <a:pt x="17956" y="5150"/>
                  </a:cubicBezTo>
                  <a:cubicBezTo>
                    <a:pt x="17781" y="4909"/>
                    <a:pt x="17566" y="4698"/>
                    <a:pt x="17387" y="4464"/>
                  </a:cubicBezTo>
                  <a:cubicBezTo>
                    <a:pt x="17344" y="4420"/>
                    <a:pt x="17299" y="4378"/>
                    <a:pt x="17254" y="4336"/>
                  </a:cubicBezTo>
                  <a:cubicBezTo>
                    <a:pt x="17153" y="4205"/>
                    <a:pt x="17024" y="4073"/>
                    <a:pt x="16892" y="3974"/>
                  </a:cubicBezTo>
                  <a:lnTo>
                    <a:pt x="16665" y="3747"/>
                  </a:lnTo>
                  <a:cubicBezTo>
                    <a:pt x="16537" y="3651"/>
                    <a:pt x="16418" y="3544"/>
                    <a:pt x="16296" y="3441"/>
                  </a:cubicBezTo>
                  <a:cubicBezTo>
                    <a:pt x="16237" y="3393"/>
                    <a:pt x="16182" y="3347"/>
                    <a:pt x="16122" y="3304"/>
                  </a:cubicBezTo>
                  <a:cubicBezTo>
                    <a:pt x="15999" y="3215"/>
                    <a:pt x="15875" y="3121"/>
                    <a:pt x="15752" y="3033"/>
                  </a:cubicBezTo>
                  <a:cubicBezTo>
                    <a:pt x="15699" y="2997"/>
                    <a:pt x="15601" y="2974"/>
                    <a:pt x="15589" y="2897"/>
                  </a:cubicBezTo>
                  <a:cubicBezTo>
                    <a:pt x="15618" y="2859"/>
                    <a:pt x="15614" y="2801"/>
                    <a:pt x="15634" y="2753"/>
                  </a:cubicBezTo>
                  <a:cubicBezTo>
                    <a:pt x="15673" y="2654"/>
                    <a:pt x="15708" y="2545"/>
                    <a:pt x="15752" y="2437"/>
                  </a:cubicBezTo>
                  <a:cubicBezTo>
                    <a:pt x="15817" y="2279"/>
                    <a:pt x="15874" y="2119"/>
                    <a:pt x="15942" y="1959"/>
                  </a:cubicBezTo>
                  <a:cubicBezTo>
                    <a:pt x="16008" y="1803"/>
                    <a:pt x="16088" y="1641"/>
                    <a:pt x="16077" y="1436"/>
                  </a:cubicBezTo>
                  <a:cubicBezTo>
                    <a:pt x="16032" y="1404"/>
                    <a:pt x="15996" y="1350"/>
                    <a:pt x="15949" y="1316"/>
                  </a:cubicBezTo>
                  <a:cubicBezTo>
                    <a:pt x="15553" y="1036"/>
                    <a:pt x="15081" y="808"/>
                    <a:pt x="14615" y="604"/>
                  </a:cubicBezTo>
                  <a:cubicBezTo>
                    <a:pt x="14480" y="546"/>
                    <a:pt x="14353" y="514"/>
                    <a:pt x="14216" y="460"/>
                  </a:cubicBezTo>
                  <a:cubicBezTo>
                    <a:pt x="13898" y="329"/>
                    <a:pt x="13542" y="242"/>
                    <a:pt x="13186" y="143"/>
                  </a:cubicBezTo>
                  <a:cubicBezTo>
                    <a:pt x="12995" y="89"/>
                    <a:pt x="12806" y="98"/>
                    <a:pt x="12598" y="53"/>
                  </a:cubicBezTo>
                  <a:cubicBezTo>
                    <a:pt x="12517" y="33"/>
                    <a:pt x="12402" y="37"/>
                    <a:pt x="12319" y="17"/>
                  </a:cubicBezTo>
                  <a:lnTo>
                    <a:pt x="12155" y="17"/>
                  </a:lnTo>
                  <a:cubicBezTo>
                    <a:pt x="12120" y="8"/>
                    <a:pt x="12056" y="1"/>
                    <a:pt x="1199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65"/>
            <p:cNvSpPr/>
            <p:nvPr/>
          </p:nvSpPr>
          <p:spPr>
            <a:xfrm>
              <a:off x="1277264" y="3497017"/>
              <a:ext cx="248917" cy="249512"/>
            </a:xfrm>
            <a:custGeom>
              <a:rect b="b" l="l" r="r" t="t"/>
              <a:pathLst>
                <a:path extrusionOk="0" h="8819" w="8798">
                  <a:moveTo>
                    <a:pt x="4401" y="234"/>
                  </a:moveTo>
                  <a:cubicBezTo>
                    <a:pt x="4508" y="234"/>
                    <a:pt x="4616" y="242"/>
                    <a:pt x="4692" y="258"/>
                  </a:cubicBezTo>
                  <a:lnTo>
                    <a:pt x="4965" y="274"/>
                  </a:lnTo>
                  <a:cubicBezTo>
                    <a:pt x="5057" y="298"/>
                    <a:pt x="5152" y="314"/>
                    <a:pt x="5245" y="334"/>
                  </a:cubicBezTo>
                  <a:cubicBezTo>
                    <a:pt x="5435" y="370"/>
                    <a:pt x="5615" y="404"/>
                    <a:pt x="5780" y="471"/>
                  </a:cubicBezTo>
                  <a:cubicBezTo>
                    <a:pt x="5932" y="536"/>
                    <a:pt x="6081" y="601"/>
                    <a:pt x="6219" y="668"/>
                  </a:cubicBezTo>
                  <a:cubicBezTo>
                    <a:pt x="7216" y="1174"/>
                    <a:pt x="7863" y="1869"/>
                    <a:pt x="8282" y="2884"/>
                  </a:cubicBezTo>
                  <a:cubicBezTo>
                    <a:pt x="8365" y="3086"/>
                    <a:pt x="8413" y="3301"/>
                    <a:pt x="8465" y="3530"/>
                  </a:cubicBezTo>
                  <a:cubicBezTo>
                    <a:pt x="8485" y="3612"/>
                    <a:pt x="8501" y="3697"/>
                    <a:pt x="8523" y="3772"/>
                  </a:cubicBezTo>
                  <a:lnTo>
                    <a:pt x="8567" y="4268"/>
                  </a:lnTo>
                  <a:cubicBezTo>
                    <a:pt x="8561" y="6106"/>
                    <a:pt x="7623" y="7558"/>
                    <a:pt x="5996" y="8252"/>
                  </a:cubicBezTo>
                  <a:cubicBezTo>
                    <a:pt x="5764" y="8351"/>
                    <a:pt x="5514" y="8422"/>
                    <a:pt x="5208" y="8503"/>
                  </a:cubicBezTo>
                  <a:cubicBezTo>
                    <a:pt x="5150" y="8518"/>
                    <a:pt x="5090" y="8525"/>
                    <a:pt x="5032" y="8532"/>
                  </a:cubicBezTo>
                  <a:cubicBezTo>
                    <a:pt x="4977" y="8538"/>
                    <a:pt x="4920" y="8546"/>
                    <a:pt x="4880" y="8556"/>
                  </a:cubicBezTo>
                  <a:lnTo>
                    <a:pt x="4768" y="8556"/>
                  </a:lnTo>
                  <a:cubicBezTo>
                    <a:pt x="4694" y="8573"/>
                    <a:pt x="4557" y="8584"/>
                    <a:pt x="4423" y="8584"/>
                  </a:cubicBezTo>
                  <a:cubicBezTo>
                    <a:pt x="4321" y="8584"/>
                    <a:pt x="4222" y="8577"/>
                    <a:pt x="4156" y="8563"/>
                  </a:cubicBezTo>
                  <a:lnTo>
                    <a:pt x="4025" y="8569"/>
                  </a:lnTo>
                  <a:lnTo>
                    <a:pt x="3642" y="8514"/>
                  </a:lnTo>
                  <a:lnTo>
                    <a:pt x="3536" y="8489"/>
                  </a:lnTo>
                  <a:cubicBezTo>
                    <a:pt x="3243" y="8415"/>
                    <a:pt x="2963" y="8343"/>
                    <a:pt x="2708" y="8230"/>
                  </a:cubicBezTo>
                  <a:cubicBezTo>
                    <a:pt x="1975" y="7907"/>
                    <a:pt x="1377" y="7401"/>
                    <a:pt x="945" y="6744"/>
                  </a:cubicBezTo>
                  <a:cubicBezTo>
                    <a:pt x="724" y="6417"/>
                    <a:pt x="547" y="6048"/>
                    <a:pt x="415" y="5646"/>
                  </a:cubicBezTo>
                  <a:cubicBezTo>
                    <a:pt x="371" y="5511"/>
                    <a:pt x="345" y="5373"/>
                    <a:pt x="317" y="5225"/>
                  </a:cubicBezTo>
                  <a:cubicBezTo>
                    <a:pt x="301" y="5132"/>
                    <a:pt x="285" y="5037"/>
                    <a:pt x="264" y="4944"/>
                  </a:cubicBezTo>
                  <a:cubicBezTo>
                    <a:pt x="250" y="4899"/>
                    <a:pt x="249" y="4848"/>
                    <a:pt x="249" y="4796"/>
                  </a:cubicBezTo>
                  <a:cubicBezTo>
                    <a:pt x="249" y="4744"/>
                    <a:pt x="248" y="4690"/>
                    <a:pt x="236" y="4651"/>
                  </a:cubicBezTo>
                  <a:lnTo>
                    <a:pt x="234" y="4296"/>
                  </a:lnTo>
                  <a:cubicBezTo>
                    <a:pt x="234" y="4220"/>
                    <a:pt x="236" y="4129"/>
                    <a:pt x="255" y="4054"/>
                  </a:cubicBezTo>
                  <a:cubicBezTo>
                    <a:pt x="269" y="3980"/>
                    <a:pt x="274" y="3912"/>
                    <a:pt x="277" y="3849"/>
                  </a:cubicBezTo>
                  <a:cubicBezTo>
                    <a:pt x="278" y="3784"/>
                    <a:pt x="284" y="3721"/>
                    <a:pt x="301" y="3640"/>
                  </a:cubicBezTo>
                  <a:cubicBezTo>
                    <a:pt x="377" y="3345"/>
                    <a:pt x="453" y="3066"/>
                    <a:pt x="557" y="2814"/>
                  </a:cubicBezTo>
                  <a:cubicBezTo>
                    <a:pt x="986" y="1802"/>
                    <a:pt x="1747" y="1016"/>
                    <a:pt x="2702" y="600"/>
                  </a:cubicBezTo>
                  <a:cubicBezTo>
                    <a:pt x="2830" y="545"/>
                    <a:pt x="2953" y="503"/>
                    <a:pt x="3087" y="463"/>
                  </a:cubicBezTo>
                  <a:cubicBezTo>
                    <a:pt x="3139" y="447"/>
                    <a:pt x="3193" y="430"/>
                    <a:pt x="3247" y="412"/>
                  </a:cubicBezTo>
                  <a:cubicBezTo>
                    <a:pt x="3357" y="375"/>
                    <a:pt x="3480" y="350"/>
                    <a:pt x="3610" y="324"/>
                  </a:cubicBezTo>
                  <a:cubicBezTo>
                    <a:pt x="3685" y="309"/>
                    <a:pt x="3760" y="295"/>
                    <a:pt x="3821" y="277"/>
                  </a:cubicBezTo>
                  <a:lnTo>
                    <a:pt x="4118" y="258"/>
                  </a:lnTo>
                  <a:cubicBezTo>
                    <a:pt x="4189" y="242"/>
                    <a:pt x="4294" y="234"/>
                    <a:pt x="4401" y="234"/>
                  </a:cubicBezTo>
                  <a:close/>
                  <a:moveTo>
                    <a:pt x="4439" y="1"/>
                  </a:moveTo>
                  <a:cubicBezTo>
                    <a:pt x="4356" y="1"/>
                    <a:pt x="4275" y="7"/>
                    <a:pt x="4212" y="20"/>
                  </a:cubicBezTo>
                  <a:lnTo>
                    <a:pt x="3871" y="40"/>
                  </a:lnTo>
                  <a:cubicBezTo>
                    <a:pt x="3785" y="59"/>
                    <a:pt x="3696" y="77"/>
                    <a:pt x="3609" y="91"/>
                  </a:cubicBezTo>
                  <a:cubicBezTo>
                    <a:pt x="3475" y="114"/>
                    <a:pt x="3346" y="138"/>
                    <a:pt x="3224" y="175"/>
                  </a:cubicBezTo>
                  <a:lnTo>
                    <a:pt x="3061" y="229"/>
                  </a:lnTo>
                  <a:cubicBezTo>
                    <a:pt x="2897" y="280"/>
                    <a:pt x="2742" y="327"/>
                    <a:pt x="2585" y="394"/>
                  </a:cubicBezTo>
                  <a:cubicBezTo>
                    <a:pt x="1575" y="840"/>
                    <a:pt x="797" y="1647"/>
                    <a:pt x="339" y="2724"/>
                  </a:cubicBezTo>
                  <a:cubicBezTo>
                    <a:pt x="229" y="2981"/>
                    <a:pt x="153" y="3268"/>
                    <a:pt x="76" y="3566"/>
                  </a:cubicBezTo>
                  <a:lnTo>
                    <a:pt x="22" y="3926"/>
                  </a:lnTo>
                  <a:lnTo>
                    <a:pt x="22" y="4017"/>
                  </a:lnTo>
                  <a:cubicBezTo>
                    <a:pt x="8" y="4084"/>
                    <a:pt x="0" y="4172"/>
                    <a:pt x="0" y="4290"/>
                  </a:cubicBezTo>
                  <a:cubicBezTo>
                    <a:pt x="0" y="4341"/>
                    <a:pt x="0" y="4390"/>
                    <a:pt x="2" y="4434"/>
                  </a:cubicBezTo>
                  <a:lnTo>
                    <a:pt x="3" y="4685"/>
                  </a:lnTo>
                  <a:cubicBezTo>
                    <a:pt x="12" y="4729"/>
                    <a:pt x="12" y="4774"/>
                    <a:pt x="12" y="4824"/>
                  </a:cubicBezTo>
                  <a:cubicBezTo>
                    <a:pt x="15" y="4877"/>
                    <a:pt x="15" y="4935"/>
                    <a:pt x="29" y="4992"/>
                  </a:cubicBezTo>
                  <a:cubicBezTo>
                    <a:pt x="48" y="5078"/>
                    <a:pt x="66" y="5167"/>
                    <a:pt x="80" y="5254"/>
                  </a:cubicBezTo>
                  <a:cubicBezTo>
                    <a:pt x="102" y="5383"/>
                    <a:pt x="125" y="5519"/>
                    <a:pt x="165" y="5648"/>
                  </a:cubicBezTo>
                  <a:cubicBezTo>
                    <a:pt x="323" y="6129"/>
                    <a:pt x="535" y="6564"/>
                    <a:pt x="800" y="6946"/>
                  </a:cubicBezTo>
                  <a:cubicBezTo>
                    <a:pt x="1259" y="7611"/>
                    <a:pt x="1872" y="8118"/>
                    <a:pt x="2613" y="8441"/>
                  </a:cubicBezTo>
                  <a:cubicBezTo>
                    <a:pt x="2815" y="8531"/>
                    <a:pt x="3020" y="8592"/>
                    <a:pt x="3240" y="8659"/>
                  </a:cubicBezTo>
                  <a:lnTo>
                    <a:pt x="3371" y="8698"/>
                  </a:lnTo>
                  <a:lnTo>
                    <a:pt x="3811" y="8781"/>
                  </a:lnTo>
                  <a:lnTo>
                    <a:pt x="4166" y="8807"/>
                  </a:lnTo>
                  <a:lnTo>
                    <a:pt x="4318" y="8804"/>
                  </a:lnTo>
                  <a:cubicBezTo>
                    <a:pt x="4361" y="8815"/>
                    <a:pt x="4422" y="8819"/>
                    <a:pt x="4491" y="8819"/>
                  </a:cubicBezTo>
                  <a:cubicBezTo>
                    <a:pt x="4641" y="8819"/>
                    <a:pt x="4824" y="8799"/>
                    <a:pt x="4907" y="8780"/>
                  </a:cubicBezTo>
                  <a:cubicBezTo>
                    <a:pt x="4947" y="8771"/>
                    <a:pt x="4984" y="8771"/>
                    <a:pt x="5021" y="8767"/>
                  </a:cubicBezTo>
                  <a:cubicBezTo>
                    <a:pt x="5064" y="8767"/>
                    <a:pt x="5111" y="8765"/>
                    <a:pt x="5159" y="8752"/>
                  </a:cubicBezTo>
                  <a:cubicBezTo>
                    <a:pt x="5237" y="8730"/>
                    <a:pt x="5316" y="8713"/>
                    <a:pt x="5391" y="8694"/>
                  </a:cubicBezTo>
                  <a:cubicBezTo>
                    <a:pt x="5627" y="8636"/>
                    <a:pt x="5845" y="8583"/>
                    <a:pt x="6052" y="8496"/>
                  </a:cubicBezTo>
                  <a:cubicBezTo>
                    <a:pt x="6889" y="8133"/>
                    <a:pt x="7542" y="7603"/>
                    <a:pt x="8049" y="6878"/>
                  </a:cubicBezTo>
                  <a:cubicBezTo>
                    <a:pt x="8093" y="6817"/>
                    <a:pt x="8128" y="6750"/>
                    <a:pt x="8164" y="6682"/>
                  </a:cubicBezTo>
                  <a:cubicBezTo>
                    <a:pt x="8187" y="6637"/>
                    <a:pt x="8211" y="6590"/>
                    <a:pt x="8240" y="6544"/>
                  </a:cubicBezTo>
                  <a:cubicBezTo>
                    <a:pt x="8610" y="5933"/>
                    <a:pt x="8798" y="5190"/>
                    <a:pt x="8798" y="4331"/>
                  </a:cubicBezTo>
                  <a:lnTo>
                    <a:pt x="8798" y="4209"/>
                  </a:lnTo>
                  <a:lnTo>
                    <a:pt x="8753" y="3733"/>
                  </a:lnTo>
                  <a:cubicBezTo>
                    <a:pt x="8731" y="3650"/>
                    <a:pt x="8714" y="3573"/>
                    <a:pt x="8695" y="3493"/>
                  </a:cubicBezTo>
                  <a:cubicBezTo>
                    <a:pt x="8639" y="3246"/>
                    <a:pt x="8587" y="3015"/>
                    <a:pt x="8496" y="2795"/>
                  </a:cubicBezTo>
                  <a:cubicBezTo>
                    <a:pt x="8072" y="1778"/>
                    <a:pt x="7383" y="1022"/>
                    <a:pt x="6390" y="500"/>
                  </a:cubicBezTo>
                  <a:cubicBezTo>
                    <a:pt x="6232" y="414"/>
                    <a:pt x="6066" y="335"/>
                    <a:pt x="5893" y="266"/>
                  </a:cubicBezTo>
                  <a:cubicBezTo>
                    <a:pt x="5717" y="194"/>
                    <a:pt x="5518" y="151"/>
                    <a:pt x="5326" y="113"/>
                  </a:cubicBezTo>
                  <a:cubicBezTo>
                    <a:pt x="5243" y="93"/>
                    <a:pt x="5159" y="77"/>
                    <a:pt x="5069" y="55"/>
                  </a:cubicBezTo>
                  <a:lnTo>
                    <a:pt x="4742" y="29"/>
                  </a:lnTo>
                  <a:cubicBezTo>
                    <a:pt x="4664" y="11"/>
                    <a:pt x="4550" y="1"/>
                    <a:pt x="44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5"/>
            <p:cNvSpPr/>
            <p:nvPr/>
          </p:nvSpPr>
          <p:spPr>
            <a:xfrm>
              <a:off x="1331556" y="3865092"/>
              <a:ext cx="71523" cy="16183"/>
            </a:xfrm>
            <a:custGeom>
              <a:rect b="b" l="l" r="r" t="t"/>
              <a:pathLst>
                <a:path extrusionOk="0" h="572" w="2528">
                  <a:moveTo>
                    <a:pt x="99" y="1"/>
                  </a:moveTo>
                  <a:cubicBezTo>
                    <a:pt x="37" y="1"/>
                    <a:pt x="1" y="91"/>
                    <a:pt x="47" y="139"/>
                  </a:cubicBezTo>
                  <a:cubicBezTo>
                    <a:pt x="355" y="445"/>
                    <a:pt x="777" y="572"/>
                    <a:pt x="1209" y="572"/>
                  </a:cubicBezTo>
                  <a:cubicBezTo>
                    <a:pt x="1652" y="572"/>
                    <a:pt x="2106" y="438"/>
                    <a:pt x="2459" y="229"/>
                  </a:cubicBezTo>
                  <a:cubicBezTo>
                    <a:pt x="2527" y="189"/>
                    <a:pt x="2489" y="99"/>
                    <a:pt x="2425" y="99"/>
                  </a:cubicBezTo>
                  <a:cubicBezTo>
                    <a:pt x="2414" y="99"/>
                    <a:pt x="2402" y="102"/>
                    <a:pt x="2389" y="108"/>
                  </a:cubicBezTo>
                  <a:cubicBezTo>
                    <a:pt x="2070" y="269"/>
                    <a:pt x="1770" y="333"/>
                    <a:pt x="1475" y="333"/>
                  </a:cubicBezTo>
                  <a:cubicBezTo>
                    <a:pt x="1031" y="333"/>
                    <a:pt x="597" y="187"/>
                    <a:pt x="126" y="6"/>
                  </a:cubicBezTo>
                  <a:cubicBezTo>
                    <a:pt x="116" y="3"/>
                    <a:pt x="108" y="1"/>
                    <a:pt x="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5"/>
            <p:cNvSpPr/>
            <p:nvPr/>
          </p:nvSpPr>
          <p:spPr>
            <a:xfrm>
              <a:off x="1289430" y="3836744"/>
              <a:ext cx="71269" cy="16693"/>
            </a:xfrm>
            <a:custGeom>
              <a:rect b="b" l="l" r="r" t="t"/>
              <a:pathLst>
                <a:path extrusionOk="0" h="590" w="2519">
                  <a:moveTo>
                    <a:pt x="102" y="1"/>
                  </a:moveTo>
                  <a:cubicBezTo>
                    <a:pt x="25" y="1"/>
                    <a:pt x="1" y="109"/>
                    <a:pt x="65" y="159"/>
                  </a:cubicBezTo>
                  <a:cubicBezTo>
                    <a:pt x="474" y="471"/>
                    <a:pt x="986" y="590"/>
                    <a:pt x="1501" y="590"/>
                  </a:cubicBezTo>
                  <a:cubicBezTo>
                    <a:pt x="1820" y="590"/>
                    <a:pt x="2140" y="544"/>
                    <a:pt x="2437" y="470"/>
                  </a:cubicBezTo>
                  <a:cubicBezTo>
                    <a:pt x="2518" y="449"/>
                    <a:pt x="2486" y="342"/>
                    <a:pt x="2412" y="342"/>
                  </a:cubicBezTo>
                  <a:cubicBezTo>
                    <a:pt x="2409" y="342"/>
                    <a:pt x="2406" y="342"/>
                    <a:pt x="2403" y="342"/>
                  </a:cubicBezTo>
                  <a:cubicBezTo>
                    <a:pt x="2245" y="366"/>
                    <a:pt x="2093" y="376"/>
                    <a:pt x="1944" y="376"/>
                  </a:cubicBezTo>
                  <a:cubicBezTo>
                    <a:pt x="1318" y="376"/>
                    <a:pt x="750" y="191"/>
                    <a:pt x="130" y="5"/>
                  </a:cubicBezTo>
                  <a:cubicBezTo>
                    <a:pt x="120" y="2"/>
                    <a:pt x="111"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65"/>
            <p:cNvSpPr/>
            <p:nvPr/>
          </p:nvSpPr>
          <p:spPr>
            <a:xfrm>
              <a:off x="1139173" y="3595812"/>
              <a:ext cx="13694" cy="44278"/>
            </a:xfrm>
            <a:custGeom>
              <a:rect b="b" l="l" r="r" t="t"/>
              <a:pathLst>
                <a:path extrusionOk="0" h="1565" w="484">
                  <a:moveTo>
                    <a:pt x="373" y="1"/>
                  </a:moveTo>
                  <a:cubicBezTo>
                    <a:pt x="352" y="1"/>
                    <a:pt x="331" y="10"/>
                    <a:pt x="318" y="27"/>
                  </a:cubicBezTo>
                  <a:cubicBezTo>
                    <a:pt x="1" y="440"/>
                    <a:pt x="149" y="1100"/>
                    <a:pt x="348" y="1531"/>
                  </a:cubicBezTo>
                  <a:cubicBezTo>
                    <a:pt x="358" y="1555"/>
                    <a:pt x="378" y="1565"/>
                    <a:pt x="399" y="1565"/>
                  </a:cubicBezTo>
                  <a:cubicBezTo>
                    <a:pt x="439" y="1565"/>
                    <a:pt x="483" y="1528"/>
                    <a:pt x="466" y="1481"/>
                  </a:cubicBezTo>
                  <a:cubicBezTo>
                    <a:pt x="379" y="1238"/>
                    <a:pt x="334" y="991"/>
                    <a:pt x="345" y="733"/>
                  </a:cubicBezTo>
                  <a:cubicBezTo>
                    <a:pt x="354" y="506"/>
                    <a:pt x="422" y="286"/>
                    <a:pt x="430" y="59"/>
                  </a:cubicBezTo>
                  <a:cubicBezTo>
                    <a:pt x="431" y="20"/>
                    <a:pt x="403" y="1"/>
                    <a:pt x="3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65"/>
            <p:cNvSpPr/>
            <p:nvPr/>
          </p:nvSpPr>
          <p:spPr>
            <a:xfrm>
              <a:off x="1155214" y="3586221"/>
              <a:ext cx="11487" cy="31235"/>
            </a:xfrm>
            <a:custGeom>
              <a:rect b="b" l="l" r="r" t="t"/>
              <a:pathLst>
                <a:path extrusionOk="0" h="1104" w="406">
                  <a:moveTo>
                    <a:pt x="298" y="0"/>
                  </a:moveTo>
                  <a:cubicBezTo>
                    <a:pt x="269" y="0"/>
                    <a:pt x="239" y="12"/>
                    <a:pt x="220" y="38"/>
                  </a:cubicBezTo>
                  <a:cubicBezTo>
                    <a:pt x="4" y="330"/>
                    <a:pt x="1" y="721"/>
                    <a:pt x="91" y="1061"/>
                  </a:cubicBezTo>
                  <a:cubicBezTo>
                    <a:pt x="98" y="1090"/>
                    <a:pt x="124" y="1104"/>
                    <a:pt x="150" y="1104"/>
                  </a:cubicBezTo>
                  <a:cubicBezTo>
                    <a:pt x="182" y="1104"/>
                    <a:pt x="213" y="1084"/>
                    <a:pt x="210" y="1045"/>
                  </a:cubicBezTo>
                  <a:cubicBezTo>
                    <a:pt x="179" y="707"/>
                    <a:pt x="277" y="422"/>
                    <a:pt x="383" y="108"/>
                  </a:cubicBezTo>
                  <a:cubicBezTo>
                    <a:pt x="406" y="41"/>
                    <a:pt x="353" y="0"/>
                    <a:pt x="2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65"/>
            <p:cNvSpPr/>
            <p:nvPr/>
          </p:nvSpPr>
          <p:spPr>
            <a:xfrm>
              <a:off x="1270305" y="3386283"/>
              <a:ext cx="71439" cy="29764"/>
            </a:xfrm>
            <a:custGeom>
              <a:rect b="b" l="l" r="r" t="t"/>
              <a:pathLst>
                <a:path extrusionOk="0" h="1052" w="2525">
                  <a:moveTo>
                    <a:pt x="2243" y="1"/>
                  </a:moveTo>
                  <a:cubicBezTo>
                    <a:pt x="1407" y="1"/>
                    <a:pt x="631" y="401"/>
                    <a:pt x="31" y="981"/>
                  </a:cubicBezTo>
                  <a:cubicBezTo>
                    <a:pt x="1" y="1011"/>
                    <a:pt x="29" y="1052"/>
                    <a:pt x="63" y="1052"/>
                  </a:cubicBezTo>
                  <a:cubicBezTo>
                    <a:pt x="72" y="1052"/>
                    <a:pt x="82" y="1048"/>
                    <a:pt x="91" y="1041"/>
                  </a:cubicBezTo>
                  <a:cubicBezTo>
                    <a:pt x="774" y="450"/>
                    <a:pt x="1574" y="210"/>
                    <a:pt x="2458" y="113"/>
                  </a:cubicBezTo>
                  <a:cubicBezTo>
                    <a:pt x="2523" y="106"/>
                    <a:pt x="2525" y="16"/>
                    <a:pt x="2458" y="10"/>
                  </a:cubicBezTo>
                  <a:cubicBezTo>
                    <a:pt x="2386" y="4"/>
                    <a:pt x="2314" y="1"/>
                    <a:pt x="22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65"/>
            <p:cNvSpPr/>
            <p:nvPr/>
          </p:nvSpPr>
          <p:spPr>
            <a:xfrm>
              <a:off x="1307084" y="3392932"/>
              <a:ext cx="74240" cy="22096"/>
            </a:xfrm>
            <a:custGeom>
              <a:rect b="b" l="l" r="r" t="t"/>
              <a:pathLst>
                <a:path extrusionOk="0" h="781" w="2624">
                  <a:moveTo>
                    <a:pt x="1971" y="0"/>
                  </a:moveTo>
                  <a:cubicBezTo>
                    <a:pt x="1301" y="0"/>
                    <a:pt x="626" y="263"/>
                    <a:pt x="76" y="622"/>
                  </a:cubicBezTo>
                  <a:cubicBezTo>
                    <a:pt x="0" y="671"/>
                    <a:pt x="46" y="780"/>
                    <a:pt x="117" y="780"/>
                  </a:cubicBezTo>
                  <a:cubicBezTo>
                    <a:pt x="130" y="780"/>
                    <a:pt x="145" y="777"/>
                    <a:pt x="159" y="768"/>
                  </a:cubicBezTo>
                  <a:cubicBezTo>
                    <a:pt x="914" y="313"/>
                    <a:pt x="1654" y="247"/>
                    <a:pt x="2513" y="224"/>
                  </a:cubicBezTo>
                  <a:cubicBezTo>
                    <a:pt x="2600" y="223"/>
                    <a:pt x="2623" y="89"/>
                    <a:pt x="2535" y="67"/>
                  </a:cubicBezTo>
                  <a:cubicBezTo>
                    <a:pt x="2349" y="21"/>
                    <a:pt x="2160" y="0"/>
                    <a:pt x="19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5"/>
            <p:cNvSpPr/>
            <p:nvPr/>
          </p:nvSpPr>
          <p:spPr>
            <a:xfrm>
              <a:off x="1104883" y="3306699"/>
              <a:ext cx="619860" cy="636666"/>
            </a:xfrm>
            <a:custGeom>
              <a:rect b="b" l="l" r="r" t="t"/>
              <a:pathLst>
                <a:path extrusionOk="0" h="22503" w="21909">
                  <a:moveTo>
                    <a:pt x="12186" y="244"/>
                  </a:moveTo>
                  <a:cubicBezTo>
                    <a:pt x="12242" y="244"/>
                    <a:pt x="12309" y="252"/>
                    <a:pt x="12355" y="263"/>
                  </a:cubicBezTo>
                  <a:lnTo>
                    <a:pt x="12508" y="261"/>
                  </a:lnTo>
                  <a:cubicBezTo>
                    <a:pt x="12552" y="270"/>
                    <a:pt x="12604" y="276"/>
                    <a:pt x="12653" y="280"/>
                  </a:cubicBezTo>
                  <a:cubicBezTo>
                    <a:pt x="12701" y="286"/>
                    <a:pt x="12746" y="290"/>
                    <a:pt x="12784" y="297"/>
                  </a:cubicBezTo>
                  <a:cubicBezTo>
                    <a:pt x="12885" y="321"/>
                    <a:pt x="12979" y="329"/>
                    <a:pt x="13069" y="340"/>
                  </a:cubicBezTo>
                  <a:cubicBezTo>
                    <a:pt x="13175" y="350"/>
                    <a:pt x="13273" y="360"/>
                    <a:pt x="13372" y="388"/>
                  </a:cubicBezTo>
                  <a:lnTo>
                    <a:pt x="13598" y="449"/>
                  </a:lnTo>
                  <a:cubicBezTo>
                    <a:pt x="13880" y="526"/>
                    <a:pt x="14149" y="600"/>
                    <a:pt x="14395" y="700"/>
                  </a:cubicBezTo>
                  <a:cubicBezTo>
                    <a:pt x="14461" y="725"/>
                    <a:pt x="14523" y="748"/>
                    <a:pt x="14586" y="770"/>
                  </a:cubicBezTo>
                  <a:cubicBezTo>
                    <a:pt x="14654" y="793"/>
                    <a:pt x="14722" y="815"/>
                    <a:pt x="14791" y="844"/>
                  </a:cubicBezTo>
                  <a:cubicBezTo>
                    <a:pt x="15183" y="1017"/>
                    <a:pt x="15691" y="1251"/>
                    <a:pt x="16119" y="1555"/>
                  </a:cubicBezTo>
                  <a:cubicBezTo>
                    <a:pt x="16141" y="1570"/>
                    <a:pt x="16157" y="1587"/>
                    <a:pt x="16178" y="1609"/>
                  </a:cubicBezTo>
                  <a:cubicBezTo>
                    <a:pt x="16194" y="1623"/>
                    <a:pt x="16210" y="1639"/>
                    <a:pt x="16229" y="1654"/>
                  </a:cubicBezTo>
                  <a:lnTo>
                    <a:pt x="16229" y="1674"/>
                  </a:lnTo>
                  <a:cubicBezTo>
                    <a:pt x="16229" y="1831"/>
                    <a:pt x="16170" y="1962"/>
                    <a:pt x="16115" y="2089"/>
                  </a:cubicBezTo>
                  <a:lnTo>
                    <a:pt x="16093" y="2139"/>
                  </a:lnTo>
                  <a:cubicBezTo>
                    <a:pt x="16056" y="2228"/>
                    <a:pt x="16024" y="2315"/>
                    <a:pt x="15989" y="2403"/>
                  </a:cubicBezTo>
                  <a:cubicBezTo>
                    <a:pt x="15960" y="2478"/>
                    <a:pt x="15933" y="2548"/>
                    <a:pt x="15904" y="2619"/>
                  </a:cubicBezTo>
                  <a:cubicBezTo>
                    <a:pt x="15881" y="2675"/>
                    <a:pt x="15861" y="2733"/>
                    <a:pt x="15843" y="2786"/>
                  </a:cubicBezTo>
                  <a:cubicBezTo>
                    <a:pt x="15823" y="2837"/>
                    <a:pt x="15807" y="2887"/>
                    <a:pt x="15788" y="2936"/>
                  </a:cubicBezTo>
                  <a:cubicBezTo>
                    <a:pt x="15779" y="2959"/>
                    <a:pt x="15773" y="2983"/>
                    <a:pt x="15766" y="3006"/>
                  </a:cubicBezTo>
                  <a:cubicBezTo>
                    <a:pt x="15762" y="3032"/>
                    <a:pt x="15757" y="3057"/>
                    <a:pt x="15747" y="3071"/>
                  </a:cubicBezTo>
                  <a:lnTo>
                    <a:pt x="15734" y="3086"/>
                  </a:lnTo>
                  <a:lnTo>
                    <a:pt x="15740" y="3106"/>
                  </a:lnTo>
                  <a:cubicBezTo>
                    <a:pt x="15752" y="3185"/>
                    <a:pt x="15823" y="3224"/>
                    <a:pt x="15875" y="3250"/>
                  </a:cubicBezTo>
                  <a:cubicBezTo>
                    <a:pt x="15893" y="3258"/>
                    <a:pt x="15907" y="3266"/>
                    <a:pt x="15922" y="3274"/>
                  </a:cubicBezTo>
                  <a:cubicBezTo>
                    <a:pt x="15990" y="3324"/>
                    <a:pt x="16063" y="3377"/>
                    <a:pt x="16133" y="3431"/>
                  </a:cubicBezTo>
                  <a:cubicBezTo>
                    <a:pt x="16185" y="3468"/>
                    <a:pt x="16237" y="3506"/>
                    <a:pt x="16290" y="3548"/>
                  </a:cubicBezTo>
                  <a:cubicBezTo>
                    <a:pt x="16345" y="3588"/>
                    <a:pt x="16402" y="3630"/>
                    <a:pt x="16454" y="3672"/>
                  </a:cubicBezTo>
                  <a:cubicBezTo>
                    <a:pt x="16498" y="3708"/>
                    <a:pt x="16540" y="3746"/>
                    <a:pt x="16583" y="3782"/>
                  </a:cubicBezTo>
                  <a:cubicBezTo>
                    <a:pt x="16665" y="3852"/>
                    <a:pt x="16746" y="3925"/>
                    <a:pt x="16826" y="3984"/>
                  </a:cubicBezTo>
                  <a:lnTo>
                    <a:pt x="17059" y="4217"/>
                  </a:lnTo>
                  <a:cubicBezTo>
                    <a:pt x="17188" y="4313"/>
                    <a:pt x="17313" y="4438"/>
                    <a:pt x="17415" y="4573"/>
                  </a:cubicBezTo>
                  <a:lnTo>
                    <a:pt x="17544" y="4695"/>
                  </a:lnTo>
                  <a:cubicBezTo>
                    <a:pt x="17630" y="4807"/>
                    <a:pt x="17726" y="4915"/>
                    <a:pt x="17819" y="5023"/>
                  </a:cubicBezTo>
                  <a:cubicBezTo>
                    <a:pt x="17918" y="5136"/>
                    <a:pt x="18023" y="5257"/>
                    <a:pt x="18113" y="5379"/>
                  </a:cubicBezTo>
                  <a:cubicBezTo>
                    <a:pt x="18584" y="6023"/>
                    <a:pt x="18934" y="6603"/>
                    <a:pt x="19173" y="7153"/>
                  </a:cubicBezTo>
                  <a:cubicBezTo>
                    <a:pt x="19363" y="7584"/>
                    <a:pt x="19522" y="8036"/>
                    <a:pt x="19651" y="8422"/>
                  </a:cubicBezTo>
                  <a:cubicBezTo>
                    <a:pt x="19680" y="8506"/>
                    <a:pt x="19698" y="8595"/>
                    <a:pt x="19719" y="8681"/>
                  </a:cubicBezTo>
                  <a:cubicBezTo>
                    <a:pt x="19735" y="8755"/>
                    <a:pt x="19753" y="8826"/>
                    <a:pt x="19775" y="8899"/>
                  </a:cubicBezTo>
                  <a:cubicBezTo>
                    <a:pt x="19782" y="8920"/>
                    <a:pt x="19783" y="8942"/>
                    <a:pt x="19786" y="8964"/>
                  </a:cubicBezTo>
                  <a:cubicBezTo>
                    <a:pt x="19789" y="9003"/>
                    <a:pt x="19794" y="9045"/>
                    <a:pt x="19830" y="9095"/>
                  </a:cubicBezTo>
                  <a:cubicBezTo>
                    <a:pt x="19867" y="9124"/>
                    <a:pt x="19983" y="9132"/>
                    <a:pt x="20084" y="9132"/>
                  </a:cubicBezTo>
                  <a:cubicBezTo>
                    <a:pt x="20160" y="9132"/>
                    <a:pt x="20227" y="9128"/>
                    <a:pt x="20247" y="9124"/>
                  </a:cubicBezTo>
                  <a:lnTo>
                    <a:pt x="20519" y="9123"/>
                  </a:lnTo>
                  <a:cubicBezTo>
                    <a:pt x="20594" y="9105"/>
                    <a:pt x="20854" y="9085"/>
                    <a:pt x="20949" y="9085"/>
                  </a:cubicBezTo>
                  <a:cubicBezTo>
                    <a:pt x="20963" y="9085"/>
                    <a:pt x="20973" y="9085"/>
                    <a:pt x="20978" y="9086"/>
                  </a:cubicBezTo>
                  <a:cubicBezTo>
                    <a:pt x="21003" y="9091"/>
                    <a:pt x="21034" y="9091"/>
                    <a:pt x="21070" y="9093"/>
                  </a:cubicBezTo>
                  <a:cubicBezTo>
                    <a:pt x="21109" y="9093"/>
                    <a:pt x="21181" y="9095"/>
                    <a:pt x="21218" y="9115"/>
                  </a:cubicBezTo>
                  <a:cubicBezTo>
                    <a:pt x="21265" y="9117"/>
                    <a:pt x="21287" y="9168"/>
                    <a:pt x="21310" y="9246"/>
                  </a:cubicBezTo>
                  <a:cubicBezTo>
                    <a:pt x="21317" y="9269"/>
                    <a:pt x="21324" y="9291"/>
                    <a:pt x="21332" y="9312"/>
                  </a:cubicBezTo>
                  <a:cubicBezTo>
                    <a:pt x="21391" y="9453"/>
                    <a:pt x="21428" y="9599"/>
                    <a:pt x="21465" y="9762"/>
                  </a:cubicBezTo>
                  <a:cubicBezTo>
                    <a:pt x="21483" y="9835"/>
                    <a:pt x="21499" y="9908"/>
                    <a:pt x="21521" y="9983"/>
                  </a:cubicBezTo>
                  <a:cubicBezTo>
                    <a:pt x="21609" y="10322"/>
                    <a:pt x="21636" y="10707"/>
                    <a:pt x="21644" y="11183"/>
                  </a:cubicBezTo>
                  <a:cubicBezTo>
                    <a:pt x="21644" y="11221"/>
                    <a:pt x="21646" y="11264"/>
                    <a:pt x="21650" y="11311"/>
                  </a:cubicBezTo>
                  <a:cubicBezTo>
                    <a:pt x="21652" y="11372"/>
                    <a:pt x="21655" y="11437"/>
                    <a:pt x="21655" y="11501"/>
                  </a:cubicBezTo>
                  <a:cubicBezTo>
                    <a:pt x="21655" y="11591"/>
                    <a:pt x="21650" y="11664"/>
                    <a:pt x="21636" y="11734"/>
                  </a:cubicBezTo>
                  <a:lnTo>
                    <a:pt x="21637" y="11886"/>
                  </a:lnTo>
                  <a:cubicBezTo>
                    <a:pt x="21617" y="11968"/>
                    <a:pt x="21614" y="12059"/>
                    <a:pt x="21608" y="12144"/>
                  </a:cubicBezTo>
                  <a:cubicBezTo>
                    <a:pt x="21602" y="12230"/>
                    <a:pt x="21599" y="12311"/>
                    <a:pt x="21579" y="12388"/>
                  </a:cubicBezTo>
                  <a:lnTo>
                    <a:pt x="21572" y="12525"/>
                  </a:lnTo>
                  <a:cubicBezTo>
                    <a:pt x="21557" y="12592"/>
                    <a:pt x="21545" y="12663"/>
                    <a:pt x="21534" y="12735"/>
                  </a:cubicBezTo>
                  <a:cubicBezTo>
                    <a:pt x="21521" y="12817"/>
                    <a:pt x="21509" y="12895"/>
                    <a:pt x="21490" y="12968"/>
                  </a:cubicBezTo>
                  <a:cubicBezTo>
                    <a:pt x="21468" y="13051"/>
                    <a:pt x="21451" y="13132"/>
                    <a:pt x="21435" y="13215"/>
                  </a:cubicBezTo>
                  <a:cubicBezTo>
                    <a:pt x="21412" y="13336"/>
                    <a:pt x="21388" y="13455"/>
                    <a:pt x="21349" y="13560"/>
                  </a:cubicBezTo>
                  <a:cubicBezTo>
                    <a:pt x="21340" y="13582"/>
                    <a:pt x="21335" y="13601"/>
                    <a:pt x="21330" y="13619"/>
                  </a:cubicBezTo>
                  <a:cubicBezTo>
                    <a:pt x="21313" y="13675"/>
                    <a:pt x="21306" y="13702"/>
                    <a:pt x="21259" y="13718"/>
                  </a:cubicBezTo>
                  <a:cubicBezTo>
                    <a:pt x="21230" y="13734"/>
                    <a:pt x="21076" y="13747"/>
                    <a:pt x="20958" y="13747"/>
                  </a:cubicBezTo>
                  <a:cubicBezTo>
                    <a:pt x="20911" y="13747"/>
                    <a:pt x="20869" y="13745"/>
                    <a:pt x="20843" y="13740"/>
                  </a:cubicBezTo>
                  <a:cubicBezTo>
                    <a:pt x="20800" y="13731"/>
                    <a:pt x="20753" y="13731"/>
                    <a:pt x="20712" y="13731"/>
                  </a:cubicBezTo>
                  <a:cubicBezTo>
                    <a:pt x="20669" y="13731"/>
                    <a:pt x="20622" y="13731"/>
                    <a:pt x="20583" y="13721"/>
                  </a:cubicBezTo>
                  <a:cubicBezTo>
                    <a:pt x="20462" y="13696"/>
                    <a:pt x="20329" y="13696"/>
                    <a:pt x="20199" y="13696"/>
                  </a:cubicBezTo>
                  <a:cubicBezTo>
                    <a:pt x="20147" y="13696"/>
                    <a:pt x="20094" y="13696"/>
                    <a:pt x="20041" y="13695"/>
                  </a:cubicBezTo>
                  <a:cubicBezTo>
                    <a:pt x="20025" y="13695"/>
                    <a:pt x="20004" y="13692"/>
                    <a:pt x="19983" y="13689"/>
                  </a:cubicBezTo>
                  <a:cubicBezTo>
                    <a:pt x="19954" y="13684"/>
                    <a:pt x="19920" y="13680"/>
                    <a:pt x="19884" y="13680"/>
                  </a:cubicBezTo>
                  <a:cubicBezTo>
                    <a:pt x="19855" y="13680"/>
                    <a:pt x="19825" y="13683"/>
                    <a:pt x="19794" y="13691"/>
                  </a:cubicBezTo>
                  <a:cubicBezTo>
                    <a:pt x="19775" y="13698"/>
                    <a:pt x="19757" y="13704"/>
                    <a:pt x="19732" y="13704"/>
                  </a:cubicBezTo>
                  <a:lnTo>
                    <a:pt x="19695" y="13704"/>
                  </a:lnTo>
                  <a:lnTo>
                    <a:pt x="19684" y="13740"/>
                  </a:lnTo>
                  <a:cubicBezTo>
                    <a:pt x="19615" y="14044"/>
                    <a:pt x="19498" y="14336"/>
                    <a:pt x="19407" y="14556"/>
                  </a:cubicBezTo>
                  <a:cubicBezTo>
                    <a:pt x="19375" y="14637"/>
                    <a:pt x="19346" y="14716"/>
                    <a:pt x="19317" y="14793"/>
                  </a:cubicBezTo>
                  <a:cubicBezTo>
                    <a:pt x="19283" y="14884"/>
                    <a:pt x="19248" y="14976"/>
                    <a:pt x="19209" y="15070"/>
                  </a:cubicBezTo>
                  <a:cubicBezTo>
                    <a:pt x="19113" y="15291"/>
                    <a:pt x="18989" y="15531"/>
                    <a:pt x="18860" y="15742"/>
                  </a:cubicBezTo>
                  <a:cubicBezTo>
                    <a:pt x="18816" y="15818"/>
                    <a:pt x="18779" y="15892"/>
                    <a:pt x="18739" y="15965"/>
                  </a:cubicBezTo>
                  <a:cubicBezTo>
                    <a:pt x="18696" y="16046"/>
                    <a:pt x="18657" y="16125"/>
                    <a:pt x="18609" y="16200"/>
                  </a:cubicBezTo>
                  <a:cubicBezTo>
                    <a:pt x="18475" y="16414"/>
                    <a:pt x="18322" y="16617"/>
                    <a:pt x="18172" y="16815"/>
                  </a:cubicBezTo>
                  <a:cubicBezTo>
                    <a:pt x="18120" y="16886"/>
                    <a:pt x="18068" y="16959"/>
                    <a:pt x="18015" y="17027"/>
                  </a:cubicBezTo>
                  <a:cubicBezTo>
                    <a:pt x="17947" y="17120"/>
                    <a:pt x="17877" y="17203"/>
                    <a:pt x="17806" y="17291"/>
                  </a:cubicBezTo>
                  <a:cubicBezTo>
                    <a:pt x="17744" y="17366"/>
                    <a:pt x="17684" y="17440"/>
                    <a:pt x="17630" y="17512"/>
                  </a:cubicBezTo>
                  <a:lnTo>
                    <a:pt x="17383" y="17760"/>
                  </a:lnTo>
                  <a:cubicBezTo>
                    <a:pt x="17268" y="17911"/>
                    <a:pt x="17102" y="18071"/>
                    <a:pt x="16929" y="18204"/>
                  </a:cubicBezTo>
                  <a:cubicBezTo>
                    <a:pt x="16877" y="18243"/>
                    <a:pt x="16830" y="18292"/>
                    <a:pt x="16781" y="18342"/>
                  </a:cubicBezTo>
                  <a:cubicBezTo>
                    <a:pt x="16733" y="18393"/>
                    <a:pt x="16689" y="18438"/>
                    <a:pt x="16639" y="18473"/>
                  </a:cubicBezTo>
                  <a:lnTo>
                    <a:pt x="16463" y="18606"/>
                  </a:lnTo>
                  <a:cubicBezTo>
                    <a:pt x="16230" y="18781"/>
                    <a:pt x="15992" y="18963"/>
                    <a:pt x="15740" y="19130"/>
                  </a:cubicBezTo>
                  <a:lnTo>
                    <a:pt x="15654" y="19191"/>
                  </a:lnTo>
                  <a:cubicBezTo>
                    <a:pt x="15561" y="19256"/>
                    <a:pt x="15464" y="19322"/>
                    <a:pt x="15358" y="19373"/>
                  </a:cubicBezTo>
                  <a:lnTo>
                    <a:pt x="15329" y="19384"/>
                  </a:lnTo>
                  <a:lnTo>
                    <a:pt x="15329" y="19418"/>
                  </a:lnTo>
                  <a:cubicBezTo>
                    <a:pt x="15334" y="19511"/>
                    <a:pt x="15362" y="19591"/>
                    <a:pt x="15387" y="19659"/>
                  </a:cubicBezTo>
                  <a:lnTo>
                    <a:pt x="15407" y="19710"/>
                  </a:lnTo>
                  <a:cubicBezTo>
                    <a:pt x="15427" y="19769"/>
                    <a:pt x="15443" y="19825"/>
                    <a:pt x="15461" y="19883"/>
                  </a:cubicBezTo>
                  <a:cubicBezTo>
                    <a:pt x="15504" y="20021"/>
                    <a:pt x="15547" y="20155"/>
                    <a:pt x="15605" y="20293"/>
                  </a:cubicBezTo>
                  <a:lnTo>
                    <a:pt x="15638" y="20368"/>
                  </a:lnTo>
                  <a:cubicBezTo>
                    <a:pt x="15692" y="20492"/>
                    <a:pt x="15750" y="20618"/>
                    <a:pt x="15762" y="20770"/>
                  </a:cubicBezTo>
                  <a:cubicBezTo>
                    <a:pt x="15154" y="21364"/>
                    <a:pt x="14341" y="21662"/>
                    <a:pt x="13421" y="21963"/>
                  </a:cubicBezTo>
                  <a:cubicBezTo>
                    <a:pt x="13290" y="22007"/>
                    <a:pt x="13156" y="22030"/>
                    <a:pt x="13018" y="22055"/>
                  </a:cubicBezTo>
                  <a:cubicBezTo>
                    <a:pt x="12912" y="22077"/>
                    <a:pt x="12803" y="22094"/>
                    <a:pt x="12691" y="22123"/>
                  </a:cubicBezTo>
                  <a:cubicBezTo>
                    <a:pt x="12419" y="22196"/>
                    <a:pt x="12059" y="22245"/>
                    <a:pt x="11772" y="22251"/>
                  </a:cubicBezTo>
                  <a:cubicBezTo>
                    <a:pt x="11746" y="22251"/>
                    <a:pt x="11710" y="22253"/>
                    <a:pt x="11672" y="22258"/>
                  </a:cubicBezTo>
                  <a:cubicBezTo>
                    <a:pt x="11644" y="22259"/>
                    <a:pt x="11607" y="22261"/>
                    <a:pt x="11569" y="22261"/>
                  </a:cubicBezTo>
                  <a:cubicBezTo>
                    <a:pt x="11515" y="22261"/>
                    <a:pt x="11460" y="22257"/>
                    <a:pt x="11429" y="22238"/>
                  </a:cubicBezTo>
                  <a:cubicBezTo>
                    <a:pt x="11367" y="22216"/>
                    <a:pt x="11338" y="22103"/>
                    <a:pt x="11314" y="22006"/>
                  </a:cubicBezTo>
                  <a:cubicBezTo>
                    <a:pt x="11307" y="21969"/>
                    <a:pt x="11297" y="21936"/>
                    <a:pt x="11288" y="21907"/>
                  </a:cubicBezTo>
                  <a:cubicBezTo>
                    <a:pt x="11252" y="21795"/>
                    <a:pt x="11223" y="21678"/>
                    <a:pt x="11198" y="21555"/>
                  </a:cubicBezTo>
                  <a:cubicBezTo>
                    <a:pt x="11169" y="21431"/>
                    <a:pt x="11140" y="21303"/>
                    <a:pt x="11099" y="21183"/>
                  </a:cubicBezTo>
                  <a:cubicBezTo>
                    <a:pt x="11086" y="21151"/>
                    <a:pt x="11076" y="21117"/>
                    <a:pt x="11061" y="21082"/>
                  </a:cubicBezTo>
                  <a:cubicBezTo>
                    <a:pt x="11024" y="20982"/>
                    <a:pt x="10986" y="20877"/>
                    <a:pt x="10986" y="20749"/>
                  </a:cubicBezTo>
                  <a:lnTo>
                    <a:pt x="10986" y="20698"/>
                  </a:lnTo>
                  <a:lnTo>
                    <a:pt x="10938" y="20698"/>
                  </a:lnTo>
                  <a:cubicBezTo>
                    <a:pt x="10864" y="20698"/>
                    <a:pt x="10779" y="20704"/>
                    <a:pt x="10695" y="20707"/>
                  </a:cubicBezTo>
                  <a:cubicBezTo>
                    <a:pt x="10605" y="20712"/>
                    <a:pt x="10508" y="20718"/>
                    <a:pt x="10416" y="20718"/>
                  </a:cubicBezTo>
                  <a:cubicBezTo>
                    <a:pt x="10330" y="20718"/>
                    <a:pt x="10248" y="20713"/>
                    <a:pt x="10180" y="20698"/>
                  </a:cubicBezTo>
                  <a:cubicBezTo>
                    <a:pt x="10141" y="20690"/>
                    <a:pt x="10101" y="20687"/>
                    <a:pt x="10062" y="20687"/>
                  </a:cubicBezTo>
                  <a:cubicBezTo>
                    <a:pt x="10036" y="20687"/>
                    <a:pt x="10011" y="20688"/>
                    <a:pt x="9985" y="20690"/>
                  </a:cubicBezTo>
                  <a:cubicBezTo>
                    <a:pt x="9974" y="20690"/>
                    <a:pt x="9962" y="20690"/>
                    <a:pt x="9950" y="20690"/>
                  </a:cubicBezTo>
                  <a:cubicBezTo>
                    <a:pt x="9908" y="20690"/>
                    <a:pt x="9868" y="20689"/>
                    <a:pt x="9827" y="20681"/>
                  </a:cubicBezTo>
                  <a:lnTo>
                    <a:pt x="9609" y="20674"/>
                  </a:lnTo>
                  <a:cubicBezTo>
                    <a:pt x="9557" y="20661"/>
                    <a:pt x="9498" y="20659"/>
                    <a:pt x="9442" y="20653"/>
                  </a:cubicBezTo>
                  <a:cubicBezTo>
                    <a:pt x="9388" y="20652"/>
                    <a:pt x="9330" y="20648"/>
                    <a:pt x="9277" y="20637"/>
                  </a:cubicBezTo>
                  <a:cubicBezTo>
                    <a:pt x="9155" y="20608"/>
                    <a:pt x="9030" y="20591"/>
                    <a:pt x="8911" y="20576"/>
                  </a:cubicBezTo>
                  <a:cubicBezTo>
                    <a:pt x="8766" y="20557"/>
                    <a:pt x="8630" y="20539"/>
                    <a:pt x="8494" y="20501"/>
                  </a:cubicBezTo>
                  <a:lnTo>
                    <a:pt x="7838" y="20341"/>
                  </a:lnTo>
                  <a:lnTo>
                    <a:pt x="7739" y="20307"/>
                  </a:lnTo>
                  <a:cubicBezTo>
                    <a:pt x="7185" y="20126"/>
                    <a:pt x="6611" y="19940"/>
                    <a:pt x="6147" y="19659"/>
                  </a:cubicBezTo>
                  <a:cubicBezTo>
                    <a:pt x="6089" y="19623"/>
                    <a:pt x="6029" y="19598"/>
                    <a:pt x="5971" y="19570"/>
                  </a:cubicBezTo>
                  <a:cubicBezTo>
                    <a:pt x="5916" y="19544"/>
                    <a:pt x="5858" y="19519"/>
                    <a:pt x="5806" y="19486"/>
                  </a:cubicBezTo>
                  <a:cubicBezTo>
                    <a:pt x="5449" y="19268"/>
                    <a:pt x="5068" y="19032"/>
                    <a:pt x="4708" y="18766"/>
                  </a:cubicBezTo>
                  <a:cubicBezTo>
                    <a:pt x="4642" y="18720"/>
                    <a:pt x="4584" y="18670"/>
                    <a:pt x="4520" y="18621"/>
                  </a:cubicBezTo>
                  <a:cubicBezTo>
                    <a:pt x="4501" y="18605"/>
                    <a:pt x="4481" y="18589"/>
                    <a:pt x="4461" y="18570"/>
                  </a:cubicBezTo>
                  <a:cubicBezTo>
                    <a:pt x="4424" y="18541"/>
                    <a:pt x="4392" y="18512"/>
                    <a:pt x="4356" y="18487"/>
                  </a:cubicBezTo>
                  <a:cubicBezTo>
                    <a:pt x="4336" y="18473"/>
                    <a:pt x="4317" y="18451"/>
                    <a:pt x="4298" y="18432"/>
                  </a:cubicBezTo>
                  <a:cubicBezTo>
                    <a:pt x="4266" y="18400"/>
                    <a:pt x="4232" y="18364"/>
                    <a:pt x="4192" y="18342"/>
                  </a:cubicBezTo>
                  <a:lnTo>
                    <a:pt x="4192" y="18294"/>
                  </a:lnTo>
                  <a:lnTo>
                    <a:pt x="4126" y="18317"/>
                  </a:lnTo>
                  <a:cubicBezTo>
                    <a:pt x="4072" y="18339"/>
                    <a:pt x="4023" y="18384"/>
                    <a:pt x="3978" y="18425"/>
                  </a:cubicBezTo>
                  <a:cubicBezTo>
                    <a:pt x="3953" y="18448"/>
                    <a:pt x="3930" y="18470"/>
                    <a:pt x="3908" y="18484"/>
                  </a:cubicBezTo>
                  <a:cubicBezTo>
                    <a:pt x="3793" y="18567"/>
                    <a:pt x="3683" y="18650"/>
                    <a:pt x="3575" y="18734"/>
                  </a:cubicBezTo>
                  <a:cubicBezTo>
                    <a:pt x="3517" y="18778"/>
                    <a:pt x="3462" y="18823"/>
                    <a:pt x="3401" y="18865"/>
                  </a:cubicBezTo>
                  <a:cubicBezTo>
                    <a:pt x="3369" y="18890"/>
                    <a:pt x="3335" y="18925"/>
                    <a:pt x="3305" y="18957"/>
                  </a:cubicBezTo>
                  <a:cubicBezTo>
                    <a:pt x="3274" y="18990"/>
                    <a:pt x="3245" y="19025"/>
                    <a:pt x="3212" y="19042"/>
                  </a:cubicBezTo>
                  <a:cubicBezTo>
                    <a:pt x="3187" y="19064"/>
                    <a:pt x="3152" y="19076"/>
                    <a:pt x="3123" y="19090"/>
                  </a:cubicBezTo>
                  <a:cubicBezTo>
                    <a:pt x="3079" y="19111"/>
                    <a:pt x="3037" y="19128"/>
                    <a:pt x="2999" y="19159"/>
                  </a:cubicBezTo>
                  <a:cubicBezTo>
                    <a:pt x="2921" y="19147"/>
                    <a:pt x="2858" y="19098"/>
                    <a:pt x="2796" y="19053"/>
                  </a:cubicBezTo>
                  <a:cubicBezTo>
                    <a:pt x="2774" y="19035"/>
                    <a:pt x="2757" y="19021"/>
                    <a:pt x="2735" y="19006"/>
                  </a:cubicBezTo>
                  <a:cubicBezTo>
                    <a:pt x="2473" y="18835"/>
                    <a:pt x="2258" y="18628"/>
                    <a:pt x="2100" y="18471"/>
                  </a:cubicBezTo>
                  <a:cubicBezTo>
                    <a:pt x="1700" y="18071"/>
                    <a:pt x="1346" y="17629"/>
                    <a:pt x="1050" y="17158"/>
                  </a:cubicBezTo>
                  <a:cubicBezTo>
                    <a:pt x="968" y="17029"/>
                    <a:pt x="893" y="16895"/>
                    <a:pt x="823" y="16760"/>
                  </a:cubicBezTo>
                  <a:cubicBezTo>
                    <a:pt x="758" y="16646"/>
                    <a:pt x="695" y="16532"/>
                    <a:pt x="627" y="16418"/>
                  </a:cubicBezTo>
                  <a:cubicBezTo>
                    <a:pt x="617" y="16404"/>
                    <a:pt x="612" y="16386"/>
                    <a:pt x="606" y="16366"/>
                  </a:cubicBezTo>
                  <a:cubicBezTo>
                    <a:pt x="599" y="16345"/>
                    <a:pt x="592" y="16327"/>
                    <a:pt x="583" y="16305"/>
                  </a:cubicBezTo>
                  <a:cubicBezTo>
                    <a:pt x="505" y="16145"/>
                    <a:pt x="416" y="15956"/>
                    <a:pt x="332" y="15761"/>
                  </a:cubicBezTo>
                  <a:lnTo>
                    <a:pt x="253" y="15521"/>
                  </a:lnTo>
                  <a:cubicBezTo>
                    <a:pt x="256" y="15408"/>
                    <a:pt x="358" y="15348"/>
                    <a:pt x="452" y="15291"/>
                  </a:cubicBezTo>
                  <a:cubicBezTo>
                    <a:pt x="474" y="15280"/>
                    <a:pt x="496" y="15268"/>
                    <a:pt x="513" y="15254"/>
                  </a:cubicBezTo>
                  <a:cubicBezTo>
                    <a:pt x="631" y="15175"/>
                    <a:pt x="753" y="15098"/>
                    <a:pt x="875" y="15021"/>
                  </a:cubicBezTo>
                  <a:cubicBezTo>
                    <a:pt x="1044" y="14913"/>
                    <a:pt x="1223" y="14801"/>
                    <a:pt x="1390" y="14684"/>
                  </a:cubicBezTo>
                  <a:cubicBezTo>
                    <a:pt x="1421" y="14662"/>
                    <a:pt x="1442" y="14633"/>
                    <a:pt x="1460" y="14607"/>
                  </a:cubicBezTo>
                  <a:cubicBezTo>
                    <a:pt x="1477" y="14583"/>
                    <a:pt x="1493" y="14562"/>
                    <a:pt x="1514" y="14548"/>
                  </a:cubicBezTo>
                  <a:lnTo>
                    <a:pt x="1538" y="14532"/>
                  </a:lnTo>
                  <a:lnTo>
                    <a:pt x="1532" y="14502"/>
                  </a:lnTo>
                  <a:cubicBezTo>
                    <a:pt x="1521" y="14426"/>
                    <a:pt x="1493" y="14358"/>
                    <a:pt x="1464" y="14291"/>
                  </a:cubicBezTo>
                  <a:cubicBezTo>
                    <a:pt x="1451" y="14265"/>
                    <a:pt x="1442" y="14237"/>
                    <a:pt x="1434" y="14213"/>
                  </a:cubicBezTo>
                  <a:cubicBezTo>
                    <a:pt x="1393" y="14105"/>
                    <a:pt x="1362" y="13995"/>
                    <a:pt x="1327" y="13886"/>
                  </a:cubicBezTo>
                  <a:cubicBezTo>
                    <a:pt x="1306" y="13811"/>
                    <a:pt x="1284" y="13736"/>
                    <a:pt x="1261" y="13663"/>
                  </a:cubicBezTo>
                  <a:cubicBezTo>
                    <a:pt x="1198" y="13470"/>
                    <a:pt x="1162" y="13269"/>
                    <a:pt x="1124" y="13057"/>
                  </a:cubicBezTo>
                  <a:cubicBezTo>
                    <a:pt x="1099" y="12907"/>
                    <a:pt x="1072" y="12757"/>
                    <a:pt x="1035" y="12612"/>
                  </a:cubicBezTo>
                  <a:cubicBezTo>
                    <a:pt x="1022" y="12557"/>
                    <a:pt x="1019" y="12498"/>
                    <a:pt x="1013" y="12445"/>
                  </a:cubicBezTo>
                  <a:cubicBezTo>
                    <a:pt x="1008" y="12387"/>
                    <a:pt x="1005" y="12330"/>
                    <a:pt x="990" y="12279"/>
                  </a:cubicBezTo>
                  <a:cubicBezTo>
                    <a:pt x="973" y="12205"/>
                    <a:pt x="973" y="12126"/>
                    <a:pt x="973" y="12039"/>
                  </a:cubicBezTo>
                  <a:cubicBezTo>
                    <a:pt x="973" y="11952"/>
                    <a:pt x="973" y="11865"/>
                    <a:pt x="954" y="11780"/>
                  </a:cubicBezTo>
                  <a:cubicBezTo>
                    <a:pt x="948" y="11756"/>
                    <a:pt x="947" y="11726"/>
                    <a:pt x="947" y="11689"/>
                  </a:cubicBezTo>
                  <a:lnTo>
                    <a:pt x="948" y="11561"/>
                  </a:lnTo>
                  <a:cubicBezTo>
                    <a:pt x="948" y="11508"/>
                    <a:pt x="942" y="11468"/>
                    <a:pt x="935" y="11430"/>
                  </a:cubicBezTo>
                  <a:cubicBezTo>
                    <a:pt x="922" y="11376"/>
                    <a:pt x="915" y="11267"/>
                    <a:pt x="915" y="11148"/>
                  </a:cubicBezTo>
                  <a:cubicBezTo>
                    <a:pt x="915" y="11029"/>
                    <a:pt x="922" y="10921"/>
                    <a:pt x="935" y="10863"/>
                  </a:cubicBezTo>
                  <a:cubicBezTo>
                    <a:pt x="941" y="10841"/>
                    <a:pt x="942" y="10816"/>
                    <a:pt x="942" y="10781"/>
                  </a:cubicBezTo>
                  <a:lnTo>
                    <a:pt x="941" y="10707"/>
                  </a:lnTo>
                  <a:cubicBezTo>
                    <a:pt x="941" y="10694"/>
                    <a:pt x="941" y="10675"/>
                    <a:pt x="947" y="10653"/>
                  </a:cubicBezTo>
                  <a:lnTo>
                    <a:pt x="963" y="10283"/>
                  </a:lnTo>
                  <a:cubicBezTo>
                    <a:pt x="995" y="10137"/>
                    <a:pt x="1009" y="9983"/>
                    <a:pt x="1022" y="9836"/>
                  </a:cubicBezTo>
                  <a:cubicBezTo>
                    <a:pt x="1037" y="9672"/>
                    <a:pt x="1051" y="9519"/>
                    <a:pt x="1089" y="9373"/>
                  </a:cubicBezTo>
                  <a:cubicBezTo>
                    <a:pt x="1122" y="9246"/>
                    <a:pt x="1150" y="9115"/>
                    <a:pt x="1179" y="8986"/>
                  </a:cubicBezTo>
                  <a:cubicBezTo>
                    <a:pt x="1218" y="8791"/>
                    <a:pt x="1261" y="8588"/>
                    <a:pt x="1325" y="8403"/>
                  </a:cubicBezTo>
                  <a:cubicBezTo>
                    <a:pt x="1407" y="8148"/>
                    <a:pt x="1503" y="7897"/>
                    <a:pt x="1596" y="7654"/>
                  </a:cubicBezTo>
                  <a:cubicBezTo>
                    <a:pt x="1634" y="7554"/>
                    <a:pt x="1726" y="7315"/>
                    <a:pt x="1726" y="7315"/>
                  </a:cubicBezTo>
                  <a:lnTo>
                    <a:pt x="1688" y="7295"/>
                  </a:lnTo>
                  <a:cubicBezTo>
                    <a:pt x="1612" y="7257"/>
                    <a:pt x="1544" y="7199"/>
                    <a:pt x="1477" y="7147"/>
                  </a:cubicBezTo>
                  <a:cubicBezTo>
                    <a:pt x="1429" y="7106"/>
                    <a:pt x="1380" y="7068"/>
                    <a:pt x="1332" y="7033"/>
                  </a:cubicBezTo>
                  <a:lnTo>
                    <a:pt x="1249" y="6981"/>
                  </a:lnTo>
                  <a:cubicBezTo>
                    <a:pt x="1121" y="6895"/>
                    <a:pt x="992" y="6806"/>
                    <a:pt x="859" y="6727"/>
                  </a:cubicBezTo>
                  <a:cubicBezTo>
                    <a:pt x="839" y="6713"/>
                    <a:pt x="820" y="6706"/>
                    <a:pt x="804" y="6703"/>
                  </a:cubicBezTo>
                  <a:cubicBezTo>
                    <a:pt x="790" y="6702"/>
                    <a:pt x="781" y="6696"/>
                    <a:pt x="772" y="6690"/>
                  </a:cubicBezTo>
                  <a:cubicBezTo>
                    <a:pt x="739" y="6667"/>
                    <a:pt x="707" y="6636"/>
                    <a:pt x="675" y="6600"/>
                  </a:cubicBezTo>
                  <a:cubicBezTo>
                    <a:pt x="644" y="6568"/>
                    <a:pt x="614" y="6535"/>
                    <a:pt x="577" y="6507"/>
                  </a:cubicBezTo>
                  <a:cubicBezTo>
                    <a:pt x="586" y="6212"/>
                    <a:pt x="699" y="5976"/>
                    <a:pt x="806" y="5750"/>
                  </a:cubicBezTo>
                  <a:cubicBezTo>
                    <a:pt x="835" y="5691"/>
                    <a:pt x="861" y="5635"/>
                    <a:pt x="888" y="5576"/>
                  </a:cubicBezTo>
                  <a:cubicBezTo>
                    <a:pt x="1124" y="5033"/>
                    <a:pt x="1464" y="4579"/>
                    <a:pt x="1793" y="4140"/>
                  </a:cubicBezTo>
                  <a:lnTo>
                    <a:pt x="1848" y="4066"/>
                  </a:lnTo>
                  <a:cubicBezTo>
                    <a:pt x="1900" y="3998"/>
                    <a:pt x="1960" y="3935"/>
                    <a:pt x="2017" y="3870"/>
                  </a:cubicBezTo>
                  <a:cubicBezTo>
                    <a:pt x="2076" y="3804"/>
                    <a:pt x="2136" y="3739"/>
                    <a:pt x="2184" y="3675"/>
                  </a:cubicBezTo>
                  <a:lnTo>
                    <a:pt x="2335" y="3532"/>
                  </a:lnTo>
                  <a:cubicBezTo>
                    <a:pt x="2502" y="3311"/>
                    <a:pt x="2744" y="3118"/>
                    <a:pt x="2914" y="2990"/>
                  </a:cubicBezTo>
                  <a:cubicBezTo>
                    <a:pt x="2946" y="2967"/>
                    <a:pt x="2976" y="2936"/>
                    <a:pt x="3007" y="2907"/>
                  </a:cubicBezTo>
                  <a:cubicBezTo>
                    <a:pt x="3065" y="2852"/>
                    <a:pt x="3125" y="2794"/>
                    <a:pt x="3209" y="2765"/>
                  </a:cubicBezTo>
                  <a:cubicBezTo>
                    <a:pt x="3212" y="2763"/>
                    <a:pt x="3218" y="2761"/>
                    <a:pt x="3227" y="2761"/>
                  </a:cubicBezTo>
                  <a:cubicBezTo>
                    <a:pt x="3257" y="2761"/>
                    <a:pt x="3328" y="2783"/>
                    <a:pt x="3488" y="2900"/>
                  </a:cubicBezTo>
                  <a:cubicBezTo>
                    <a:pt x="3581" y="2968"/>
                    <a:pt x="3670" y="3048"/>
                    <a:pt x="3756" y="3127"/>
                  </a:cubicBezTo>
                  <a:cubicBezTo>
                    <a:pt x="3840" y="3202"/>
                    <a:pt x="3929" y="3284"/>
                    <a:pt x="4022" y="3352"/>
                  </a:cubicBezTo>
                  <a:cubicBezTo>
                    <a:pt x="4128" y="3429"/>
                    <a:pt x="4218" y="3500"/>
                    <a:pt x="4302" y="3580"/>
                  </a:cubicBezTo>
                  <a:cubicBezTo>
                    <a:pt x="4324" y="3602"/>
                    <a:pt x="4350" y="3617"/>
                    <a:pt x="4372" y="3628"/>
                  </a:cubicBezTo>
                  <a:cubicBezTo>
                    <a:pt x="4394" y="3641"/>
                    <a:pt x="4411" y="3652"/>
                    <a:pt x="4426" y="3668"/>
                  </a:cubicBezTo>
                  <a:lnTo>
                    <a:pt x="4443" y="3689"/>
                  </a:lnTo>
                  <a:lnTo>
                    <a:pt x="4472" y="3684"/>
                  </a:lnTo>
                  <a:cubicBezTo>
                    <a:pt x="4530" y="3672"/>
                    <a:pt x="4564" y="3637"/>
                    <a:pt x="4592" y="3608"/>
                  </a:cubicBezTo>
                  <a:cubicBezTo>
                    <a:pt x="4605" y="3595"/>
                    <a:pt x="4613" y="3585"/>
                    <a:pt x="4625" y="3577"/>
                  </a:cubicBezTo>
                  <a:lnTo>
                    <a:pt x="4751" y="3481"/>
                  </a:lnTo>
                  <a:cubicBezTo>
                    <a:pt x="4817" y="3433"/>
                    <a:pt x="4879" y="3384"/>
                    <a:pt x="4940" y="3342"/>
                  </a:cubicBezTo>
                  <a:cubicBezTo>
                    <a:pt x="5175" y="3178"/>
                    <a:pt x="5429" y="3025"/>
                    <a:pt x="5675" y="2880"/>
                  </a:cubicBezTo>
                  <a:cubicBezTo>
                    <a:pt x="5763" y="2827"/>
                    <a:pt x="5851" y="2773"/>
                    <a:pt x="5941" y="2721"/>
                  </a:cubicBezTo>
                  <a:cubicBezTo>
                    <a:pt x="6067" y="2645"/>
                    <a:pt x="6202" y="2584"/>
                    <a:pt x="6341" y="2525"/>
                  </a:cubicBezTo>
                  <a:lnTo>
                    <a:pt x="6642" y="2391"/>
                  </a:lnTo>
                  <a:cubicBezTo>
                    <a:pt x="6778" y="2328"/>
                    <a:pt x="6916" y="2266"/>
                    <a:pt x="7053" y="2209"/>
                  </a:cubicBezTo>
                  <a:cubicBezTo>
                    <a:pt x="7254" y="2125"/>
                    <a:pt x="7457" y="2065"/>
                    <a:pt x="7672" y="2000"/>
                  </a:cubicBezTo>
                  <a:cubicBezTo>
                    <a:pt x="7777" y="1969"/>
                    <a:pt x="7883" y="1934"/>
                    <a:pt x="7991" y="1901"/>
                  </a:cubicBezTo>
                  <a:cubicBezTo>
                    <a:pt x="8155" y="1847"/>
                    <a:pt x="8337" y="1817"/>
                    <a:pt x="8511" y="1782"/>
                  </a:cubicBezTo>
                  <a:cubicBezTo>
                    <a:pt x="8641" y="1760"/>
                    <a:pt x="8770" y="1737"/>
                    <a:pt x="8897" y="1703"/>
                  </a:cubicBezTo>
                  <a:cubicBezTo>
                    <a:pt x="8966" y="1687"/>
                    <a:pt x="9035" y="1682"/>
                    <a:pt x="9107" y="1679"/>
                  </a:cubicBezTo>
                  <a:cubicBezTo>
                    <a:pt x="9180" y="1673"/>
                    <a:pt x="9253" y="1668"/>
                    <a:pt x="9330" y="1652"/>
                  </a:cubicBezTo>
                  <a:cubicBezTo>
                    <a:pt x="9381" y="1639"/>
                    <a:pt x="9434" y="1638"/>
                    <a:pt x="9496" y="1636"/>
                  </a:cubicBezTo>
                  <a:cubicBezTo>
                    <a:pt x="9557" y="1635"/>
                    <a:pt x="9623" y="1631"/>
                    <a:pt x="9692" y="1616"/>
                  </a:cubicBezTo>
                  <a:cubicBezTo>
                    <a:pt x="9838" y="1583"/>
                    <a:pt x="10027" y="1575"/>
                    <a:pt x="10217" y="1575"/>
                  </a:cubicBezTo>
                  <a:cubicBezTo>
                    <a:pt x="10297" y="1575"/>
                    <a:pt x="10377" y="1577"/>
                    <a:pt x="10455" y="1578"/>
                  </a:cubicBezTo>
                  <a:cubicBezTo>
                    <a:pt x="10531" y="1578"/>
                    <a:pt x="10605" y="1580"/>
                    <a:pt x="10675" y="1580"/>
                  </a:cubicBezTo>
                  <a:cubicBezTo>
                    <a:pt x="10782" y="1580"/>
                    <a:pt x="10887" y="1587"/>
                    <a:pt x="10990" y="1594"/>
                  </a:cubicBezTo>
                  <a:cubicBezTo>
                    <a:pt x="11060" y="1600"/>
                    <a:pt x="11127" y="1603"/>
                    <a:pt x="11197" y="1607"/>
                  </a:cubicBezTo>
                  <a:cubicBezTo>
                    <a:pt x="11211" y="1609"/>
                    <a:pt x="11227" y="1613"/>
                    <a:pt x="11247" y="1615"/>
                  </a:cubicBezTo>
                  <a:cubicBezTo>
                    <a:pt x="11279" y="1618"/>
                    <a:pt x="11312" y="1623"/>
                    <a:pt x="11343" y="1623"/>
                  </a:cubicBezTo>
                  <a:cubicBezTo>
                    <a:pt x="11376" y="1623"/>
                    <a:pt x="11407" y="1617"/>
                    <a:pt x="11429" y="1599"/>
                  </a:cubicBezTo>
                  <a:cubicBezTo>
                    <a:pt x="11454" y="1574"/>
                    <a:pt x="11476" y="1514"/>
                    <a:pt x="11534" y="1305"/>
                  </a:cubicBezTo>
                  <a:cubicBezTo>
                    <a:pt x="11547" y="1266"/>
                    <a:pt x="11556" y="1231"/>
                    <a:pt x="11560" y="1215"/>
                  </a:cubicBezTo>
                  <a:cubicBezTo>
                    <a:pt x="11596" y="1109"/>
                    <a:pt x="11625" y="994"/>
                    <a:pt x="11656" y="880"/>
                  </a:cubicBezTo>
                  <a:cubicBezTo>
                    <a:pt x="11710" y="670"/>
                    <a:pt x="11768" y="452"/>
                    <a:pt x="11860" y="286"/>
                  </a:cubicBezTo>
                  <a:cubicBezTo>
                    <a:pt x="11938" y="278"/>
                    <a:pt x="12041" y="270"/>
                    <a:pt x="12121" y="249"/>
                  </a:cubicBezTo>
                  <a:cubicBezTo>
                    <a:pt x="12139" y="245"/>
                    <a:pt x="12162" y="244"/>
                    <a:pt x="12186" y="244"/>
                  </a:cubicBezTo>
                  <a:close/>
                  <a:moveTo>
                    <a:pt x="12307" y="0"/>
                  </a:moveTo>
                  <a:cubicBezTo>
                    <a:pt x="12223" y="0"/>
                    <a:pt x="12138" y="7"/>
                    <a:pt x="12083" y="20"/>
                  </a:cubicBezTo>
                  <a:cubicBezTo>
                    <a:pt x="12037" y="30"/>
                    <a:pt x="11992" y="33"/>
                    <a:pt x="11948" y="34"/>
                  </a:cubicBezTo>
                  <a:cubicBezTo>
                    <a:pt x="11867" y="40"/>
                    <a:pt x="11790" y="44"/>
                    <a:pt x="11723" y="89"/>
                  </a:cubicBezTo>
                  <a:cubicBezTo>
                    <a:pt x="11647" y="142"/>
                    <a:pt x="11625" y="238"/>
                    <a:pt x="11604" y="329"/>
                  </a:cubicBezTo>
                  <a:cubicBezTo>
                    <a:pt x="11596" y="366"/>
                    <a:pt x="11589" y="398"/>
                    <a:pt x="11578" y="430"/>
                  </a:cubicBezTo>
                  <a:cubicBezTo>
                    <a:pt x="11546" y="529"/>
                    <a:pt x="11511" y="643"/>
                    <a:pt x="11480" y="760"/>
                  </a:cubicBezTo>
                  <a:cubicBezTo>
                    <a:pt x="11454" y="856"/>
                    <a:pt x="11426" y="949"/>
                    <a:pt x="11397" y="1037"/>
                  </a:cubicBezTo>
                  <a:cubicBezTo>
                    <a:pt x="11383" y="1078"/>
                    <a:pt x="11375" y="1128"/>
                    <a:pt x="11367" y="1173"/>
                  </a:cubicBezTo>
                  <a:cubicBezTo>
                    <a:pt x="11354" y="1240"/>
                    <a:pt x="11343" y="1302"/>
                    <a:pt x="11314" y="1347"/>
                  </a:cubicBezTo>
                  <a:cubicBezTo>
                    <a:pt x="11192" y="1346"/>
                    <a:pt x="11070" y="1338"/>
                    <a:pt x="10944" y="1331"/>
                  </a:cubicBezTo>
                  <a:cubicBezTo>
                    <a:pt x="10791" y="1321"/>
                    <a:pt x="10632" y="1311"/>
                    <a:pt x="10467" y="1311"/>
                  </a:cubicBezTo>
                  <a:lnTo>
                    <a:pt x="10390" y="1311"/>
                  </a:lnTo>
                  <a:cubicBezTo>
                    <a:pt x="10358" y="1310"/>
                    <a:pt x="10325" y="1309"/>
                    <a:pt x="10293" y="1309"/>
                  </a:cubicBezTo>
                  <a:cubicBezTo>
                    <a:pt x="10239" y="1309"/>
                    <a:pt x="10186" y="1312"/>
                    <a:pt x="10142" y="1324"/>
                  </a:cubicBezTo>
                  <a:cubicBezTo>
                    <a:pt x="10128" y="1326"/>
                    <a:pt x="10111" y="1327"/>
                    <a:pt x="10093" y="1327"/>
                  </a:cubicBezTo>
                  <a:cubicBezTo>
                    <a:pt x="10079" y="1327"/>
                    <a:pt x="10064" y="1327"/>
                    <a:pt x="10049" y="1325"/>
                  </a:cubicBezTo>
                  <a:cubicBezTo>
                    <a:pt x="10013" y="1325"/>
                    <a:pt x="9980" y="1325"/>
                    <a:pt x="9961" y="1331"/>
                  </a:cubicBezTo>
                  <a:lnTo>
                    <a:pt x="9680" y="1340"/>
                  </a:lnTo>
                  <a:cubicBezTo>
                    <a:pt x="9628" y="1353"/>
                    <a:pt x="9573" y="1354"/>
                    <a:pt x="9513" y="1356"/>
                  </a:cubicBezTo>
                  <a:cubicBezTo>
                    <a:pt x="9446" y="1357"/>
                    <a:pt x="9376" y="1362"/>
                    <a:pt x="9309" y="1376"/>
                  </a:cubicBezTo>
                  <a:cubicBezTo>
                    <a:pt x="9180" y="1407"/>
                    <a:pt x="9045" y="1423"/>
                    <a:pt x="8915" y="1437"/>
                  </a:cubicBezTo>
                  <a:cubicBezTo>
                    <a:pt x="8757" y="1458"/>
                    <a:pt x="8597" y="1478"/>
                    <a:pt x="8441" y="1522"/>
                  </a:cubicBezTo>
                  <a:cubicBezTo>
                    <a:pt x="8335" y="1551"/>
                    <a:pt x="8228" y="1574"/>
                    <a:pt x="8117" y="1597"/>
                  </a:cubicBezTo>
                  <a:cubicBezTo>
                    <a:pt x="7973" y="1631"/>
                    <a:pt x="7824" y="1666"/>
                    <a:pt x="7680" y="1711"/>
                  </a:cubicBezTo>
                  <a:cubicBezTo>
                    <a:pt x="7165" y="1884"/>
                    <a:pt x="6721" y="2051"/>
                    <a:pt x="6320" y="2227"/>
                  </a:cubicBezTo>
                  <a:cubicBezTo>
                    <a:pt x="6168" y="2295"/>
                    <a:pt x="5987" y="2392"/>
                    <a:pt x="5791" y="2512"/>
                  </a:cubicBezTo>
                  <a:cubicBezTo>
                    <a:pt x="5686" y="2574"/>
                    <a:pt x="5580" y="2634"/>
                    <a:pt x="5475" y="2692"/>
                  </a:cubicBezTo>
                  <a:cubicBezTo>
                    <a:pt x="5308" y="2785"/>
                    <a:pt x="5135" y="2880"/>
                    <a:pt x="4975" y="2993"/>
                  </a:cubicBezTo>
                  <a:cubicBezTo>
                    <a:pt x="4879" y="3061"/>
                    <a:pt x="4785" y="3130"/>
                    <a:pt x="4686" y="3199"/>
                  </a:cubicBezTo>
                  <a:lnTo>
                    <a:pt x="4625" y="3244"/>
                  </a:lnTo>
                  <a:cubicBezTo>
                    <a:pt x="4603" y="3260"/>
                    <a:pt x="4581" y="3281"/>
                    <a:pt x="4562" y="3298"/>
                  </a:cubicBezTo>
                  <a:cubicBezTo>
                    <a:pt x="4530" y="3330"/>
                    <a:pt x="4494" y="3361"/>
                    <a:pt x="4477" y="3374"/>
                  </a:cubicBezTo>
                  <a:cubicBezTo>
                    <a:pt x="4455" y="3364"/>
                    <a:pt x="4378" y="3295"/>
                    <a:pt x="4334" y="3259"/>
                  </a:cubicBezTo>
                  <a:cubicBezTo>
                    <a:pt x="4302" y="3230"/>
                    <a:pt x="4273" y="3204"/>
                    <a:pt x="4257" y="3192"/>
                  </a:cubicBezTo>
                  <a:cubicBezTo>
                    <a:pt x="4147" y="3114"/>
                    <a:pt x="4045" y="3028"/>
                    <a:pt x="3939" y="2945"/>
                  </a:cubicBezTo>
                  <a:cubicBezTo>
                    <a:pt x="3833" y="2855"/>
                    <a:pt x="3721" y="2768"/>
                    <a:pt x="3607" y="2683"/>
                  </a:cubicBezTo>
                  <a:lnTo>
                    <a:pt x="3581" y="2663"/>
                  </a:lnTo>
                  <a:cubicBezTo>
                    <a:pt x="3504" y="2606"/>
                    <a:pt x="3366" y="2502"/>
                    <a:pt x="3228" y="2502"/>
                  </a:cubicBezTo>
                  <a:cubicBezTo>
                    <a:pt x="3205" y="2502"/>
                    <a:pt x="3182" y="2505"/>
                    <a:pt x="3159" y="2512"/>
                  </a:cubicBezTo>
                  <a:cubicBezTo>
                    <a:pt x="3085" y="2533"/>
                    <a:pt x="3026" y="2581"/>
                    <a:pt x="2972" y="2622"/>
                  </a:cubicBezTo>
                  <a:lnTo>
                    <a:pt x="2927" y="2656"/>
                  </a:lnTo>
                  <a:cubicBezTo>
                    <a:pt x="2834" y="2722"/>
                    <a:pt x="2751" y="2794"/>
                    <a:pt x="2665" y="2866"/>
                  </a:cubicBezTo>
                  <a:cubicBezTo>
                    <a:pt x="2597" y="2925"/>
                    <a:pt x="2528" y="2981"/>
                    <a:pt x="2451" y="3041"/>
                  </a:cubicBezTo>
                  <a:lnTo>
                    <a:pt x="2347" y="3153"/>
                  </a:lnTo>
                  <a:cubicBezTo>
                    <a:pt x="2091" y="3348"/>
                    <a:pt x="1819" y="3689"/>
                    <a:pt x="1681" y="3877"/>
                  </a:cubicBezTo>
                  <a:cubicBezTo>
                    <a:pt x="1636" y="3931"/>
                    <a:pt x="1591" y="3987"/>
                    <a:pt x="1544" y="4040"/>
                  </a:cubicBezTo>
                  <a:cubicBezTo>
                    <a:pt x="1486" y="4105"/>
                    <a:pt x="1429" y="4171"/>
                    <a:pt x="1380" y="4242"/>
                  </a:cubicBezTo>
                  <a:cubicBezTo>
                    <a:pt x="1138" y="4583"/>
                    <a:pt x="861" y="4999"/>
                    <a:pt x="634" y="5514"/>
                  </a:cubicBezTo>
                  <a:lnTo>
                    <a:pt x="586" y="5622"/>
                  </a:lnTo>
                  <a:cubicBezTo>
                    <a:pt x="471" y="5872"/>
                    <a:pt x="339" y="6160"/>
                    <a:pt x="339" y="6492"/>
                  </a:cubicBezTo>
                  <a:cubicBezTo>
                    <a:pt x="339" y="6514"/>
                    <a:pt x="340" y="6574"/>
                    <a:pt x="340" y="6574"/>
                  </a:cubicBezTo>
                  <a:lnTo>
                    <a:pt x="353" y="6588"/>
                  </a:lnTo>
                  <a:cubicBezTo>
                    <a:pt x="550" y="6792"/>
                    <a:pt x="804" y="6952"/>
                    <a:pt x="1048" y="7105"/>
                  </a:cubicBezTo>
                  <a:lnTo>
                    <a:pt x="1114" y="7144"/>
                  </a:lnTo>
                  <a:cubicBezTo>
                    <a:pt x="1150" y="7166"/>
                    <a:pt x="1186" y="7187"/>
                    <a:pt x="1224" y="7209"/>
                  </a:cubicBezTo>
                  <a:cubicBezTo>
                    <a:pt x="1296" y="7250"/>
                    <a:pt x="1370" y="7292"/>
                    <a:pt x="1426" y="7339"/>
                  </a:cubicBezTo>
                  <a:cubicBezTo>
                    <a:pt x="1421" y="7359"/>
                    <a:pt x="1412" y="7384"/>
                    <a:pt x="1405" y="7401"/>
                  </a:cubicBezTo>
                  <a:cubicBezTo>
                    <a:pt x="1371" y="7483"/>
                    <a:pt x="1339" y="7564"/>
                    <a:pt x="1307" y="7648"/>
                  </a:cubicBezTo>
                  <a:lnTo>
                    <a:pt x="1277" y="7730"/>
                  </a:lnTo>
                  <a:cubicBezTo>
                    <a:pt x="1200" y="7932"/>
                    <a:pt x="1131" y="8146"/>
                    <a:pt x="1064" y="8356"/>
                  </a:cubicBezTo>
                  <a:lnTo>
                    <a:pt x="995" y="8572"/>
                  </a:lnTo>
                  <a:cubicBezTo>
                    <a:pt x="963" y="8682"/>
                    <a:pt x="936" y="8798"/>
                    <a:pt x="913" y="8909"/>
                  </a:cubicBezTo>
                  <a:cubicBezTo>
                    <a:pt x="897" y="8993"/>
                    <a:pt x="883" y="9075"/>
                    <a:pt x="859" y="9157"/>
                  </a:cubicBezTo>
                  <a:lnTo>
                    <a:pt x="759" y="9713"/>
                  </a:lnTo>
                  <a:lnTo>
                    <a:pt x="742" y="9915"/>
                  </a:lnTo>
                  <a:cubicBezTo>
                    <a:pt x="714" y="10033"/>
                    <a:pt x="710" y="10164"/>
                    <a:pt x="704" y="10293"/>
                  </a:cubicBezTo>
                  <a:cubicBezTo>
                    <a:pt x="702" y="10414"/>
                    <a:pt x="696" y="10542"/>
                    <a:pt x="672" y="10665"/>
                  </a:cubicBezTo>
                  <a:lnTo>
                    <a:pt x="672" y="10870"/>
                  </a:lnTo>
                  <a:cubicBezTo>
                    <a:pt x="651" y="10949"/>
                    <a:pt x="650" y="11097"/>
                    <a:pt x="650" y="11177"/>
                  </a:cubicBezTo>
                  <a:cubicBezTo>
                    <a:pt x="650" y="11359"/>
                    <a:pt x="663" y="11543"/>
                    <a:pt x="679" y="11616"/>
                  </a:cubicBezTo>
                  <a:lnTo>
                    <a:pt x="681" y="11779"/>
                  </a:lnTo>
                  <a:cubicBezTo>
                    <a:pt x="696" y="11856"/>
                    <a:pt x="701" y="11937"/>
                    <a:pt x="702" y="12020"/>
                  </a:cubicBezTo>
                  <a:cubicBezTo>
                    <a:pt x="702" y="12112"/>
                    <a:pt x="704" y="12205"/>
                    <a:pt x="726" y="12295"/>
                  </a:cubicBezTo>
                  <a:cubicBezTo>
                    <a:pt x="740" y="12353"/>
                    <a:pt x="746" y="12416"/>
                    <a:pt x="749" y="12477"/>
                  </a:cubicBezTo>
                  <a:cubicBezTo>
                    <a:pt x="755" y="12546"/>
                    <a:pt x="762" y="12621"/>
                    <a:pt x="781" y="12692"/>
                  </a:cubicBezTo>
                  <a:cubicBezTo>
                    <a:pt x="806" y="12798"/>
                    <a:pt x="827" y="12913"/>
                    <a:pt x="849" y="13026"/>
                  </a:cubicBezTo>
                  <a:cubicBezTo>
                    <a:pt x="872" y="13153"/>
                    <a:pt x="900" y="13284"/>
                    <a:pt x="933" y="13406"/>
                  </a:cubicBezTo>
                  <a:cubicBezTo>
                    <a:pt x="958" y="13502"/>
                    <a:pt x="984" y="13595"/>
                    <a:pt x="1008" y="13688"/>
                  </a:cubicBezTo>
                  <a:cubicBezTo>
                    <a:pt x="1051" y="13859"/>
                    <a:pt x="1091" y="14025"/>
                    <a:pt x="1152" y="14185"/>
                  </a:cubicBezTo>
                  <a:cubicBezTo>
                    <a:pt x="1163" y="14218"/>
                    <a:pt x="1173" y="14255"/>
                    <a:pt x="1181" y="14291"/>
                  </a:cubicBezTo>
                  <a:cubicBezTo>
                    <a:pt x="1195" y="14349"/>
                    <a:pt x="1211" y="14409"/>
                    <a:pt x="1240" y="14458"/>
                  </a:cubicBezTo>
                  <a:cubicBezTo>
                    <a:pt x="1204" y="14496"/>
                    <a:pt x="1104" y="14550"/>
                    <a:pt x="1053" y="14582"/>
                  </a:cubicBezTo>
                  <a:cubicBezTo>
                    <a:pt x="1015" y="14601"/>
                    <a:pt x="981" y="14620"/>
                    <a:pt x="960" y="14634"/>
                  </a:cubicBezTo>
                  <a:cubicBezTo>
                    <a:pt x="856" y="14708"/>
                    <a:pt x="747" y="14780"/>
                    <a:pt x="640" y="14854"/>
                  </a:cubicBezTo>
                  <a:cubicBezTo>
                    <a:pt x="529" y="14928"/>
                    <a:pt x="419" y="15004"/>
                    <a:pt x="313" y="15079"/>
                  </a:cubicBezTo>
                  <a:lnTo>
                    <a:pt x="291" y="15092"/>
                  </a:lnTo>
                  <a:cubicBezTo>
                    <a:pt x="186" y="15168"/>
                    <a:pt x="51" y="15259"/>
                    <a:pt x="13" y="15403"/>
                  </a:cubicBezTo>
                  <a:cubicBezTo>
                    <a:pt x="6" y="15432"/>
                    <a:pt x="0" y="15460"/>
                    <a:pt x="0" y="15488"/>
                  </a:cubicBezTo>
                  <a:cubicBezTo>
                    <a:pt x="0" y="15594"/>
                    <a:pt x="47" y="15691"/>
                    <a:pt x="77" y="15761"/>
                  </a:cubicBezTo>
                  <a:lnTo>
                    <a:pt x="97" y="15805"/>
                  </a:lnTo>
                  <a:lnTo>
                    <a:pt x="148" y="15933"/>
                  </a:lnTo>
                  <a:cubicBezTo>
                    <a:pt x="244" y="16162"/>
                    <a:pt x="332" y="16380"/>
                    <a:pt x="442" y="16593"/>
                  </a:cubicBezTo>
                  <a:cubicBezTo>
                    <a:pt x="653" y="16998"/>
                    <a:pt x="899" y="17397"/>
                    <a:pt x="1221" y="17855"/>
                  </a:cubicBezTo>
                  <a:cubicBezTo>
                    <a:pt x="1269" y="17923"/>
                    <a:pt x="1327" y="17985"/>
                    <a:pt x="1386" y="18051"/>
                  </a:cubicBezTo>
                  <a:cubicBezTo>
                    <a:pt x="1432" y="18103"/>
                    <a:pt x="1482" y="18154"/>
                    <a:pt x="1522" y="18208"/>
                  </a:cubicBezTo>
                  <a:cubicBezTo>
                    <a:pt x="1704" y="18451"/>
                    <a:pt x="1902" y="18656"/>
                    <a:pt x="2094" y="18803"/>
                  </a:cubicBezTo>
                  <a:lnTo>
                    <a:pt x="2225" y="18932"/>
                  </a:lnTo>
                  <a:cubicBezTo>
                    <a:pt x="2264" y="18963"/>
                    <a:pt x="2303" y="18993"/>
                    <a:pt x="2347" y="19028"/>
                  </a:cubicBezTo>
                  <a:cubicBezTo>
                    <a:pt x="2527" y="19172"/>
                    <a:pt x="2726" y="19332"/>
                    <a:pt x="2947" y="19384"/>
                  </a:cubicBezTo>
                  <a:cubicBezTo>
                    <a:pt x="2960" y="19387"/>
                    <a:pt x="2972" y="19388"/>
                    <a:pt x="2984" y="19388"/>
                  </a:cubicBezTo>
                  <a:cubicBezTo>
                    <a:pt x="3085" y="19388"/>
                    <a:pt x="3183" y="19300"/>
                    <a:pt x="3255" y="19231"/>
                  </a:cubicBezTo>
                  <a:cubicBezTo>
                    <a:pt x="3279" y="19210"/>
                    <a:pt x="3300" y="19192"/>
                    <a:pt x="3318" y="19179"/>
                  </a:cubicBezTo>
                  <a:cubicBezTo>
                    <a:pt x="3456" y="19089"/>
                    <a:pt x="3581" y="18983"/>
                    <a:pt x="3700" y="18880"/>
                  </a:cubicBezTo>
                  <a:cubicBezTo>
                    <a:pt x="3815" y="18781"/>
                    <a:pt x="3936" y="18678"/>
                    <a:pt x="4071" y="18587"/>
                  </a:cubicBezTo>
                  <a:cubicBezTo>
                    <a:pt x="4116" y="18618"/>
                    <a:pt x="4216" y="18698"/>
                    <a:pt x="4244" y="18721"/>
                  </a:cubicBezTo>
                  <a:cubicBezTo>
                    <a:pt x="4288" y="18762"/>
                    <a:pt x="4334" y="18800"/>
                    <a:pt x="4381" y="18842"/>
                  </a:cubicBezTo>
                  <a:cubicBezTo>
                    <a:pt x="4548" y="18980"/>
                    <a:pt x="4730" y="19108"/>
                    <a:pt x="4919" y="19242"/>
                  </a:cubicBezTo>
                  <a:cubicBezTo>
                    <a:pt x="5095" y="19365"/>
                    <a:pt x="5284" y="19477"/>
                    <a:pt x="5467" y="19588"/>
                  </a:cubicBezTo>
                  <a:lnTo>
                    <a:pt x="5662" y="19707"/>
                  </a:lnTo>
                  <a:cubicBezTo>
                    <a:pt x="5694" y="19723"/>
                    <a:pt x="5724" y="19737"/>
                    <a:pt x="5755" y="19751"/>
                  </a:cubicBezTo>
                  <a:cubicBezTo>
                    <a:pt x="5779" y="19759"/>
                    <a:pt x="5807" y="19772"/>
                    <a:pt x="5833" y="19788"/>
                  </a:cubicBezTo>
                  <a:cubicBezTo>
                    <a:pt x="6016" y="19899"/>
                    <a:pt x="6220" y="20006"/>
                    <a:pt x="6407" y="20088"/>
                  </a:cubicBezTo>
                  <a:cubicBezTo>
                    <a:pt x="6564" y="20158"/>
                    <a:pt x="6723" y="20219"/>
                    <a:pt x="6883" y="20283"/>
                  </a:cubicBezTo>
                  <a:cubicBezTo>
                    <a:pt x="6989" y="20322"/>
                    <a:pt x="7092" y="20364"/>
                    <a:pt x="7194" y="20406"/>
                  </a:cubicBezTo>
                  <a:cubicBezTo>
                    <a:pt x="7422" y="20499"/>
                    <a:pt x="7677" y="20565"/>
                    <a:pt x="7921" y="20627"/>
                  </a:cubicBezTo>
                  <a:cubicBezTo>
                    <a:pt x="8029" y="20653"/>
                    <a:pt x="8139" y="20682"/>
                    <a:pt x="8247" y="20713"/>
                  </a:cubicBezTo>
                  <a:cubicBezTo>
                    <a:pt x="8414" y="20761"/>
                    <a:pt x="8591" y="20787"/>
                    <a:pt x="8760" y="20812"/>
                  </a:cubicBezTo>
                  <a:cubicBezTo>
                    <a:pt x="8897" y="20834"/>
                    <a:pt x="9040" y="20851"/>
                    <a:pt x="9179" y="20886"/>
                  </a:cubicBezTo>
                  <a:cubicBezTo>
                    <a:pt x="9253" y="20902"/>
                    <a:pt x="9327" y="20908"/>
                    <a:pt x="9400" y="20909"/>
                  </a:cubicBezTo>
                  <a:cubicBezTo>
                    <a:pt x="9468" y="20915"/>
                    <a:pt x="9530" y="20917"/>
                    <a:pt x="9602" y="20931"/>
                  </a:cubicBezTo>
                  <a:lnTo>
                    <a:pt x="10190" y="20967"/>
                  </a:lnTo>
                  <a:lnTo>
                    <a:pt x="10758" y="20967"/>
                  </a:lnTo>
                  <a:cubicBezTo>
                    <a:pt x="10794" y="21111"/>
                    <a:pt x="10842" y="21260"/>
                    <a:pt x="10885" y="21391"/>
                  </a:cubicBezTo>
                  <a:lnTo>
                    <a:pt x="10931" y="21613"/>
                  </a:lnTo>
                  <a:cubicBezTo>
                    <a:pt x="10952" y="21673"/>
                    <a:pt x="10970" y="21737"/>
                    <a:pt x="10990" y="21803"/>
                  </a:cubicBezTo>
                  <a:cubicBezTo>
                    <a:pt x="11012" y="21880"/>
                    <a:pt x="11035" y="21960"/>
                    <a:pt x="11057" y="22029"/>
                  </a:cubicBezTo>
                  <a:lnTo>
                    <a:pt x="11072" y="22072"/>
                  </a:lnTo>
                  <a:cubicBezTo>
                    <a:pt x="11120" y="22221"/>
                    <a:pt x="11170" y="22372"/>
                    <a:pt x="11307" y="22452"/>
                  </a:cubicBezTo>
                  <a:cubicBezTo>
                    <a:pt x="11368" y="22491"/>
                    <a:pt x="11456" y="22502"/>
                    <a:pt x="11553" y="22502"/>
                  </a:cubicBezTo>
                  <a:cubicBezTo>
                    <a:pt x="11618" y="22502"/>
                    <a:pt x="11687" y="22497"/>
                    <a:pt x="11753" y="22491"/>
                  </a:cubicBezTo>
                  <a:cubicBezTo>
                    <a:pt x="11804" y="22488"/>
                    <a:pt x="11852" y="22484"/>
                    <a:pt x="11892" y="22484"/>
                  </a:cubicBezTo>
                  <a:cubicBezTo>
                    <a:pt x="12066" y="22481"/>
                    <a:pt x="12252" y="22459"/>
                    <a:pt x="12384" y="22429"/>
                  </a:cubicBezTo>
                  <a:lnTo>
                    <a:pt x="12624" y="22400"/>
                  </a:lnTo>
                  <a:cubicBezTo>
                    <a:pt x="12707" y="22379"/>
                    <a:pt x="12792" y="22363"/>
                    <a:pt x="12876" y="22347"/>
                  </a:cubicBezTo>
                  <a:cubicBezTo>
                    <a:pt x="12997" y="22324"/>
                    <a:pt x="13119" y="22299"/>
                    <a:pt x="13231" y="22266"/>
                  </a:cubicBezTo>
                  <a:cubicBezTo>
                    <a:pt x="13315" y="22240"/>
                    <a:pt x="13395" y="22219"/>
                    <a:pt x="13475" y="22203"/>
                  </a:cubicBezTo>
                  <a:cubicBezTo>
                    <a:pt x="13568" y="22181"/>
                    <a:pt x="13662" y="22160"/>
                    <a:pt x="13757" y="22129"/>
                  </a:cubicBezTo>
                  <a:cubicBezTo>
                    <a:pt x="14376" y="21924"/>
                    <a:pt x="14889" y="21691"/>
                    <a:pt x="15320" y="21418"/>
                  </a:cubicBezTo>
                  <a:lnTo>
                    <a:pt x="15366" y="21389"/>
                  </a:lnTo>
                  <a:cubicBezTo>
                    <a:pt x="15568" y="21265"/>
                    <a:pt x="15903" y="21055"/>
                    <a:pt x="15978" y="20873"/>
                  </a:cubicBezTo>
                  <a:cubicBezTo>
                    <a:pt x="15992" y="20848"/>
                    <a:pt x="15996" y="20815"/>
                    <a:pt x="15996" y="20783"/>
                  </a:cubicBezTo>
                  <a:cubicBezTo>
                    <a:pt x="15996" y="20691"/>
                    <a:pt x="15957" y="20598"/>
                    <a:pt x="15926" y="20518"/>
                  </a:cubicBezTo>
                  <a:cubicBezTo>
                    <a:pt x="15883" y="20413"/>
                    <a:pt x="15843" y="20307"/>
                    <a:pt x="15803" y="20203"/>
                  </a:cubicBezTo>
                  <a:cubicBezTo>
                    <a:pt x="15759" y="20089"/>
                    <a:pt x="15720" y="19977"/>
                    <a:pt x="15673" y="19868"/>
                  </a:cubicBezTo>
                  <a:cubicBezTo>
                    <a:pt x="15657" y="19832"/>
                    <a:pt x="15648" y="19790"/>
                    <a:pt x="15635" y="19748"/>
                  </a:cubicBezTo>
                  <a:cubicBezTo>
                    <a:pt x="15619" y="19681"/>
                    <a:pt x="15599" y="19614"/>
                    <a:pt x="15567" y="19557"/>
                  </a:cubicBezTo>
                  <a:cubicBezTo>
                    <a:pt x="15574" y="19550"/>
                    <a:pt x="15586" y="19544"/>
                    <a:pt x="15606" y="19535"/>
                  </a:cubicBezTo>
                  <a:cubicBezTo>
                    <a:pt x="15622" y="19528"/>
                    <a:pt x="15640" y="19521"/>
                    <a:pt x="15654" y="19512"/>
                  </a:cubicBezTo>
                  <a:cubicBezTo>
                    <a:pt x="15775" y="19438"/>
                    <a:pt x="15896" y="19355"/>
                    <a:pt x="16015" y="19278"/>
                  </a:cubicBezTo>
                  <a:cubicBezTo>
                    <a:pt x="16444" y="18990"/>
                    <a:pt x="16844" y="18648"/>
                    <a:pt x="17181" y="18349"/>
                  </a:cubicBezTo>
                  <a:lnTo>
                    <a:pt x="17402" y="18116"/>
                  </a:lnTo>
                  <a:cubicBezTo>
                    <a:pt x="17505" y="18023"/>
                    <a:pt x="17613" y="17926"/>
                    <a:pt x="17691" y="17817"/>
                  </a:cubicBezTo>
                  <a:lnTo>
                    <a:pt x="17806" y="17711"/>
                  </a:lnTo>
                  <a:cubicBezTo>
                    <a:pt x="17860" y="17637"/>
                    <a:pt x="17924" y="17565"/>
                    <a:pt x="17985" y="17497"/>
                  </a:cubicBezTo>
                  <a:cubicBezTo>
                    <a:pt x="18055" y="17420"/>
                    <a:pt x="18123" y="17340"/>
                    <a:pt x="18187" y="17260"/>
                  </a:cubicBezTo>
                  <a:cubicBezTo>
                    <a:pt x="18552" y="16757"/>
                    <a:pt x="19013" y="16133"/>
                    <a:pt x="19328" y="15415"/>
                  </a:cubicBezTo>
                  <a:cubicBezTo>
                    <a:pt x="19362" y="15339"/>
                    <a:pt x="19399" y="15262"/>
                    <a:pt x="19442" y="15181"/>
                  </a:cubicBezTo>
                  <a:cubicBezTo>
                    <a:pt x="19485" y="15095"/>
                    <a:pt x="19526" y="15006"/>
                    <a:pt x="19565" y="14918"/>
                  </a:cubicBezTo>
                  <a:cubicBezTo>
                    <a:pt x="19619" y="14788"/>
                    <a:pt x="19664" y="14655"/>
                    <a:pt x="19708" y="14525"/>
                  </a:cubicBezTo>
                  <a:cubicBezTo>
                    <a:pt x="19737" y="14437"/>
                    <a:pt x="19766" y="14349"/>
                    <a:pt x="19799" y="14258"/>
                  </a:cubicBezTo>
                  <a:lnTo>
                    <a:pt x="19823" y="14192"/>
                  </a:lnTo>
                  <a:cubicBezTo>
                    <a:pt x="19853" y="14114"/>
                    <a:pt x="19888" y="14025"/>
                    <a:pt x="19908" y="13936"/>
                  </a:cubicBezTo>
                  <a:lnTo>
                    <a:pt x="20877" y="13980"/>
                  </a:lnTo>
                  <a:cubicBezTo>
                    <a:pt x="20926" y="13985"/>
                    <a:pt x="20988" y="13989"/>
                    <a:pt x="21053" y="13989"/>
                  </a:cubicBezTo>
                  <a:cubicBezTo>
                    <a:pt x="21181" y="13989"/>
                    <a:pt x="21323" y="13974"/>
                    <a:pt x="21413" y="13919"/>
                  </a:cubicBezTo>
                  <a:cubicBezTo>
                    <a:pt x="21564" y="13827"/>
                    <a:pt x="21617" y="13580"/>
                    <a:pt x="21662" y="13362"/>
                  </a:cubicBezTo>
                  <a:cubicBezTo>
                    <a:pt x="21676" y="13295"/>
                    <a:pt x="21691" y="13233"/>
                    <a:pt x="21705" y="13177"/>
                  </a:cubicBezTo>
                  <a:cubicBezTo>
                    <a:pt x="21844" y="12679"/>
                    <a:pt x="21909" y="12077"/>
                    <a:pt x="21909" y="11228"/>
                  </a:cubicBezTo>
                  <a:cubicBezTo>
                    <a:pt x="21909" y="11142"/>
                    <a:pt x="21907" y="10956"/>
                    <a:pt x="21907" y="10956"/>
                  </a:cubicBezTo>
                  <a:lnTo>
                    <a:pt x="21900" y="10943"/>
                  </a:lnTo>
                  <a:cubicBezTo>
                    <a:pt x="21893" y="10930"/>
                    <a:pt x="21887" y="10909"/>
                    <a:pt x="21887" y="10877"/>
                  </a:cubicBezTo>
                  <a:cubicBezTo>
                    <a:pt x="21887" y="10857"/>
                    <a:pt x="21889" y="10840"/>
                    <a:pt x="21889" y="10818"/>
                  </a:cubicBezTo>
                  <a:cubicBezTo>
                    <a:pt x="21891" y="10796"/>
                    <a:pt x="21891" y="10771"/>
                    <a:pt x="21891" y="10749"/>
                  </a:cubicBezTo>
                  <a:cubicBezTo>
                    <a:pt x="21891" y="10726"/>
                    <a:pt x="21891" y="10704"/>
                    <a:pt x="21886" y="10690"/>
                  </a:cubicBezTo>
                  <a:lnTo>
                    <a:pt x="21820" y="10168"/>
                  </a:lnTo>
                  <a:cubicBezTo>
                    <a:pt x="21797" y="10072"/>
                    <a:pt x="21775" y="9972"/>
                    <a:pt x="21753" y="9874"/>
                  </a:cubicBezTo>
                  <a:cubicBezTo>
                    <a:pt x="21691" y="9575"/>
                    <a:pt x="21624" y="9264"/>
                    <a:pt x="21480" y="9034"/>
                  </a:cubicBezTo>
                  <a:cubicBezTo>
                    <a:pt x="21465" y="9011"/>
                    <a:pt x="21448" y="8990"/>
                    <a:pt x="21428" y="8973"/>
                  </a:cubicBezTo>
                  <a:cubicBezTo>
                    <a:pt x="21415" y="8958"/>
                    <a:pt x="21402" y="8944"/>
                    <a:pt x="21390" y="8928"/>
                  </a:cubicBezTo>
                  <a:lnTo>
                    <a:pt x="21380" y="8912"/>
                  </a:lnTo>
                  <a:lnTo>
                    <a:pt x="21361" y="8906"/>
                  </a:lnTo>
                  <a:cubicBezTo>
                    <a:pt x="21266" y="8885"/>
                    <a:pt x="21109" y="8875"/>
                    <a:pt x="20946" y="8875"/>
                  </a:cubicBezTo>
                  <a:cubicBezTo>
                    <a:pt x="20759" y="8875"/>
                    <a:pt x="20564" y="8888"/>
                    <a:pt x="20445" y="8915"/>
                  </a:cubicBezTo>
                  <a:cubicBezTo>
                    <a:pt x="20413" y="8921"/>
                    <a:pt x="20381" y="8924"/>
                    <a:pt x="20347" y="8924"/>
                  </a:cubicBezTo>
                  <a:cubicBezTo>
                    <a:pt x="20316" y="8924"/>
                    <a:pt x="20284" y="8922"/>
                    <a:pt x="20250" y="8920"/>
                  </a:cubicBezTo>
                  <a:cubicBezTo>
                    <a:pt x="20215" y="8917"/>
                    <a:pt x="20180" y="8915"/>
                    <a:pt x="20145" y="8915"/>
                  </a:cubicBezTo>
                  <a:cubicBezTo>
                    <a:pt x="20113" y="8915"/>
                    <a:pt x="20082" y="8917"/>
                    <a:pt x="20052" y="8922"/>
                  </a:cubicBezTo>
                  <a:cubicBezTo>
                    <a:pt x="20016" y="8822"/>
                    <a:pt x="19991" y="8710"/>
                    <a:pt x="19969" y="8602"/>
                  </a:cubicBezTo>
                  <a:cubicBezTo>
                    <a:pt x="19949" y="8505"/>
                    <a:pt x="19926" y="8400"/>
                    <a:pt x="19895" y="8305"/>
                  </a:cubicBezTo>
                  <a:cubicBezTo>
                    <a:pt x="19778" y="7952"/>
                    <a:pt x="19634" y="7536"/>
                    <a:pt x="19459" y="7135"/>
                  </a:cubicBezTo>
                  <a:cubicBezTo>
                    <a:pt x="19209" y="6564"/>
                    <a:pt x="18878" y="5992"/>
                    <a:pt x="18417" y="5338"/>
                  </a:cubicBezTo>
                  <a:cubicBezTo>
                    <a:pt x="18332" y="5219"/>
                    <a:pt x="18241" y="5105"/>
                    <a:pt x="18149" y="4993"/>
                  </a:cubicBezTo>
                  <a:cubicBezTo>
                    <a:pt x="18079" y="4909"/>
                    <a:pt x="18011" y="4826"/>
                    <a:pt x="17938" y="4732"/>
                  </a:cubicBezTo>
                  <a:lnTo>
                    <a:pt x="17885" y="4684"/>
                  </a:lnTo>
                  <a:cubicBezTo>
                    <a:pt x="17807" y="4586"/>
                    <a:pt x="17728" y="4493"/>
                    <a:pt x="17642" y="4406"/>
                  </a:cubicBezTo>
                  <a:lnTo>
                    <a:pt x="17531" y="4306"/>
                  </a:lnTo>
                  <a:cubicBezTo>
                    <a:pt x="17428" y="4169"/>
                    <a:pt x="17283" y="4028"/>
                    <a:pt x="17130" y="3913"/>
                  </a:cubicBezTo>
                  <a:lnTo>
                    <a:pt x="17033" y="3809"/>
                  </a:lnTo>
                  <a:cubicBezTo>
                    <a:pt x="16966" y="3756"/>
                    <a:pt x="16905" y="3702"/>
                    <a:pt x="16842" y="3647"/>
                  </a:cubicBezTo>
                  <a:cubicBezTo>
                    <a:pt x="16784" y="3595"/>
                    <a:pt x="16727" y="3542"/>
                    <a:pt x="16666" y="3496"/>
                  </a:cubicBezTo>
                  <a:cubicBezTo>
                    <a:pt x="16657" y="3489"/>
                    <a:pt x="16646" y="3481"/>
                    <a:pt x="16637" y="3474"/>
                  </a:cubicBezTo>
                  <a:cubicBezTo>
                    <a:pt x="16577" y="3431"/>
                    <a:pt x="16519" y="3384"/>
                    <a:pt x="16463" y="3339"/>
                  </a:cubicBezTo>
                  <a:cubicBezTo>
                    <a:pt x="16384" y="3278"/>
                    <a:pt x="16303" y="3215"/>
                    <a:pt x="16221" y="3157"/>
                  </a:cubicBezTo>
                  <a:cubicBezTo>
                    <a:pt x="16197" y="3141"/>
                    <a:pt x="16170" y="3125"/>
                    <a:pt x="16144" y="3111"/>
                  </a:cubicBezTo>
                  <a:cubicBezTo>
                    <a:pt x="16105" y="3086"/>
                    <a:pt x="16063" y="3064"/>
                    <a:pt x="16038" y="3035"/>
                  </a:cubicBezTo>
                  <a:cubicBezTo>
                    <a:pt x="16045" y="3010"/>
                    <a:pt x="16069" y="2936"/>
                    <a:pt x="16149" y="2743"/>
                  </a:cubicBezTo>
                  <a:cubicBezTo>
                    <a:pt x="16268" y="2446"/>
                    <a:pt x="16365" y="2190"/>
                    <a:pt x="16448" y="1936"/>
                  </a:cubicBezTo>
                  <a:cubicBezTo>
                    <a:pt x="16468" y="1875"/>
                    <a:pt x="16482" y="1785"/>
                    <a:pt x="16482" y="1706"/>
                  </a:cubicBezTo>
                  <a:cubicBezTo>
                    <a:pt x="16482" y="1629"/>
                    <a:pt x="16468" y="1568"/>
                    <a:pt x="16442" y="1524"/>
                  </a:cubicBezTo>
                  <a:cubicBezTo>
                    <a:pt x="16412" y="1472"/>
                    <a:pt x="16359" y="1436"/>
                    <a:pt x="16316" y="1405"/>
                  </a:cubicBezTo>
                  <a:lnTo>
                    <a:pt x="16285" y="1385"/>
                  </a:lnTo>
                  <a:cubicBezTo>
                    <a:pt x="16147" y="1282"/>
                    <a:pt x="16005" y="1196"/>
                    <a:pt x="15856" y="1107"/>
                  </a:cubicBezTo>
                  <a:lnTo>
                    <a:pt x="15712" y="1021"/>
                  </a:lnTo>
                  <a:cubicBezTo>
                    <a:pt x="15125" y="658"/>
                    <a:pt x="14411" y="425"/>
                    <a:pt x="13774" y="220"/>
                  </a:cubicBezTo>
                  <a:lnTo>
                    <a:pt x="13148" y="84"/>
                  </a:lnTo>
                  <a:lnTo>
                    <a:pt x="12636" y="18"/>
                  </a:lnTo>
                  <a:lnTo>
                    <a:pt x="12512" y="20"/>
                  </a:lnTo>
                  <a:cubicBezTo>
                    <a:pt x="12459" y="6"/>
                    <a:pt x="12383" y="0"/>
                    <a:pt x="123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5"/>
            <p:cNvSpPr/>
            <p:nvPr/>
          </p:nvSpPr>
          <p:spPr>
            <a:xfrm>
              <a:off x="463114" y="3690532"/>
              <a:ext cx="882811" cy="880265"/>
            </a:xfrm>
            <a:custGeom>
              <a:rect b="b" l="l" r="r" t="t"/>
              <a:pathLst>
                <a:path extrusionOk="0" h="31113" w="31203">
                  <a:moveTo>
                    <a:pt x="18514" y="6223"/>
                  </a:moveTo>
                  <a:cubicBezTo>
                    <a:pt x="18604" y="6223"/>
                    <a:pt x="18659" y="6351"/>
                    <a:pt x="18564" y="6387"/>
                  </a:cubicBezTo>
                  <a:cubicBezTo>
                    <a:pt x="18225" y="6514"/>
                    <a:pt x="18040" y="6780"/>
                    <a:pt x="17936" y="7111"/>
                  </a:cubicBezTo>
                  <a:cubicBezTo>
                    <a:pt x="17923" y="7148"/>
                    <a:pt x="17892" y="7165"/>
                    <a:pt x="17861" y="7165"/>
                  </a:cubicBezTo>
                  <a:cubicBezTo>
                    <a:pt x="17819" y="7165"/>
                    <a:pt x="17776" y="7133"/>
                    <a:pt x="17780" y="7081"/>
                  </a:cubicBezTo>
                  <a:cubicBezTo>
                    <a:pt x="17812" y="6689"/>
                    <a:pt x="18122" y="6361"/>
                    <a:pt x="18481" y="6229"/>
                  </a:cubicBezTo>
                  <a:cubicBezTo>
                    <a:pt x="18492" y="6225"/>
                    <a:pt x="18504" y="6223"/>
                    <a:pt x="18514" y="6223"/>
                  </a:cubicBezTo>
                  <a:close/>
                  <a:moveTo>
                    <a:pt x="19710" y="6906"/>
                  </a:moveTo>
                  <a:cubicBezTo>
                    <a:pt x="19758" y="6906"/>
                    <a:pt x="19773" y="6983"/>
                    <a:pt x="19721" y="6990"/>
                  </a:cubicBezTo>
                  <a:cubicBezTo>
                    <a:pt x="19055" y="7073"/>
                    <a:pt x="18524" y="7467"/>
                    <a:pt x="18194" y="8046"/>
                  </a:cubicBezTo>
                  <a:cubicBezTo>
                    <a:pt x="18185" y="8063"/>
                    <a:pt x="18169" y="8070"/>
                    <a:pt x="18152" y="8070"/>
                  </a:cubicBezTo>
                  <a:cubicBezTo>
                    <a:pt x="18115" y="8070"/>
                    <a:pt x="18074" y="8035"/>
                    <a:pt x="18094" y="7995"/>
                  </a:cubicBezTo>
                  <a:cubicBezTo>
                    <a:pt x="18399" y="7363"/>
                    <a:pt x="19004" y="6970"/>
                    <a:pt x="19705" y="6906"/>
                  </a:cubicBezTo>
                  <a:cubicBezTo>
                    <a:pt x="19707" y="6906"/>
                    <a:pt x="19709" y="6906"/>
                    <a:pt x="19710" y="6906"/>
                  </a:cubicBezTo>
                  <a:close/>
                  <a:moveTo>
                    <a:pt x="5480" y="7792"/>
                  </a:moveTo>
                  <a:cubicBezTo>
                    <a:pt x="5532" y="7792"/>
                    <a:pt x="5557" y="7864"/>
                    <a:pt x="5508" y="7889"/>
                  </a:cubicBezTo>
                  <a:cubicBezTo>
                    <a:pt x="5000" y="8133"/>
                    <a:pt x="4509" y="8332"/>
                    <a:pt x="4058" y="8681"/>
                  </a:cubicBezTo>
                  <a:cubicBezTo>
                    <a:pt x="4045" y="8692"/>
                    <a:pt x="4031" y="8697"/>
                    <a:pt x="4018" y="8697"/>
                  </a:cubicBezTo>
                  <a:cubicBezTo>
                    <a:pt x="3967" y="8697"/>
                    <a:pt x="3923" y="8627"/>
                    <a:pt x="3974" y="8585"/>
                  </a:cubicBezTo>
                  <a:cubicBezTo>
                    <a:pt x="4404" y="8222"/>
                    <a:pt x="4906" y="7887"/>
                    <a:pt x="5471" y="7793"/>
                  </a:cubicBezTo>
                  <a:cubicBezTo>
                    <a:pt x="5474" y="7793"/>
                    <a:pt x="5477" y="7792"/>
                    <a:pt x="5480" y="7792"/>
                  </a:cubicBezTo>
                  <a:close/>
                  <a:moveTo>
                    <a:pt x="4849" y="8656"/>
                  </a:moveTo>
                  <a:cubicBezTo>
                    <a:pt x="4892" y="8656"/>
                    <a:pt x="4918" y="8719"/>
                    <a:pt x="4882" y="8747"/>
                  </a:cubicBezTo>
                  <a:cubicBezTo>
                    <a:pt x="4272" y="9229"/>
                    <a:pt x="3657" y="9610"/>
                    <a:pt x="3183" y="10244"/>
                  </a:cubicBezTo>
                  <a:cubicBezTo>
                    <a:pt x="3166" y="10267"/>
                    <a:pt x="3144" y="10276"/>
                    <a:pt x="3122" y="10276"/>
                  </a:cubicBezTo>
                  <a:cubicBezTo>
                    <a:pt x="3068" y="10276"/>
                    <a:pt x="3018" y="10221"/>
                    <a:pt x="3055" y="10163"/>
                  </a:cubicBezTo>
                  <a:cubicBezTo>
                    <a:pt x="3474" y="9522"/>
                    <a:pt x="4076" y="8862"/>
                    <a:pt x="4836" y="8658"/>
                  </a:cubicBezTo>
                  <a:cubicBezTo>
                    <a:pt x="4841" y="8657"/>
                    <a:pt x="4845" y="8656"/>
                    <a:pt x="4849" y="8656"/>
                  </a:cubicBezTo>
                  <a:close/>
                  <a:moveTo>
                    <a:pt x="4745" y="9744"/>
                  </a:moveTo>
                  <a:cubicBezTo>
                    <a:pt x="4803" y="9744"/>
                    <a:pt x="4838" y="9824"/>
                    <a:pt x="4776" y="9856"/>
                  </a:cubicBezTo>
                  <a:cubicBezTo>
                    <a:pt x="4026" y="10250"/>
                    <a:pt x="3365" y="10701"/>
                    <a:pt x="2821" y="11359"/>
                  </a:cubicBezTo>
                  <a:cubicBezTo>
                    <a:pt x="2809" y="11374"/>
                    <a:pt x="2793" y="11381"/>
                    <a:pt x="2777" y="11381"/>
                  </a:cubicBezTo>
                  <a:cubicBezTo>
                    <a:pt x="2735" y="11381"/>
                    <a:pt x="2695" y="11339"/>
                    <a:pt x="2728" y="11297"/>
                  </a:cubicBezTo>
                  <a:cubicBezTo>
                    <a:pt x="3251" y="10627"/>
                    <a:pt x="3917" y="10052"/>
                    <a:pt x="4723" y="9748"/>
                  </a:cubicBezTo>
                  <a:cubicBezTo>
                    <a:pt x="4730" y="9746"/>
                    <a:pt x="4738" y="9744"/>
                    <a:pt x="4745" y="9744"/>
                  </a:cubicBezTo>
                  <a:close/>
                  <a:moveTo>
                    <a:pt x="4504" y="10515"/>
                  </a:moveTo>
                  <a:cubicBezTo>
                    <a:pt x="4561" y="10515"/>
                    <a:pt x="4576" y="10602"/>
                    <a:pt x="4526" y="10630"/>
                  </a:cubicBezTo>
                  <a:cubicBezTo>
                    <a:pt x="3693" y="11137"/>
                    <a:pt x="2982" y="11701"/>
                    <a:pt x="2502" y="12570"/>
                  </a:cubicBezTo>
                  <a:cubicBezTo>
                    <a:pt x="2491" y="12591"/>
                    <a:pt x="2473" y="12599"/>
                    <a:pt x="2453" y="12599"/>
                  </a:cubicBezTo>
                  <a:cubicBezTo>
                    <a:pt x="2411" y="12599"/>
                    <a:pt x="2365" y="12559"/>
                    <a:pt x="2386" y="12512"/>
                  </a:cubicBezTo>
                  <a:cubicBezTo>
                    <a:pt x="2808" y="11621"/>
                    <a:pt x="3523" y="10819"/>
                    <a:pt x="4486" y="10518"/>
                  </a:cubicBezTo>
                  <a:cubicBezTo>
                    <a:pt x="4492" y="10516"/>
                    <a:pt x="4499" y="10515"/>
                    <a:pt x="4504" y="10515"/>
                  </a:cubicBezTo>
                  <a:close/>
                  <a:moveTo>
                    <a:pt x="28080" y="15891"/>
                  </a:moveTo>
                  <a:cubicBezTo>
                    <a:pt x="28151" y="15891"/>
                    <a:pt x="28210" y="15986"/>
                    <a:pt x="28142" y="16045"/>
                  </a:cubicBezTo>
                  <a:cubicBezTo>
                    <a:pt x="28029" y="16151"/>
                    <a:pt x="27914" y="16287"/>
                    <a:pt x="27774" y="16362"/>
                  </a:cubicBezTo>
                  <a:cubicBezTo>
                    <a:pt x="27763" y="16367"/>
                    <a:pt x="27753" y="16370"/>
                    <a:pt x="27742" y="16370"/>
                  </a:cubicBezTo>
                  <a:cubicBezTo>
                    <a:pt x="27687" y="16370"/>
                    <a:pt x="27644" y="16305"/>
                    <a:pt x="27677" y="16255"/>
                  </a:cubicBezTo>
                  <a:cubicBezTo>
                    <a:pt x="27761" y="16124"/>
                    <a:pt x="27906" y="16021"/>
                    <a:pt x="28023" y="15914"/>
                  </a:cubicBezTo>
                  <a:cubicBezTo>
                    <a:pt x="28041" y="15898"/>
                    <a:pt x="28061" y="15891"/>
                    <a:pt x="28080" y="15891"/>
                  </a:cubicBezTo>
                  <a:close/>
                  <a:moveTo>
                    <a:pt x="27832" y="18355"/>
                  </a:moveTo>
                  <a:cubicBezTo>
                    <a:pt x="27851" y="18355"/>
                    <a:pt x="27872" y="18373"/>
                    <a:pt x="27866" y="18399"/>
                  </a:cubicBezTo>
                  <a:cubicBezTo>
                    <a:pt x="27697" y="19104"/>
                    <a:pt x="27254" y="19974"/>
                    <a:pt x="26543" y="20273"/>
                  </a:cubicBezTo>
                  <a:cubicBezTo>
                    <a:pt x="26536" y="20276"/>
                    <a:pt x="26529" y="20278"/>
                    <a:pt x="26522" y="20278"/>
                  </a:cubicBezTo>
                  <a:cubicBezTo>
                    <a:pt x="26480" y="20278"/>
                    <a:pt x="26451" y="20224"/>
                    <a:pt x="26485" y="20187"/>
                  </a:cubicBezTo>
                  <a:cubicBezTo>
                    <a:pt x="26752" y="19917"/>
                    <a:pt x="27050" y="19697"/>
                    <a:pt x="27287" y="19392"/>
                  </a:cubicBezTo>
                  <a:cubicBezTo>
                    <a:pt x="27523" y="19088"/>
                    <a:pt x="27691" y="18742"/>
                    <a:pt x="27803" y="18379"/>
                  </a:cubicBezTo>
                  <a:cubicBezTo>
                    <a:pt x="27808" y="18362"/>
                    <a:pt x="27819" y="18355"/>
                    <a:pt x="27832" y="18355"/>
                  </a:cubicBezTo>
                  <a:close/>
                  <a:moveTo>
                    <a:pt x="27561" y="19621"/>
                  </a:moveTo>
                  <a:cubicBezTo>
                    <a:pt x="27597" y="19621"/>
                    <a:pt x="27634" y="19643"/>
                    <a:pt x="27624" y="19686"/>
                  </a:cubicBezTo>
                  <a:cubicBezTo>
                    <a:pt x="27514" y="20240"/>
                    <a:pt x="26895" y="20836"/>
                    <a:pt x="26328" y="20901"/>
                  </a:cubicBezTo>
                  <a:cubicBezTo>
                    <a:pt x="26324" y="20902"/>
                    <a:pt x="26321" y="20902"/>
                    <a:pt x="26317" y="20902"/>
                  </a:cubicBezTo>
                  <a:cubicBezTo>
                    <a:pt x="26227" y="20902"/>
                    <a:pt x="26194" y="20792"/>
                    <a:pt x="26272" y="20743"/>
                  </a:cubicBezTo>
                  <a:cubicBezTo>
                    <a:pt x="26509" y="20593"/>
                    <a:pt x="26761" y="20480"/>
                    <a:pt x="26976" y="20296"/>
                  </a:cubicBezTo>
                  <a:cubicBezTo>
                    <a:pt x="27194" y="20107"/>
                    <a:pt x="27328" y="19870"/>
                    <a:pt x="27505" y="19645"/>
                  </a:cubicBezTo>
                  <a:cubicBezTo>
                    <a:pt x="27517" y="19629"/>
                    <a:pt x="27539" y="19621"/>
                    <a:pt x="27561" y="19621"/>
                  </a:cubicBezTo>
                  <a:close/>
                  <a:moveTo>
                    <a:pt x="3934" y="21201"/>
                  </a:moveTo>
                  <a:cubicBezTo>
                    <a:pt x="3964" y="21201"/>
                    <a:pt x="3993" y="21219"/>
                    <a:pt x="4000" y="21258"/>
                  </a:cubicBezTo>
                  <a:cubicBezTo>
                    <a:pt x="4032" y="21417"/>
                    <a:pt x="3977" y="21617"/>
                    <a:pt x="3955" y="21779"/>
                  </a:cubicBezTo>
                  <a:cubicBezTo>
                    <a:pt x="3950" y="21834"/>
                    <a:pt x="3907" y="21860"/>
                    <a:pt x="3865" y="21860"/>
                  </a:cubicBezTo>
                  <a:cubicBezTo>
                    <a:pt x="3818" y="21860"/>
                    <a:pt x="3773" y="21829"/>
                    <a:pt x="3779" y="21769"/>
                  </a:cubicBezTo>
                  <a:cubicBezTo>
                    <a:pt x="3799" y="21609"/>
                    <a:pt x="3792" y="21399"/>
                    <a:pt x="3857" y="21249"/>
                  </a:cubicBezTo>
                  <a:cubicBezTo>
                    <a:pt x="3872" y="21218"/>
                    <a:pt x="3904" y="21201"/>
                    <a:pt x="3934" y="21201"/>
                  </a:cubicBezTo>
                  <a:close/>
                  <a:moveTo>
                    <a:pt x="14977" y="9671"/>
                  </a:moveTo>
                  <a:cubicBezTo>
                    <a:pt x="15387" y="9687"/>
                    <a:pt x="15795" y="9657"/>
                    <a:pt x="16169" y="9730"/>
                  </a:cubicBezTo>
                  <a:cubicBezTo>
                    <a:pt x="18005" y="10079"/>
                    <a:pt x="19422" y="10932"/>
                    <a:pt x="20468" y="12475"/>
                  </a:cubicBezTo>
                  <a:cubicBezTo>
                    <a:pt x="20640" y="12729"/>
                    <a:pt x="20775" y="13012"/>
                    <a:pt x="20906" y="13306"/>
                  </a:cubicBezTo>
                  <a:cubicBezTo>
                    <a:pt x="20966" y="13436"/>
                    <a:pt x="21024" y="13565"/>
                    <a:pt x="21086" y="13697"/>
                  </a:cubicBezTo>
                  <a:cubicBezTo>
                    <a:pt x="21153" y="13914"/>
                    <a:pt x="21217" y="14126"/>
                    <a:pt x="21284" y="14340"/>
                  </a:cubicBezTo>
                  <a:cubicBezTo>
                    <a:pt x="21585" y="15675"/>
                    <a:pt x="21509" y="16780"/>
                    <a:pt x="21176" y="17703"/>
                  </a:cubicBezTo>
                  <a:cubicBezTo>
                    <a:pt x="21115" y="17880"/>
                    <a:pt x="21080" y="18056"/>
                    <a:pt x="21009" y="18223"/>
                  </a:cubicBezTo>
                  <a:cubicBezTo>
                    <a:pt x="20521" y="19347"/>
                    <a:pt x="19778" y="20269"/>
                    <a:pt x="18713" y="21016"/>
                  </a:cubicBezTo>
                  <a:cubicBezTo>
                    <a:pt x="18369" y="21258"/>
                    <a:pt x="17965" y="21422"/>
                    <a:pt x="17553" y="21621"/>
                  </a:cubicBezTo>
                  <a:cubicBezTo>
                    <a:pt x="17440" y="21676"/>
                    <a:pt x="17332" y="21676"/>
                    <a:pt x="17212" y="21733"/>
                  </a:cubicBezTo>
                  <a:cubicBezTo>
                    <a:pt x="17061" y="21799"/>
                    <a:pt x="16621" y="21931"/>
                    <a:pt x="16444" y="21931"/>
                  </a:cubicBezTo>
                  <a:cubicBezTo>
                    <a:pt x="16442" y="21931"/>
                    <a:pt x="16440" y="21931"/>
                    <a:pt x="16438" y="21931"/>
                  </a:cubicBezTo>
                  <a:cubicBezTo>
                    <a:pt x="16364" y="21945"/>
                    <a:pt x="16288" y="21960"/>
                    <a:pt x="16213" y="21976"/>
                  </a:cubicBezTo>
                  <a:cubicBezTo>
                    <a:pt x="16046" y="21998"/>
                    <a:pt x="15881" y="22019"/>
                    <a:pt x="15716" y="22037"/>
                  </a:cubicBezTo>
                  <a:cubicBezTo>
                    <a:pt x="15505" y="22043"/>
                    <a:pt x="15297" y="22044"/>
                    <a:pt x="15087" y="22050"/>
                  </a:cubicBezTo>
                  <a:cubicBezTo>
                    <a:pt x="14702" y="22014"/>
                    <a:pt x="14331" y="21989"/>
                    <a:pt x="13972" y="21912"/>
                  </a:cubicBezTo>
                  <a:cubicBezTo>
                    <a:pt x="12587" y="21618"/>
                    <a:pt x="11416" y="20878"/>
                    <a:pt x="10519" y="19786"/>
                  </a:cubicBezTo>
                  <a:cubicBezTo>
                    <a:pt x="10259" y="19472"/>
                    <a:pt x="10025" y="19128"/>
                    <a:pt x="9813" y="18757"/>
                  </a:cubicBezTo>
                  <a:cubicBezTo>
                    <a:pt x="9660" y="18491"/>
                    <a:pt x="9573" y="18181"/>
                    <a:pt x="9440" y="17890"/>
                  </a:cubicBezTo>
                  <a:cubicBezTo>
                    <a:pt x="9378" y="17757"/>
                    <a:pt x="9371" y="17595"/>
                    <a:pt x="9313" y="17469"/>
                  </a:cubicBezTo>
                  <a:cubicBezTo>
                    <a:pt x="9297" y="17383"/>
                    <a:pt x="9276" y="17294"/>
                    <a:pt x="9260" y="17205"/>
                  </a:cubicBezTo>
                  <a:cubicBezTo>
                    <a:pt x="9217" y="17021"/>
                    <a:pt x="9147" y="16753"/>
                    <a:pt x="9153" y="16560"/>
                  </a:cubicBezTo>
                  <a:cubicBezTo>
                    <a:pt x="9144" y="16515"/>
                    <a:pt x="9132" y="16467"/>
                    <a:pt x="9124" y="16422"/>
                  </a:cubicBezTo>
                  <a:cubicBezTo>
                    <a:pt x="9116" y="16255"/>
                    <a:pt x="9108" y="16083"/>
                    <a:pt x="9100" y="15917"/>
                  </a:cubicBezTo>
                  <a:cubicBezTo>
                    <a:pt x="9122" y="15481"/>
                    <a:pt x="9147" y="15070"/>
                    <a:pt x="9224" y="14684"/>
                  </a:cubicBezTo>
                  <a:cubicBezTo>
                    <a:pt x="9539" y="13120"/>
                    <a:pt x="10367" y="11759"/>
                    <a:pt x="11658" y="10840"/>
                  </a:cubicBezTo>
                  <a:cubicBezTo>
                    <a:pt x="11915" y="10657"/>
                    <a:pt x="12181" y="10525"/>
                    <a:pt x="12475" y="10359"/>
                  </a:cubicBezTo>
                  <a:cubicBezTo>
                    <a:pt x="12729" y="10214"/>
                    <a:pt x="13035" y="10119"/>
                    <a:pt x="13327" y="9987"/>
                  </a:cubicBezTo>
                  <a:cubicBezTo>
                    <a:pt x="13479" y="9946"/>
                    <a:pt x="13635" y="9905"/>
                    <a:pt x="13788" y="9866"/>
                  </a:cubicBezTo>
                  <a:cubicBezTo>
                    <a:pt x="13974" y="9784"/>
                    <a:pt x="14305" y="9730"/>
                    <a:pt x="14500" y="9730"/>
                  </a:cubicBezTo>
                  <a:cubicBezTo>
                    <a:pt x="14502" y="9730"/>
                    <a:pt x="14505" y="9730"/>
                    <a:pt x="14507" y="9730"/>
                  </a:cubicBezTo>
                  <a:cubicBezTo>
                    <a:pt x="14664" y="9711"/>
                    <a:pt x="14823" y="9692"/>
                    <a:pt x="14977" y="9671"/>
                  </a:cubicBezTo>
                  <a:close/>
                  <a:moveTo>
                    <a:pt x="26684" y="21254"/>
                  </a:moveTo>
                  <a:cubicBezTo>
                    <a:pt x="26741" y="21254"/>
                    <a:pt x="26794" y="21320"/>
                    <a:pt x="26759" y="21385"/>
                  </a:cubicBezTo>
                  <a:cubicBezTo>
                    <a:pt x="26482" y="21939"/>
                    <a:pt x="25889" y="22470"/>
                    <a:pt x="25236" y="22470"/>
                  </a:cubicBezTo>
                  <a:cubicBezTo>
                    <a:pt x="25183" y="22470"/>
                    <a:pt x="25130" y="22467"/>
                    <a:pt x="25077" y="22460"/>
                  </a:cubicBezTo>
                  <a:cubicBezTo>
                    <a:pt x="24971" y="22445"/>
                    <a:pt x="24970" y="22314"/>
                    <a:pt x="25064" y="22282"/>
                  </a:cubicBezTo>
                  <a:cubicBezTo>
                    <a:pt x="25698" y="22080"/>
                    <a:pt x="26236" y="21881"/>
                    <a:pt x="26615" y="21294"/>
                  </a:cubicBezTo>
                  <a:cubicBezTo>
                    <a:pt x="26635" y="21265"/>
                    <a:pt x="26660" y="21254"/>
                    <a:pt x="26684" y="21254"/>
                  </a:cubicBezTo>
                  <a:close/>
                  <a:moveTo>
                    <a:pt x="5080" y="21620"/>
                  </a:moveTo>
                  <a:cubicBezTo>
                    <a:pt x="5127" y="21620"/>
                    <a:pt x="5169" y="21667"/>
                    <a:pt x="5153" y="21717"/>
                  </a:cubicBezTo>
                  <a:cubicBezTo>
                    <a:pt x="5074" y="21957"/>
                    <a:pt x="4949" y="22171"/>
                    <a:pt x="4909" y="22426"/>
                  </a:cubicBezTo>
                  <a:cubicBezTo>
                    <a:pt x="4869" y="22681"/>
                    <a:pt x="4894" y="22931"/>
                    <a:pt x="4967" y="23175"/>
                  </a:cubicBezTo>
                  <a:cubicBezTo>
                    <a:pt x="4982" y="23229"/>
                    <a:pt x="4933" y="23266"/>
                    <a:pt x="4888" y="23266"/>
                  </a:cubicBezTo>
                  <a:cubicBezTo>
                    <a:pt x="4862" y="23266"/>
                    <a:pt x="4837" y="23254"/>
                    <a:pt x="4827" y="23225"/>
                  </a:cubicBezTo>
                  <a:cubicBezTo>
                    <a:pt x="4653" y="22743"/>
                    <a:pt x="4622" y="22021"/>
                    <a:pt x="5031" y="21640"/>
                  </a:cubicBezTo>
                  <a:cubicBezTo>
                    <a:pt x="5046" y="21626"/>
                    <a:pt x="5063" y="21620"/>
                    <a:pt x="5080" y="21620"/>
                  </a:cubicBezTo>
                  <a:close/>
                  <a:moveTo>
                    <a:pt x="5916" y="22598"/>
                  </a:moveTo>
                  <a:cubicBezTo>
                    <a:pt x="5952" y="22598"/>
                    <a:pt x="5982" y="22639"/>
                    <a:pt x="5960" y="22678"/>
                  </a:cubicBezTo>
                  <a:cubicBezTo>
                    <a:pt x="5807" y="22951"/>
                    <a:pt x="5627" y="23187"/>
                    <a:pt x="5553" y="23502"/>
                  </a:cubicBezTo>
                  <a:cubicBezTo>
                    <a:pt x="5515" y="23662"/>
                    <a:pt x="5500" y="23827"/>
                    <a:pt x="5512" y="23986"/>
                  </a:cubicBezTo>
                  <a:cubicBezTo>
                    <a:pt x="5518" y="24162"/>
                    <a:pt x="5548" y="24340"/>
                    <a:pt x="5605" y="24510"/>
                  </a:cubicBezTo>
                  <a:cubicBezTo>
                    <a:pt x="5611" y="24529"/>
                    <a:pt x="5593" y="24543"/>
                    <a:pt x="5576" y="24543"/>
                  </a:cubicBezTo>
                  <a:cubicBezTo>
                    <a:pt x="5567" y="24543"/>
                    <a:pt x="5557" y="24539"/>
                    <a:pt x="5553" y="24529"/>
                  </a:cubicBezTo>
                  <a:cubicBezTo>
                    <a:pt x="5497" y="24388"/>
                    <a:pt x="5457" y="24226"/>
                    <a:pt x="5438" y="24059"/>
                  </a:cubicBezTo>
                  <a:cubicBezTo>
                    <a:pt x="5370" y="23531"/>
                    <a:pt x="5476" y="22935"/>
                    <a:pt x="5883" y="22610"/>
                  </a:cubicBezTo>
                  <a:cubicBezTo>
                    <a:pt x="5893" y="22601"/>
                    <a:pt x="5905" y="22598"/>
                    <a:pt x="5916" y="22598"/>
                  </a:cubicBezTo>
                  <a:close/>
                  <a:moveTo>
                    <a:pt x="16126" y="1"/>
                  </a:moveTo>
                  <a:cubicBezTo>
                    <a:pt x="15897" y="1"/>
                    <a:pt x="15676" y="49"/>
                    <a:pt x="15433" y="49"/>
                  </a:cubicBezTo>
                  <a:cubicBezTo>
                    <a:pt x="15419" y="49"/>
                    <a:pt x="15404" y="48"/>
                    <a:pt x="15390" y="48"/>
                  </a:cubicBezTo>
                  <a:cubicBezTo>
                    <a:pt x="15385" y="48"/>
                    <a:pt x="15380" y="48"/>
                    <a:pt x="15375" y="48"/>
                  </a:cubicBezTo>
                  <a:cubicBezTo>
                    <a:pt x="15262" y="48"/>
                    <a:pt x="15120" y="77"/>
                    <a:pt x="15004" y="77"/>
                  </a:cubicBezTo>
                  <a:cubicBezTo>
                    <a:pt x="14999" y="77"/>
                    <a:pt x="14994" y="77"/>
                    <a:pt x="14989" y="77"/>
                  </a:cubicBezTo>
                  <a:cubicBezTo>
                    <a:pt x="14913" y="93"/>
                    <a:pt x="14837" y="108"/>
                    <a:pt x="14763" y="124"/>
                  </a:cubicBezTo>
                  <a:cubicBezTo>
                    <a:pt x="14760" y="124"/>
                    <a:pt x="14757" y="124"/>
                    <a:pt x="14754" y="124"/>
                  </a:cubicBezTo>
                  <a:cubicBezTo>
                    <a:pt x="14672" y="124"/>
                    <a:pt x="14508" y="141"/>
                    <a:pt x="14422" y="182"/>
                  </a:cubicBezTo>
                  <a:cubicBezTo>
                    <a:pt x="14307" y="233"/>
                    <a:pt x="14155" y="281"/>
                    <a:pt x="14044" y="311"/>
                  </a:cubicBezTo>
                  <a:cubicBezTo>
                    <a:pt x="13901" y="720"/>
                    <a:pt x="13930" y="1271"/>
                    <a:pt x="13876" y="1735"/>
                  </a:cubicBezTo>
                  <a:lnTo>
                    <a:pt x="13876" y="1736"/>
                  </a:lnTo>
                  <a:cubicBezTo>
                    <a:pt x="13866" y="1833"/>
                    <a:pt x="13852" y="2225"/>
                    <a:pt x="13815" y="2270"/>
                  </a:cubicBezTo>
                  <a:cubicBezTo>
                    <a:pt x="13776" y="2325"/>
                    <a:pt x="13612" y="2316"/>
                    <a:pt x="13542" y="2328"/>
                  </a:cubicBezTo>
                  <a:cubicBezTo>
                    <a:pt x="13302" y="2368"/>
                    <a:pt x="13058" y="2389"/>
                    <a:pt x="12803" y="2441"/>
                  </a:cubicBezTo>
                  <a:cubicBezTo>
                    <a:pt x="12358" y="2531"/>
                    <a:pt x="11793" y="2614"/>
                    <a:pt x="11429" y="2776"/>
                  </a:cubicBezTo>
                  <a:cubicBezTo>
                    <a:pt x="11267" y="2850"/>
                    <a:pt x="11085" y="2861"/>
                    <a:pt x="10939" y="2928"/>
                  </a:cubicBezTo>
                  <a:cubicBezTo>
                    <a:pt x="10737" y="3018"/>
                    <a:pt x="10541" y="3036"/>
                    <a:pt x="10351" y="3126"/>
                  </a:cubicBezTo>
                  <a:cubicBezTo>
                    <a:pt x="9948" y="3321"/>
                    <a:pt x="9518" y="3450"/>
                    <a:pt x="9137" y="3664"/>
                  </a:cubicBezTo>
                  <a:cubicBezTo>
                    <a:pt x="8725" y="3898"/>
                    <a:pt x="8301" y="4100"/>
                    <a:pt x="7918" y="4360"/>
                  </a:cubicBezTo>
                  <a:cubicBezTo>
                    <a:pt x="7651" y="4542"/>
                    <a:pt x="7374" y="4747"/>
                    <a:pt x="7119" y="4933"/>
                  </a:cubicBezTo>
                  <a:cubicBezTo>
                    <a:pt x="6906" y="5083"/>
                    <a:pt x="6696" y="5221"/>
                    <a:pt x="6507" y="5400"/>
                  </a:cubicBezTo>
                  <a:cubicBezTo>
                    <a:pt x="6095" y="5784"/>
                    <a:pt x="5671" y="6149"/>
                    <a:pt x="5291" y="6554"/>
                  </a:cubicBezTo>
                  <a:cubicBezTo>
                    <a:pt x="5163" y="6688"/>
                    <a:pt x="5044" y="6832"/>
                    <a:pt x="4917" y="6970"/>
                  </a:cubicBezTo>
                  <a:cubicBezTo>
                    <a:pt x="4865" y="7030"/>
                    <a:pt x="4843" y="7111"/>
                    <a:pt x="4757" y="7146"/>
                  </a:cubicBezTo>
                  <a:cubicBezTo>
                    <a:pt x="4704" y="7101"/>
                    <a:pt x="4616" y="7095"/>
                    <a:pt x="4557" y="7057"/>
                  </a:cubicBezTo>
                  <a:cubicBezTo>
                    <a:pt x="4406" y="6961"/>
                    <a:pt x="4253" y="6890"/>
                    <a:pt x="4087" y="6813"/>
                  </a:cubicBezTo>
                  <a:cubicBezTo>
                    <a:pt x="3788" y="6678"/>
                    <a:pt x="3514" y="6471"/>
                    <a:pt x="3216" y="6338"/>
                  </a:cubicBezTo>
                  <a:cubicBezTo>
                    <a:pt x="3147" y="6305"/>
                    <a:pt x="2948" y="6212"/>
                    <a:pt x="2814" y="6212"/>
                  </a:cubicBezTo>
                  <a:cubicBezTo>
                    <a:pt x="2771" y="6212"/>
                    <a:pt x="2735" y="6221"/>
                    <a:pt x="2712" y="6245"/>
                  </a:cubicBezTo>
                  <a:cubicBezTo>
                    <a:pt x="2553" y="6336"/>
                    <a:pt x="2472" y="6519"/>
                    <a:pt x="2363" y="6644"/>
                  </a:cubicBezTo>
                  <a:cubicBezTo>
                    <a:pt x="2119" y="6922"/>
                    <a:pt x="1863" y="7245"/>
                    <a:pt x="1704" y="7581"/>
                  </a:cubicBezTo>
                  <a:cubicBezTo>
                    <a:pt x="1650" y="7656"/>
                    <a:pt x="1594" y="7733"/>
                    <a:pt x="1541" y="7809"/>
                  </a:cubicBezTo>
                  <a:cubicBezTo>
                    <a:pt x="1434" y="8034"/>
                    <a:pt x="1283" y="8238"/>
                    <a:pt x="1178" y="8460"/>
                  </a:cubicBezTo>
                  <a:cubicBezTo>
                    <a:pt x="820" y="9224"/>
                    <a:pt x="454" y="9972"/>
                    <a:pt x="265" y="10851"/>
                  </a:cubicBezTo>
                  <a:cubicBezTo>
                    <a:pt x="173" y="11287"/>
                    <a:pt x="0" y="11742"/>
                    <a:pt x="105" y="12299"/>
                  </a:cubicBezTo>
                  <a:cubicBezTo>
                    <a:pt x="234" y="12349"/>
                    <a:pt x="341" y="12461"/>
                    <a:pt x="464" y="12512"/>
                  </a:cubicBezTo>
                  <a:cubicBezTo>
                    <a:pt x="509" y="12530"/>
                    <a:pt x="554" y="12520"/>
                    <a:pt x="599" y="12537"/>
                  </a:cubicBezTo>
                  <a:cubicBezTo>
                    <a:pt x="846" y="12627"/>
                    <a:pt x="1097" y="12730"/>
                    <a:pt x="1341" y="12829"/>
                  </a:cubicBezTo>
                  <a:cubicBezTo>
                    <a:pt x="1533" y="12908"/>
                    <a:pt x="1717" y="13033"/>
                    <a:pt x="1918" y="13091"/>
                  </a:cubicBezTo>
                  <a:cubicBezTo>
                    <a:pt x="1839" y="13603"/>
                    <a:pt x="1741" y="14129"/>
                    <a:pt x="1678" y="14661"/>
                  </a:cubicBezTo>
                  <a:cubicBezTo>
                    <a:pt x="1620" y="15128"/>
                    <a:pt x="1653" y="15608"/>
                    <a:pt x="1630" y="16087"/>
                  </a:cubicBezTo>
                  <a:cubicBezTo>
                    <a:pt x="1608" y="16511"/>
                    <a:pt x="1723" y="16954"/>
                    <a:pt x="1714" y="17395"/>
                  </a:cubicBezTo>
                  <a:cubicBezTo>
                    <a:pt x="1744" y="17570"/>
                    <a:pt x="1773" y="17749"/>
                    <a:pt x="1797" y="17928"/>
                  </a:cubicBezTo>
                  <a:cubicBezTo>
                    <a:pt x="1797" y="18001"/>
                    <a:pt x="1842" y="18117"/>
                    <a:pt x="1842" y="18207"/>
                  </a:cubicBezTo>
                  <a:cubicBezTo>
                    <a:pt x="1841" y="18393"/>
                    <a:pt x="1934" y="18857"/>
                    <a:pt x="2010" y="19024"/>
                  </a:cubicBezTo>
                  <a:cubicBezTo>
                    <a:pt x="2082" y="19183"/>
                    <a:pt x="2072" y="19370"/>
                    <a:pt x="2138" y="19510"/>
                  </a:cubicBezTo>
                  <a:cubicBezTo>
                    <a:pt x="2231" y="19719"/>
                    <a:pt x="2235" y="19984"/>
                    <a:pt x="2328" y="20189"/>
                  </a:cubicBezTo>
                  <a:cubicBezTo>
                    <a:pt x="2393" y="20327"/>
                    <a:pt x="2417" y="20497"/>
                    <a:pt x="2486" y="20643"/>
                  </a:cubicBezTo>
                  <a:cubicBezTo>
                    <a:pt x="2707" y="21111"/>
                    <a:pt x="2856" y="21614"/>
                    <a:pt x="3104" y="22048"/>
                  </a:cubicBezTo>
                  <a:cubicBezTo>
                    <a:pt x="3238" y="22285"/>
                    <a:pt x="3354" y="22534"/>
                    <a:pt x="3503" y="22767"/>
                  </a:cubicBezTo>
                  <a:cubicBezTo>
                    <a:pt x="3571" y="22879"/>
                    <a:pt x="3670" y="22995"/>
                    <a:pt x="3721" y="23129"/>
                  </a:cubicBezTo>
                  <a:cubicBezTo>
                    <a:pt x="3655" y="23188"/>
                    <a:pt x="3644" y="23289"/>
                    <a:pt x="3584" y="23354"/>
                  </a:cubicBezTo>
                  <a:cubicBezTo>
                    <a:pt x="3245" y="23715"/>
                    <a:pt x="2873" y="24048"/>
                    <a:pt x="2526" y="24396"/>
                  </a:cubicBezTo>
                  <a:cubicBezTo>
                    <a:pt x="2399" y="24526"/>
                    <a:pt x="2181" y="24667"/>
                    <a:pt x="2225" y="24904"/>
                  </a:cubicBezTo>
                  <a:cubicBezTo>
                    <a:pt x="2286" y="25014"/>
                    <a:pt x="2348" y="25123"/>
                    <a:pt x="2412" y="25234"/>
                  </a:cubicBezTo>
                  <a:cubicBezTo>
                    <a:pt x="2575" y="25469"/>
                    <a:pt x="2750" y="25711"/>
                    <a:pt x="2921" y="25929"/>
                  </a:cubicBezTo>
                  <a:cubicBezTo>
                    <a:pt x="2959" y="25980"/>
                    <a:pt x="2974" y="26034"/>
                    <a:pt x="3017" y="26080"/>
                  </a:cubicBezTo>
                  <a:cubicBezTo>
                    <a:pt x="3093" y="26161"/>
                    <a:pt x="3168" y="26244"/>
                    <a:pt x="3238" y="26330"/>
                  </a:cubicBezTo>
                  <a:cubicBezTo>
                    <a:pt x="3430" y="26550"/>
                    <a:pt x="3616" y="26778"/>
                    <a:pt x="3820" y="26989"/>
                  </a:cubicBezTo>
                  <a:cubicBezTo>
                    <a:pt x="4379" y="27572"/>
                    <a:pt x="5008" y="28086"/>
                    <a:pt x="5666" y="28523"/>
                  </a:cubicBezTo>
                  <a:cubicBezTo>
                    <a:pt x="5999" y="28742"/>
                    <a:pt x="6333" y="28938"/>
                    <a:pt x="6716" y="29091"/>
                  </a:cubicBezTo>
                  <a:cubicBezTo>
                    <a:pt x="6838" y="29144"/>
                    <a:pt x="6975" y="29232"/>
                    <a:pt x="7138" y="29232"/>
                  </a:cubicBezTo>
                  <a:cubicBezTo>
                    <a:pt x="7155" y="29232"/>
                    <a:pt x="7172" y="29231"/>
                    <a:pt x="7190" y="29229"/>
                  </a:cubicBezTo>
                  <a:cubicBezTo>
                    <a:pt x="7257" y="29125"/>
                    <a:pt x="7379" y="29079"/>
                    <a:pt x="7468" y="28989"/>
                  </a:cubicBezTo>
                  <a:cubicBezTo>
                    <a:pt x="7549" y="28905"/>
                    <a:pt x="7598" y="28771"/>
                    <a:pt x="7678" y="28681"/>
                  </a:cubicBezTo>
                  <a:cubicBezTo>
                    <a:pt x="7880" y="28457"/>
                    <a:pt x="8065" y="28232"/>
                    <a:pt x="8274" y="28009"/>
                  </a:cubicBezTo>
                  <a:cubicBezTo>
                    <a:pt x="8352" y="27928"/>
                    <a:pt x="8424" y="27783"/>
                    <a:pt x="8519" y="27723"/>
                  </a:cubicBezTo>
                  <a:cubicBezTo>
                    <a:pt x="8519" y="27727"/>
                    <a:pt x="8519" y="27732"/>
                    <a:pt x="8520" y="27736"/>
                  </a:cubicBezTo>
                  <a:cubicBezTo>
                    <a:pt x="8625" y="27749"/>
                    <a:pt x="8722" y="27855"/>
                    <a:pt x="8814" y="27896"/>
                  </a:cubicBezTo>
                  <a:cubicBezTo>
                    <a:pt x="9009" y="27988"/>
                    <a:pt x="9192" y="28098"/>
                    <a:pt x="9384" y="28185"/>
                  </a:cubicBezTo>
                  <a:cubicBezTo>
                    <a:pt x="9948" y="28447"/>
                    <a:pt x="10529" y="28662"/>
                    <a:pt x="11126" y="28876"/>
                  </a:cubicBezTo>
                  <a:cubicBezTo>
                    <a:pt x="11299" y="28938"/>
                    <a:pt x="11474" y="28953"/>
                    <a:pt x="11653" y="29014"/>
                  </a:cubicBezTo>
                  <a:cubicBezTo>
                    <a:pt x="12425" y="29292"/>
                    <a:pt x="13333" y="29385"/>
                    <a:pt x="14211" y="29485"/>
                  </a:cubicBezTo>
                  <a:cubicBezTo>
                    <a:pt x="14531" y="29498"/>
                    <a:pt x="14853" y="29508"/>
                    <a:pt x="15175" y="29521"/>
                  </a:cubicBezTo>
                  <a:cubicBezTo>
                    <a:pt x="15231" y="29525"/>
                    <a:pt x="15288" y="29527"/>
                    <a:pt x="15345" y="29527"/>
                  </a:cubicBezTo>
                  <a:cubicBezTo>
                    <a:pt x="15641" y="29527"/>
                    <a:pt x="15939" y="29484"/>
                    <a:pt x="16239" y="29484"/>
                  </a:cubicBezTo>
                  <a:cubicBezTo>
                    <a:pt x="16262" y="29484"/>
                    <a:pt x="16285" y="29485"/>
                    <a:pt x="16307" y="29485"/>
                  </a:cubicBezTo>
                  <a:cubicBezTo>
                    <a:pt x="16316" y="29485"/>
                    <a:pt x="16324" y="29486"/>
                    <a:pt x="16333" y="29486"/>
                  </a:cubicBezTo>
                  <a:cubicBezTo>
                    <a:pt x="16484" y="29486"/>
                    <a:pt x="16632" y="29440"/>
                    <a:pt x="16772" y="29440"/>
                  </a:cubicBezTo>
                  <a:cubicBezTo>
                    <a:pt x="16776" y="29440"/>
                    <a:pt x="16780" y="29440"/>
                    <a:pt x="16784" y="29440"/>
                  </a:cubicBezTo>
                  <a:cubicBezTo>
                    <a:pt x="16889" y="29423"/>
                    <a:pt x="16995" y="29407"/>
                    <a:pt x="17100" y="29389"/>
                  </a:cubicBezTo>
                  <a:cubicBezTo>
                    <a:pt x="17248" y="29389"/>
                    <a:pt x="17413" y="29314"/>
                    <a:pt x="17579" y="29314"/>
                  </a:cubicBezTo>
                  <a:cubicBezTo>
                    <a:pt x="17581" y="29314"/>
                    <a:pt x="17582" y="29314"/>
                    <a:pt x="17584" y="29314"/>
                  </a:cubicBezTo>
                  <a:cubicBezTo>
                    <a:pt x="17589" y="29314"/>
                    <a:pt x="17595" y="29314"/>
                    <a:pt x="17601" y="29314"/>
                  </a:cubicBezTo>
                  <a:cubicBezTo>
                    <a:pt x="17915" y="29314"/>
                    <a:pt x="18342" y="29157"/>
                    <a:pt x="18649" y="29094"/>
                  </a:cubicBezTo>
                  <a:cubicBezTo>
                    <a:pt x="18693" y="29331"/>
                    <a:pt x="18841" y="29513"/>
                    <a:pt x="18945" y="29690"/>
                  </a:cubicBezTo>
                  <a:cubicBezTo>
                    <a:pt x="19119" y="29997"/>
                    <a:pt x="19244" y="30343"/>
                    <a:pt x="19413" y="30642"/>
                  </a:cubicBezTo>
                  <a:cubicBezTo>
                    <a:pt x="19504" y="30799"/>
                    <a:pt x="19586" y="31073"/>
                    <a:pt x="19754" y="31095"/>
                  </a:cubicBezTo>
                  <a:cubicBezTo>
                    <a:pt x="19778" y="31107"/>
                    <a:pt x="19809" y="31112"/>
                    <a:pt x="19842" y="31112"/>
                  </a:cubicBezTo>
                  <a:cubicBezTo>
                    <a:pt x="19974" y="31112"/>
                    <a:pt x="20163" y="31034"/>
                    <a:pt x="20272" y="31007"/>
                  </a:cubicBezTo>
                  <a:cubicBezTo>
                    <a:pt x="20695" y="30916"/>
                    <a:pt x="21184" y="30737"/>
                    <a:pt x="21531" y="30565"/>
                  </a:cubicBezTo>
                  <a:cubicBezTo>
                    <a:pt x="21864" y="30400"/>
                    <a:pt x="22191" y="30307"/>
                    <a:pt x="22504" y="30129"/>
                  </a:cubicBezTo>
                  <a:cubicBezTo>
                    <a:pt x="23706" y="29441"/>
                    <a:pt x="24773" y="28781"/>
                    <a:pt x="25458" y="27754"/>
                  </a:cubicBezTo>
                  <a:cubicBezTo>
                    <a:pt x="25390" y="27479"/>
                    <a:pt x="25217" y="27271"/>
                    <a:pt x="25086" y="27082"/>
                  </a:cubicBezTo>
                  <a:cubicBezTo>
                    <a:pt x="24919" y="26840"/>
                    <a:pt x="24797" y="26598"/>
                    <a:pt x="24642" y="26333"/>
                  </a:cubicBezTo>
                  <a:cubicBezTo>
                    <a:pt x="24580" y="26223"/>
                    <a:pt x="24499" y="26119"/>
                    <a:pt x="24462" y="25965"/>
                  </a:cubicBezTo>
                  <a:cubicBezTo>
                    <a:pt x="24637" y="25830"/>
                    <a:pt x="24782" y="25664"/>
                    <a:pt x="24930" y="25515"/>
                  </a:cubicBezTo>
                  <a:cubicBezTo>
                    <a:pt x="25311" y="25129"/>
                    <a:pt x="25649" y="24735"/>
                    <a:pt x="26002" y="24337"/>
                  </a:cubicBezTo>
                  <a:cubicBezTo>
                    <a:pt x="26124" y="24199"/>
                    <a:pt x="26205" y="24013"/>
                    <a:pt x="26325" y="23877"/>
                  </a:cubicBezTo>
                  <a:cubicBezTo>
                    <a:pt x="26519" y="23656"/>
                    <a:pt x="26710" y="23380"/>
                    <a:pt x="26838" y="23116"/>
                  </a:cubicBezTo>
                  <a:cubicBezTo>
                    <a:pt x="26928" y="22979"/>
                    <a:pt x="27018" y="22842"/>
                    <a:pt x="27108" y="22707"/>
                  </a:cubicBezTo>
                  <a:cubicBezTo>
                    <a:pt x="27236" y="22440"/>
                    <a:pt x="27383" y="22191"/>
                    <a:pt x="27508" y="21918"/>
                  </a:cubicBezTo>
                  <a:cubicBezTo>
                    <a:pt x="27710" y="21481"/>
                    <a:pt x="27930" y="21047"/>
                    <a:pt x="28098" y="20589"/>
                  </a:cubicBezTo>
                  <a:cubicBezTo>
                    <a:pt x="28189" y="20355"/>
                    <a:pt x="28234" y="20115"/>
                    <a:pt x="28318" y="19876"/>
                  </a:cubicBezTo>
                  <a:cubicBezTo>
                    <a:pt x="28437" y="19549"/>
                    <a:pt x="28540" y="19181"/>
                    <a:pt x="28615" y="18834"/>
                  </a:cubicBezTo>
                  <a:cubicBezTo>
                    <a:pt x="28670" y="18572"/>
                    <a:pt x="28693" y="18326"/>
                    <a:pt x="28744" y="18057"/>
                  </a:cubicBezTo>
                  <a:cubicBezTo>
                    <a:pt x="28818" y="17672"/>
                    <a:pt x="28885" y="17255"/>
                    <a:pt x="28897" y="16835"/>
                  </a:cubicBezTo>
                  <a:cubicBezTo>
                    <a:pt x="28958" y="16820"/>
                    <a:pt x="28987" y="16798"/>
                    <a:pt x="29019" y="16782"/>
                  </a:cubicBezTo>
                  <a:cubicBezTo>
                    <a:pt x="29103" y="16736"/>
                    <a:pt x="29244" y="16746"/>
                    <a:pt x="29321" y="16734"/>
                  </a:cubicBezTo>
                  <a:cubicBezTo>
                    <a:pt x="29574" y="16692"/>
                    <a:pt x="29826" y="16619"/>
                    <a:pt x="30056" y="16619"/>
                  </a:cubicBezTo>
                  <a:cubicBezTo>
                    <a:pt x="30061" y="16619"/>
                    <a:pt x="30065" y="16620"/>
                    <a:pt x="30070" y="16620"/>
                  </a:cubicBezTo>
                  <a:cubicBezTo>
                    <a:pt x="30199" y="16620"/>
                    <a:pt x="30327" y="16569"/>
                    <a:pt x="30441" y="16569"/>
                  </a:cubicBezTo>
                  <a:cubicBezTo>
                    <a:pt x="30442" y="16569"/>
                    <a:pt x="30444" y="16569"/>
                    <a:pt x="30446" y="16569"/>
                  </a:cubicBezTo>
                  <a:cubicBezTo>
                    <a:pt x="30587" y="16569"/>
                    <a:pt x="31007" y="16462"/>
                    <a:pt x="31061" y="16401"/>
                  </a:cubicBezTo>
                  <a:cubicBezTo>
                    <a:pt x="31165" y="16340"/>
                    <a:pt x="31143" y="16239"/>
                    <a:pt x="31159" y="16121"/>
                  </a:cubicBezTo>
                  <a:cubicBezTo>
                    <a:pt x="31202" y="15848"/>
                    <a:pt x="31173" y="15554"/>
                    <a:pt x="31189" y="15250"/>
                  </a:cubicBezTo>
                  <a:cubicBezTo>
                    <a:pt x="31202" y="15052"/>
                    <a:pt x="31171" y="14820"/>
                    <a:pt x="31175" y="14610"/>
                  </a:cubicBezTo>
                  <a:cubicBezTo>
                    <a:pt x="31166" y="14543"/>
                    <a:pt x="31156" y="14474"/>
                    <a:pt x="31146" y="14407"/>
                  </a:cubicBezTo>
                  <a:cubicBezTo>
                    <a:pt x="31152" y="14187"/>
                    <a:pt x="31077" y="13928"/>
                    <a:pt x="31079" y="13697"/>
                  </a:cubicBezTo>
                  <a:cubicBezTo>
                    <a:pt x="31064" y="13623"/>
                    <a:pt x="31048" y="13547"/>
                    <a:pt x="31034" y="13472"/>
                  </a:cubicBezTo>
                  <a:cubicBezTo>
                    <a:pt x="31035" y="13231"/>
                    <a:pt x="30941" y="12931"/>
                    <a:pt x="30888" y="12701"/>
                  </a:cubicBezTo>
                  <a:cubicBezTo>
                    <a:pt x="30750" y="12091"/>
                    <a:pt x="30603" y="11528"/>
                    <a:pt x="30366" y="11054"/>
                  </a:cubicBezTo>
                  <a:cubicBezTo>
                    <a:pt x="30204" y="10730"/>
                    <a:pt x="30089" y="10429"/>
                    <a:pt x="29910" y="10167"/>
                  </a:cubicBezTo>
                  <a:cubicBezTo>
                    <a:pt x="29844" y="10068"/>
                    <a:pt x="29786" y="9894"/>
                    <a:pt x="29654" y="9894"/>
                  </a:cubicBezTo>
                  <a:cubicBezTo>
                    <a:pt x="29647" y="9894"/>
                    <a:pt x="29639" y="9894"/>
                    <a:pt x="29631" y="9895"/>
                  </a:cubicBezTo>
                  <a:cubicBezTo>
                    <a:pt x="29618" y="9890"/>
                    <a:pt x="29600" y="9888"/>
                    <a:pt x="29580" y="9888"/>
                  </a:cubicBezTo>
                  <a:cubicBezTo>
                    <a:pt x="29497" y="9888"/>
                    <a:pt x="29369" y="9921"/>
                    <a:pt x="29296" y="9924"/>
                  </a:cubicBezTo>
                  <a:cubicBezTo>
                    <a:pt x="29218" y="9930"/>
                    <a:pt x="28758" y="10061"/>
                    <a:pt x="28641" y="10112"/>
                  </a:cubicBezTo>
                  <a:cubicBezTo>
                    <a:pt x="28520" y="10138"/>
                    <a:pt x="28398" y="10163"/>
                    <a:pt x="28277" y="10189"/>
                  </a:cubicBezTo>
                  <a:cubicBezTo>
                    <a:pt x="28203" y="10220"/>
                    <a:pt x="27928" y="10281"/>
                    <a:pt x="27795" y="10281"/>
                  </a:cubicBezTo>
                  <a:cubicBezTo>
                    <a:pt x="27766" y="10281"/>
                    <a:pt x="27744" y="10278"/>
                    <a:pt x="27732" y="10272"/>
                  </a:cubicBezTo>
                  <a:cubicBezTo>
                    <a:pt x="27688" y="10227"/>
                    <a:pt x="27677" y="10153"/>
                    <a:pt x="27649" y="10089"/>
                  </a:cubicBezTo>
                  <a:cubicBezTo>
                    <a:pt x="27645" y="10073"/>
                    <a:pt x="27640" y="10060"/>
                    <a:pt x="27633" y="10045"/>
                  </a:cubicBezTo>
                  <a:cubicBezTo>
                    <a:pt x="27523" y="9842"/>
                    <a:pt x="27437" y="9619"/>
                    <a:pt x="27321" y="9416"/>
                  </a:cubicBezTo>
                  <a:cubicBezTo>
                    <a:pt x="26991" y="8847"/>
                    <a:pt x="26656" y="8295"/>
                    <a:pt x="26290" y="7778"/>
                  </a:cubicBezTo>
                  <a:cubicBezTo>
                    <a:pt x="25715" y="6970"/>
                    <a:pt x="24999" y="6239"/>
                    <a:pt x="24296" y="5606"/>
                  </a:cubicBezTo>
                  <a:cubicBezTo>
                    <a:pt x="23985" y="5326"/>
                    <a:pt x="23625" y="5093"/>
                    <a:pt x="23308" y="4814"/>
                  </a:cubicBezTo>
                  <a:lnTo>
                    <a:pt x="23087" y="4679"/>
                  </a:lnTo>
                  <a:cubicBezTo>
                    <a:pt x="22909" y="4522"/>
                    <a:pt x="22691" y="4378"/>
                    <a:pt x="22479" y="4279"/>
                  </a:cubicBezTo>
                  <a:cubicBezTo>
                    <a:pt x="22355" y="4195"/>
                    <a:pt x="22229" y="4112"/>
                    <a:pt x="22101" y="4027"/>
                  </a:cubicBezTo>
                  <a:cubicBezTo>
                    <a:pt x="21847" y="3908"/>
                    <a:pt x="21605" y="3757"/>
                    <a:pt x="21354" y="3633"/>
                  </a:cubicBezTo>
                  <a:cubicBezTo>
                    <a:pt x="21310" y="3610"/>
                    <a:pt x="21265" y="3588"/>
                    <a:pt x="21220" y="3567"/>
                  </a:cubicBezTo>
                  <a:cubicBezTo>
                    <a:pt x="21022" y="3476"/>
                    <a:pt x="20826" y="3382"/>
                    <a:pt x="20625" y="3295"/>
                  </a:cubicBezTo>
                  <a:cubicBezTo>
                    <a:pt x="20542" y="3258"/>
                    <a:pt x="20399" y="3255"/>
                    <a:pt x="20361" y="3154"/>
                  </a:cubicBezTo>
                  <a:cubicBezTo>
                    <a:pt x="20390" y="3091"/>
                    <a:pt x="20369" y="3010"/>
                    <a:pt x="20383" y="2938"/>
                  </a:cubicBezTo>
                  <a:cubicBezTo>
                    <a:pt x="20412" y="2790"/>
                    <a:pt x="20426" y="2629"/>
                    <a:pt x="20457" y="2464"/>
                  </a:cubicBezTo>
                  <a:cubicBezTo>
                    <a:pt x="20502" y="2230"/>
                    <a:pt x="20532" y="1989"/>
                    <a:pt x="20583" y="1745"/>
                  </a:cubicBezTo>
                  <a:cubicBezTo>
                    <a:pt x="20630" y="1511"/>
                    <a:pt x="20698" y="1259"/>
                    <a:pt x="20622" y="976"/>
                  </a:cubicBezTo>
                  <a:cubicBezTo>
                    <a:pt x="20551" y="944"/>
                    <a:pt x="20486" y="880"/>
                    <a:pt x="20412" y="849"/>
                  </a:cubicBezTo>
                  <a:cubicBezTo>
                    <a:pt x="19776" y="571"/>
                    <a:pt x="19057" y="387"/>
                    <a:pt x="18349" y="239"/>
                  </a:cubicBezTo>
                  <a:cubicBezTo>
                    <a:pt x="18145" y="195"/>
                    <a:pt x="17957" y="191"/>
                    <a:pt x="17752" y="150"/>
                  </a:cubicBezTo>
                  <a:cubicBezTo>
                    <a:pt x="17274" y="58"/>
                    <a:pt x="16752" y="42"/>
                    <a:pt x="16232" y="4"/>
                  </a:cubicBezTo>
                  <a:cubicBezTo>
                    <a:pt x="16196" y="2"/>
                    <a:pt x="16161" y="1"/>
                    <a:pt x="161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65"/>
            <p:cNvSpPr/>
            <p:nvPr/>
          </p:nvSpPr>
          <p:spPr>
            <a:xfrm>
              <a:off x="720427" y="3963717"/>
              <a:ext cx="356457" cy="350657"/>
            </a:xfrm>
            <a:custGeom>
              <a:rect b="b" l="l" r="r" t="t"/>
              <a:pathLst>
                <a:path extrusionOk="0" h="12394" w="12599">
                  <a:moveTo>
                    <a:pt x="6405" y="220"/>
                  </a:moveTo>
                  <a:cubicBezTo>
                    <a:pt x="6607" y="220"/>
                    <a:pt x="6804" y="228"/>
                    <a:pt x="6993" y="263"/>
                  </a:cubicBezTo>
                  <a:cubicBezTo>
                    <a:pt x="8817" y="607"/>
                    <a:pt x="10171" y="1402"/>
                    <a:pt x="11209" y="2935"/>
                  </a:cubicBezTo>
                  <a:cubicBezTo>
                    <a:pt x="11449" y="3287"/>
                    <a:pt x="11607" y="3701"/>
                    <a:pt x="11807" y="4121"/>
                  </a:cubicBezTo>
                  <a:cubicBezTo>
                    <a:pt x="11876" y="4347"/>
                    <a:pt x="11943" y="4573"/>
                    <a:pt x="12013" y="4799"/>
                  </a:cubicBezTo>
                  <a:cubicBezTo>
                    <a:pt x="12599" y="7695"/>
                    <a:pt x="11399" y="9870"/>
                    <a:pt x="9546" y="11151"/>
                  </a:cubicBezTo>
                  <a:cubicBezTo>
                    <a:pt x="9239" y="11365"/>
                    <a:pt x="8887" y="11548"/>
                    <a:pt x="8512" y="11731"/>
                  </a:cubicBezTo>
                  <a:cubicBezTo>
                    <a:pt x="8361" y="11805"/>
                    <a:pt x="8198" y="11836"/>
                    <a:pt x="8051" y="11905"/>
                  </a:cubicBezTo>
                  <a:cubicBezTo>
                    <a:pt x="8005" y="11914"/>
                    <a:pt x="7958" y="11924"/>
                    <a:pt x="7913" y="11934"/>
                  </a:cubicBezTo>
                  <a:cubicBezTo>
                    <a:pt x="7729" y="12018"/>
                    <a:pt x="7278" y="12125"/>
                    <a:pt x="7057" y="12125"/>
                  </a:cubicBezTo>
                  <a:cubicBezTo>
                    <a:pt x="7054" y="12125"/>
                    <a:pt x="7051" y="12125"/>
                    <a:pt x="7048" y="12125"/>
                  </a:cubicBezTo>
                  <a:cubicBezTo>
                    <a:pt x="6984" y="12138"/>
                    <a:pt x="6921" y="12151"/>
                    <a:pt x="6859" y="12164"/>
                  </a:cubicBezTo>
                  <a:cubicBezTo>
                    <a:pt x="6673" y="12176"/>
                    <a:pt x="6488" y="12187"/>
                    <a:pt x="6302" y="12201"/>
                  </a:cubicBezTo>
                  <a:cubicBezTo>
                    <a:pt x="5809" y="12174"/>
                    <a:pt x="5354" y="12161"/>
                    <a:pt x="4912" y="12067"/>
                  </a:cubicBezTo>
                  <a:cubicBezTo>
                    <a:pt x="3218" y="11700"/>
                    <a:pt x="1847" y="10664"/>
                    <a:pt x="939" y="9096"/>
                  </a:cubicBezTo>
                  <a:cubicBezTo>
                    <a:pt x="771" y="8809"/>
                    <a:pt x="673" y="8479"/>
                    <a:pt x="523" y="8160"/>
                  </a:cubicBezTo>
                  <a:cubicBezTo>
                    <a:pt x="462" y="8025"/>
                    <a:pt x="456" y="7866"/>
                    <a:pt x="398" y="7740"/>
                  </a:cubicBezTo>
                  <a:cubicBezTo>
                    <a:pt x="382" y="7666"/>
                    <a:pt x="367" y="7589"/>
                    <a:pt x="350" y="7513"/>
                  </a:cubicBezTo>
                  <a:cubicBezTo>
                    <a:pt x="306" y="7302"/>
                    <a:pt x="247" y="7077"/>
                    <a:pt x="248" y="6891"/>
                  </a:cubicBezTo>
                  <a:cubicBezTo>
                    <a:pt x="251" y="6682"/>
                    <a:pt x="188" y="6517"/>
                    <a:pt x="197" y="6324"/>
                  </a:cubicBezTo>
                  <a:cubicBezTo>
                    <a:pt x="222" y="5878"/>
                    <a:pt x="239" y="5460"/>
                    <a:pt x="319" y="5066"/>
                  </a:cubicBezTo>
                  <a:cubicBezTo>
                    <a:pt x="625" y="3544"/>
                    <a:pt x="1436" y="2217"/>
                    <a:pt x="2695" y="1328"/>
                  </a:cubicBezTo>
                  <a:cubicBezTo>
                    <a:pt x="2922" y="1168"/>
                    <a:pt x="3153" y="1052"/>
                    <a:pt x="3407" y="907"/>
                  </a:cubicBezTo>
                  <a:cubicBezTo>
                    <a:pt x="3639" y="774"/>
                    <a:pt x="3925" y="673"/>
                    <a:pt x="4185" y="550"/>
                  </a:cubicBezTo>
                  <a:cubicBezTo>
                    <a:pt x="4318" y="514"/>
                    <a:pt x="4450" y="478"/>
                    <a:pt x="4581" y="443"/>
                  </a:cubicBezTo>
                  <a:cubicBezTo>
                    <a:pt x="4776" y="356"/>
                    <a:pt x="5167" y="276"/>
                    <a:pt x="5386" y="276"/>
                  </a:cubicBezTo>
                  <a:cubicBezTo>
                    <a:pt x="5390" y="276"/>
                    <a:pt x="5394" y="276"/>
                    <a:pt x="5398" y="276"/>
                  </a:cubicBezTo>
                  <a:cubicBezTo>
                    <a:pt x="5529" y="258"/>
                    <a:pt x="5661" y="239"/>
                    <a:pt x="5792" y="222"/>
                  </a:cubicBezTo>
                  <a:cubicBezTo>
                    <a:pt x="5851" y="224"/>
                    <a:pt x="5910" y="224"/>
                    <a:pt x="5968" y="224"/>
                  </a:cubicBezTo>
                  <a:cubicBezTo>
                    <a:pt x="6115" y="224"/>
                    <a:pt x="6262" y="220"/>
                    <a:pt x="6405" y="220"/>
                  </a:cubicBezTo>
                  <a:close/>
                  <a:moveTo>
                    <a:pt x="5885" y="15"/>
                  </a:moveTo>
                  <a:cubicBezTo>
                    <a:pt x="5726" y="36"/>
                    <a:pt x="5569" y="55"/>
                    <a:pt x="5412" y="74"/>
                  </a:cubicBezTo>
                  <a:cubicBezTo>
                    <a:pt x="5408" y="73"/>
                    <a:pt x="5403" y="73"/>
                    <a:pt x="5398" y="73"/>
                  </a:cubicBezTo>
                  <a:cubicBezTo>
                    <a:pt x="5202" y="73"/>
                    <a:pt x="4877" y="129"/>
                    <a:pt x="4693" y="209"/>
                  </a:cubicBezTo>
                  <a:cubicBezTo>
                    <a:pt x="4540" y="248"/>
                    <a:pt x="4384" y="289"/>
                    <a:pt x="4232" y="328"/>
                  </a:cubicBezTo>
                  <a:cubicBezTo>
                    <a:pt x="3940" y="463"/>
                    <a:pt x="3633" y="558"/>
                    <a:pt x="3378" y="702"/>
                  </a:cubicBezTo>
                  <a:cubicBezTo>
                    <a:pt x="3083" y="869"/>
                    <a:pt x="2819" y="1001"/>
                    <a:pt x="2560" y="1184"/>
                  </a:cubicBezTo>
                  <a:cubicBezTo>
                    <a:pt x="1270" y="2100"/>
                    <a:pt x="443" y="3464"/>
                    <a:pt x="129" y="5027"/>
                  </a:cubicBezTo>
                  <a:cubicBezTo>
                    <a:pt x="50" y="5412"/>
                    <a:pt x="26" y="5822"/>
                    <a:pt x="1" y="6258"/>
                  </a:cubicBezTo>
                  <a:cubicBezTo>
                    <a:pt x="11" y="6427"/>
                    <a:pt x="18" y="6597"/>
                    <a:pt x="27" y="6764"/>
                  </a:cubicBezTo>
                  <a:cubicBezTo>
                    <a:pt x="36" y="6809"/>
                    <a:pt x="45" y="6856"/>
                    <a:pt x="56" y="6903"/>
                  </a:cubicBezTo>
                  <a:cubicBezTo>
                    <a:pt x="52" y="7094"/>
                    <a:pt x="122" y="7363"/>
                    <a:pt x="164" y="7549"/>
                  </a:cubicBezTo>
                  <a:cubicBezTo>
                    <a:pt x="181" y="7637"/>
                    <a:pt x="200" y="7725"/>
                    <a:pt x="218" y="7813"/>
                  </a:cubicBezTo>
                  <a:cubicBezTo>
                    <a:pt x="276" y="7938"/>
                    <a:pt x="282" y="8098"/>
                    <a:pt x="343" y="8233"/>
                  </a:cubicBezTo>
                  <a:cubicBezTo>
                    <a:pt x="478" y="8521"/>
                    <a:pt x="565" y="8830"/>
                    <a:pt x="718" y="9099"/>
                  </a:cubicBezTo>
                  <a:cubicBezTo>
                    <a:pt x="1666" y="10757"/>
                    <a:pt x="3092" y="11878"/>
                    <a:pt x="4877" y="12256"/>
                  </a:cubicBezTo>
                  <a:cubicBezTo>
                    <a:pt x="5236" y="12333"/>
                    <a:pt x="5610" y="12358"/>
                    <a:pt x="5994" y="12394"/>
                  </a:cubicBezTo>
                  <a:lnTo>
                    <a:pt x="6621" y="12384"/>
                  </a:lnTo>
                  <a:cubicBezTo>
                    <a:pt x="6786" y="12362"/>
                    <a:pt x="6953" y="12342"/>
                    <a:pt x="7118" y="12320"/>
                  </a:cubicBezTo>
                  <a:cubicBezTo>
                    <a:pt x="7193" y="12304"/>
                    <a:pt x="7269" y="12289"/>
                    <a:pt x="7343" y="12272"/>
                  </a:cubicBezTo>
                  <a:cubicBezTo>
                    <a:pt x="7346" y="12272"/>
                    <a:pt x="7349" y="12272"/>
                    <a:pt x="7352" y="12272"/>
                  </a:cubicBezTo>
                  <a:cubicBezTo>
                    <a:pt x="7529" y="12272"/>
                    <a:pt x="7963" y="12143"/>
                    <a:pt x="8114" y="12074"/>
                  </a:cubicBezTo>
                  <a:cubicBezTo>
                    <a:pt x="8236" y="12020"/>
                    <a:pt x="8343" y="12020"/>
                    <a:pt x="8458" y="11964"/>
                  </a:cubicBezTo>
                  <a:cubicBezTo>
                    <a:pt x="8868" y="11761"/>
                    <a:pt x="9274" y="11600"/>
                    <a:pt x="9617" y="11359"/>
                  </a:cubicBezTo>
                  <a:cubicBezTo>
                    <a:pt x="10680" y="10611"/>
                    <a:pt x="11426" y="9691"/>
                    <a:pt x="11913" y="8567"/>
                  </a:cubicBezTo>
                  <a:cubicBezTo>
                    <a:pt x="11985" y="8399"/>
                    <a:pt x="12017" y="8226"/>
                    <a:pt x="12081" y="8047"/>
                  </a:cubicBezTo>
                  <a:cubicBezTo>
                    <a:pt x="12414" y="7124"/>
                    <a:pt x="12490" y="6017"/>
                    <a:pt x="12189" y="4682"/>
                  </a:cubicBezTo>
                  <a:cubicBezTo>
                    <a:pt x="12124" y="4469"/>
                    <a:pt x="12058" y="4256"/>
                    <a:pt x="11991" y="4041"/>
                  </a:cubicBezTo>
                  <a:cubicBezTo>
                    <a:pt x="11785" y="3607"/>
                    <a:pt x="11618" y="3182"/>
                    <a:pt x="11373" y="2819"/>
                  </a:cubicBezTo>
                  <a:cubicBezTo>
                    <a:pt x="10327" y="1273"/>
                    <a:pt x="8912" y="423"/>
                    <a:pt x="7074" y="72"/>
                  </a:cubicBezTo>
                  <a:cubicBezTo>
                    <a:pt x="6700" y="1"/>
                    <a:pt x="6292" y="30"/>
                    <a:pt x="5885"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5"/>
            <p:cNvSpPr/>
            <p:nvPr/>
          </p:nvSpPr>
          <p:spPr>
            <a:xfrm>
              <a:off x="456890" y="3684478"/>
              <a:ext cx="896731" cy="892402"/>
            </a:xfrm>
            <a:custGeom>
              <a:rect b="b" l="l" r="r" t="t"/>
              <a:pathLst>
                <a:path extrusionOk="0" h="31542" w="31695">
                  <a:moveTo>
                    <a:pt x="16339" y="218"/>
                  </a:moveTo>
                  <a:cubicBezTo>
                    <a:pt x="16375" y="218"/>
                    <a:pt x="16411" y="219"/>
                    <a:pt x="16447" y="221"/>
                  </a:cubicBezTo>
                  <a:cubicBezTo>
                    <a:pt x="16971" y="259"/>
                    <a:pt x="17491" y="277"/>
                    <a:pt x="17971" y="367"/>
                  </a:cubicBezTo>
                  <a:cubicBezTo>
                    <a:pt x="18176" y="407"/>
                    <a:pt x="18364" y="412"/>
                    <a:pt x="18566" y="454"/>
                  </a:cubicBezTo>
                  <a:cubicBezTo>
                    <a:pt x="19274" y="604"/>
                    <a:pt x="19995" y="787"/>
                    <a:pt x="20629" y="1065"/>
                  </a:cubicBezTo>
                  <a:cubicBezTo>
                    <a:pt x="20701" y="1098"/>
                    <a:pt x="20767" y="1159"/>
                    <a:pt x="20838" y="1193"/>
                  </a:cubicBezTo>
                  <a:cubicBezTo>
                    <a:pt x="20915" y="1476"/>
                    <a:pt x="20847" y="1726"/>
                    <a:pt x="20800" y="1960"/>
                  </a:cubicBezTo>
                  <a:cubicBezTo>
                    <a:pt x="20751" y="2204"/>
                    <a:pt x="20719" y="2446"/>
                    <a:pt x="20674" y="2683"/>
                  </a:cubicBezTo>
                  <a:cubicBezTo>
                    <a:pt x="20642" y="2844"/>
                    <a:pt x="20629" y="3006"/>
                    <a:pt x="20601" y="3157"/>
                  </a:cubicBezTo>
                  <a:cubicBezTo>
                    <a:pt x="20587" y="3229"/>
                    <a:pt x="20605" y="3309"/>
                    <a:pt x="20578" y="3371"/>
                  </a:cubicBezTo>
                  <a:cubicBezTo>
                    <a:pt x="20617" y="3472"/>
                    <a:pt x="20760" y="3477"/>
                    <a:pt x="20844" y="3513"/>
                  </a:cubicBezTo>
                  <a:cubicBezTo>
                    <a:pt x="21042" y="3599"/>
                    <a:pt x="21238" y="3695"/>
                    <a:pt x="21436" y="3783"/>
                  </a:cubicBezTo>
                  <a:cubicBezTo>
                    <a:pt x="21738" y="3920"/>
                    <a:pt x="22017" y="4102"/>
                    <a:pt x="22318" y="4246"/>
                  </a:cubicBezTo>
                  <a:cubicBezTo>
                    <a:pt x="22443" y="4329"/>
                    <a:pt x="22570" y="4413"/>
                    <a:pt x="22696" y="4494"/>
                  </a:cubicBezTo>
                  <a:cubicBezTo>
                    <a:pt x="22908" y="4596"/>
                    <a:pt x="23125" y="4740"/>
                    <a:pt x="23302" y="4894"/>
                  </a:cubicBezTo>
                  <a:cubicBezTo>
                    <a:pt x="23377" y="4939"/>
                    <a:pt x="23452" y="4984"/>
                    <a:pt x="23528" y="5032"/>
                  </a:cubicBezTo>
                  <a:cubicBezTo>
                    <a:pt x="23845" y="5310"/>
                    <a:pt x="24202" y="5541"/>
                    <a:pt x="24516" y="5825"/>
                  </a:cubicBezTo>
                  <a:cubicBezTo>
                    <a:pt x="25217" y="6457"/>
                    <a:pt x="25934" y="7190"/>
                    <a:pt x="26508" y="7997"/>
                  </a:cubicBezTo>
                  <a:cubicBezTo>
                    <a:pt x="26876" y="8513"/>
                    <a:pt x="27208" y="9063"/>
                    <a:pt x="27539" y="9632"/>
                  </a:cubicBezTo>
                  <a:cubicBezTo>
                    <a:pt x="27657" y="9836"/>
                    <a:pt x="27743" y="10058"/>
                    <a:pt x="27852" y="10262"/>
                  </a:cubicBezTo>
                  <a:cubicBezTo>
                    <a:pt x="27892" y="10338"/>
                    <a:pt x="27898" y="10435"/>
                    <a:pt x="27952" y="10492"/>
                  </a:cubicBezTo>
                  <a:cubicBezTo>
                    <a:pt x="27964" y="10498"/>
                    <a:pt x="27985" y="10500"/>
                    <a:pt x="28012" y="10500"/>
                  </a:cubicBezTo>
                  <a:cubicBezTo>
                    <a:pt x="28145" y="10500"/>
                    <a:pt x="28425" y="10437"/>
                    <a:pt x="28497" y="10406"/>
                  </a:cubicBezTo>
                  <a:cubicBezTo>
                    <a:pt x="28619" y="10381"/>
                    <a:pt x="28740" y="10355"/>
                    <a:pt x="28862" y="10332"/>
                  </a:cubicBezTo>
                  <a:cubicBezTo>
                    <a:pt x="28977" y="10281"/>
                    <a:pt x="29436" y="10149"/>
                    <a:pt x="29518" y="10144"/>
                  </a:cubicBezTo>
                  <a:cubicBezTo>
                    <a:pt x="29591" y="10142"/>
                    <a:pt x="29720" y="10108"/>
                    <a:pt x="29802" y="10108"/>
                  </a:cubicBezTo>
                  <a:cubicBezTo>
                    <a:pt x="29822" y="10108"/>
                    <a:pt x="29839" y="10110"/>
                    <a:pt x="29852" y="10115"/>
                  </a:cubicBezTo>
                  <a:cubicBezTo>
                    <a:pt x="29860" y="10114"/>
                    <a:pt x="29868" y="10113"/>
                    <a:pt x="29876" y="10113"/>
                  </a:cubicBezTo>
                  <a:cubicBezTo>
                    <a:pt x="30008" y="10113"/>
                    <a:pt x="30065" y="10289"/>
                    <a:pt x="30131" y="10386"/>
                  </a:cubicBezTo>
                  <a:cubicBezTo>
                    <a:pt x="30313" y="10650"/>
                    <a:pt x="30427" y="10953"/>
                    <a:pt x="30589" y="11275"/>
                  </a:cubicBezTo>
                  <a:cubicBezTo>
                    <a:pt x="30825" y="11748"/>
                    <a:pt x="30972" y="12312"/>
                    <a:pt x="31110" y="12923"/>
                  </a:cubicBezTo>
                  <a:cubicBezTo>
                    <a:pt x="31164" y="13152"/>
                    <a:pt x="31257" y="13450"/>
                    <a:pt x="31255" y="13692"/>
                  </a:cubicBezTo>
                  <a:cubicBezTo>
                    <a:pt x="31273" y="13766"/>
                    <a:pt x="31286" y="13843"/>
                    <a:pt x="31303" y="13919"/>
                  </a:cubicBezTo>
                  <a:cubicBezTo>
                    <a:pt x="31299" y="14150"/>
                    <a:pt x="31373" y="14406"/>
                    <a:pt x="31370" y="14627"/>
                  </a:cubicBezTo>
                  <a:cubicBezTo>
                    <a:pt x="31379" y="14693"/>
                    <a:pt x="31391" y="14762"/>
                    <a:pt x="31399" y="14830"/>
                  </a:cubicBezTo>
                  <a:cubicBezTo>
                    <a:pt x="31393" y="15037"/>
                    <a:pt x="31424" y="15269"/>
                    <a:pt x="31412" y="15470"/>
                  </a:cubicBezTo>
                  <a:cubicBezTo>
                    <a:pt x="31395" y="15772"/>
                    <a:pt x="31422" y="16067"/>
                    <a:pt x="31380" y="16339"/>
                  </a:cubicBezTo>
                  <a:cubicBezTo>
                    <a:pt x="31363" y="16458"/>
                    <a:pt x="31385" y="16560"/>
                    <a:pt x="31281" y="16621"/>
                  </a:cubicBezTo>
                  <a:cubicBezTo>
                    <a:pt x="31226" y="16679"/>
                    <a:pt x="30794" y="16789"/>
                    <a:pt x="30661" y="16789"/>
                  </a:cubicBezTo>
                  <a:cubicBezTo>
                    <a:pt x="30659" y="16788"/>
                    <a:pt x="30658" y="16788"/>
                    <a:pt x="30656" y="16788"/>
                  </a:cubicBezTo>
                  <a:cubicBezTo>
                    <a:pt x="30545" y="16788"/>
                    <a:pt x="30422" y="16838"/>
                    <a:pt x="30298" y="16838"/>
                  </a:cubicBezTo>
                  <a:cubicBezTo>
                    <a:pt x="30296" y="16838"/>
                    <a:pt x="30295" y="16838"/>
                    <a:pt x="30293" y="16838"/>
                  </a:cubicBezTo>
                  <a:cubicBezTo>
                    <a:pt x="30290" y="16838"/>
                    <a:pt x="30288" y="16838"/>
                    <a:pt x="30286" y="16838"/>
                  </a:cubicBezTo>
                  <a:cubicBezTo>
                    <a:pt x="30052" y="16838"/>
                    <a:pt x="29797" y="16910"/>
                    <a:pt x="29544" y="16953"/>
                  </a:cubicBezTo>
                  <a:cubicBezTo>
                    <a:pt x="29466" y="16964"/>
                    <a:pt x="29327" y="16956"/>
                    <a:pt x="29240" y="17001"/>
                  </a:cubicBezTo>
                  <a:cubicBezTo>
                    <a:pt x="29211" y="17018"/>
                    <a:pt x="29181" y="17040"/>
                    <a:pt x="29120" y="17052"/>
                  </a:cubicBezTo>
                  <a:cubicBezTo>
                    <a:pt x="29105" y="17470"/>
                    <a:pt x="29040" y="17891"/>
                    <a:pt x="28965" y="18277"/>
                  </a:cubicBezTo>
                  <a:cubicBezTo>
                    <a:pt x="28915" y="18545"/>
                    <a:pt x="28891" y="18789"/>
                    <a:pt x="28837" y="19051"/>
                  </a:cubicBezTo>
                  <a:cubicBezTo>
                    <a:pt x="28762" y="19400"/>
                    <a:pt x="28657" y="19768"/>
                    <a:pt x="28541" y="20095"/>
                  </a:cubicBezTo>
                  <a:cubicBezTo>
                    <a:pt x="28455" y="20335"/>
                    <a:pt x="28410" y="20573"/>
                    <a:pt x="28321" y="20809"/>
                  </a:cubicBezTo>
                  <a:cubicBezTo>
                    <a:pt x="28148" y="21267"/>
                    <a:pt x="27929" y="21701"/>
                    <a:pt x="27730" y="22136"/>
                  </a:cubicBezTo>
                  <a:cubicBezTo>
                    <a:pt x="27605" y="22408"/>
                    <a:pt x="27458" y="22656"/>
                    <a:pt x="27328" y="22925"/>
                  </a:cubicBezTo>
                  <a:cubicBezTo>
                    <a:pt x="27240" y="23062"/>
                    <a:pt x="27148" y="23199"/>
                    <a:pt x="27059" y="23335"/>
                  </a:cubicBezTo>
                  <a:cubicBezTo>
                    <a:pt x="26933" y="23600"/>
                    <a:pt x="26741" y="23875"/>
                    <a:pt x="26548" y="24094"/>
                  </a:cubicBezTo>
                  <a:cubicBezTo>
                    <a:pt x="26427" y="24232"/>
                    <a:pt x="26345" y="24416"/>
                    <a:pt x="26222" y="24554"/>
                  </a:cubicBezTo>
                  <a:cubicBezTo>
                    <a:pt x="25869" y="24952"/>
                    <a:pt x="25533" y="25346"/>
                    <a:pt x="25153" y="25730"/>
                  </a:cubicBezTo>
                  <a:cubicBezTo>
                    <a:pt x="25004" y="25881"/>
                    <a:pt x="24858" y="26048"/>
                    <a:pt x="24682" y="26181"/>
                  </a:cubicBezTo>
                  <a:cubicBezTo>
                    <a:pt x="24719" y="26333"/>
                    <a:pt x="24799" y="26441"/>
                    <a:pt x="24862" y="26550"/>
                  </a:cubicBezTo>
                  <a:cubicBezTo>
                    <a:pt x="25015" y="26813"/>
                    <a:pt x="25137" y="27054"/>
                    <a:pt x="25304" y="27299"/>
                  </a:cubicBezTo>
                  <a:cubicBezTo>
                    <a:pt x="25435" y="27488"/>
                    <a:pt x="25607" y="27693"/>
                    <a:pt x="25678" y="27969"/>
                  </a:cubicBezTo>
                  <a:cubicBezTo>
                    <a:pt x="24993" y="28998"/>
                    <a:pt x="23928" y="29657"/>
                    <a:pt x="22721" y="30346"/>
                  </a:cubicBezTo>
                  <a:cubicBezTo>
                    <a:pt x="22413" y="30522"/>
                    <a:pt x="22084" y="30617"/>
                    <a:pt x="21751" y="30782"/>
                  </a:cubicBezTo>
                  <a:cubicBezTo>
                    <a:pt x="21404" y="30955"/>
                    <a:pt x="20917" y="31131"/>
                    <a:pt x="20494" y="31224"/>
                  </a:cubicBezTo>
                  <a:cubicBezTo>
                    <a:pt x="20380" y="31248"/>
                    <a:pt x="20181" y="31330"/>
                    <a:pt x="20047" y="31330"/>
                  </a:cubicBezTo>
                  <a:cubicBezTo>
                    <a:pt x="20019" y="31330"/>
                    <a:pt x="19994" y="31326"/>
                    <a:pt x="19973" y="31317"/>
                  </a:cubicBezTo>
                  <a:cubicBezTo>
                    <a:pt x="19803" y="31294"/>
                    <a:pt x="19721" y="31019"/>
                    <a:pt x="19631" y="30862"/>
                  </a:cubicBezTo>
                  <a:cubicBezTo>
                    <a:pt x="19461" y="30564"/>
                    <a:pt x="19338" y="30217"/>
                    <a:pt x="19162" y="29910"/>
                  </a:cubicBezTo>
                  <a:cubicBezTo>
                    <a:pt x="19060" y="29734"/>
                    <a:pt x="18910" y="29552"/>
                    <a:pt x="18868" y="29315"/>
                  </a:cubicBezTo>
                  <a:cubicBezTo>
                    <a:pt x="18558" y="29379"/>
                    <a:pt x="18124" y="29536"/>
                    <a:pt x="17808" y="29536"/>
                  </a:cubicBezTo>
                  <a:cubicBezTo>
                    <a:pt x="17805" y="29536"/>
                    <a:pt x="17802" y="29536"/>
                    <a:pt x="17799" y="29536"/>
                  </a:cubicBezTo>
                  <a:cubicBezTo>
                    <a:pt x="17796" y="29536"/>
                    <a:pt x="17793" y="29536"/>
                    <a:pt x="17790" y="29536"/>
                  </a:cubicBezTo>
                  <a:cubicBezTo>
                    <a:pt x="17626" y="29536"/>
                    <a:pt x="17465" y="29609"/>
                    <a:pt x="17321" y="29609"/>
                  </a:cubicBezTo>
                  <a:cubicBezTo>
                    <a:pt x="17320" y="29609"/>
                    <a:pt x="17318" y="29609"/>
                    <a:pt x="17317" y="29609"/>
                  </a:cubicBezTo>
                  <a:cubicBezTo>
                    <a:pt x="17211" y="29626"/>
                    <a:pt x="17106" y="29642"/>
                    <a:pt x="17000" y="29661"/>
                  </a:cubicBezTo>
                  <a:cubicBezTo>
                    <a:pt x="16996" y="29661"/>
                    <a:pt x="16992" y="29661"/>
                    <a:pt x="16988" y="29661"/>
                  </a:cubicBezTo>
                  <a:cubicBezTo>
                    <a:pt x="16847" y="29661"/>
                    <a:pt x="16696" y="29707"/>
                    <a:pt x="16544" y="29707"/>
                  </a:cubicBezTo>
                  <a:cubicBezTo>
                    <a:pt x="16537" y="29707"/>
                    <a:pt x="16531" y="29707"/>
                    <a:pt x="16524" y="29706"/>
                  </a:cubicBezTo>
                  <a:cubicBezTo>
                    <a:pt x="16502" y="29706"/>
                    <a:pt x="16479" y="29706"/>
                    <a:pt x="16456" y="29706"/>
                  </a:cubicBezTo>
                  <a:cubicBezTo>
                    <a:pt x="16155" y="29706"/>
                    <a:pt x="15859" y="29748"/>
                    <a:pt x="15563" y="29748"/>
                  </a:cubicBezTo>
                  <a:cubicBezTo>
                    <a:pt x="15506" y="29748"/>
                    <a:pt x="15449" y="29746"/>
                    <a:pt x="15392" y="29743"/>
                  </a:cubicBezTo>
                  <a:cubicBezTo>
                    <a:pt x="15070" y="29730"/>
                    <a:pt x="14749" y="29718"/>
                    <a:pt x="14429" y="29705"/>
                  </a:cubicBezTo>
                  <a:cubicBezTo>
                    <a:pt x="13550" y="29605"/>
                    <a:pt x="12644" y="29512"/>
                    <a:pt x="11870" y="29235"/>
                  </a:cubicBezTo>
                  <a:cubicBezTo>
                    <a:pt x="11693" y="29173"/>
                    <a:pt x="11517" y="29158"/>
                    <a:pt x="11343" y="29096"/>
                  </a:cubicBezTo>
                  <a:cubicBezTo>
                    <a:pt x="10747" y="28882"/>
                    <a:pt x="10166" y="28665"/>
                    <a:pt x="9604" y="28405"/>
                  </a:cubicBezTo>
                  <a:cubicBezTo>
                    <a:pt x="9413" y="28316"/>
                    <a:pt x="9226" y="28207"/>
                    <a:pt x="9032" y="28116"/>
                  </a:cubicBezTo>
                  <a:cubicBezTo>
                    <a:pt x="8941" y="28072"/>
                    <a:pt x="8843" y="27968"/>
                    <a:pt x="8739" y="27954"/>
                  </a:cubicBezTo>
                  <a:cubicBezTo>
                    <a:pt x="8739" y="27950"/>
                    <a:pt x="8737" y="27946"/>
                    <a:pt x="8737" y="27941"/>
                  </a:cubicBezTo>
                  <a:cubicBezTo>
                    <a:pt x="8640" y="28001"/>
                    <a:pt x="8572" y="28145"/>
                    <a:pt x="8494" y="28228"/>
                  </a:cubicBezTo>
                  <a:cubicBezTo>
                    <a:pt x="8287" y="28449"/>
                    <a:pt x="8100" y="28674"/>
                    <a:pt x="7901" y="28899"/>
                  </a:cubicBezTo>
                  <a:cubicBezTo>
                    <a:pt x="7821" y="28988"/>
                    <a:pt x="7770" y="29122"/>
                    <a:pt x="7688" y="29205"/>
                  </a:cubicBezTo>
                  <a:cubicBezTo>
                    <a:pt x="7599" y="29295"/>
                    <a:pt x="7477" y="29343"/>
                    <a:pt x="7410" y="29445"/>
                  </a:cubicBezTo>
                  <a:cubicBezTo>
                    <a:pt x="7393" y="29447"/>
                    <a:pt x="7376" y="29448"/>
                    <a:pt x="7359" y="29448"/>
                  </a:cubicBezTo>
                  <a:cubicBezTo>
                    <a:pt x="7198" y="29448"/>
                    <a:pt x="7061" y="29358"/>
                    <a:pt x="6936" y="29307"/>
                  </a:cubicBezTo>
                  <a:cubicBezTo>
                    <a:pt x="6558" y="29154"/>
                    <a:pt x="6222" y="28956"/>
                    <a:pt x="5889" y="28737"/>
                  </a:cubicBezTo>
                  <a:cubicBezTo>
                    <a:pt x="5228" y="28300"/>
                    <a:pt x="4602" y="27787"/>
                    <a:pt x="4041" y="27203"/>
                  </a:cubicBezTo>
                  <a:cubicBezTo>
                    <a:pt x="3761" y="26912"/>
                    <a:pt x="3513" y="26589"/>
                    <a:pt x="3237" y="26294"/>
                  </a:cubicBezTo>
                  <a:cubicBezTo>
                    <a:pt x="3195" y="26248"/>
                    <a:pt x="3180" y="26194"/>
                    <a:pt x="3141" y="26143"/>
                  </a:cubicBezTo>
                  <a:cubicBezTo>
                    <a:pt x="2970" y="25925"/>
                    <a:pt x="2794" y="25683"/>
                    <a:pt x="2632" y="25448"/>
                  </a:cubicBezTo>
                  <a:cubicBezTo>
                    <a:pt x="2570" y="25339"/>
                    <a:pt x="2509" y="25228"/>
                    <a:pt x="2446" y="25119"/>
                  </a:cubicBezTo>
                  <a:cubicBezTo>
                    <a:pt x="2403" y="24884"/>
                    <a:pt x="2621" y="24740"/>
                    <a:pt x="2749" y="24612"/>
                  </a:cubicBezTo>
                  <a:cubicBezTo>
                    <a:pt x="3093" y="24263"/>
                    <a:pt x="3468" y="23929"/>
                    <a:pt x="3804" y="23569"/>
                  </a:cubicBezTo>
                  <a:cubicBezTo>
                    <a:pt x="3864" y="23504"/>
                    <a:pt x="3877" y="23404"/>
                    <a:pt x="3941" y="23344"/>
                  </a:cubicBezTo>
                  <a:cubicBezTo>
                    <a:pt x="3891" y="23213"/>
                    <a:pt x="3794" y="23096"/>
                    <a:pt x="3723" y="22982"/>
                  </a:cubicBezTo>
                  <a:cubicBezTo>
                    <a:pt x="3577" y="22749"/>
                    <a:pt x="3461" y="22502"/>
                    <a:pt x="3326" y="22264"/>
                  </a:cubicBezTo>
                  <a:cubicBezTo>
                    <a:pt x="3077" y="21828"/>
                    <a:pt x="2932" y="21326"/>
                    <a:pt x="2711" y="20858"/>
                  </a:cubicBezTo>
                  <a:cubicBezTo>
                    <a:pt x="2641" y="20711"/>
                    <a:pt x="2616" y="20544"/>
                    <a:pt x="2552" y="20406"/>
                  </a:cubicBezTo>
                  <a:cubicBezTo>
                    <a:pt x="2458" y="20199"/>
                    <a:pt x="2453" y="19935"/>
                    <a:pt x="2359" y="19724"/>
                  </a:cubicBezTo>
                  <a:cubicBezTo>
                    <a:pt x="2296" y="19584"/>
                    <a:pt x="2305" y="19395"/>
                    <a:pt x="2234" y="19238"/>
                  </a:cubicBezTo>
                  <a:cubicBezTo>
                    <a:pt x="2158" y="19070"/>
                    <a:pt x="2064" y="18606"/>
                    <a:pt x="2067" y="18421"/>
                  </a:cubicBezTo>
                  <a:cubicBezTo>
                    <a:pt x="2068" y="18331"/>
                    <a:pt x="2022" y="18215"/>
                    <a:pt x="2023" y="18141"/>
                  </a:cubicBezTo>
                  <a:cubicBezTo>
                    <a:pt x="1996" y="17963"/>
                    <a:pt x="1966" y="17784"/>
                    <a:pt x="1940" y="17609"/>
                  </a:cubicBezTo>
                  <a:cubicBezTo>
                    <a:pt x="1949" y="17168"/>
                    <a:pt x="1833" y="16725"/>
                    <a:pt x="1854" y="16301"/>
                  </a:cubicBezTo>
                  <a:cubicBezTo>
                    <a:pt x="1878" y="15822"/>
                    <a:pt x="1847" y="15342"/>
                    <a:pt x="1901" y="14877"/>
                  </a:cubicBezTo>
                  <a:cubicBezTo>
                    <a:pt x="1965" y="14345"/>
                    <a:pt x="2061" y="13820"/>
                    <a:pt x="2141" y="13306"/>
                  </a:cubicBezTo>
                  <a:cubicBezTo>
                    <a:pt x="1940" y="13248"/>
                    <a:pt x="1756" y="13123"/>
                    <a:pt x="1564" y="13045"/>
                  </a:cubicBezTo>
                  <a:cubicBezTo>
                    <a:pt x="1317" y="12944"/>
                    <a:pt x="1069" y="12841"/>
                    <a:pt x="822" y="12752"/>
                  </a:cubicBezTo>
                  <a:cubicBezTo>
                    <a:pt x="777" y="12737"/>
                    <a:pt x="731" y="12747"/>
                    <a:pt x="686" y="12729"/>
                  </a:cubicBezTo>
                  <a:cubicBezTo>
                    <a:pt x="561" y="12675"/>
                    <a:pt x="454" y="12563"/>
                    <a:pt x="328" y="12514"/>
                  </a:cubicBezTo>
                  <a:cubicBezTo>
                    <a:pt x="220" y="11960"/>
                    <a:pt x="395" y="11502"/>
                    <a:pt x="488" y="11066"/>
                  </a:cubicBezTo>
                  <a:cubicBezTo>
                    <a:pt x="675" y="10189"/>
                    <a:pt x="1040" y="9439"/>
                    <a:pt x="1398" y="8677"/>
                  </a:cubicBezTo>
                  <a:cubicBezTo>
                    <a:pt x="1504" y="8455"/>
                    <a:pt x="1654" y="8251"/>
                    <a:pt x="1761" y="8027"/>
                  </a:cubicBezTo>
                  <a:cubicBezTo>
                    <a:pt x="1817" y="7950"/>
                    <a:pt x="1870" y="7875"/>
                    <a:pt x="1923" y="7796"/>
                  </a:cubicBezTo>
                  <a:cubicBezTo>
                    <a:pt x="2081" y="7462"/>
                    <a:pt x="2337" y="7139"/>
                    <a:pt x="2583" y="6863"/>
                  </a:cubicBezTo>
                  <a:cubicBezTo>
                    <a:pt x="2693" y="6736"/>
                    <a:pt x="2773" y="6552"/>
                    <a:pt x="2933" y="6463"/>
                  </a:cubicBezTo>
                  <a:cubicBezTo>
                    <a:pt x="2957" y="6439"/>
                    <a:pt x="2993" y="6430"/>
                    <a:pt x="3036" y="6430"/>
                  </a:cubicBezTo>
                  <a:cubicBezTo>
                    <a:pt x="3170" y="6430"/>
                    <a:pt x="3367" y="6524"/>
                    <a:pt x="3438" y="6555"/>
                  </a:cubicBezTo>
                  <a:cubicBezTo>
                    <a:pt x="3737" y="6690"/>
                    <a:pt x="4009" y="6895"/>
                    <a:pt x="4307" y="7031"/>
                  </a:cubicBezTo>
                  <a:cubicBezTo>
                    <a:pt x="4473" y="7107"/>
                    <a:pt x="4626" y="7178"/>
                    <a:pt x="4777" y="7274"/>
                  </a:cubicBezTo>
                  <a:cubicBezTo>
                    <a:pt x="4838" y="7315"/>
                    <a:pt x="4922" y="7318"/>
                    <a:pt x="4979" y="7364"/>
                  </a:cubicBezTo>
                  <a:cubicBezTo>
                    <a:pt x="5063" y="7328"/>
                    <a:pt x="5085" y="7245"/>
                    <a:pt x="5137" y="7187"/>
                  </a:cubicBezTo>
                  <a:cubicBezTo>
                    <a:pt x="5264" y="7047"/>
                    <a:pt x="5386" y="6903"/>
                    <a:pt x="5511" y="6770"/>
                  </a:cubicBezTo>
                  <a:cubicBezTo>
                    <a:pt x="5891" y="6366"/>
                    <a:pt x="6314" y="5999"/>
                    <a:pt x="6727" y="5615"/>
                  </a:cubicBezTo>
                  <a:cubicBezTo>
                    <a:pt x="6916" y="5441"/>
                    <a:pt x="7125" y="5301"/>
                    <a:pt x="7337" y="5149"/>
                  </a:cubicBezTo>
                  <a:cubicBezTo>
                    <a:pt x="7593" y="4967"/>
                    <a:pt x="7868" y="4759"/>
                    <a:pt x="8137" y="4577"/>
                  </a:cubicBezTo>
                  <a:cubicBezTo>
                    <a:pt x="8521" y="4318"/>
                    <a:pt x="8944" y="4116"/>
                    <a:pt x="9357" y="3882"/>
                  </a:cubicBezTo>
                  <a:cubicBezTo>
                    <a:pt x="9735" y="3666"/>
                    <a:pt x="10166" y="3538"/>
                    <a:pt x="10568" y="3344"/>
                  </a:cubicBezTo>
                  <a:cubicBezTo>
                    <a:pt x="10760" y="3251"/>
                    <a:pt x="10956" y="3237"/>
                    <a:pt x="11155" y="3144"/>
                  </a:cubicBezTo>
                  <a:cubicBezTo>
                    <a:pt x="11302" y="3077"/>
                    <a:pt x="11484" y="3064"/>
                    <a:pt x="11648" y="2990"/>
                  </a:cubicBezTo>
                  <a:cubicBezTo>
                    <a:pt x="12010" y="2828"/>
                    <a:pt x="12574" y="2745"/>
                    <a:pt x="13020" y="2655"/>
                  </a:cubicBezTo>
                  <a:cubicBezTo>
                    <a:pt x="13275" y="2603"/>
                    <a:pt x="13518" y="2582"/>
                    <a:pt x="13756" y="2542"/>
                  </a:cubicBezTo>
                  <a:cubicBezTo>
                    <a:pt x="13829" y="2530"/>
                    <a:pt x="13990" y="2539"/>
                    <a:pt x="14032" y="2487"/>
                  </a:cubicBezTo>
                  <a:cubicBezTo>
                    <a:pt x="14069" y="2440"/>
                    <a:pt x="14082" y="2045"/>
                    <a:pt x="14092" y="1950"/>
                  </a:cubicBezTo>
                  <a:cubicBezTo>
                    <a:pt x="14147" y="1486"/>
                    <a:pt x="14118" y="934"/>
                    <a:pt x="14258" y="527"/>
                  </a:cubicBezTo>
                  <a:cubicBezTo>
                    <a:pt x="14370" y="495"/>
                    <a:pt x="14522" y="447"/>
                    <a:pt x="14637" y="396"/>
                  </a:cubicBezTo>
                  <a:cubicBezTo>
                    <a:pt x="14726" y="358"/>
                    <a:pt x="14888" y="339"/>
                    <a:pt x="14970" y="339"/>
                  </a:cubicBezTo>
                  <a:cubicBezTo>
                    <a:pt x="14973" y="339"/>
                    <a:pt x="14976" y="339"/>
                    <a:pt x="14979" y="339"/>
                  </a:cubicBezTo>
                  <a:cubicBezTo>
                    <a:pt x="15053" y="323"/>
                    <a:pt x="15130" y="309"/>
                    <a:pt x="15204" y="293"/>
                  </a:cubicBezTo>
                  <a:cubicBezTo>
                    <a:pt x="15207" y="293"/>
                    <a:pt x="15209" y="293"/>
                    <a:pt x="15212" y="293"/>
                  </a:cubicBezTo>
                  <a:cubicBezTo>
                    <a:pt x="15327" y="293"/>
                    <a:pt x="15470" y="263"/>
                    <a:pt x="15583" y="263"/>
                  </a:cubicBezTo>
                  <a:cubicBezTo>
                    <a:pt x="15590" y="263"/>
                    <a:pt x="15597" y="263"/>
                    <a:pt x="15604" y="264"/>
                  </a:cubicBezTo>
                  <a:cubicBezTo>
                    <a:pt x="15619" y="264"/>
                    <a:pt x="15634" y="264"/>
                    <a:pt x="15649" y="264"/>
                  </a:cubicBezTo>
                  <a:cubicBezTo>
                    <a:pt x="15892" y="264"/>
                    <a:pt x="16110" y="218"/>
                    <a:pt x="16339" y="218"/>
                  </a:cubicBezTo>
                  <a:close/>
                  <a:moveTo>
                    <a:pt x="16052" y="0"/>
                  </a:moveTo>
                  <a:cubicBezTo>
                    <a:pt x="15812" y="18"/>
                    <a:pt x="15571" y="38"/>
                    <a:pt x="15331" y="56"/>
                  </a:cubicBezTo>
                  <a:cubicBezTo>
                    <a:pt x="15267" y="69"/>
                    <a:pt x="15204" y="82"/>
                    <a:pt x="15142" y="95"/>
                  </a:cubicBezTo>
                  <a:cubicBezTo>
                    <a:pt x="15135" y="95"/>
                    <a:pt x="15128" y="94"/>
                    <a:pt x="15121" y="94"/>
                  </a:cubicBezTo>
                  <a:cubicBezTo>
                    <a:pt x="14968" y="94"/>
                    <a:pt x="14704" y="153"/>
                    <a:pt x="14576" y="211"/>
                  </a:cubicBezTo>
                  <a:cubicBezTo>
                    <a:pt x="14403" y="287"/>
                    <a:pt x="14226" y="285"/>
                    <a:pt x="14117" y="396"/>
                  </a:cubicBezTo>
                  <a:cubicBezTo>
                    <a:pt x="14011" y="503"/>
                    <a:pt x="14053" y="708"/>
                    <a:pt x="14031" y="873"/>
                  </a:cubicBezTo>
                  <a:cubicBezTo>
                    <a:pt x="13995" y="1145"/>
                    <a:pt x="13986" y="1478"/>
                    <a:pt x="13952" y="1767"/>
                  </a:cubicBezTo>
                  <a:cubicBezTo>
                    <a:pt x="13935" y="1924"/>
                    <a:pt x="13974" y="2109"/>
                    <a:pt x="13920" y="2244"/>
                  </a:cubicBezTo>
                  <a:cubicBezTo>
                    <a:pt x="13922" y="2254"/>
                    <a:pt x="13923" y="2261"/>
                    <a:pt x="13925" y="2270"/>
                  </a:cubicBezTo>
                  <a:cubicBezTo>
                    <a:pt x="13523" y="2350"/>
                    <a:pt x="13121" y="2382"/>
                    <a:pt x="12685" y="2473"/>
                  </a:cubicBezTo>
                  <a:cubicBezTo>
                    <a:pt x="12542" y="2503"/>
                    <a:pt x="12360" y="2526"/>
                    <a:pt x="12246" y="2577"/>
                  </a:cubicBezTo>
                  <a:cubicBezTo>
                    <a:pt x="12168" y="2612"/>
                    <a:pt x="12048" y="2614"/>
                    <a:pt x="11984" y="2644"/>
                  </a:cubicBezTo>
                  <a:cubicBezTo>
                    <a:pt x="11859" y="2676"/>
                    <a:pt x="11735" y="2705"/>
                    <a:pt x="11610" y="2735"/>
                  </a:cubicBezTo>
                  <a:cubicBezTo>
                    <a:pt x="11458" y="2803"/>
                    <a:pt x="11268" y="2817"/>
                    <a:pt x="11104" y="2891"/>
                  </a:cubicBezTo>
                  <a:cubicBezTo>
                    <a:pt x="10719" y="3068"/>
                    <a:pt x="10305" y="3151"/>
                    <a:pt x="9940" y="3340"/>
                  </a:cubicBezTo>
                  <a:cubicBezTo>
                    <a:pt x="9611" y="3509"/>
                    <a:pt x="9256" y="3638"/>
                    <a:pt x="8938" y="3821"/>
                  </a:cubicBezTo>
                  <a:cubicBezTo>
                    <a:pt x="8330" y="4173"/>
                    <a:pt x="7749" y="4537"/>
                    <a:pt x="7200" y="4926"/>
                  </a:cubicBezTo>
                  <a:cubicBezTo>
                    <a:pt x="6978" y="5085"/>
                    <a:pt x="6748" y="5282"/>
                    <a:pt x="6552" y="5467"/>
                  </a:cubicBezTo>
                  <a:cubicBezTo>
                    <a:pt x="6218" y="5777"/>
                    <a:pt x="5863" y="6041"/>
                    <a:pt x="5558" y="6366"/>
                  </a:cubicBezTo>
                  <a:cubicBezTo>
                    <a:pt x="5418" y="6514"/>
                    <a:pt x="5280" y="6668"/>
                    <a:pt x="5140" y="6819"/>
                  </a:cubicBezTo>
                  <a:cubicBezTo>
                    <a:pt x="5073" y="6892"/>
                    <a:pt x="5020" y="7005"/>
                    <a:pt x="4928" y="7059"/>
                  </a:cubicBezTo>
                  <a:cubicBezTo>
                    <a:pt x="4926" y="7059"/>
                    <a:pt x="4924" y="7060"/>
                    <a:pt x="4922" y="7060"/>
                  </a:cubicBezTo>
                  <a:cubicBezTo>
                    <a:pt x="4855" y="7060"/>
                    <a:pt x="4614" y="6901"/>
                    <a:pt x="4533" y="6864"/>
                  </a:cubicBezTo>
                  <a:cubicBezTo>
                    <a:pt x="4175" y="6703"/>
                    <a:pt x="3845" y="6508"/>
                    <a:pt x="3483" y="6347"/>
                  </a:cubicBezTo>
                  <a:cubicBezTo>
                    <a:pt x="3395" y="6308"/>
                    <a:pt x="3198" y="6201"/>
                    <a:pt x="3022" y="6201"/>
                  </a:cubicBezTo>
                  <a:cubicBezTo>
                    <a:pt x="2968" y="6201"/>
                    <a:pt x="2917" y="6210"/>
                    <a:pt x="2871" y="6235"/>
                  </a:cubicBezTo>
                  <a:cubicBezTo>
                    <a:pt x="2757" y="6296"/>
                    <a:pt x="2685" y="6402"/>
                    <a:pt x="2606" y="6486"/>
                  </a:cubicBezTo>
                  <a:cubicBezTo>
                    <a:pt x="2408" y="6700"/>
                    <a:pt x="2253" y="6931"/>
                    <a:pt x="2061" y="7149"/>
                  </a:cubicBezTo>
                  <a:cubicBezTo>
                    <a:pt x="2023" y="7215"/>
                    <a:pt x="1984" y="7279"/>
                    <a:pt x="1945" y="7344"/>
                  </a:cubicBezTo>
                  <a:cubicBezTo>
                    <a:pt x="1674" y="7652"/>
                    <a:pt x="1410" y="8149"/>
                    <a:pt x="1232" y="8525"/>
                  </a:cubicBezTo>
                  <a:cubicBezTo>
                    <a:pt x="1141" y="8721"/>
                    <a:pt x="1010" y="8913"/>
                    <a:pt x="923" y="9113"/>
                  </a:cubicBezTo>
                  <a:cubicBezTo>
                    <a:pt x="648" y="9743"/>
                    <a:pt x="408" y="10375"/>
                    <a:pt x="254" y="11086"/>
                  </a:cubicBezTo>
                  <a:cubicBezTo>
                    <a:pt x="156" y="11524"/>
                    <a:pt x="1" y="12043"/>
                    <a:pt x="145" y="12588"/>
                  </a:cubicBezTo>
                  <a:cubicBezTo>
                    <a:pt x="495" y="12832"/>
                    <a:pt x="937" y="12987"/>
                    <a:pt x="1346" y="13141"/>
                  </a:cubicBezTo>
                  <a:cubicBezTo>
                    <a:pt x="1519" y="13206"/>
                    <a:pt x="1719" y="13248"/>
                    <a:pt x="1872" y="13347"/>
                  </a:cubicBezTo>
                  <a:cubicBezTo>
                    <a:pt x="1884" y="13356"/>
                    <a:pt x="1870" y="13452"/>
                    <a:pt x="1863" y="13493"/>
                  </a:cubicBezTo>
                  <a:cubicBezTo>
                    <a:pt x="1833" y="13650"/>
                    <a:pt x="1809" y="13809"/>
                    <a:pt x="1780" y="13981"/>
                  </a:cubicBezTo>
                  <a:cubicBezTo>
                    <a:pt x="1715" y="14381"/>
                    <a:pt x="1679" y="14810"/>
                    <a:pt x="1631" y="15231"/>
                  </a:cubicBezTo>
                  <a:cubicBezTo>
                    <a:pt x="1600" y="15511"/>
                    <a:pt x="1625" y="15798"/>
                    <a:pt x="1607" y="16075"/>
                  </a:cubicBezTo>
                  <a:cubicBezTo>
                    <a:pt x="1615" y="16339"/>
                    <a:pt x="1620" y="16605"/>
                    <a:pt x="1628" y="16870"/>
                  </a:cubicBezTo>
                  <a:cubicBezTo>
                    <a:pt x="1638" y="16969"/>
                    <a:pt x="1651" y="17066"/>
                    <a:pt x="1661" y="17165"/>
                  </a:cubicBezTo>
                  <a:cubicBezTo>
                    <a:pt x="1649" y="17495"/>
                    <a:pt x="1780" y="17870"/>
                    <a:pt x="1773" y="18218"/>
                  </a:cubicBezTo>
                  <a:cubicBezTo>
                    <a:pt x="1792" y="18317"/>
                    <a:pt x="1814" y="18418"/>
                    <a:pt x="1834" y="18519"/>
                  </a:cubicBezTo>
                  <a:cubicBezTo>
                    <a:pt x="1828" y="18728"/>
                    <a:pt x="1974" y="19352"/>
                    <a:pt x="2057" y="19535"/>
                  </a:cubicBezTo>
                  <a:cubicBezTo>
                    <a:pt x="2071" y="19606"/>
                    <a:pt x="2086" y="19676"/>
                    <a:pt x="2100" y="19749"/>
                  </a:cubicBezTo>
                  <a:cubicBezTo>
                    <a:pt x="2199" y="19965"/>
                    <a:pt x="2205" y="20228"/>
                    <a:pt x="2311" y="20452"/>
                  </a:cubicBezTo>
                  <a:cubicBezTo>
                    <a:pt x="2388" y="20618"/>
                    <a:pt x="2416" y="20817"/>
                    <a:pt x="2500" y="20990"/>
                  </a:cubicBezTo>
                  <a:cubicBezTo>
                    <a:pt x="2650" y="21297"/>
                    <a:pt x="2766" y="21649"/>
                    <a:pt x="2917" y="21940"/>
                  </a:cubicBezTo>
                  <a:cubicBezTo>
                    <a:pt x="3103" y="22297"/>
                    <a:pt x="3244" y="22645"/>
                    <a:pt x="3441" y="22959"/>
                  </a:cubicBezTo>
                  <a:cubicBezTo>
                    <a:pt x="3518" y="23081"/>
                    <a:pt x="3563" y="23242"/>
                    <a:pt x="3663" y="23332"/>
                  </a:cubicBezTo>
                  <a:cubicBezTo>
                    <a:pt x="3646" y="23440"/>
                    <a:pt x="3380" y="23635"/>
                    <a:pt x="3297" y="23722"/>
                  </a:cubicBezTo>
                  <a:cubicBezTo>
                    <a:pt x="3045" y="23990"/>
                    <a:pt x="2770" y="24259"/>
                    <a:pt x="2519" y="24523"/>
                  </a:cubicBezTo>
                  <a:cubicBezTo>
                    <a:pt x="2395" y="24654"/>
                    <a:pt x="2228" y="24820"/>
                    <a:pt x="2216" y="25018"/>
                  </a:cubicBezTo>
                  <a:cubicBezTo>
                    <a:pt x="2203" y="25221"/>
                    <a:pt x="2363" y="25403"/>
                    <a:pt x="2436" y="25510"/>
                  </a:cubicBezTo>
                  <a:cubicBezTo>
                    <a:pt x="2672" y="25862"/>
                    <a:pt x="2887" y="26195"/>
                    <a:pt x="3140" y="26506"/>
                  </a:cubicBezTo>
                  <a:cubicBezTo>
                    <a:pt x="3595" y="27066"/>
                    <a:pt x="4072" y="27556"/>
                    <a:pt x="4579" y="28031"/>
                  </a:cubicBezTo>
                  <a:cubicBezTo>
                    <a:pt x="4736" y="28178"/>
                    <a:pt x="4932" y="28295"/>
                    <a:pt x="5095" y="28436"/>
                  </a:cubicBezTo>
                  <a:cubicBezTo>
                    <a:pt x="5380" y="28687"/>
                    <a:pt x="5713" y="28927"/>
                    <a:pt x="6055" y="29090"/>
                  </a:cubicBezTo>
                  <a:cubicBezTo>
                    <a:pt x="6125" y="29138"/>
                    <a:pt x="6196" y="29183"/>
                    <a:pt x="6267" y="29231"/>
                  </a:cubicBezTo>
                  <a:cubicBezTo>
                    <a:pt x="6580" y="29378"/>
                    <a:pt x="6990" y="29634"/>
                    <a:pt x="7373" y="29645"/>
                  </a:cubicBezTo>
                  <a:cubicBezTo>
                    <a:pt x="7375" y="29645"/>
                    <a:pt x="7376" y="29645"/>
                    <a:pt x="7377" y="29645"/>
                  </a:cubicBezTo>
                  <a:cubicBezTo>
                    <a:pt x="7554" y="29645"/>
                    <a:pt x="7700" y="29355"/>
                    <a:pt x="7782" y="29272"/>
                  </a:cubicBezTo>
                  <a:cubicBezTo>
                    <a:pt x="8119" y="28937"/>
                    <a:pt x="8352" y="28533"/>
                    <a:pt x="8689" y="28207"/>
                  </a:cubicBezTo>
                  <a:cubicBezTo>
                    <a:pt x="8690" y="28207"/>
                    <a:pt x="8691" y="28207"/>
                    <a:pt x="8692" y="28207"/>
                  </a:cubicBezTo>
                  <a:cubicBezTo>
                    <a:pt x="8722" y="28207"/>
                    <a:pt x="8975" y="28334"/>
                    <a:pt x="9022" y="28362"/>
                  </a:cubicBezTo>
                  <a:cubicBezTo>
                    <a:pt x="9357" y="28564"/>
                    <a:pt x="9738" y="28731"/>
                    <a:pt x="10100" y="28886"/>
                  </a:cubicBezTo>
                  <a:cubicBezTo>
                    <a:pt x="10476" y="29051"/>
                    <a:pt x="10872" y="29177"/>
                    <a:pt x="11263" y="29315"/>
                  </a:cubicBezTo>
                  <a:cubicBezTo>
                    <a:pt x="11351" y="29347"/>
                    <a:pt x="11436" y="29349"/>
                    <a:pt x="11524" y="29379"/>
                  </a:cubicBezTo>
                  <a:cubicBezTo>
                    <a:pt x="11799" y="29478"/>
                    <a:pt x="12110" y="29568"/>
                    <a:pt x="12403" y="29632"/>
                  </a:cubicBezTo>
                  <a:cubicBezTo>
                    <a:pt x="12794" y="29715"/>
                    <a:pt x="13191" y="29772"/>
                    <a:pt x="13586" y="29846"/>
                  </a:cubicBezTo>
                  <a:cubicBezTo>
                    <a:pt x="14082" y="29940"/>
                    <a:pt x="14608" y="29936"/>
                    <a:pt x="15132" y="29974"/>
                  </a:cubicBezTo>
                  <a:cubicBezTo>
                    <a:pt x="15213" y="29980"/>
                    <a:pt x="15294" y="29982"/>
                    <a:pt x="15375" y="29982"/>
                  </a:cubicBezTo>
                  <a:cubicBezTo>
                    <a:pt x="15700" y="29982"/>
                    <a:pt x="16027" y="29945"/>
                    <a:pt x="16360" y="29945"/>
                  </a:cubicBezTo>
                  <a:cubicBezTo>
                    <a:pt x="16398" y="29945"/>
                    <a:pt x="16437" y="29945"/>
                    <a:pt x="16475" y="29946"/>
                  </a:cubicBezTo>
                  <a:cubicBezTo>
                    <a:pt x="16483" y="29947"/>
                    <a:pt x="16492" y="29947"/>
                    <a:pt x="16501" y="29947"/>
                  </a:cubicBezTo>
                  <a:cubicBezTo>
                    <a:pt x="16688" y="29947"/>
                    <a:pt x="16874" y="29889"/>
                    <a:pt x="17053" y="29889"/>
                  </a:cubicBezTo>
                  <a:cubicBezTo>
                    <a:pt x="17057" y="29889"/>
                    <a:pt x="17061" y="29889"/>
                    <a:pt x="17065" y="29890"/>
                  </a:cubicBezTo>
                  <a:cubicBezTo>
                    <a:pt x="17341" y="29850"/>
                    <a:pt x="17616" y="29812"/>
                    <a:pt x="17892" y="29772"/>
                  </a:cubicBezTo>
                  <a:cubicBezTo>
                    <a:pt x="18173" y="29714"/>
                    <a:pt x="18454" y="29655"/>
                    <a:pt x="18734" y="29599"/>
                  </a:cubicBezTo>
                  <a:cubicBezTo>
                    <a:pt x="18829" y="29804"/>
                    <a:pt x="18947" y="30012"/>
                    <a:pt x="19054" y="30202"/>
                  </a:cubicBezTo>
                  <a:lnTo>
                    <a:pt x="19179" y="30491"/>
                  </a:lnTo>
                  <a:cubicBezTo>
                    <a:pt x="19275" y="30664"/>
                    <a:pt x="19380" y="30868"/>
                    <a:pt x="19474" y="31034"/>
                  </a:cubicBezTo>
                  <a:cubicBezTo>
                    <a:pt x="19592" y="31240"/>
                    <a:pt x="19697" y="31451"/>
                    <a:pt x="19900" y="31522"/>
                  </a:cubicBezTo>
                  <a:cubicBezTo>
                    <a:pt x="19934" y="31535"/>
                    <a:pt x="19974" y="31541"/>
                    <a:pt x="20020" y="31541"/>
                  </a:cubicBezTo>
                  <a:cubicBezTo>
                    <a:pt x="20218" y="31541"/>
                    <a:pt x="20505" y="31433"/>
                    <a:pt x="20683" y="31393"/>
                  </a:cubicBezTo>
                  <a:cubicBezTo>
                    <a:pt x="20906" y="31343"/>
                    <a:pt x="21155" y="31266"/>
                    <a:pt x="21345" y="31179"/>
                  </a:cubicBezTo>
                  <a:cubicBezTo>
                    <a:pt x="21452" y="31144"/>
                    <a:pt x="21558" y="31109"/>
                    <a:pt x="21665" y="31073"/>
                  </a:cubicBezTo>
                  <a:cubicBezTo>
                    <a:pt x="21929" y="30948"/>
                    <a:pt x="22225" y="30845"/>
                    <a:pt x="22469" y="30711"/>
                  </a:cubicBezTo>
                  <a:cubicBezTo>
                    <a:pt x="22705" y="30583"/>
                    <a:pt x="22932" y="30505"/>
                    <a:pt x="23160" y="30374"/>
                  </a:cubicBezTo>
                  <a:cubicBezTo>
                    <a:pt x="23896" y="29951"/>
                    <a:pt x="24560" y="29485"/>
                    <a:pt x="25118" y="28949"/>
                  </a:cubicBezTo>
                  <a:cubicBezTo>
                    <a:pt x="25331" y="28745"/>
                    <a:pt x="25806" y="28312"/>
                    <a:pt x="25860" y="28036"/>
                  </a:cubicBezTo>
                  <a:cubicBezTo>
                    <a:pt x="25889" y="27889"/>
                    <a:pt x="25758" y="27707"/>
                    <a:pt x="25694" y="27611"/>
                  </a:cubicBezTo>
                  <a:cubicBezTo>
                    <a:pt x="25508" y="27334"/>
                    <a:pt x="25338" y="27046"/>
                    <a:pt x="25156" y="26778"/>
                  </a:cubicBezTo>
                  <a:cubicBezTo>
                    <a:pt x="25067" y="26647"/>
                    <a:pt x="25014" y="26461"/>
                    <a:pt x="24900" y="26359"/>
                  </a:cubicBezTo>
                  <a:cubicBezTo>
                    <a:pt x="24902" y="26272"/>
                    <a:pt x="24985" y="26252"/>
                    <a:pt x="25038" y="26200"/>
                  </a:cubicBezTo>
                  <a:cubicBezTo>
                    <a:pt x="25185" y="26059"/>
                    <a:pt x="25329" y="25916"/>
                    <a:pt x="25475" y="25768"/>
                  </a:cubicBezTo>
                  <a:cubicBezTo>
                    <a:pt x="25967" y="25269"/>
                    <a:pt x="26405" y="24711"/>
                    <a:pt x="26819" y="24154"/>
                  </a:cubicBezTo>
                  <a:cubicBezTo>
                    <a:pt x="26901" y="24023"/>
                    <a:pt x="26985" y="23892"/>
                    <a:pt x="27067" y="23764"/>
                  </a:cubicBezTo>
                  <a:cubicBezTo>
                    <a:pt x="27183" y="23607"/>
                    <a:pt x="27299" y="23444"/>
                    <a:pt x="27384" y="23266"/>
                  </a:cubicBezTo>
                  <a:cubicBezTo>
                    <a:pt x="27423" y="23209"/>
                    <a:pt x="27465" y="23154"/>
                    <a:pt x="27504" y="23097"/>
                  </a:cubicBezTo>
                  <a:cubicBezTo>
                    <a:pt x="27625" y="22844"/>
                    <a:pt x="27788" y="22611"/>
                    <a:pt x="27903" y="22358"/>
                  </a:cubicBezTo>
                  <a:cubicBezTo>
                    <a:pt x="28321" y="21447"/>
                    <a:pt x="28737" y="20519"/>
                    <a:pt x="28961" y="19480"/>
                  </a:cubicBezTo>
                  <a:cubicBezTo>
                    <a:pt x="29013" y="19237"/>
                    <a:pt x="29092" y="18974"/>
                    <a:pt x="29146" y="18722"/>
                  </a:cubicBezTo>
                  <a:cubicBezTo>
                    <a:pt x="29215" y="18395"/>
                    <a:pt x="29231" y="18077"/>
                    <a:pt x="29284" y="17738"/>
                  </a:cubicBezTo>
                  <a:cubicBezTo>
                    <a:pt x="29310" y="17574"/>
                    <a:pt x="29349" y="17389"/>
                    <a:pt x="29346" y="17214"/>
                  </a:cubicBezTo>
                  <a:cubicBezTo>
                    <a:pt x="29819" y="17137"/>
                    <a:pt x="30293" y="17063"/>
                    <a:pt x="30767" y="16986"/>
                  </a:cubicBezTo>
                  <a:cubicBezTo>
                    <a:pt x="31001" y="16960"/>
                    <a:pt x="31318" y="16896"/>
                    <a:pt x="31456" y="16767"/>
                  </a:cubicBezTo>
                  <a:cubicBezTo>
                    <a:pt x="31670" y="16565"/>
                    <a:pt x="31604" y="16037"/>
                    <a:pt x="31629" y="15697"/>
                  </a:cubicBezTo>
                  <a:cubicBezTo>
                    <a:pt x="31694" y="14772"/>
                    <a:pt x="31523" y="13708"/>
                    <a:pt x="31276" y="12585"/>
                  </a:cubicBezTo>
                  <a:cubicBezTo>
                    <a:pt x="31201" y="12508"/>
                    <a:pt x="31222" y="12319"/>
                    <a:pt x="31172" y="12213"/>
                  </a:cubicBezTo>
                  <a:cubicBezTo>
                    <a:pt x="31094" y="11980"/>
                    <a:pt x="31015" y="11748"/>
                    <a:pt x="30935" y="11515"/>
                  </a:cubicBezTo>
                  <a:cubicBezTo>
                    <a:pt x="30693" y="11006"/>
                    <a:pt x="30492" y="10412"/>
                    <a:pt x="30150" y="10051"/>
                  </a:cubicBezTo>
                  <a:cubicBezTo>
                    <a:pt x="30105" y="10005"/>
                    <a:pt x="30040" y="9974"/>
                    <a:pt x="29995" y="9926"/>
                  </a:cubicBezTo>
                  <a:cubicBezTo>
                    <a:pt x="29989" y="9926"/>
                    <a:pt x="29984" y="9926"/>
                    <a:pt x="29978" y="9926"/>
                  </a:cubicBezTo>
                  <a:cubicBezTo>
                    <a:pt x="29684" y="9926"/>
                    <a:pt x="29033" y="10068"/>
                    <a:pt x="28753" y="10195"/>
                  </a:cubicBezTo>
                  <a:cubicBezTo>
                    <a:pt x="28568" y="10279"/>
                    <a:pt x="28323" y="10250"/>
                    <a:pt x="28156" y="10345"/>
                  </a:cubicBezTo>
                  <a:cubicBezTo>
                    <a:pt x="27980" y="10080"/>
                    <a:pt x="27887" y="9752"/>
                    <a:pt x="27728" y="9475"/>
                  </a:cubicBezTo>
                  <a:cubicBezTo>
                    <a:pt x="27430" y="8958"/>
                    <a:pt x="27125" y="8450"/>
                    <a:pt x="26792" y="7978"/>
                  </a:cubicBezTo>
                  <a:cubicBezTo>
                    <a:pt x="26215" y="7161"/>
                    <a:pt x="25530" y="6437"/>
                    <a:pt x="24835" y="5787"/>
                  </a:cubicBezTo>
                  <a:cubicBezTo>
                    <a:pt x="24573" y="5541"/>
                    <a:pt x="24281" y="5329"/>
                    <a:pt x="24012" y="5090"/>
                  </a:cubicBezTo>
                  <a:cubicBezTo>
                    <a:pt x="23977" y="5070"/>
                    <a:pt x="23942" y="5053"/>
                    <a:pt x="23909" y="5032"/>
                  </a:cubicBezTo>
                  <a:cubicBezTo>
                    <a:pt x="23781" y="4919"/>
                    <a:pt x="23644" y="4814"/>
                    <a:pt x="23505" y="4721"/>
                  </a:cubicBezTo>
                  <a:cubicBezTo>
                    <a:pt x="23439" y="4682"/>
                    <a:pt x="23375" y="4643"/>
                    <a:pt x="23310" y="4603"/>
                  </a:cubicBezTo>
                  <a:cubicBezTo>
                    <a:pt x="23119" y="4436"/>
                    <a:pt x="22874" y="4285"/>
                    <a:pt x="22647" y="4176"/>
                  </a:cubicBezTo>
                  <a:cubicBezTo>
                    <a:pt x="22596" y="4138"/>
                    <a:pt x="22544" y="4102"/>
                    <a:pt x="22493" y="4064"/>
                  </a:cubicBezTo>
                  <a:cubicBezTo>
                    <a:pt x="22270" y="3958"/>
                    <a:pt x="22065" y="3814"/>
                    <a:pt x="21844" y="3712"/>
                  </a:cubicBezTo>
                  <a:cubicBezTo>
                    <a:pt x="21620" y="3609"/>
                    <a:pt x="21401" y="3490"/>
                    <a:pt x="21175" y="3391"/>
                  </a:cubicBezTo>
                  <a:cubicBezTo>
                    <a:pt x="21069" y="3346"/>
                    <a:pt x="20931" y="3323"/>
                    <a:pt x="20844" y="3250"/>
                  </a:cubicBezTo>
                  <a:cubicBezTo>
                    <a:pt x="20826" y="3235"/>
                    <a:pt x="20902" y="2828"/>
                    <a:pt x="20915" y="2763"/>
                  </a:cubicBezTo>
                  <a:cubicBezTo>
                    <a:pt x="20989" y="2360"/>
                    <a:pt x="21053" y="1965"/>
                    <a:pt x="21100" y="1557"/>
                  </a:cubicBezTo>
                  <a:cubicBezTo>
                    <a:pt x="21117" y="1421"/>
                    <a:pt x="21090" y="1145"/>
                    <a:pt x="20995" y="1041"/>
                  </a:cubicBezTo>
                  <a:cubicBezTo>
                    <a:pt x="20933" y="974"/>
                    <a:pt x="20841" y="945"/>
                    <a:pt x="20757" y="906"/>
                  </a:cubicBezTo>
                  <a:cubicBezTo>
                    <a:pt x="20464" y="774"/>
                    <a:pt x="20175" y="679"/>
                    <a:pt x="19861" y="567"/>
                  </a:cubicBezTo>
                  <a:cubicBezTo>
                    <a:pt x="18973" y="243"/>
                    <a:pt x="17987" y="127"/>
                    <a:pt x="16956" y="11"/>
                  </a:cubicBezTo>
                  <a:lnTo>
                    <a:pt x="1605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65"/>
            <p:cNvSpPr/>
            <p:nvPr/>
          </p:nvSpPr>
          <p:spPr>
            <a:xfrm>
              <a:off x="530024" y="3987963"/>
              <a:ext cx="62555" cy="58962"/>
            </a:xfrm>
            <a:custGeom>
              <a:rect b="b" l="l" r="r" t="t"/>
              <a:pathLst>
                <a:path extrusionOk="0" h="2084" w="2211">
                  <a:moveTo>
                    <a:pt x="2139" y="0"/>
                  </a:moveTo>
                  <a:cubicBezTo>
                    <a:pt x="2133" y="0"/>
                    <a:pt x="2127" y="1"/>
                    <a:pt x="2121" y="3"/>
                  </a:cubicBezTo>
                  <a:cubicBezTo>
                    <a:pt x="1158" y="304"/>
                    <a:pt x="441" y="1105"/>
                    <a:pt x="21" y="1998"/>
                  </a:cubicBezTo>
                  <a:cubicBezTo>
                    <a:pt x="0" y="2044"/>
                    <a:pt x="46" y="2084"/>
                    <a:pt x="88" y="2084"/>
                  </a:cubicBezTo>
                  <a:cubicBezTo>
                    <a:pt x="108" y="2084"/>
                    <a:pt x="126" y="2075"/>
                    <a:pt x="137" y="2055"/>
                  </a:cubicBezTo>
                  <a:cubicBezTo>
                    <a:pt x="617" y="1185"/>
                    <a:pt x="1328" y="624"/>
                    <a:pt x="2161" y="117"/>
                  </a:cubicBezTo>
                  <a:cubicBezTo>
                    <a:pt x="2210" y="88"/>
                    <a:pt x="2194" y="0"/>
                    <a:pt x="21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65"/>
            <p:cNvSpPr/>
            <p:nvPr/>
          </p:nvSpPr>
          <p:spPr>
            <a:xfrm>
              <a:off x="539360" y="3966207"/>
              <a:ext cx="60687" cy="46315"/>
            </a:xfrm>
            <a:custGeom>
              <a:rect b="b" l="l" r="r" t="t"/>
              <a:pathLst>
                <a:path extrusionOk="0" h="1637" w="2145">
                  <a:moveTo>
                    <a:pt x="2050" y="1"/>
                  </a:moveTo>
                  <a:cubicBezTo>
                    <a:pt x="2043" y="1"/>
                    <a:pt x="2035" y="2"/>
                    <a:pt x="2028" y="4"/>
                  </a:cubicBezTo>
                  <a:cubicBezTo>
                    <a:pt x="1224" y="308"/>
                    <a:pt x="559" y="883"/>
                    <a:pt x="33" y="1553"/>
                  </a:cubicBezTo>
                  <a:cubicBezTo>
                    <a:pt x="0" y="1595"/>
                    <a:pt x="40" y="1637"/>
                    <a:pt x="82" y="1637"/>
                  </a:cubicBezTo>
                  <a:cubicBezTo>
                    <a:pt x="98" y="1637"/>
                    <a:pt x="115" y="1630"/>
                    <a:pt x="127" y="1615"/>
                  </a:cubicBezTo>
                  <a:cubicBezTo>
                    <a:pt x="671" y="957"/>
                    <a:pt x="1333" y="508"/>
                    <a:pt x="2081" y="114"/>
                  </a:cubicBezTo>
                  <a:cubicBezTo>
                    <a:pt x="2145" y="81"/>
                    <a:pt x="2108" y="1"/>
                    <a:pt x="20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5"/>
            <p:cNvSpPr/>
            <p:nvPr/>
          </p:nvSpPr>
          <p:spPr>
            <a:xfrm>
              <a:off x="548442" y="3935397"/>
              <a:ext cx="53784" cy="45834"/>
            </a:xfrm>
            <a:custGeom>
              <a:rect b="b" l="l" r="r" t="t"/>
              <a:pathLst>
                <a:path extrusionOk="0" h="1620" w="1901">
                  <a:moveTo>
                    <a:pt x="1830" y="0"/>
                  </a:moveTo>
                  <a:cubicBezTo>
                    <a:pt x="1827" y="0"/>
                    <a:pt x="1823" y="1"/>
                    <a:pt x="1819" y="2"/>
                  </a:cubicBezTo>
                  <a:cubicBezTo>
                    <a:pt x="1055" y="207"/>
                    <a:pt x="456" y="867"/>
                    <a:pt x="37" y="1506"/>
                  </a:cubicBezTo>
                  <a:cubicBezTo>
                    <a:pt x="0" y="1564"/>
                    <a:pt x="49" y="1620"/>
                    <a:pt x="102" y="1620"/>
                  </a:cubicBezTo>
                  <a:cubicBezTo>
                    <a:pt x="123" y="1620"/>
                    <a:pt x="146" y="1610"/>
                    <a:pt x="163" y="1588"/>
                  </a:cubicBezTo>
                  <a:cubicBezTo>
                    <a:pt x="639" y="954"/>
                    <a:pt x="1256" y="572"/>
                    <a:pt x="1864" y="90"/>
                  </a:cubicBezTo>
                  <a:cubicBezTo>
                    <a:pt x="1901" y="62"/>
                    <a:pt x="1873" y="0"/>
                    <a:pt x="18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65"/>
            <p:cNvSpPr/>
            <p:nvPr/>
          </p:nvSpPr>
          <p:spPr>
            <a:xfrm>
              <a:off x="573961" y="3910981"/>
              <a:ext cx="46343" cy="25661"/>
            </a:xfrm>
            <a:custGeom>
              <a:rect b="b" l="l" r="r" t="t"/>
              <a:pathLst>
                <a:path extrusionOk="0" h="907" w="1638">
                  <a:moveTo>
                    <a:pt x="1562" y="0"/>
                  </a:moveTo>
                  <a:cubicBezTo>
                    <a:pt x="1559" y="0"/>
                    <a:pt x="1556" y="1"/>
                    <a:pt x="1553" y="1"/>
                  </a:cubicBezTo>
                  <a:cubicBezTo>
                    <a:pt x="988" y="94"/>
                    <a:pt x="485" y="430"/>
                    <a:pt x="53" y="793"/>
                  </a:cubicBezTo>
                  <a:cubicBezTo>
                    <a:pt x="1" y="838"/>
                    <a:pt x="46" y="907"/>
                    <a:pt x="100" y="907"/>
                  </a:cubicBezTo>
                  <a:cubicBezTo>
                    <a:pt x="113" y="907"/>
                    <a:pt x="127" y="902"/>
                    <a:pt x="140" y="892"/>
                  </a:cubicBezTo>
                  <a:cubicBezTo>
                    <a:pt x="591" y="539"/>
                    <a:pt x="1082" y="341"/>
                    <a:pt x="1587" y="97"/>
                  </a:cubicBezTo>
                  <a:cubicBezTo>
                    <a:pt x="1638" y="73"/>
                    <a:pt x="1612" y="0"/>
                    <a:pt x="15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65"/>
            <p:cNvSpPr/>
            <p:nvPr/>
          </p:nvSpPr>
          <p:spPr>
            <a:xfrm>
              <a:off x="613824" y="4329840"/>
              <a:ext cx="18560" cy="55085"/>
            </a:xfrm>
            <a:custGeom>
              <a:rect b="b" l="l" r="r" t="t"/>
              <a:pathLst>
                <a:path extrusionOk="0" h="1947" w="656">
                  <a:moveTo>
                    <a:pt x="588" y="1"/>
                  </a:moveTo>
                  <a:cubicBezTo>
                    <a:pt x="577" y="1"/>
                    <a:pt x="565" y="4"/>
                    <a:pt x="554" y="13"/>
                  </a:cubicBezTo>
                  <a:cubicBezTo>
                    <a:pt x="21" y="444"/>
                    <a:pt x="0" y="1343"/>
                    <a:pt x="226" y="1930"/>
                  </a:cubicBezTo>
                  <a:cubicBezTo>
                    <a:pt x="231" y="1942"/>
                    <a:pt x="241" y="1946"/>
                    <a:pt x="251" y="1946"/>
                  </a:cubicBezTo>
                  <a:cubicBezTo>
                    <a:pt x="268" y="1946"/>
                    <a:pt x="286" y="1933"/>
                    <a:pt x="280" y="1914"/>
                  </a:cubicBezTo>
                  <a:cubicBezTo>
                    <a:pt x="173" y="1584"/>
                    <a:pt x="147" y="1246"/>
                    <a:pt x="226" y="905"/>
                  </a:cubicBezTo>
                  <a:cubicBezTo>
                    <a:pt x="300" y="591"/>
                    <a:pt x="480" y="356"/>
                    <a:pt x="633" y="81"/>
                  </a:cubicBezTo>
                  <a:cubicBezTo>
                    <a:pt x="655" y="42"/>
                    <a:pt x="625" y="1"/>
                    <a:pt x="5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65"/>
            <p:cNvSpPr/>
            <p:nvPr/>
          </p:nvSpPr>
          <p:spPr>
            <a:xfrm>
              <a:off x="593878" y="4302227"/>
              <a:ext cx="15533" cy="46569"/>
            </a:xfrm>
            <a:custGeom>
              <a:rect b="b" l="l" r="r" t="t"/>
              <a:pathLst>
                <a:path extrusionOk="0" h="1646" w="549">
                  <a:moveTo>
                    <a:pt x="457" y="0"/>
                  </a:moveTo>
                  <a:cubicBezTo>
                    <a:pt x="441" y="0"/>
                    <a:pt x="424" y="6"/>
                    <a:pt x="410" y="19"/>
                  </a:cubicBezTo>
                  <a:cubicBezTo>
                    <a:pt x="0" y="403"/>
                    <a:pt x="31" y="1122"/>
                    <a:pt x="205" y="1605"/>
                  </a:cubicBezTo>
                  <a:cubicBezTo>
                    <a:pt x="215" y="1633"/>
                    <a:pt x="239" y="1645"/>
                    <a:pt x="264" y="1645"/>
                  </a:cubicBezTo>
                  <a:cubicBezTo>
                    <a:pt x="310" y="1645"/>
                    <a:pt x="361" y="1607"/>
                    <a:pt x="345" y="1556"/>
                  </a:cubicBezTo>
                  <a:cubicBezTo>
                    <a:pt x="272" y="1311"/>
                    <a:pt x="247" y="1061"/>
                    <a:pt x="287" y="807"/>
                  </a:cubicBezTo>
                  <a:cubicBezTo>
                    <a:pt x="329" y="552"/>
                    <a:pt x="452" y="340"/>
                    <a:pt x="531" y="99"/>
                  </a:cubicBezTo>
                  <a:cubicBezTo>
                    <a:pt x="548" y="47"/>
                    <a:pt x="504" y="0"/>
                    <a:pt x="4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65"/>
            <p:cNvSpPr/>
            <p:nvPr/>
          </p:nvSpPr>
          <p:spPr>
            <a:xfrm>
              <a:off x="569830" y="4290316"/>
              <a:ext cx="7413" cy="18673"/>
            </a:xfrm>
            <a:custGeom>
              <a:rect b="b" l="l" r="r" t="t"/>
              <a:pathLst>
                <a:path extrusionOk="0" h="660" w="262">
                  <a:moveTo>
                    <a:pt x="161" y="0"/>
                  </a:moveTo>
                  <a:cubicBezTo>
                    <a:pt x="131" y="0"/>
                    <a:pt x="100" y="17"/>
                    <a:pt x="85" y="49"/>
                  </a:cubicBezTo>
                  <a:cubicBezTo>
                    <a:pt x="17" y="199"/>
                    <a:pt x="27" y="406"/>
                    <a:pt x="7" y="569"/>
                  </a:cubicBezTo>
                  <a:cubicBezTo>
                    <a:pt x="0" y="628"/>
                    <a:pt x="46" y="660"/>
                    <a:pt x="93" y="660"/>
                  </a:cubicBezTo>
                  <a:cubicBezTo>
                    <a:pt x="136" y="660"/>
                    <a:pt x="179" y="634"/>
                    <a:pt x="184" y="579"/>
                  </a:cubicBezTo>
                  <a:cubicBezTo>
                    <a:pt x="205" y="418"/>
                    <a:pt x="261" y="220"/>
                    <a:pt x="228" y="58"/>
                  </a:cubicBezTo>
                  <a:cubicBezTo>
                    <a:pt x="221" y="18"/>
                    <a:pt x="191" y="0"/>
                    <a:pt x="1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65"/>
            <p:cNvSpPr/>
            <p:nvPr/>
          </p:nvSpPr>
          <p:spPr>
            <a:xfrm>
              <a:off x="1211458" y="4209798"/>
              <a:ext cx="40232" cy="54322"/>
            </a:xfrm>
            <a:custGeom>
              <a:rect b="b" l="l" r="r" t="t"/>
              <a:pathLst>
                <a:path extrusionOk="0" h="1920" w="1422">
                  <a:moveTo>
                    <a:pt x="1381" y="0"/>
                  </a:moveTo>
                  <a:cubicBezTo>
                    <a:pt x="1370" y="0"/>
                    <a:pt x="1359" y="7"/>
                    <a:pt x="1354" y="22"/>
                  </a:cubicBezTo>
                  <a:cubicBezTo>
                    <a:pt x="1240" y="387"/>
                    <a:pt x="1072" y="730"/>
                    <a:pt x="838" y="1034"/>
                  </a:cubicBezTo>
                  <a:cubicBezTo>
                    <a:pt x="599" y="1341"/>
                    <a:pt x="303" y="1562"/>
                    <a:pt x="36" y="1832"/>
                  </a:cubicBezTo>
                  <a:cubicBezTo>
                    <a:pt x="0" y="1867"/>
                    <a:pt x="28" y="1920"/>
                    <a:pt x="72" y="1920"/>
                  </a:cubicBezTo>
                  <a:cubicBezTo>
                    <a:pt x="79" y="1920"/>
                    <a:pt x="87" y="1918"/>
                    <a:pt x="95" y="1915"/>
                  </a:cubicBezTo>
                  <a:cubicBezTo>
                    <a:pt x="801" y="1617"/>
                    <a:pt x="1246" y="750"/>
                    <a:pt x="1415" y="44"/>
                  </a:cubicBezTo>
                  <a:cubicBezTo>
                    <a:pt x="1421" y="18"/>
                    <a:pt x="1401" y="0"/>
                    <a:pt x="13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5"/>
            <p:cNvSpPr/>
            <p:nvPr/>
          </p:nvSpPr>
          <p:spPr>
            <a:xfrm>
              <a:off x="1204130" y="4245587"/>
              <a:ext cx="40741" cy="36299"/>
            </a:xfrm>
            <a:custGeom>
              <a:rect b="b" l="l" r="r" t="t"/>
              <a:pathLst>
                <a:path extrusionOk="0" h="1283" w="1440">
                  <a:moveTo>
                    <a:pt x="1369" y="0"/>
                  </a:moveTo>
                  <a:cubicBezTo>
                    <a:pt x="1346" y="0"/>
                    <a:pt x="1324" y="9"/>
                    <a:pt x="1310" y="26"/>
                  </a:cubicBezTo>
                  <a:cubicBezTo>
                    <a:pt x="1134" y="250"/>
                    <a:pt x="1002" y="488"/>
                    <a:pt x="784" y="676"/>
                  </a:cubicBezTo>
                  <a:cubicBezTo>
                    <a:pt x="567" y="861"/>
                    <a:pt x="317" y="974"/>
                    <a:pt x="79" y="1125"/>
                  </a:cubicBezTo>
                  <a:cubicBezTo>
                    <a:pt x="1" y="1173"/>
                    <a:pt x="35" y="1283"/>
                    <a:pt x="121" y="1283"/>
                  </a:cubicBezTo>
                  <a:cubicBezTo>
                    <a:pt x="125" y="1283"/>
                    <a:pt x="129" y="1283"/>
                    <a:pt x="133" y="1282"/>
                  </a:cubicBezTo>
                  <a:cubicBezTo>
                    <a:pt x="703" y="1220"/>
                    <a:pt x="1322" y="624"/>
                    <a:pt x="1431" y="67"/>
                  </a:cubicBezTo>
                  <a:cubicBezTo>
                    <a:pt x="1440" y="23"/>
                    <a:pt x="1405" y="0"/>
                    <a:pt x="13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65"/>
            <p:cNvSpPr/>
            <p:nvPr/>
          </p:nvSpPr>
          <p:spPr>
            <a:xfrm>
              <a:off x="1169586" y="4291816"/>
              <a:ext cx="51577" cy="34460"/>
            </a:xfrm>
            <a:custGeom>
              <a:rect b="b" l="l" r="r" t="t"/>
              <a:pathLst>
                <a:path extrusionOk="0" h="1218" w="1823">
                  <a:moveTo>
                    <a:pt x="1713" y="1"/>
                  </a:moveTo>
                  <a:cubicBezTo>
                    <a:pt x="1690" y="1"/>
                    <a:pt x="1666" y="12"/>
                    <a:pt x="1649" y="39"/>
                  </a:cubicBezTo>
                  <a:cubicBezTo>
                    <a:pt x="1269" y="627"/>
                    <a:pt x="728" y="826"/>
                    <a:pt x="95" y="1029"/>
                  </a:cubicBezTo>
                  <a:cubicBezTo>
                    <a:pt x="0" y="1061"/>
                    <a:pt x="4" y="1191"/>
                    <a:pt x="108" y="1207"/>
                  </a:cubicBezTo>
                  <a:cubicBezTo>
                    <a:pt x="160" y="1214"/>
                    <a:pt x="212" y="1217"/>
                    <a:pt x="264" y="1217"/>
                  </a:cubicBezTo>
                  <a:cubicBezTo>
                    <a:pt x="917" y="1217"/>
                    <a:pt x="1512" y="687"/>
                    <a:pt x="1788" y="132"/>
                  </a:cubicBezTo>
                  <a:cubicBezTo>
                    <a:pt x="1822" y="66"/>
                    <a:pt x="1769" y="1"/>
                    <a:pt x="17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5"/>
            <p:cNvSpPr/>
            <p:nvPr/>
          </p:nvSpPr>
          <p:spPr>
            <a:xfrm>
              <a:off x="1245238" y="4140088"/>
              <a:ext cx="15957" cy="13552"/>
            </a:xfrm>
            <a:custGeom>
              <a:rect b="b" l="l" r="r" t="t"/>
              <a:pathLst>
                <a:path extrusionOk="0" h="479" w="564">
                  <a:moveTo>
                    <a:pt x="435" y="0"/>
                  </a:moveTo>
                  <a:cubicBezTo>
                    <a:pt x="416" y="0"/>
                    <a:pt x="397" y="7"/>
                    <a:pt x="379" y="23"/>
                  </a:cubicBezTo>
                  <a:cubicBezTo>
                    <a:pt x="264" y="131"/>
                    <a:pt x="119" y="232"/>
                    <a:pt x="35" y="363"/>
                  </a:cubicBezTo>
                  <a:cubicBezTo>
                    <a:pt x="1" y="414"/>
                    <a:pt x="43" y="478"/>
                    <a:pt x="97" y="478"/>
                  </a:cubicBezTo>
                  <a:cubicBezTo>
                    <a:pt x="108" y="478"/>
                    <a:pt x="119" y="476"/>
                    <a:pt x="131" y="469"/>
                  </a:cubicBezTo>
                  <a:cubicBezTo>
                    <a:pt x="269" y="395"/>
                    <a:pt x="384" y="261"/>
                    <a:pt x="497" y="155"/>
                  </a:cubicBezTo>
                  <a:cubicBezTo>
                    <a:pt x="564" y="96"/>
                    <a:pt x="504" y="0"/>
                    <a:pt x="4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5"/>
            <p:cNvSpPr/>
            <p:nvPr/>
          </p:nvSpPr>
          <p:spPr>
            <a:xfrm>
              <a:off x="974487" y="3885887"/>
              <a:ext cx="48041" cy="32932"/>
            </a:xfrm>
            <a:custGeom>
              <a:rect b="b" l="l" r="r" t="t"/>
              <a:pathLst>
                <a:path extrusionOk="0" h="1164" w="1698">
                  <a:moveTo>
                    <a:pt x="1634" y="1"/>
                  </a:moveTo>
                  <a:cubicBezTo>
                    <a:pt x="1632" y="1"/>
                    <a:pt x="1630" y="1"/>
                    <a:pt x="1629" y="1"/>
                  </a:cubicBezTo>
                  <a:cubicBezTo>
                    <a:pt x="932" y="67"/>
                    <a:pt x="326" y="458"/>
                    <a:pt x="19" y="1090"/>
                  </a:cubicBezTo>
                  <a:cubicBezTo>
                    <a:pt x="0" y="1129"/>
                    <a:pt x="40" y="1163"/>
                    <a:pt x="77" y="1163"/>
                  </a:cubicBezTo>
                  <a:cubicBezTo>
                    <a:pt x="94" y="1163"/>
                    <a:pt x="110" y="1156"/>
                    <a:pt x="119" y="1140"/>
                  </a:cubicBezTo>
                  <a:cubicBezTo>
                    <a:pt x="449" y="562"/>
                    <a:pt x="983" y="168"/>
                    <a:pt x="1646" y="83"/>
                  </a:cubicBezTo>
                  <a:cubicBezTo>
                    <a:pt x="1698" y="76"/>
                    <a:pt x="1684" y="1"/>
                    <a:pt x="16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65"/>
            <p:cNvSpPr/>
            <p:nvPr/>
          </p:nvSpPr>
          <p:spPr>
            <a:xfrm>
              <a:off x="965999" y="3866563"/>
              <a:ext cx="24954" cy="26652"/>
            </a:xfrm>
            <a:custGeom>
              <a:rect b="b" l="l" r="r" t="t"/>
              <a:pathLst>
                <a:path extrusionOk="0" h="942" w="882">
                  <a:moveTo>
                    <a:pt x="739" y="1"/>
                  </a:moveTo>
                  <a:cubicBezTo>
                    <a:pt x="728" y="1"/>
                    <a:pt x="717" y="3"/>
                    <a:pt x="706" y="7"/>
                  </a:cubicBezTo>
                  <a:cubicBezTo>
                    <a:pt x="348" y="139"/>
                    <a:pt x="40" y="467"/>
                    <a:pt x="5" y="859"/>
                  </a:cubicBezTo>
                  <a:cubicBezTo>
                    <a:pt x="1" y="910"/>
                    <a:pt x="44" y="941"/>
                    <a:pt x="87" y="941"/>
                  </a:cubicBezTo>
                  <a:cubicBezTo>
                    <a:pt x="117" y="941"/>
                    <a:pt x="148" y="925"/>
                    <a:pt x="159" y="889"/>
                  </a:cubicBezTo>
                  <a:cubicBezTo>
                    <a:pt x="262" y="558"/>
                    <a:pt x="450" y="292"/>
                    <a:pt x="786" y="165"/>
                  </a:cubicBezTo>
                  <a:cubicBezTo>
                    <a:pt x="882" y="129"/>
                    <a:pt x="827" y="1"/>
                    <a:pt x="7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65"/>
            <p:cNvSpPr/>
            <p:nvPr/>
          </p:nvSpPr>
          <p:spPr>
            <a:xfrm>
              <a:off x="588814" y="3714297"/>
              <a:ext cx="70816" cy="32876"/>
            </a:xfrm>
            <a:custGeom>
              <a:rect b="b" l="l" r="r" t="t"/>
              <a:pathLst>
                <a:path extrusionOk="0" h="1162" w="2503">
                  <a:moveTo>
                    <a:pt x="1443" y="0"/>
                  </a:moveTo>
                  <a:cubicBezTo>
                    <a:pt x="1411" y="0"/>
                    <a:pt x="1381" y="3"/>
                    <a:pt x="1355" y="8"/>
                  </a:cubicBezTo>
                  <a:cubicBezTo>
                    <a:pt x="1297" y="19"/>
                    <a:pt x="1237" y="22"/>
                    <a:pt x="1176" y="22"/>
                  </a:cubicBezTo>
                  <a:cubicBezTo>
                    <a:pt x="1100" y="22"/>
                    <a:pt x="1023" y="17"/>
                    <a:pt x="947" y="17"/>
                  </a:cubicBezTo>
                  <a:cubicBezTo>
                    <a:pt x="884" y="17"/>
                    <a:pt x="821" y="21"/>
                    <a:pt x="761" y="32"/>
                  </a:cubicBezTo>
                  <a:cubicBezTo>
                    <a:pt x="535" y="78"/>
                    <a:pt x="266" y="111"/>
                    <a:pt x="48" y="134"/>
                  </a:cubicBezTo>
                  <a:cubicBezTo>
                    <a:pt x="41" y="346"/>
                    <a:pt x="0" y="570"/>
                    <a:pt x="48" y="767"/>
                  </a:cubicBezTo>
                  <a:cubicBezTo>
                    <a:pt x="85" y="898"/>
                    <a:pt x="121" y="1027"/>
                    <a:pt x="155" y="1158"/>
                  </a:cubicBezTo>
                  <a:cubicBezTo>
                    <a:pt x="240" y="1160"/>
                    <a:pt x="325" y="1161"/>
                    <a:pt x="409" y="1161"/>
                  </a:cubicBezTo>
                  <a:cubicBezTo>
                    <a:pt x="1037" y="1161"/>
                    <a:pt x="1621" y="1101"/>
                    <a:pt x="2260" y="1101"/>
                  </a:cubicBezTo>
                  <a:cubicBezTo>
                    <a:pt x="2308" y="1101"/>
                    <a:pt x="2357" y="1102"/>
                    <a:pt x="2405" y="1103"/>
                  </a:cubicBezTo>
                  <a:lnTo>
                    <a:pt x="2405" y="1091"/>
                  </a:lnTo>
                  <a:cubicBezTo>
                    <a:pt x="2379" y="1049"/>
                    <a:pt x="2407" y="969"/>
                    <a:pt x="2396" y="909"/>
                  </a:cubicBezTo>
                  <a:cubicBezTo>
                    <a:pt x="2346" y="626"/>
                    <a:pt x="2476" y="328"/>
                    <a:pt x="2503" y="83"/>
                  </a:cubicBezTo>
                  <a:cubicBezTo>
                    <a:pt x="2322" y="78"/>
                    <a:pt x="2123" y="70"/>
                    <a:pt x="1962" y="32"/>
                  </a:cubicBezTo>
                  <a:lnTo>
                    <a:pt x="1678" y="27"/>
                  </a:lnTo>
                  <a:cubicBezTo>
                    <a:pt x="1626" y="15"/>
                    <a:pt x="1528" y="0"/>
                    <a:pt x="1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65"/>
            <p:cNvSpPr/>
            <p:nvPr/>
          </p:nvSpPr>
          <p:spPr>
            <a:xfrm>
              <a:off x="534296" y="3723153"/>
              <a:ext cx="37601" cy="32310"/>
            </a:xfrm>
            <a:custGeom>
              <a:rect b="b" l="l" r="r" t="t"/>
              <a:pathLst>
                <a:path extrusionOk="0" h="1142" w="1329">
                  <a:moveTo>
                    <a:pt x="1270" y="0"/>
                  </a:moveTo>
                  <a:lnTo>
                    <a:pt x="1270" y="0"/>
                  </a:lnTo>
                  <a:cubicBezTo>
                    <a:pt x="1150" y="7"/>
                    <a:pt x="1039" y="55"/>
                    <a:pt x="931" y="83"/>
                  </a:cubicBezTo>
                  <a:cubicBezTo>
                    <a:pt x="827" y="109"/>
                    <a:pt x="687" y="123"/>
                    <a:pt x="543" y="123"/>
                  </a:cubicBezTo>
                  <a:cubicBezTo>
                    <a:pt x="338" y="123"/>
                    <a:pt x="126" y="95"/>
                    <a:pt x="2" y="38"/>
                  </a:cubicBezTo>
                  <a:cubicBezTo>
                    <a:pt x="2" y="60"/>
                    <a:pt x="1" y="81"/>
                    <a:pt x="1" y="103"/>
                  </a:cubicBezTo>
                  <a:cubicBezTo>
                    <a:pt x="42" y="167"/>
                    <a:pt x="7" y="262"/>
                    <a:pt x="23" y="349"/>
                  </a:cubicBezTo>
                  <a:cubicBezTo>
                    <a:pt x="72" y="598"/>
                    <a:pt x="42" y="906"/>
                    <a:pt x="84" y="1138"/>
                  </a:cubicBezTo>
                  <a:cubicBezTo>
                    <a:pt x="122" y="1138"/>
                    <a:pt x="161" y="1141"/>
                    <a:pt x="200" y="1141"/>
                  </a:cubicBezTo>
                  <a:cubicBezTo>
                    <a:pt x="302" y="1079"/>
                    <a:pt x="443" y="1120"/>
                    <a:pt x="575" y="1085"/>
                  </a:cubicBezTo>
                  <a:cubicBezTo>
                    <a:pt x="805" y="1025"/>
                    <a:pt x="1013" y="932"/>
                    <a:pt x="1321" y="932"/>
                  </a:cubicBezTo>
                  <a:cubicBezTo>
                    <a:pt x="1324" y="932"/>
                    <a:pt x="1326" y="932"/>
                    <a:pt x="1328" y="932"/>
                  </a:cubicBezTo>
                  <a:lnTo>
                    <a:pt x="1328" y="919"/>
                  </a:lnTo>
                  <a:cubicBezTo>
                    <a:pt x="1230" y="772"/>
                    <a:pt x="1256" y="236"/>
                    <a:pt x="12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65"/>
            <p:cNvSpPr/>
            <p:nvPr/>
          </p:nvSpPr>
          <p:spPr>
            <a:xfrm>
              <a:off x="674085" y="3718202"/>
              <a:ext cx="51634" cy="27953"/>
            </a:xfrm>
            <a:custGeom>
              <a:rect b="b" l="l" r="r" t="t"/>
              <a:pathLst>
                <a:path extrusionOk="0" h="988" w="1825">
                  <a:moveTo>
                    <a:pt x="149" y="1"/>
                  </a:moveTo>
                  <a:lnTo>
                    <a:pt x="137" y="12"/>
                  </a:lnTo>
                  <a:cubicBezTo>
                    <a:pt x="125" y="126"/>
                    <a:pt x="79" y="243"/>
                    <a:pt x="51" y="347"/>
                  </a:cubicBezTo>
                  <a:cubicBezTo>
                    <a:pt x="0" y="540"/>
                    <a:pt x="18" y="760"/>
                    <a:pt x="11" y="979"/>
                  </a:cubicBezTo>
                  <a:cubicBezTo>
                    <a:pt x="75" y="979"/>
                    <a:pt x="122" y="967"/>
                    <a:pt x="168" y="957"/>
                  </a:cubicBezTo>
                  <a:cubicBezTo>
                    <a:pt x="253" y="969"/>
                    <a:pt x="341" y="979"/>
                    <a:pt x="425" y="988"/>
                  </a:cubicBezTo>
                  <a:cubicBezTo>
                    <a:pt x="684" y="941"/>
                    <a:pt x="995" y="967"/>
                    <a:pt x="1254" y="915"/>
                  </a:cubicBezTo>
                  <a:cubicBezTo>
                    <a:pt x="1441" y="879"/>
                    <a:pt x="1652" y="909"/>
                    <a:pt x="1824" y="876"/>
                  </a:cubicBezTo>
                  <a:cubicBezTo>
                    <a:pt x="1824" y="841"/>
                    <a:pt x="1825" y="806"/>
                    <a:pt x="1825" y="773"/>
                  </a:cubicBezTo>
                  <a:cubicBezTo>
                    <a:pt x="1784" y="703"/>
                    <a:pt x="1821" y="585"/>
                    <a:pt x="1805" y="499"/>
                  </a:cubicBezTo>
                  <a:cubicBezTo>
                    <a:pt x="1777" y="365"/>
                    <a:pt x="1760" y="222"/>
                    <a:pt x="1762" y="60"/>
                  </a:cubicBezTo>
                  <a:cubicBezTo>
                    <a:pt x="1229" y="53"/>
                    <a:pt x="671" y="25"/>
                    <a:pt x="14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5"/>
            <p:cNvSpPr/>
            <p:nvPr/>
          </p:nvSpPr>
          <p:spPr>
            <a:xfrm>
              <a:off x="655526" y="3305709"/>
              <a:ext cx="33357" cy="22408"/>
            </a:xfrm>
            <a:custGeom>
              <a:rect b="b" l="l" r="r" t="t"/>
              <a:pathLst>
                <a:path extrusionOk="0" h="792" w="1179">
                  <a:moveTo>
                    <a:pt x="143" y="1"/>
                  </a:moveTo>
                  <a:cubicBezTo>
                    <a:pt x="114" y="61"/>
                    <a:pt x="59" y="152"/>
                    <a:pt x="1" y="190"/>
                  </a:cubicBezTo>
                  <a:lnTo>
                    <a:pt x="12" y="203"/>
                  </a:lnTo>
                  <a:cubicBezTo>
                    <a:pt x="56" y="257"/>
                    <a:pt x="129" y="270"/>
                    <a:pt x="191" y="311"/>
                  </a:cubicBezTo>
                  <a:cubicBezTo>
                    <a:pt x="352" y="414"/>
                    <a:pt x="526" y="526"/>
                    <a:pt x="688" y="632"/>
                  </a:cubicBezTo>
                  <a:cubicBezTo>
                    <a:pt x="776" y="689"/>
                    <a:pt x="876" y="719"/>
                    <a:pt x="943" y="792"/>
                  </a:cubicBezTo>
                  <a:cubicBezTo>
                    <a:pt x="1030" y="764"/>
                    <a:pt x="1084" y="692"/>
                    <a:pt x="1178" y="668"/>
                  </a:cubicBezTo>
                  <a:lnTo>
                    <a:pt x="1178" y="655"/>
                  </a:lnTo>
                  <a:cubicBezTo>
                    <a:pt x="1030" y="616"/>
                    <a:pt x="918" y="504"/>
                    <a:pt x="808" y="428"/>
                  </a:cubicBezTo>
                  <a:cubicBezTo>
                    <a:pt x="594" y="279"/>
                    <a:pt x="371" y="124"/>
                    <a:pt x="1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65"/>
            <p:cNvSpPr/>
            <p:nvPr/>
          </p:nvSpPr>
          <p:spPr>
            <a:xfrm>
              <a:off x="725293" y="3296429"/>
              <a:ext cx="5121" cy="20597"/>
            </a:xfrm>
            <a:custGeom>
              <a:rect b="b" l="l" r="r" t="t"/>
              <a:pathLst>
                <a:path extrusionOk="0" h="728" w="181">
                  <a:moveTo>
                    <a:pt x="0" y="0"/>
                  </a:moveTo>
                  <a:lnTo>
                    <a:pt x="0" y="12"/>
                  </a:lnTo>
                  <a:cubicBezTo>
                    <a:pt x="57" y="106"/>
                    <a:pt x="30" y="596"/>
                    <a:pt x="11" y="723"/>
                  </a:cubicBezTo>
                  <a:cubicBezTo>
                    <a:pt x="67" y="726"/>
                    <a:pt x="124" y="726"/>
                    <a:pt x="178" y="727"/>
                  </a:cubicBezTo>
                  <a:cubicBezTo>
                    <a:pt x="181" y="496"/>
                    <a:pt x="144" y="250"/>
                    <a:pt x="141" y="42"/>
                  </a:cubicBezTo>
                  <a:cubicBezTo>
                    <a:pt x="137" y="43"/>
                    <a:pt x="133" y="44"/>
                    <a:pt x="129" y="44"/>
                  </a:cubicBezTo>
                  <a:cubicBezTo>
                    <a:pt x="125" y="44"/>
                    <a:pt x="121" y="43"/>
                    <a:pt x="117" y="42"/>
                  </a:cubicBezTo>
                  <a:cubicBezTo>
                    <a:pt x="89" y="18"/>
                    <a:pt x="46" y="8"/>
                    <a:pt x="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65"/>
            <p:cNvSpPr/>
            <p:nvPr/>
          </p:nvSpPr>
          <p:spPr>
            <a:xfrm>
              <a:off x="430041" y="3245504"/>
              <a:ext cx="281906" cy="433186"/>
            </a:xfrm>
            <a:custGeom>
              <a:rect b="b" l="l" r="r" t="t"/>
              <a:pathLst>
                <a:path extrusionOk="0" h="15311" w="9964">
                  <a:moveTo>
                    <a:pt x="3017" y="2471"/>
                  </a:moveTo>
                  <a:lnTo>
                    <a:pt x="3017" y="2484"/>
                  </a:lnTo>
                  <a:cubicBezTo>
                    <a:pt x="2995" y="2475"/>
                    <a:pt x="3004" y="2479"/>
                    <a:pt x="2992" y="2471"/>
                  </a:cubicBezTo>
                  <a:close/>
                  <a:moveTo>
                    <a:pt x="3017" y="2484"/>
                  </a:moveTo>
                  <a:lnTo>
                    <a:pt x="3017" y="2484"/>
                  </a:lnTo>
                  <a:cubicBezTo>
                    <a:pt x="3030" y="2489"/>
                    <a:pt x="3043" y="2492"/>
                    <a:pt x="3055" y="2498"/>
                  </a:cubicBezTo>
                  <a:lnTo>
                    <a:pt x="3055" y="2511"/>
                  </a:lnTo>
                  <a:cubicBezTo>
                    <a:pt x="3024" y="2500"/>
                    <a:pt x="3033" y="2505"/>
                    <a:pt x="3017" y="2484"/>
                  </a:cubicBezTo>
                  <a:close/>
                  <a:moveTo>
                    <a:pt x="3055" y="2511"/>
                  </a:moveTo>
                  <a:lnTo>
                    <a:pt x="3055" y="2511"/>
                  </a:lnTo>
                  <a:cubicBezTo>
                    <a:pt x="3160" y="2543"/>
                    <a:pt x="3218" y="2628"/>
                    <a:pt x="3285" y="2696"/>
                  </a:cubicBezTo>
                  <a:cubicBezTo>
                    <a:pt x="3462" y="2883"/>
                    <a:pt x="3705" y="3240"/>
                    <a:pt x="3744" y="3546"/>
                  </a:cubicBezTo>
                  <a:cubicBezTo>
                    <a:pt x="3756" y="3560"/>
                    <a:pt x="3749" y="3551"/>
                    <a:pt x="3757" y="3573"/>
                  </a:cubicBezTo>
                  <a:lnTo>
                    <a:pt x="3744" y="3573"/>
                  </a:lnTo>
                  <a:lnTo>
                    <a:pt x="3744" y="3546"/>
                  </a:lnTo>
                  <a:lnTo>
                    <a:pt x="3731" y="3546"/>
                  </a:lnTo>
                  <a:lnTo>
                    <a:pt x="3731" y="3522"/>
                  </a:lnTo>
                  <a:cubicBezTo>
                    <a:pt x="3625" y="3400"/>
                    <a:pt x="3536" y="3119"/>
                    <a:pt x="3446" y="2971"/>
                  </a:cubicBezTo>
                  <a:cubicBezTo>
                    <a:pt x="3382" y="2865"/>
                    <a:pt x="3292" y="2744"/>
                    <a:pt x="3208" y="2657"/>
                  </a:cubicBezTo>
                  <a:cubicBezTo>
                    <a:pt x="3161" y="2607"/>
                    <a:pt x="3094" y="2569"/>
                    <a:pt x="3055" y="2511"/>
                  </a:cubicBezTo>
                  <a:close/>
                  <a:moveTo>
                    <a:pt x="5234" y="6368"/>
                  </a:moveTo>
                  <a:cubicBezTo>
                    <a:pt x="5245" y="6383"/>
                    <a:pt x="5242" y="6382"/>
                    <a:pt x="5247" y="6408"/>
                  </a:cubicBezTo>
                  <a:lnTo>
                    <a:pt x="5234" y="6408"/>
                  </a:lnTo>
                  <a:cubicBezTo>
                    <a:pt x="5233" y="6395"/>
                    <a:pt x="5233" y="6382"/>
                    <a:pt x="5234" y="6368"/>
                  </a:cubicBezTo>
                  <a:close/>
                  <a:moveTo>
                    <a:pt x="4948" y="5896"/>
                  </a:moveTo>
                  <a:lnTo>
                    <a:pt x="4948" y="5896"/>
                  </a:lnTo>
                  <a:cubicBezTo>
                    <a:pt x="4986" y="5960"/>
                    <a:pt x="4925" y="6169"/>
                    <a:pt x="4903" y="6243"/>
                  </a:cubicBezTo>
                  <a:cubicBezTo>
                    <a:pt x="4817" y="6514"/>
                    <a:pt x="4726" y="6917"/>
                    <a:pt x="4561" y="7101"/>
                  </a:cubicBezTo>
                  <a:cubicBezTo>
                    <a:pt x="4571" y="6611"/>
                    <a:pt x="4893" y="6331"/>
                    <a:pt x="4948" y="5896"/>
                  </a:cubicBezTo>
                  <a:close/>
                  <a:moveTo>
                    <a:pt x="5288" y="7494"/>
                  </a:moveTo>
                  <a:cubicBezTo>
                    <a:pt x="5298" y="7507"/>
                    <a:pt x="5291" y="7498"/>
                    <a:pt x="5300" y="7519"/>
                  </a:cubicBezTo>
                  <a:lnTo>
                    <a:pt x="5288" y="7519"/>
                  </a:lnTo>
                  <a:lnTo>
                    <a:pt x="5288" y="7494"/>
                  </a:lnTo>
                  <a:close/>
                  <a:moveTo>
                    <a:pt x="5278" y="8450"/>
                  </a:moveTo>
                  <a:cubicBezTo>
                    <a:pt x="5290" y="8462"/>
                    <a:pt x="5282" y="8453"/>
                    <a:pt x="5291" y="8475"/>
                  </a:cubicBezTo>
                  <a:cubicBezTo>
                    <a:pt x="5290" y="8476"/>
                    <a:pt x="5288" y="8476"/>
                    <a:pt x="5286" y="8476"/>
                  </a:cubicBezTo>
                  <a:cubicBezTo>
                    <a:pt x="5283" y="8476"/>
                    <a:pt x="5281" y="8476"/>
                    <a:pt x="5278" y="8475"/>
                  </a:cubicBezTo>
                  <a:lnTo>
                    <a:pt x="5278" y="8450"/>
                  </a:lnTo>
                  <a:close/>
                  <a:moveTo>
                    <a:pt x="5221" y="6408"/>
                  </a:moveTo>
                  <a:cubicBezTo>
                    <a:pt x="5255" y="6460"/>
                    <a:pt x="5147" y="6853"/>
                    <a:pt x="5120" y="6921"/>
                  </a:cubicBezTo>
                  <a:cubicBezTo>
                    <a:pt x="4970" y="7305"/>
                    <a:pt x="4835" y="7703"/>
                    <a:pt x="4669" y="8062"/>
                  </a:cubicBezTo>
                  <a:cubicBezTo>
                    <a:pt x="4615" y="8183"/>
                    <a:pt x="4580" y="8388"/>
                    <a:pt x="4506" y="8487"/>
                  </a:cubicBezTo>
                  <a:cubicBezTo>
                    <a:pt x="4500" y="8055"/>
                    <a:pt x="4675" y="7721"/>
                    <a:pt x="4811" y="7420"/>
                  </a:cubicBezTo>
                  <a:cubicBezTo>
                    <a:pt x="4900" y="7225"/>
                    <a:pt x="4957" y="7037"/>
                    <a:pt x="5044" y="6844"/>
                  </a:cubicBezTo>
                  <a:cubicBezTo>
                    <a:pt x="5104" y="6710"/>
                    <a:pt x="5195" y="6569"/>
                    <a:pt x="5221" y="6408"/>
                  </a:cubicBezTo>
                  <a:close/>
                  <a:moveTo>
                    <a:pt x="5265" y="8477"/>
                  </a:moveTo>
                  <a:lnTo>
                    <a:pt x="5265" y="8477"/>
                  </a:lnTo>
                  <a:cubicBezTo>
                    <a:pt x="5293" y="8520"/>
                    <a:pt x="5255" y="8642"/>
                    <a:pt x="5237" y="8695"/>
                  </a:cubicBezTo>
                  <a:cubicBezTo>
                    <a:pt x="5181" y="8849"/>
                    <a:pt x="5087" y="9282"/>
                    <a:pt x="4903" y="9282"/>
                  </a:cubicBezTo>
                  <a:cubicBezTo>
                    <a:pt x="4902" y="9282"/>
                    <a:pt x="4901" y="9282"/>
                    <a:pt x="4900" y="9282"/>
                  </a:cubicBezTo>
                  <a:cubicBezTo>
                    <a:pt x="4891" y="9253"/>
                    <a:pt x="4890" y="9211"/>
                    <a:pt x="4890" y="9166"/>
                  </a:cubicBezTo>
                  <a:cubicBezTo>
                    <a:pt x="4970" y="9064"/>
                    <a:pt x="5013" y="8884"/>
                    <a:pt x="5079" y="8770"/>
                  </a:cubicBezTo>
                  <a:cubicBezTo>
                    <a:pt x="5136" y="8673"/>
                    <a:pt x="5226" y="8589"/>
                    <a:pt x="5265" y="8477"/>
                  </a:cubicBezTo>
                  <a:close/>
                  <a:moveTo>
                    <a:pt x="5274" y="7517"/>
                  </a:moveTo>
                  <a:lnTo>
                    <a:pt x="5274" y="7517"/>
                  </a:lnTo>
                  <a:cubicBezTo>
                    <a:pt x="5290" y="7550"/>
                    <a:pt x="5165" y="7873"/>
                    <a:pt x="5136" y="7943"/>
                  </a:cubicBezTo>
                  <a:cubicBezTo>
                    <a:pt x="5006" y="8259"/>
                    <a:pt x="4891" y="8610"/>
                    <a:pt x="4765" y="8930"/>
                  </a:cubicBezTo>
                  <a:cubicBezTo>
                    <a:pt x="4718" y="9071"/>
                    <a:pt x="4672" y="9211"/>
                    <a:pt x="4627" y="9353"/>
                  </a:cubicBezTo>
                  <a:lnTo>
                    <a:pt x="4627" y="9340"/>
                  </a:lnTo>
                  <a:cubicBezTo>
                    <a:pt x="4539" y="9211"/>
                    <a:pt x="4651" y="8927"/>
                    <a:pt x="4689" y="8824"/>
                  </a:cubicBezTo>
                  <a:cubicBezTo>
                    <a:pt x="4795" y="8528"/>
                    <a:pt x="4878" y="8263"/>
                    <a:pt x="5005" y="7990"/>
                  </a:cubicBezTo>
                  <a:cubicBezTo>
                    <a:pt x="5079" y="7833"/>
                    <a:pt x="5213" y="7681"/>
                    <a:pt x="5274" y="7517"/>
                  </a:cubicBezTo>
                  <a:close/>
                  <a:moveTo>
                    <a:pt x="3010" y="9425"/>
                  </a:moveTo>
                  <a:lnTo>
                    <a:pt x="3010" y="9425"/>
                  </a:lnTo>
                  <a:cubicBezTo>
                    <a:pt x="3161" y="9471"/>
                    <a:pt x="3343" y="9643"/>
                    <a:pt x="3337" y="9843"/>
                  </a:cubicBezTo>
                  <a:lnTo>
                    <a:pt x="3324" y="9843"/>
                  </a:lnTo>
                  <a:lnTo>
                    <a:pt x="3324" y="9819"/>
                  </a:lnTo>
                  <a:cubicBezTo>
                    <a:pt x="3248" y="9763"/>
                    <a:pt x="3215" y="9660"/>
                    <a:pt x="3161" y="9582"/>
                  </a:cubicBezTo>
                  <a:cubicBezTo>
                    <a:pt x="3110" y="9529"/>
                    <a:pt x="3059" y="9477"/>
                    <a:pt x="3010" y="9425"/>
                  </a:cubicBezTo>
                  <a:close/>
                  <a:moveTo>
                    <a:pt x="2250" y="9974"/>
                  </a:moveTo>
                  <a:cubicBezTo>
                    <a:pt x="2412" y="9974"/>
                    <a:pt x="2462" y="10025"/>
                    <a:pt x="2571" y="10058"/>
                  </a:cubicBezTo>
                  <a:lnTo>
                    <a:pt x="2571" y="10072"/>
                  </a:lnTo>
                  <a:cubicBezTo>
                    <a:pt x="2536" y="10072"/>
                    <a:pt x="2501" y="10069"/>
                    <a:pt x="2468" y="10069"/>
                  </a:cubicBezTo>
                  <a:cubicBezTo>
                    <a:pt x="2466" y="10070"/>
                    <a:pt x="2457" y="10070"/>
                    <a:pt x="2443" y="10070"/>
                  </a:cubicBezTo>
                  <a:cubicBezTo>
                    <a:pt x="2353" y="10070"/>
                    <a:pt x="2042" y="10051"/>
                    <a:pt x="2017" y="10032"/>
                  </a:cubicBezTo>
                  <a:cubicBezTo>
                    <a:pt x="2084" y="10032"/>
                    <a:pt x="2202" y="10009"/>
                    <a:pt x="2250" y="9974"/>
                  </a:cubicBezTo>
                  <a:close/>
                  <a:moveTo>
                    <a:pt x="2301" y="9589"/>
                  </a:moveTo>
                  <a:cubicBezTo>
                    <a:pt x="2694" y="9589"/>
                    <a:pt x="3044" y="9765"/>
                    <a:pt x="3112" y="10072"/>
                  </a:cubicBezTo>
                  <a:lnTo>
                    <a:pt x="3099" y="10072"/>
                  </a:lnTo>
                  <a:cubicBezTo>
                    <a:pt x="3046" y="10016"/>
                    <a:pt x="2971" y="9996"/>
                    <a:pt x="2908" y="9951"/>
                  </a:cubicBezTo>
                  <a:cubicBezTo>
                    <a:pt x="2779" y="9856"/>
                    <a:pt x="2668" y="9730"/>
                    <a:pt x="2514" y="9659"/>
                  </a:cubicBezTo>
                  <a:cubicBezTo>
                    <a:pt x="2441" y="9634"/>
                    <a:pt x="2369" y="9612"/>
                    <a:pt x="2296" y="9589"/>
                  </a:cubicBezTo>
                  <a:cubicBezTo>
                    <a:pt x="2298" y="9589"/>
                    <a:pt x="2299" y="9589"/>
                    <a:pt x="2301" y="9589"/>
                  </a:cubicBezTo>
                  <a:close/>
                  <a:moveTo>
                    <a:pt x="5159" y="10516"/>
                  </a:moveTo>
                  <a:cubicBezTo>
                    <a:pt x="5169" y="10530"/>
                    <a:pt x="5162" y="10519"/>
                    <a:pt x="5172" y="10541"/>
                  </a:cubicBezTo>
                  <a:lnTo>
                    <a:pt x="5159" y="10541"/>
                  </a:lnTo>
                  <a:lnTo>
                    <a:pt x="5159" y="10516"/>
                  </a:lnTo>
                  <a:close/>
                  <a:moveTo>
                    <a:pt x="3939" y="13126"/>
                  </a:moveTo>
                  <a:cubicBezTo>
                    <a:pt x="4150" y="13126"/>
                    <a:pt x="4515" y="13133"/>
                    <a:pt x="4635" y="13219"/>
                  </a:cubicBezTo>
                  <a:cubicBezTo>
                    <a:pt x="4509" y="13219"/>
                    <a:pt x="4374" y="13264"/>
                    <a:pt x="4234" y="13264"/>
                  </a:cubicBezTo>
                  <a:cubicBezTo>
                    <a:pt x="4187" y="13264"/>
                    <a:pt x="4140" y="13259"/>
                    <a:pt x="4092" y="13245"/>
                  </a:cubicBezTo>
                  <a:lnTo>
                    <a:pt x="3951" y="13192"/>
                  </a:lnTo>
                  <a:cubicBezTo>
                    <a:pt x="3938" y="13155"/>
                    <a:pt x="3932" y="13158"/>
                    <a:pt x="3939" y="13126"/>
                  </a:cubicBezTo>
                  <a:close/>
                  <a:moveTo>
                    <a:pt x="3968" y="13554"/>
                  </a:moveTo>
                  <a:lnTo>
                    <a:pt x="3968" y="13565"/>
                  </a:lnTo>
                  <a:cubicBezTo>
                    <a:pt x="3946" y="13557"/>
                    <a:pt x="3955" y="13562"/>
                    <a:pt x="3943" y="13554"/>
                  </a:cubicBezTo>
                  <a:close/>
                  <a:moveTo>
                    <a:pt x="3104" y="13497"/>
                  </a:moveTo>
                  <a:lnTo>
                    <a:pt x="3104" y="13497"/>
                  </a:lnTo>
                  <a:cubicBezTo>
                    <a:pt x="3278" y="13557"/>
                    <a:pt x="3556" y="13566"/>
                    <a:pt x="3787" y="13566"/>
                  </a:cubicBezTo>
                  <a:cubicBezTo>
                    <a:pt x="3842" y="13566"/>
                    <a:pt x="3895" y="13566"/>
                    <a:pt x="3943" y="13565"/>
                  </a:cubicBezTo>
                  <a:lnTo>
                    <a:pt x="3943" y="13578"/>
                  </a:lnTo>
                  <a:lnTo>
                    <a:pt x="3917" y="13578"/>
                  </a:lnTo>
                  <a:cubicBezTo>
                    <a:pt x="3840" y="13642"/>
                    <a:pt x="3722" y="13667"/>
                    <a:pt x="3601" y="13667"/>
                  </a:cubicBezTo>
                  <a:cubicBezTo>
                    <a:pt x="3479" y="13667"/>
                    <a:pt x="3352" y="13642"/>
                    <a:pt x="3257" y="13605"/>
                  </a:cubicBezTo>
                  <a:cubicBezTo>
                    <a:pt x="3180" y="13573"/>
                    <a:pt x="3103" y="13568"/>
                    <a:pt x="3104" y="13497"/>
                  </a:cubicBezTo>
                  <a:close/>
                  <a:moveTo>
                    <a:pt x="2658" y="13810"/>
                  </a:moveTo>
                  <a:lnTo>
                    <a:pt x="2658" y="13810"/>
                  </a:lnTo>
                  <a:cubicBezTo>
                    <a:pt x="2728" y="13828"/>
                    <a:pt x="2777" y="13876"/>
                    <a:pt x="2835" y="13904"/>
                  </a:cubicBezTo>
                  <a:cubicBezTo>
                    <a:pt x="2978" y="13969"/>
                    <a:pt x="3109" y="14001"/>
                    <a:pt x="3250" y="14001"/>
                  </a:cubicBezTo>
                  <a:cubicBezTo>
                    <a:pt x="3331" y="14001"/>
                    <a:pt x="3415" y="13991"/>
                    <a:pt x="3506" y="13969"/>
                  </a:cubicBezTo>
                  <a:lnTo>
                    <a:pt x="3507" y="13983"/>
                  </a:lnTo>
                  <a:lnTo>
                    <a:pt x="3494" y="13994"/>
                  </a:lnTo>
                  <a:cubicBezTo>
                    <a:pt x="3421" y="14030"/>
                    <a:pt x="3353" y="14097"/>
                    <a:pt x="3272" y="14119"/>
                  </a:cubicBezTo>
                  <a:cubicBezTo>
                    <a:pt x="3243" y="14126"/>
                    <a:pt x="3214" y="14130"/>
                    <a:pt x="3185" y="14130"/>
                  </a:cubicBezTo>
                  <a:cubicBezTo>
                    <a:pt x="2954" y="14130"/>
                    <a:pt x="2712" y="13926"/>
                    <a:pt x="2658" y="13810"/>
                  </a:cubicBezTo>
                  <a:close/>
                  <a:moveTo>
                    <a:pt x="1995" y="14015"/>
                  </a:moveTo>
                  <a:cubicBezTo>
                    <a:pt x="2104" y="14045"/>
                    <a:pt x="2158" y="14140"/>
                    <a:pt x="2236" y="14201"/>
                  </a:cubicBezTo>
                  <a:cubicBezTo>
                    <a:pt x="2332" y="14275"/>
                    <a:pt x="2452" y="14349"/>
                    <a:pt x="2568" y="14401"/>
                  </a:cubicBezTo>
                  <a:cubicBezTo>
                    <a:pt x="2705" y="14462"/>
                    <a:pt x="2862" y="14477"/>
                    <a:pt x="3019" y="14515"/>
                  </a:cubicBezTo>
                  <a:cubicBezTo>
                    <a:pt x="3031" y="14517"/>
                    <a:pt x="3042" y="14518"/>
                    <a:pt x="3053" y="14518"/>
                  </a:cubicBezTo>
                  <a:cubicBezTo>
                    <a:pt x="3089" y="14518"/>
                    <a:pt x="3120" y="14507"/>
                    <a:pt x="3148" y="14507"/>
                  </a:cubicBezTo>
                  <a:cubicBezTo>
                    <a:pt x="3161" y="14507"/>
                    <a:pt x="3174" y="14510"/>
                    <a:pt x="3186" y="14518"/>
                  </a:cubicBezTo>
                  <a:cubicBezTo>
                    <a:pt x="3087" y="14535"/>
                    <a:pt x="2987" y="14550"/>
                    <a:pt x="2886" y="14564"/>
                  </a:cubicBezTo>
                  <a:cubicBezTo>
                    <a:pt x="2846" y="14572"/>
                    <a:pt x="2807" y="14575"/>
                    <a:pt x="2769" y="14575"/>
                  </a:cubicBezTo>
                  <a:cubicBezTo>
                    <a:pt x="2393" y="14575"/>
                    <a:pt x="2095" y="14232"/>
                    <a:pt x="1995" y="14015"/>
                  </a:cubicBezTo>
                  <a:close/>
                  <a:moveTo>
                    <a:pt x="1011" y="13955"/>
                  </a:moveTo>
                  <a:cubicBezTo>
                    <a:pt x="1011" y="14058"/>
                    <a:pt x="1054" y="14128"/>
                    <a:pt x="1084" y="14202"/>
                  </a:cubicBezTo>
                  <a:cubicBezTo>
                    <a:pt x="1123" y="14304"/>
                    <a:pt x="1127" y="14390"/>
                    <a:pt x="1168" y="14487"/>
                  </a:cubicBezTo>
                  <a:cubicBezTo>
                    <a:pt x="1213" y="14600"/>
                    <a:pt x="1293" y="14692"/>
                    <a:pt x="1355" y="14789"/>
                  </a:cubicBezTo>
                  <a:lnTo>
                    <a:pt x="1331" y="14789"/>
                  </a:lnTo>
                  <a:cubicBezTo>
                    <a:pt x="1291" y="14736"/>
                    <a:pt x="1217" y="14709"/>
                    <a:pt x="1178" y="14656"/>
                  </a:cubicBezTo>
                  <a:cubicBezTo>
                    <a:pt x="1076" y="14516"/>
                    <a:pt x="893" y="14179"/>
                    <a:pt x="986" y="13955"/>
                  </a:cubicBezTo>
                  <a:close/>
                  <a:moveTo>
                    <a:pt x="1425" y="13978"/>
                  </a:moveTo>
                  <a:lnTo>
                    <a:pt x="1425" y="13978"/>
                  </a:lnTo>
                  <a:cubicBezTo>
                    <a:pt x="1450" y="14052"/>
                    <a:pt x="1475" y="14125"/>
                    <a:pt x="1498" y="14201"/>
                  </a:cubicBezTo>
                  <a:cubicBezTo>
                    <a:pt x="1585" y="14377"/>
                    <a:pt x="1722" y="14583"/>
                    <a:pt x="1874" y="14699"/>
                  </a:cubicBezTo>
                  <a:cubicBezTo>
                    <a:pt x="1937" y="14747"/>
                    <a:pt x="2027" y="14797"/>
                    <a:pt x="2106" y="14821"/>
                  </a:cubicBezTo>
                  <a:cubicBezTo>
                    <a:pt x="2162" y="14840"/>
                    <a:pt x="2242" y="14823"/>
                    <a:pt x="2286" y="14850"/>
                  </a:cubicBezTo>
                  <a:cubicBezTo>
                    <a:pt x="2279" y="14850"/>
                    <a:pt x="2272" y="14850"/>
                    <a:pt x="2264" y="14850"/>
                  </a:cubicBezTo>
                  <a:cubicBezTo>
                    <a:pt x="2209" y="14850"/>
                    <a:pt x="2155" y="14855"/>
                    <a:pt x="2102" y="14855"/>
                  </a:cubicBezTo>
                  <a:cubicBezTo>
                    <a:pt x="2046" y="14855"/>
                    <a:pt x="1992" y="14850"/>
                    <a:pt x="1938" y="14829"/>
                  </a:cubicBezTo>
                  <a:cubicBezTo>
                    <a:pt x="1685" y="14727"/>
                    <a:pt x="1421" y="14329"/>
                    <a:pt x="1425" y="13978"/>
                  </a:cubicBezTo>
                  <a:close/>
                  <a:moveTo>
                    <a:pt x="5128" y="0"/>
                  </a:moveTo>
                  <a:lnTo>
                    <a:pt x="5128" y="13"/>
                  </a:lnTo>
                  <a:cubicBezTo>
                    <a:pt x="5080" y="44"/>
                    <a:pt x="5050" y="101"/>
                    <a:pt x="5009" y="140"/>
                  </a:cubicBezTo>
                  <a:cubicBezTo>
                    <a:pt x="4919" y="229"/>
                    <a:pt x="4808" y="320"/>
                    <a:pt x="4705" y="393"/>
                  </a:cubicBezTo>
                  <a:cubicBezTo>
                    <a:pt x="4385" y="617"/>
                    <a:pt x="4044" y="793"/>
                    <a:pt x="3709" y="1005"/>
                  </a:cubicBezTo>
                  <a:cubicBezTo>
                    <a:pt x="3661" y="1052"/>
                    <a:pt x="3613" y="1098"/>
                    <a:pt x="3564" y="1146"/>
                  </a:cubicBezTo>
                  <a:cubicBezTo>
                    <a:pt x="3426" y="1245"/>
                    <a:pt x="3276" y="1347"/>
                    <a:pt x="3132" y="1432"/>
                  </a:cubicBezTo>
                  <a:cubicBezTo>
                    <a:pt x="2835" y="1611"/>
                    <a:pt x="2542" y="1781"/>
                    <a:pt x="2331" y="2049"/>
                  </a:cubicBezTo>
                  <a:cubicBezTo>
                    <a:pt x="2268" y="2127"/>
                    <a:pt x="2158" y="2175"/>
                    <a:pt x="2120" y="2277"/>
                  </a:cubicBezTo>
                  <a:lnTo>
                    <a:pt x="2133" y="2277"/>
                  </a:lnTo>
                  <a:cubicBezTo>
                    <a:pt x="2181" y="2312"/>
                    <a:pt x="2254" y="2306"/>
                    <a:pt x="2312" y="2334"/>
                  </a:cubicBezTo>
                  <a:cubicBezTo>
                    <a:pt x="2437" y="2391"/>
                    <a:pt x="2572" y="2482"/>
                    <a:pt x="2683" y="2561"/>
                  </a:cubicBezTo>
                  <a:cubicBezTo>
                    <a:pt x="2995" y="2792"/>
                    <a:pt x="3148" y="3102"/>
                    <a:pt x="3350" y="3440"/>
                  </a:cubicBezTo>
                  <a:cubicBezTo>
                    <a:pt x="3436" y="3586"/>
                    <a:pt x="3568" y="3749"/>
                    <a:pt x="3612" y="3924"/>
                  </a:cubicBezTo>
                  <a:cubicBezTo>
                    <a:pt x="3623" y="3938"/>
                    <a:pt x="3616" y="3927"/>
                    <a:pt x="3625" y="3949"/>
                  </a:cubicBezTo>
                  <a:cubicBezTo>
                    <a:pt x="3635" y="3962"/>
                    <a:pt x="3628" y="3954"/>
                    <a:pt x="3638" y="3975"/>
                  </a:cubicBezTo>
                  <a:lnTo>
                    <a:pt x="3625" y="3975"/>
                  </a:lnTo>
                  <a:lnTo>
                    <a:pt x="3625" y="3949"/>
                  </a:lnTo>
                  <a:lnTo>
                    <a:pt x="3612" y="3949"/>
                  </a:lnTo>
                  <a:lnTo>
                    <a:pt x="3612" y="3924"/>
                  </a:lnTo>
                  <a:lnTo>
                    <a:pt x="3599" y="3924"/>
                  </a:lnTo>
                  <a:lnTo>
                    <a:pt x="3599" y="3911"/>
                  </a:lnTo>
                  <a:cubicBezTo>
                    <a:pt x="3487" y="3795"/>
                    <a:pt x="3407" y="3625"/>
                    <a:pt x="3309" y="3491"/>
                  </a:cubicBezTo>
                  <a:cubicBezTo>
                    <a:pt x="3096" y="3192"/>
                    <a:pt x="2824" y="2908"/>
                    <a:pt x="2527" y="2687"/>
                  </a:cubicBezTo>
                  <a:cubicBezTo>
                    <a:pt x="2389" y="2583"/>
                    <a:pt x="2226" y="2415"/>
                    <a:pt x="2015" y="2392"/>
                  </a:cubicBezTo>
                  <a:cubicBezTo>
                    <a:pt x="1975" y="2473"/>
                    <a:pt x="1905" y="2546"/>
                    <a:pt x="1856" y="2622"/>
                  </a:cubicBezTo>
                  <a:cubicBezTo>
                    <a:pt x="1717" y="2836"/>
                    <a:pt x="1620" y="3112"/>
                    <a:pt x="1531" y="3365"/>
                  </a:cubicBezTo>
                  <a:cubicBezTo>
                    <a:pt x="1373" y="3807"/>
                    <a:pt x="1332" y="4305"/>
                    <a:pt x="1204" y="4778"/>
                  </a:cubicBezTo>
                  <a:cubicBezTo>
                    <a:pt x="1184" y="4917"/>
                    <a:pt x="1163" y="5053"/>
                    <a:pt x="1143" y="5191"/>
                  </a:cubicBezTo>
                  <a:cubicBezTo>
                    <a:pt x="995" y="5756"/>
                    <a:pt x="979" y="6383"/>
                    <a:pt x="835" y="6956"/>
                  </a:cubicBezTo>
                  <a:cubicBezTo>
                    <a:pt x="785" y="7151"/>
                    <a:pt x="801" y="7354"/>
                    <a:pt x="758" y="7536"/>
                  </a:cubicBezTo>
                  <a:cubicBezTo>
                    <a:pt x="726" y="7863"/>
                    <a:pt x="692" y="8190"/>
                    <a:pt x="660" y="8514"/>
                  </a:cubicBezTo>
                  <a:lnTo>
                    <a:pt x="655" y="8760"/>
                  </a:lnTo>
                  <a:cubicBezTo>
                    <a:pt x="572" y="9103"/>
                    <a:pt x="634" y="9496"/>
                    <a:pt x="594" y="9871"/>
                  </a:cubicBezTo>
                  <a:cubicBezTo>
                    <a:pt x="537" y="10375"/>
                    <a:pt x="583" y="10938"/>
                    <a:pt x="470" y="11393"/>
                  </a:cubicBezTo>
                  <a:lnTo>
                    <a:pt x="437" y="11742"/>
                  </a:lnTo>
                  <a:cubicBezTo>
                    <a:pt x="409" y="11850"/>
                    <a:pt x="271" y="12297"/>
                    <a:pt x="320" y="12386"/>
                  </a:cubicBezTo>
                  <a:cubicBezTo>
                    <a:pt x="348" y="12219"/>
                    <a:pt x="749" y="11791"/>
                    <a:pt x="879" y="11713"/>
                  </a:cubicBezTo>
                  <a:lnTo>
                    <a:pt x="879" y="11739"/>
                  </a:lnTo>
                  <a:cubicBezTo>
                    <a:pt x="720" y="11842"/>
                    <a:pt x="636" y="12060"/>
                    <a:pt x="531" y="12222"/>
                  </a:cubicBezTo>
                  <a:cubicBezTo>
                    <a:pt x="402" y="12422"/>
                    <a:pt x="269" y="12664"/>
                    <a:pt x="194" y="12912"/>
                  </a:cubicBezTo>
                  <a:cubicBezTo>
                    <a:pt x="0" y="13545"/>
                    <a:pt x="194" y="14407"/>
                    <a:pt x="451" y="14779"/>
                  </a:cubicBezTo>
                  <a:cubicBezTo>
                    <a:pt x="543" y="14910"/>
                    <a:pt x="669" y="14996"/>
                    <a:pt x="807" y="15085"/>
                  </a:cubicBezTo>
                  <a:cubicBezTo>
                    <a:pt x="1012" y="15217"/>
                    <a:pt x="1230" y="15259"/>
                    <a:pt x="1553" y="15294"/>
                  </a:cubicBezTo>
                  <a:cubicBezTo>
                    <a:pt x="1578" y="15296"/>
                    <a:pt x="1602" y="15311"/>
                    <a:pt x="1634" y="15311"/>
                  </a:cubicBezTo>
                  <a:cubicBezTo>
                    <a:pt x="1641" y="15311"/>
                    <a:pt x="1648" y="15310"/>
                    <a:pt x="1656" y="15308"/>
                  </a:cubicBezTo>
                  <a:cubicBezTo>
                    <a:pt x="1719" y="15297"/>
                    <a:pt x="1785" y="15295"/>
                    <a:pt x="1853" y="15295"/>
                  </a:cubicBezTo>
                  <a:cubicBezTo>
                    <a:pt x="1871" y="15295"/>
                    <a:pt x="1890" y="15296"/>
                    <a:pt x="1908" y="15296"/>
                  </a:cubicBezTo>
                  <a:cubicBezTo>
                    <a:pt x="1981" y="15296"/>
                    <a:pt x="2054" y="15294"/>
                    <a:pt x="2122" y="15279"/>
                  </a:cubicBezTo>
                  <a:cubicBezTo>
                    <a:pt x="2529" y="15192"/>
                    <a:pt x="2891" y="15134"/>
                    <a:pt x="3200" y="14954"/>
                  </a:cubicBezTo>
                  <a:cubicBezTo>
                    <a:pt x="3590" y="14725"/>
                    <a:pt x="3987" y="14420"/>
                    <a:pt x="4268" y="14064"/>
                  </a:cubicBezTo>
                  <a:cubicBezTo>
                    <a:pt x="4321" y="14019"/>
                    <a:pt x="4374" y="13971"/>
                    <a:pt x="4426" y="13926"/>
                  </a:cubicBezTo>
                  <a:cubicBezTo>
                    <a:pt x="4561" y="13756"/>
                    <a:pt x="4721" y="13619"/>
                    <a:pt x="4875" y="13469"/>
                  </a:cubicBezTo>
                  <a:cubicBezTo>
                    <a:pt x="4933" y="13411"/>
                    <a:pt x="4990" y="13352"/>
                    <a:pt x="5048" y="13290"/>
                  </a:cubicBezTo>
                  <a:cubicBezTo>
                    <a:pt x="5217" y="13170"/>
                    <a:pt x="5365" y="13019"/>
                    <a:pt x="5535" y="12901"/>
                  </a:cubicBezTo>
                  <a:cubicBezTo>
                    <a:pt x="5659" y="12814"/>
                    <a:pt x="5790" y="12750"/>
                    <a:pt x="5915" y="12662"/>
                  </a:cubicBezTo>
                  <a:cubicBezTo>
                    <a:pt x="5954" y="12635"/>
                    <a:pt x="5976" y="12588"/>
                    <a:pt x="6008" y="12548"/>
                  </a:cubicBezTo>
                  <a:cubicBezTo>
                    <a:pt x="6069" y="12494"/>
                    <a:pt x="6131" y="12438"/>
                    <a:pt x="6191" y="12385"/>
                  </a:cubicBezTo>
                  <a:cubicBezTo>
                    <a:pt x="6293" y="12255"/>
                    <a:pt x="6418" y="12124"/>
                    <a:pt x="6496" y="11978"/>
                  </a:cubicBezTo>
                  <a:cubicBezTo>
                    <a:pt x="6475" y="11978"/>
                    <a:pt x="6453" y="11975"/>
                    <a:pt x="6431" y="11975"/>
                  </a:cubicBezTo>
                  <a:cubicBezTo>
                    <a:pt x="6404" y="11991"/>
                    <a:pt x="6371" y="11998"/>
                    <a:pt x="6334" y="11998"/>
                  </a:cubicBezTo>
                  <a:cubicBezTo>
                    <a:pt x="6175" y="11998"/>
                    <a:pt x="5948" y="11872"/>
                    <a:pt x="5892" y="11835"/>
                  </a:cubicBezTo>
                  <a:cubicBezTo>
                    <a:pt x="5525" y="11600"/>
                    <a:pt x="5452" y="11384"/>
                    <a:pt x="5290" y="10956"/>
                  </a:cubicBezTo>
                  <a:cubicBezTo>
                    <a:pt x="5247" y="10846"/>
                    <a:pt x="5188" y="10730"/>
                    <a:pt x="5181" y="10592"/>
                  </a:cubicBezTo>
                  <a:lnTo>
                    <a:pt x="5168" y="10592"/>
                  </a:lnTo>
                  <a:lnTo>
                    <a:pt x="5168" y="10554"/>
                  </a:lnTo>
                  <a:cubicBezTo>
                    <a:pt x="5176" y="10569"/>
                    <a:pt x="5175" y="10567"/>
                    <a:pt x="5181" y="10592"/>
                  </a:cubicBezTo>
                  <a:lnTo>
                    <a:pt x="5194" y="10592"/>
                  </a:lnTo>
                  <a:lnTo>
                    <a:pt x="5194" y="10618"/>
                  </a:lnTo>
                  <a:cubicBezTo>
                    <a:pt x="5269" y="10708"/>
                    <a:pt x="5293" y="10854"/>
                    <a:pt x="5354" y="10957"/>
                  </a:cubicBezTo>
                  <a:cubicBezTo>
                    <a:pt x="5541" y="11281"/>
                    <a:pt x="5735" y="11602"/>
                    <a:pt x="6098" y="11762"/>
                  </a:cubicBezTo>
                  <a:cubicBezTo>
                    <a:pt x="6180" y="11798"/>
                    <a:pt x="6292" y="11823"/>
                    <a:pt x="6401" y="11823"/>
                  </a:cubicBezTo>
                  <a:cubicBezTo>
                    <a:pt x="6495" y="11823"/>
                    <a:pt x="6586" y="11805"/>
                    <a:pt x="6655" y="11761"/>
                  </a:cubicBezTo>
                  <a:cubicBezTo>
                    <a:pt x="6716" y="11720"/>
                    <a:pt x="6754" y="11640"/>
                    <a:pt x="6800" y="11582"/>
                  </a:cubicBezTo>
                  <a:cubicBezTo>
                    <a:pt x="6886" y="11469"/>
                    <a:pt x="6986" y="11381"/>
                    <a:pt x="7027" y="11211"/>
                  </a:cubicBezTo>
                  <a:lnTo>
                    <a:pt x="7001" y="11211"/>
                  </a:lnTo>
                  <a:cubicBezTo>
                    <a:pt x="6967" y="11236"/>
                    <a:pt x="6927" y="11246"/>
                    <a:pt x="6882" y="11246"/>
                  </a:cubicBezTo>
                  <a:cubicBezTo>
                    <a:pt x="6729" y="11246"/>
                    <a:pt x="6536" y="11127"/>
                    <a:pt x="6475" y="11085"/>
                  </a:cubicBezTo>
                  <a:cubicBezTo>
                    <a:pt x="6111" y="10829"/>
                    <a:pt x="5953" y="10394"/>
                    <a:pt x="5841" y="9894"/>
                  </a:cubicBezTo>
                  <a:cubicBezTo>
                    <a:pt x="5804" y="9736"/>
                    <a:pt x="5813" y="9522"/>
                    <a:pt x="5851" y="9378"/>
                  </a:cubicBezTo>
                  <a:cubicBezTo>
                    <a:pt x="5867" y="9313"/>
                    <a:pt x="5886" y="9222"/>
                    <a:pt x="5855" y="9196"/>
                  </a:cubicBezTo>
                  <a:lnTo>
                    <a:pt x="5855" y="9196"/>
                  </a:lnTo>
                  <a:cubicBezTo>
                    <a:pt x="5819" y="9222"/>
                    <a:pt x="5765" y="9220"/>
                    <a:pt x="5724" y="9246"/>
                  </a:cubicBezTo>
                  <a:cubicBezTo>
                    <a:pt x="5612" y="9313"/>
                    <a:pt x="5500" y="9387"/>
                    <a:pt x="5384" y="9458"/>
                  </a:cubicBezTo>
                  <a:cubicBezTo>
                    <a:pt x="4820" y="9798"/>
                    <a:pt x="4217" y="10127"/>
                    <a:pt x="3581" y="10388"/>
                  </a:cubicBezTo>
                  <a:cubicBezTo>
                    <a:pt x="3222" y="10535"/>
                    <a:pt x="2840" y="10611"/>
                    <a:pt x="2473" y="10752"/>
                  </a:cubicBezTo>
                  <a:cubicBezTo>
                    <a:pt x="2097" y="10899"/>
                    <a:pt x="1741" y="11086"/>
                    <a:pt x="1416" y="11284"/>
                  </a:cubicBezTo>
                  <a:lnTo>
                    <a:pt x="1416" y="11259"/>
                  </a:lnTo>
                  <a:cubicBezTo>
                    <a:pt x="1482" y="11197"/>
                    <a:pt x="1528" y="11108"/>
                    <a:pt x="1601" y="11056"/>
                  </a:cubicBezTo>
                  <a:cubicBezTo>
                    <a:pt x="2056" y="10730"/>
                    <a:pt x="2651" y="10575"/>
                    <a:pt x="3206" y="10354"/>
                  </a:cubicBezTo>
                  <a:cubicBezTo>
                    <a:pt x="3397" y="10278"/>
                    <a:pt x="3578" y="10218"/>
                    <a:pt x="3753" y="10133"/>
                  </a:cubicBezTo>
                  <a:cubicBezTo>
                    <a:pt x="3818" y="10102"/>
                    <a:pt x="3901" y="10109"/>
                    <a:pt x="3924" y="10032"/>
                  </a:cubicBezTo>
                  <a:cubicBezTo>
                    <a:pt x="3975" y="9957"/>
                    <a:pt x="3942" y="9843"/>
                    <a:pt x="3970" y="9736"/>
                  </a:cubicBezTo>
                  <a:cubicBezTo>
                    <a:pt x="4083" y="9275"/>
                    <a:pt x="3865" y="8842"/>
                    <a:pt x="3948" y="8366"/>
                  </a:cubicBezTo>
                  <a:cubicBezTo>
                    <a:pt x="4036" y="7850"/>
                    <a:pt x="4119" y="7364"/>
                    <a:pt x="4252" y="6874"/>
                  </a:cubicBezTo>
                  <a:cubicBezTo>
                    <a:pt x="4326" y="6595"/>
                    <a:pt x="4318" y="6296"/>
                    <a:pt x="4385" y="6024"/>
                  </a:cubicBezTo>
                  <a:lnTo>
                    <a:pt x="4451" y="5391"/>
                  </a:lnTo>
                  <a:cubicBezTo>
                    <a:pt x="4457" y="5271"/>
                    <a:pt x="4433" y="5083"/>
                    <a:pt x="4486" y="5003"/>
                  </a:cubicBezTo>
                  <a:lnTo>
                    <a:pt x="4486" y="5003"/>
                  </a:lnTo>
                  <a:cubicBezTo>
                    <a:pt x="4483" y="5246"/>
                    <a:pt x="4477" y="5476"/>
                    <a:pt x="4471" y="5690"/>
                  </a:cubicBezTo>
                  <a:cubicBezTo>
                    <a:pt x="4468" y="5815"/>
                    <a:pt x="4475" y="5973"/>
                    <a:pt x="4449" y="6076"/>
                  </a:cubicBezTo>
                  <a:cubicBezTo>
                    <a:pt x="4429" y="6159"/>
                    <a:pt x="4448" y="6280"/>
                    <a:pt x="4432" y="6347"/>
                  </a:cubicBezTo>
                  <a:cubicBezTo>
                    <a:pt x="4425" y="6511"/>
                    <a:pt x="4414" y="6674"/>
                    <a:pt x="4407" y="6838"/>
                  </a:cubicBezTo>
                  <a:cubicBezTo>
                    <a:pt x="4294" y="7308"/>
                    <a:pt x="4231" y="7764"/>
                    <a:pt x="4121" y="8215"/>
                  </a:cubicBezTo>
                  <a:cubicBezTo>
                    <a:pt x="4060" y="8466"/>
                    <a:pt x="4097" y="8900"/>
                    <a:pt x="4141" y="9121"/>
                  </a:cubicBezTo>
                  <a:cubicBezTo>
                    <a:pt x="4140" y="9198"/>
                    <a:pt x="4137" y="9275"/>
                    <a:pt x="4135" y="9353"/>
                  </a:cubicBezTo>
                  <a:cubicBezTo>
                    <a:pt x="4151" y="9583"/>
                    <a:pt x="4100" y="9805"/>
                    <a:pt x="4070" y="9997"/>
                  </a:cubicBezTo>
                  <a:lnTo>
                    <a:pt x="4083" y="9997"/>
                  </a:lnTo>
                  <a:cubicBezTo>
                    <a:pt x="4127" y="9960"/>
                    <a:pt x="4186" y="9954"/>
                    <a:pt x="4238" y="9923"/>
                  </a:cubicBezTo>
                  <a:cubicBezTo>
                    <a:pt x="4406" y="9827"/>
                    <a:pt x="4592" y="9750"/>
                    <a:pt x="4762" y="9651"/>
                  </a:cubicBezTo>
                  <a:cubicBezTo>
                    <a:pt x="4884" y="9580"/>
                    <a:pt x="5021" y="9507"/>
                    <a:pt x="5143" y="9426"/>
                  </a:cubicBezTo>
                  <a:cubicBezTo>
                    <a:pt x="5380" y="9266"/>
                    <a:pt x="5523" y="9094"/>
                    <a:pt x="5921" y="9094"/>
                  </a:cubicBezTo>
                  <a:cubicBezTo>
                    <a:pt x="5931" y="9094"/>
                    <a:pt x="5941" y="9094"/>
                    <a:pt x="5951" y="9095"/>
                  </a:cubicBezTo>
                  <a:cubicBezTo>
                    <a:pt x="6088" y="8788"/>
                    <a:pt x="6248" y="8510"/>
                    <a:pt x="6383" y="8212"/>
                  </a:cubicBezTo>
                  <a:cubicBezTo>
                    <a:pt x="6517" y="7923"/>
                    <a:pt x="6594" y="7623"/>
                    <a:pt x="6725" y="7340"/>
                  </a:cubicBezTo>
                  <a:cubicBezTo>
                    <a:pt x="6810" y="7154"/>
                    <a:pt x="6938" y="6979"/>
                    <a:pt x="7047" y="6816"/>
                  </a:cubicBezTo>
                  <a:cubicBezTo>
                    <a:pt x="7389" y="6300"/>
                    <a:pt x="7673" y="5929"/>
                    <a:pt x="8235" y="5640"/>
                  </a:cubicBezTo>
                  <a:cubicBezTo>
                    <a:pt x="8321" y="5596"/>
                    <a:pt x="8421" y="5530"/>
                    <a:pt x="8522" y="5503"/>
                  </a:cubicBezTo>
                  <a:cubicBezTo>
                    <a:pt x="8600" y="5509"/>
                    <a:pt x="8677" y="5516"/>
                    <a:pt x="8754" y="5522"/>
                  </a:cubicBezTo>
                  <a:cubicBezTo>
                    <a:pt x="8783" y="5511"/>
                    <a:pt x="8820" y="5461"/>
                    <a:pt x="8847" y="5445"/>
                  </a:cubicBezTo>
                  <a:cubicBezTo>
                    <a:pt x="8972" y="5370"/>
                    <a:pt x="9268" y="5208"/>
                    <a:pt x="9498" y="5208"/>
                  </a:cubicBezTo>
                  <a:cubicBezTo>
                    <a:pt x="9566" y="5208"/>
                    <a:pt x="9628" y="5222"/>
                    <a:pt x="9679" y="5256"/>
                  </a:cubicBezTo>
                  <a:cubicBezTo>
                    <a:pt x="9811" y="5345"/>
                    <a:pt x="9776" y="5438"/>
                    <a:pt x="9853" y="5559"/>
                  </a:cubicBezTo>
                  <a:cubicBezTo>
                    <a:pt x="9880" y="5534"/>
                    <a:pt x="9912" y="5525"/>
                    <a:pt x="9957" y="5522"/>
                  </a:cubicBezTo>
                  <a:cubicBezTo>
                    <a:pt x="9964" y="5248"/>
                    <a:pt x="9901" y="4973"/>
                    <a:pt x="9843" y="4744"/>
                  </a:cubicBezTo>
                  <a:cubicBezTo>
                    <a:pt x="9813" y="4621"/>
                    <a:pt x="9827" y="4462"/>
                    <a:pt x="9762" y="4368"/>
                  </a:cubicBezTo>
                  <a:cubicBezTo>
                    <a:pt x="9733" y="4327"/>
                    <a:pt x="9666" y="4304"/>
                    <a:pt x="9635" y="4262"/>
                  </a:cubicBezTo>
                  <a:cubicBezTo>
                    <a:pt x="9538" y="4128"/>
                    <a:pt x="9442" y="4003"/>
                    <a:pt x="9346" y="3868"/>
                  </a:cubicBezTo>
                  <a:cubicBezTo>
                    <a:pt x="9209" y="3679"/>
                    <a:pt x="9003" y="3520"/>
                    <a:pt x="8840" y="3353"/>
                  </a:cubicBezTo>
                  <a:cubicBezTo>
                    <a:pt x="8794" y="3305"/>
                    <a:pt x="8670" y="3234"/>
                    <a:pt x="8705" y="3118"/>
                  </a:cubicBezTo>
                  <a:cubicBezTo>
                    <a:pt x="8722" y="3055"/>
                    <a:pt x="8786" y="3039"/>
                    <a:pt x="8811" y="2978"/>
                  </a:cubicBezTo>
                  <a:cubicBezTo>
                    <a:pt x="8702" y="2949"/>
                    <a:pt x="8615" y="2870"/>
                    <a:pt x="8530" y="2815"/>
                  </a:cubicBezTo>
                  <a:cubicBezTo>
                    <a:pt x="8370" y="2713"/>
                    <a:pt x="8205" y="2648"/>
                    <a:pt x="8045" y="2546"/>
                  </a:cubicBezTo>
                  <a:cubicBezTo>
                    <a:pt x="7988" y="2510"/>
                    <a:pt x="7946" y="2469"/>
                    <a:pt x="7866" y="2452"/>
                  </a:cubicBezTo>
                  <a:cubicBezTo>
                    <a:pt x="7837" y="2530"/>
                    <a:pt x="7767" y="2571"/>
                    <a:pt x="7721" y="2631"/>
                  </a:cubicBezTo>
                  <a:cubicBezTo>
                    <a:pt x="7588" y="2800"/>
                    <a:pt x="7453" y="2918"/>
                    <a:pt x="7287" y="2918"/>
                  </a:cubicBezTo>
                  <a:cubicBezTo>
                    <a:pt x="7189" y="2918"/>
                    <a:pt x="7081" y="2877"/>
                    <a:pt x="6956" y="2782"/>
                  </a:cubicBezTo>
                  <a:cubicBezTo>
                    <a:pt x="6723" y="2603"/>
                    <a:pt x="6563" y="2203"/>
                    <a:pt x="6393" y="1954"/>
                  </a:cubicBezTo>
                  <a:cubicBezTo>
                    <a:pt x="6179" y="1643"/>
                    <a:pt x="5921" y="1367"/>
                    <a:pt x="5700" y="1060"/>
                  </a:cubicBezTo>
                  <a:cubicBezTo>
                    <a:pt x="5436" y="694"/>
                    <a:pt x="5239" y="557"/>
                    <a:pt x="514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65"/>
            <p:cNvSpPr/>
            <p:nvPr/>
          </p:nvSpPr>
          <p:spPr>
            <a:xfrm>
              <a:off x="706196" y="3295608"/>
              <a:ext cx="17768" cy="21417"/>
            </a:xfrm>
            <a:custGeom>
              <a:rect b="b" l="l" r="r" t="t"/>
              <a:pathLst>
                <a:path extrusionOk="0" h="757" w="628">
                  <a:moveTo>
                    <a:pt x="495" y="0"/>
                  </a:moveTo>
                  <a:cubicBezTo>
                    <a:pt x="444" y="29"/>
                    <a:pt x="359" y="13"/>
                    <a:pt x="300" y="35"/>
                  </a:cubicBezTo>
                  <a:cubicBezTo>
                    <a:pt x="174" y="83"/>
                    <a:pt x="111" y="173"/>
                    <a:pt x="24" y="262"/>
                  </a:cubicBezTo>
                  <a:cubicBezTo>
                    <a:pt x="1" y="493"/>
                    <a:pt x="155" y="553"/>
                    <a:pt x="183" y="756"/>
                  </a:cubicBezTo>
                  <a:cubicBezTo>
                    <a:pt x="292" y="745"/>
                    <a:pt x="400" y="737"/>
                    <a:pt x="527" y="737"/>
                  </a:cubicBezTo>
                  <a:cubicBezTo>
                    <a:pt x="537" y="737"/>
                    <a:pt x="547" y="737"/>
                    <a:pt x="558" y="737"/>
                  </a:cubicBezTo>
                  <a:lnTo>
                    <a:pt x="558" y="713"/>
                  </a:lnTo>
                  <a:cubicBezTo>
                    <a:pt x="627" y="605"/>
                    <a:pt x="502" y="173"/>
                    <a:pt x="572" y="2"/>
                  </a:cubicBezTo>
                  <a:cubicBezTo>
                    <a:pt x="548" y="2"/>
                    <a:pt x="521" y="2"/>
                    <a:pt x="49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65"/>
            <p:cNvSpPr/>
            <p:nvPr/>
          </p:nvSpPr>
          <p:spPr>
            <a:xfrm>
              <a:off x="662033" y="3293175"/>
              <a:ext cx="44561" cy="29311"/>
            </a:xfrm>
            <a:custGeom>
              <a:rect b="b" l="l" r="r" t="t"/>
              <a:pathLst>
                <a:path extrusionOk="0" h="1036" w="1575">
                  <a:moveTo>
                    <a:pt x="428" y="0"/>
                  </a:moveTo>
                  <a:cubicBezTo>
                    <a:pt x="263" y="0"/>
                    <a:pt x="168" y="128"/>
                    <a:pt x="102" y="214"/>
                  </a:cubicBezTo>
                  <a:cubicBezTo>
                    <a:pt x="80" y="243"/>
                    <a:pt x="0" y="299"/>
                    <a:pt x="22" y="329"/>
                  </a:cubicBezTo>
                  <a:cubicBezTo>
                    <a:pt x="95" y="424"/>
                    <a:pt x="239" y="474"/>
                    <a:pt x="341" y="544"/>
                  </a:cubicBezTo>
                  <a:cubicBezTo>
                    <a:pt x="495" y="642"/>
                    <a:pt x="646" y="772"/>
                    <a:pt x="799" y="874"/>
                  </a:cubicBezTo>
                  <a:cubicBezTo>
                    <a:pt x="886" y="932"/>
                    <a:pt x="1006" y="961"/>
                    <a:pt x="1081" y="1036"/>
                  </a:cubicBezTo>
                  <a:cubicBezTo>
                    <a:pt x="1248" y="998"/>
                    <a:pt x="1376" y="893"/>
                    <a:pt x="1575" y="879"/>
                  </a:cubicBezTo>
                  <a:cubicBezTo>
                    <a:pt x="1533" y="533"/>
                    <a:pt x="1152" y="392"/>
                    <a:pt x="905" y="232"/>
                  </a:cubicBezTo>
                  <a:cubicBezTo>
                    <a:pt x="791" y="159"/>
                    <a:pt x="679" y="59"/>
                    <a:pt x="534" y="16"/>
                  </a:cubicBezTo>
                  <a:cubicBezTo>
                    <a:pt x="496" y="5"/>
                    <a:pt x="460" y="0"/>
                    <a:pt x="4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5"/>
            <p:cNvSpPr/>
            <p:nvPr/>
          </p:nvSpPr>
          <p:spPr>
            <a:xfrm>
              <a:off x="520490" y="3459474"/>
              <a:ext cx="230697" cy="261564"/>
            </a:xfrm>
            <a:custGeom>
              <a:rect b="b" l="l" r="r" t="t"/>
              <a:pathLst>
                <a:path extrusionOk="0" h="9245" w="8154">
                  <a:moveTo>
                    <a:pt x="2151" y="6148"/>
                  </a:moveTo>
                  <a:cubicBezTo>
                    <a:pt x="2161" y="6161"/>
                    <a:pt x="2154" y="6152"/>
                    <a:pt x="2164" y="6174"/>
                  </a:cubicBezTo>
                  <a:lnTo>
                    <a:pt x="2151" y="6174"/>
                  </a:lnTo>
                  <a:lnTo>
                    <a:pt x="2151" y="6148"/>
                  </a:lnTo>
                  <a:close/>
                  <a:moveTo>
                    <a:pt x="2138" y="6174"/>
                  </a:moveTo>
                  <a:cubicBezTo>
                    <a:pt x="2151" y="6201"/>
                    <a:pt x="2040" y="6504"/>
                    <a:pt x="2013" y="6572"/>
                  </a:cubicBezTo>
                  <a:cubicBezTo>
                    <a:pt x="1898" y="6860"/>
                    <a:pt x="1798" y="7178"/>
                    <a:pt x="1684" y="7469"/>
                  </a:cubicBezTo>
                  <a:cubicBezTo>
                    <a:pt x="1654" y="7540"/>
                    <a:pt x="1651" y="7735"/>
                    <a:pt x="1613" y="7791"/>
                  </a:cubicBezTo>
                  <a:lnTo>
                    <a:pt x="1613" y="7766"/>
                  </a:lnTo>
                  <a:cubicBezTo>
                    <a:pt x="1534" y="7655"/>
                    <a:pt x="1613" y="7366"/>
                    <a:pt x="1649" y="7263"/>
                  </a:cubicBezTo>
                  <a:cubicBezTo>
                    <a:pt x="1744" y="6995"/>
                    <a:pt x="1859" y="6734"/>
                    <a:pt x="1976" y="6481"/>
                  </a:cubicBezTo>
                  <a:cubicBezTo>
                    <a:pt x="2023" y="6379"/>
                    <a:pt x="2103" y="6289"/>
                    <a:pt x="2138" y="6174"/>
                  </a:cubicBezTo>
                  <a:close/>
                  <a:moveTo>
                    <a:pt x="3497" y="7251"/>
                  </a:moveTo>
                  <a:lnTo>
                    <a:pt x="3497" y="7251"/>
                  </a:lnTo>
                  <a:cubicBezTo>
                    <a:pt x="3528" y="7306"/>
                    <a:pt x="3481" y="7461"/>
                    <a:pt x="3467" y="7522"/>
                  </a:cubicBezTo>
                  <a:cubicBezTo>
                    <a:pt x="3459" y="7629"/>
                    <a:pt x="3454" y="7737"/>
                    <a:pt x="3446" y="7846"/>
                  </a:cubicBezTo>
                  <a:cubicBezTo>
                    <a:pt x="3422" y="7950"/>
                    <a:pt x="3406" y="8077"/>
                    <a:pt x="3401" y="8193"/>
                  </a:cubicBezTo>
                  <a:lnTo>
                    <a:pt x="3375" y="8193"/>
                  </a:lnTo>
                  <a:cubicBezTo>
                    <a:pt x="3359" y="8166"/>
                    <a:pt x="3350" y="8161"/>
                    <a:pt x="3337" y="8128"/>
                  </a:cubicBezTo>
                  <a:cubicBezTo>
                    <a:pt x="3249" y="8007"/>
                    <a:pt x="3352" y="7529"/>
                    <a:pt x="3403" y="7417"/>
                  </a:cubicBezTo>
                  <a:cubicBezTo>
                    <a:pt x="3429" y="7360"/>
                    <a:pt x="3475" y="7317"/>
                    <a:pt x="3497" y="7251"/>
                  </a:cubicBezTo>
                  <a:close/>
                  <a:moveTo>
                    <a:pt x="2817" y="6395"/>
                  </a:moveTo>
                  <a:cubicBezTo>
                    <a:pt x="2604" y="6768"/>
                    <a:pt x="2443" y="7197"/>
                    <a:pt x="2261" y="7612"/>
                  </a:cubicBezTo>
                  <a:cubicBezTo>
                    <a:pt x="2184" y="7786"/>
                    <a:pt x="2133" y="7968"/>
                    <a:pt x="2068" y="8137"/>
                  </a:cubicBezTo>
                  <a:cubicBezTo>
                    <a:pt x="2053" y="8176"/>
                    <a:pt x="2061" y="8246"/>
                    <a:pt x="2039" y="8278"/>
                  </a:cubicBezTo>
                  <a:lnTo>
                    <a:pt x="2039" y="8266"/>
                  </a:lnTo>
                  <a:cubicBezTo>
                    <a:pt x="1925" y="8138"/>
                    <a:pt x="2024" y="7804"/>
                    <a:pt x="2078" y="7671"/>
                  </a:cubicBezTo>
                  <a:cubicBezTo>
                    <a:pt x="2222" y="7315"/>
                    <a:pt x="2365" y="6952"/>
                    <a:pt x="2567" y="6649"/>
                  </a:cubicBezTo>
                  <a:cubicBezTo>
                    <a:pt x="2629" y="6558"/>
                    <a:pt x="2728" y="6486"/>
                    <a:pt x="2792" y="6395"/>
                  </a:cubicBezTo>
                  <a:close/>
                  <a:moveTo>
                    <a:pt x="3052" y="6944"/>
                  </a:moveTo>
                  <a:lnTo>
                    <a:pt x="3052" y="6944"/>
                  </a:lnTo>
                  <a:cubicBezTo>
                    <a:pt x="3073" y="6991"/>
                    <a:pt x="2956" y="7238"/>
                    <a:pt x="2929" y="7303"/>
                  </a:cubicBezTo>
                  <a:cubicBezTo>
                    <a:pt x="2843" y="7511"/>
                    <a:pt x="2799" y="7713"/>
                    <a:pt x="2721" y="7933"/>
                  </a:cubicBezTo>
                  <a:cubicBezTo>
                    <a:pt x="2673" y="8070"/>
                    <a:pt x="2615" y="8218"/>
                    <a:pt x="2596" y="8382"/>
                  </a:cubicBezTo>
                  <a:cubicBezTo>
                    <a:pt x="2612" y="8390"/>
                    <a:pt x="2647" y="8398"/>
                    <a:pt x="2660" y="8408"/>
                  </a:cubicBezTo>
                  <a:lnTo>
                    <a:pt x="2647" y="8408"/>
                  </a:lnTo>
                  <a:cubicBezTo>
                    <a:pt x="2622" y="8430"/>
                    <a:pt x="2604" y="8433"/>
                    <a:pt x="2556" y="8433"/>
                  </a:cubicBezTo>
                  <a:cubicBezTo>
                    <a:pt x="2539" y="8408"/>
                    <a:pt x="2530" y="8411"/>
                    <a:pt x="2517" y="8379"/>
                  </a:cubicBezTo>
                  <a:cubicBezTo>
                    <a:pt x="2447" y="8288"/>
                    <a:pt x="2520" y="8048"/>
                    <a:pt x="2552" y="7955"/>
                  </a:cubicBezTo>
                  <a:cubicBezTo>
                    <a:pt x="2644" y="7693"/>
                    <a:pt x="2738" y="7408"/>
                    <a:pt x="2879" y="7186"/>
                  </a:cubicBezTo>
                  <a:cubicBezTo>
                    <a:pt x="2930" y="7104"/>
                    <a:pt x="3003" y="7030"/>
                    <a:pt x="3052" y="6944"/>
                  </a:cubicBezTo>
                  <a:close/>
                  <a:moveTo>
                    <a:pt x="7002" y="1"/>
                  </a:moveTo>
                  <a:cubicBezTo>
                    <a:pt x="6923" y="99"/>
                    <a:pt x="6764" y="176"/>
                    <a:pt x="6661" y="251"/>
                  </a:cubicBezTo>
                  <a:cubicBezTo>
                    <a:pt x="6527" y="347"/>
                    <a:pt x="6369" y="589"/>
                    <a:pt x="6276" y="735"/>
                  </a:cubicBezTo>
                  <a:cubicBezTo>
                    <a:pt x="6110" y="991"/>
                    <a:pt x="6043" y="1302"/>
                    <a:pt x="5909" y="1593"/>
                  </a:cubicBezTo>
                  <a:cubicBezTo>
                    <a:pt x="5764" y="1910"/>
                    <a:pt x="5357" y="2375"/>
                    <a:pt x="5088" y="2570"/>
                  </a:cubicBezTo>
                  <a:cubicBezTo>
                    <a:pt x="4782" y="2789"/>
                    <a:pt x="4451" y="3032"/>
                    <a:pt x="4218" y="3326"/>
                  </a:cubicBezTo>
                  <a:cubicBezTo>
                    <a:pt x="4125" y="3442"/>
                    <a:pt x="4022" y="3435"/>
                    <a:pt x="4016" y="3659"/>
                  </a:cubicBezTo>
                  <a:cubicBezTo>
                    <a:pt x="3962" y="3734"/>
                    <a:pt x="3958" y="3849"/>
                    <a:pt x="3907" y="3928"/>
                  </a:cubicBezTo>
                  <a:cubicBezTo>
                    <a:pt x="3811" y="4076"/>
                    <a:pt x="3670" y="4195"/>
                    <a:pt x="3563" y="4333"/>
                  </a:cubicBezTo>
                  <a:cubicBezTo>
                    <a:pt x="3391" y="4556"/>
                    <a:pt x="3230" y="4778"/>
                    <a:pt x="3057" y="4995"/>
                  </a:cubicBezTo>
                  <a:cubicBezTo>
                    <a:pt x="2966" y="5108"/>
                    <a:pt x="2799" y="5159"/>
                    <a:pt x="2690" y="5258"/>
                  </a:cubicBezTo>
                  <a:cubicBezTo>
                    <a:pt x="2613" y="5326"/>
                    <a:pt x="2567" y="5427"/>
                    <a:pt x="2490" y="5499"/>
                  </a:cubicBezTo>
                  <a:cubicBezTo>
                    <a:pt x="2391" y="5594"/>
                    <a:pt x="2260" y="5671"/>
                    <a:pt x="2148" y="5751"/>
                  </a:cubicBezTo>
                  <a:cubicBezTo>
                    <a:pt x="2034" y="5860"/>
                    <a:pt x="1920" y="5970"/>
                    <a:pt x="1805" y="6079"/>
                  </a:cubicBezTo>
                  <a:cubicBezTo>
                    <a:pt x="1588" y="6286"/>
                    <a:pt x="1358" y="6488"/>
                    <a:pt x="1171" y="6725"/>
                  </a:cubicBezTo>
                  <a:cubicBezTo>
                    <a:pt x="1108" y="6779"/>
                    <a:pt x="1047" y="6834"/>
                    <a:pt x="988" y="6888"/>
                  </a:cubicBezTo>
                  <a:cubicBezTo>
                    <a:pt x="793" y="7075"/>
                    <a:pt x="588" y="7270"/>
                    <a:pt x="355" y="7417"/>
                  </a:cubicBezTo>
                  <a:cubicBezTo>
                    <a:pt x="269" y="7471"/>
                    <a:pt x="18" y="7551"/>
                    <a:pt x="0" y="7655"/>
                  </a:cubicBezTo>
                  <a:cubicBezTo>
                    <a:pt x="69" y="7772"/>
                    <a:pt x="35" y="7962"/>
                    <a:pt x="67" y="8109"/>
                  </a:cubicBezTo>
                  <a:cubicBezTo>
                    <a:pt x="163" y="8532"/>
                    <a:pt x="198" y="9016"/>
                    <a:pt x="562" y="9179"/>
                  </a:cubicBezTo>
                  <a:cubicBezTo>
                    <a:pt x="657" y="9222"/>
                    <a:pt x="847" y="9244"/>
                    <a:pt x="1021" y="9244"/>
                  </a:cubicBezTo>
                  <a:cubicBezTo>
                    <a:pt x="1126" y="9244"/>
                    <a:pt x="1225" y="9236"/>
                    <a:pt x="1296" y="9220"/>
                  </a:cubicBezTo>
                  <a:cubicBezTo>
                    <a:pt x="1608" y="9146"/>
                    <a:pt x="1914" y="9060"/>
                    <a:pt x="2219" y="8981"/>
                  </a:cubicBezTo>
                  <a:cubicBezTo>
                    <a:pt x="2415" y="8930"/>
                    <a:pt x="2610" y="8920"/>
                    <a:pt x="2804" y="8878"/>
                  </a:cubicBezTo>
                  <a:cubicBezTo>
                    <a:pt x="2994" y="8859"/>
                    <a:pt x="3183" y="8843"/>
                    <a:pt x="3374" y="8826"/>
                  </a:cubicBezTo>
                  <a:cubicBezTo>
                    <a:pt x="3442" y="8827"/>
                    <a:pt x="3512" y="8829"/>
                    <a:pt x="3580" y="8829"/>
                  </a:cubicBezTo>
                  <a:cubicBezTo>
                    <a:pt x="3654" y="8814"/>
                    <a:pt x="3760" y="8806"/>
                    <a:pt x="3869" y="8806"/>
                  </a:cubicBezTo>
                  <a:cubicBezTo>
                    <a:pt x="4015" y="8806"/>
                    <a:pt x="4168" y="8819"/>
                    <a:pt x="4266" y="8843"/>
                  </a:cubicBezTo>
                  <a:cubicBezTo>
                    <a:pt x="4468" y="8856"/>
                    <a:pt x="4670" y="8869"/>
                    <a:pt x="4873" y="8881"/>
                  </a:cubicBezTo>
                  <a:cubicBezTo>
                    <a:pt x="4996" y="8913"/>
                    <a:pt x="5171" y="8907"/>
                    <a:pt x="5299" y="8929"/>
                  </a:cubicBezTo>
                  <a:lnTo>
                    <a:pt x="5543" y="8935"/>
                  </a:lnTo>
                  <a:cubicBezTo>
                    <a:pt x="5794" y="8994"/>
                    <a:pt x="6216" y="8987"/>
                    <a:pt x="6499" y="8994"/>
                  </a:cubicBezTo>
                  <a:cubicBezTo>
                    <a:pt x="6760" y="9000"/>
                    <a:pt x="7027" y="9023"/>
                    <a:pt x="7269" y="9023"/>
                  </a:cubicBezTo>
                  <a:cubicBezTo>
                    <a:pt x="7755" y="9023"/>
                    <a:pt x="8138" y="8928"/>
                    <a:pt x="8154" y="8397"/>
                  </a:cubicBezTo>
                  <a:cubicBezTo>
                    <a:pt x="8033" y="8312"/>
                    <a:pt x="7949" y="8171"/>
                    <a:pt x="7850" y="8067"/>
                  </a:cubicBezTo>
                  <a:cubicBezTo>
                    <a:pt x="7636" y="7846"/>
                    <a:pt x="7199" y="7426"/>
                    <a:pt x="7109" y="7120"/>
                  </a:cubicBezTo>
                  <a:cubicBezTo>
                    <a:pt x="7056" y="6946"/>
                    <a:pt x="7110" y="6473"/>
                    <a:pt x="7113" y="6255"/>
                  </a:cubicBezTo>
                  <a:cubicBezTo>
                    <a:pt x="7123" y="5617"/>
                    <a:pt x="7132" y="4982"/>
                    <a:pt x="7141" y="4343"/>
                  </a:cubicBezTo>
                  <a:cubicBezTo>
                    <a:pt x="7130" y="3611"/>
                    <a:pt x="7120" y="2879"/>
                    <a:pt x="7110" y="2147"/>
                  </a:cubicBezTo>
                  <a:cubicBezTo>
                    <a:pt x="7062" y="1905"/>
                    <a:pt x="7125" y="1636"/>
                    <a:pt x="7075" y="1383"/>
                  </a:cubicBezTo>
                  <a:cubicBezTo>
                    <a:pt x="7055" y="1280"/>
                    <a:pt x="7081" y="1154"/>
                    <a:pt x="7058" y="1034"/>
                  </a:cubicBezTo>
                  <a:cubicBezTo>
                    <a:pt x="6997" y="722"/>
                    <a:pt x="7021" y="350"/>
                    <a:pt x="702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65"/>
            <p:cNvSpPr/>
            <p:nvPr/>
          </p:nvSpPr>
          <p:spPr>
            <a:xfrm>
              <a:off x="600074" y="3397685"/>
              <a:ext cx="124911" cy="160136"/>
            </a:xfrm>
            <a:custGeom>
              <a:rect b="b" l="l" r="r" t="t"/>
              <a:pathLst>
                <a:path extrusionOk="0" h="5660" w="4415">
                  <a:moveTo>
                    <a:pt x="3388" y="1"/>
                  </a:moveTo>
                  <a:cubicBezTo>
                    <a:pt x="3317" y="53"/>
                    <a:pt x="3212" y="63"/>
                    <a:pt x="3128" y="100"/>
                  </a:cubicBezTo>
                  <a:cubicBezTo>
                    <a:pt x="2987" y="159"/>
                    <a:pt x="2834" y="261"/>
                    <a:pt x="2708" y="348"/>
                  </a:cubicBezTo>
                  <a:cubicBezTo>
                    <a:pt x="2403" y="565"/>
                    <a:pt x="2174" y="947"/>
                    <a:pt x="1901" y="1209"/>
                  </a:cubicBezTo>
                  <a:cubicBezTo>
                    <a:pt x="1745" y="1359"/>
                    <a:pt x="1478" y="1511"/>
                    <a:pt x="1375" y="1702"/>
                  </a:cubicBezTo>
                  <a:lnTo>
                    <a:pt x="1362" y="1702"/>
                  </a:lnTo>
                  <a:lnTo>
                    <a:pt x="1362" y="1664"/>
                  </a:lnTo>
                  <a:cubicBezTo>
                    <a:pt x="1442" y="1578"/>
                    <a:pt x="1488" y="1424"/>
                    <a:pt x="1556" y="1337"/>
                  </a:cubicBezTo>
                  <a:cubicBezTo>
                    <a:pt x="1728" y="1116"/>
                    <a:pt x="1977" y="953"/>
                    <a:pt x="2151" y="731"/>
                  </a:cubicBezTo>
                  <a:cubicBezTo>
                    <a:pt x="2260" y="588"/>
                    <a:pt x="2378" y="401"/>
                    <a:pt x="2535" y="312"/>
                  </a:cubicBezTo>
                  <a:lnTo>
                    <a:pt x="2535" y="299"/>
                  </a:lnTo>
                  <a:lnTo>
                    <a:pt x="2496" y="299"/>
                  </a:lnTo>
                  <a:cubicBezTo>
                    <a:pt x="2414" y="372"/>
                    <a:pt x="2281" y="392"/>
                    <a:pt x="2183" y="449"/>
                  </a:cubicBezTo>
                  <a:cubicBezTo>
                    <a:pt x="2000" y="556"/>
                    <a:pt x="1760" y="726"/>
                    <a:pt x="1631" y="888"/>
                  </a:cubicBezTo>
                  <a:cubicBezTo>
                    <a:pt x="1405" y="1174"/>
                    <a:pt x="1091" y="1540"/>
                    <a:pt x="937" y="1882"/>
                  </a:cubicBezTo>
                  <a:cubicBezTo>
                    <a:pt x="908" y="1948"/>
                    <a:pt x="909" y="2007"/>
                    <a:pt x="880" y="2076"/>
                  </a:cubicBezTo>
                  <a:cubicBezTo>
                    <a:pt x="755" y="2363"/>
                    <a:pt x="658" y="2673"/>
                    <a:pt x="526" y="2959"/>
                  </a:cubicBezTo>
                  <a:cubicBezTo>
                    <a:pt x="385" y="3268"/>
                    <a:pt x="153" y="3545"/>
                    <a:pt x="40" y="3867"/>
                  </a:cubicBezTo>
                  <a:cubicBezTo>
                    <a:pt x="39" y="3926"/>
                    <a:pt x="39" y="3987"/>
                    <a:pt x="37" y="4048"/>
                  </a:cubicBezTo>
                  <a:cubicBezTo>
                    <a:pt x="1" y="4203"/>
                    <a:pt x="21" y="4421"/>
                    <a:pt x="52" y="4554"/>
                  </a:cubicBezTo>
                  <a:cubicBezTo>
                    <a:pt x="175" y="5092"/>
                    <a:pt x="337" y="5656"/>
                    <a:pt x="971" y="5659"/>
                  </a:cubicBezTo>
                  <a:cubicBezTo>
                    <a:pt x="1035" y="5568"/>
                    <a:pt x="1155" y="5540"/>
                    <a:pt x="1222" y="5457"/>
                  </a:cubicBezTo>
                  <a:cubicBezTo>
                    <a:pt x="1651" y="4918"/>
                    <a:pt x="2305" y="4599"/>
                    <a:pt x="2725" y="4054"/>
                  </a:cubicBezTo>
                  <a:cubicBezTo>
                    <a:pt x="2896" y="3832"/>
                    <a:pt x="2967" y="3547"/>
                    <a:pt x="3090" y="3275"/>
                  </a:cubicBezTo>
                  <a:cubicBezTo>
                    <a:pt x="3205" y="3023"/>
                    <a:pt x="3348" y="2769"/>
                    <a:pt x="3506" y="2560"/>
                  </a:cubicBezTo>
                  <a:cubicBezTo>
                    <a:pt x="3650" y="2371"/>
                    <a:pt x="3862" y="2201"/>
                    <a:pt x="4059" y="2068"/>
                  </a:cubicBezTo>
                  <a:cubicBezTo>
                    <a:pt x="4191" y="1978"/>
                    <a:pt x="4392" y="1910"/>
                    <a:pt x="4415" y="1714"/>
                  </a:cubicBezTo>
                  <a:cubicBezTo>
                    <a:pt x="4333" y="1623"/>
                    <a:pt x="4249" y="1589"/>
                    <a:pt x="4163" y="1589"/>
                  </a:cubicBezTo>
                  <a:cubicBezTo>
                    <a:pt x="4041" y="1589"/>
                    <a:pt x="3916" y="1659"/>
                    <a:pt x="3794" y="1738"/>
                  </a:cubicBezTo>
                  <a:cubicBezTo>
                    <a:pt x="3457" y="1956"/>
                    <a:pt x="3166" y="2224"/>
                    <a:pt x="2821" y="2442"/>
                  </a:cubicBezTo>
                  <a:cubicBezTo>
                    <a:pt x="2715" y="2509"/>
                    <a:pt x="2605" y="2615"/>
                    <a:pt x="2481" y="2654"/>
                  </a:cubicBezTo>
                  <a:lnTo>
                    <a:pt x="2481" y="2643"/>
                  </a:lnTo>
                  <a:cubicBezTo>
                    <a:pt x="2536" y="2600"/>
                    <a:pt x="2560" y="2531"/>
                    <a:pt x="2602" y="2477"/>
                  </a:cubicBezTo>
                  <a:cubicBezTo>
                    <a:pt x="2676" y="2406"/>
                    <a:pt x="2750" y="2333"/>
                    <a:pt x="2824" y="2262"/>
                  </a:cubicBezTo>
                  <a:cubicBezTo>
                    <a:pt x="2938" y="2160"/>
                    <a:pt x="3055" y="2062"/>
                    <a:pt x="3179" y="1974"/>
                  </a:cubicBezTo>
                  <a:cubicBezTo>
                    <a:pt x="3210" y="1939"/>
                    <a:pt x="3242" y="1905"/>
                    <a:pt x="3272" y="1871"/>
                  </a:cubicBezTo>
                  <a:cubicBezTo>
                    <a:pt x="3343" y="1820"/>
                    <a:pt x="3445" y="1766"/>
                    <a:pt x="3496" y="1695"/>
                  </a:cubicBezTo>
                  <a:cubicBezTo>
                    <a:pt x="3534" y="1642"/>
                    <a:pt x="3541" y="1583"/>
                    <a:pt x="3577" y="1529"/>
                  </a:cubicBezTo>
                  <a:cubicBezTo>
                    <a:pt x="3663" y="1401"/>
                    <a:pt x="3774" y="1273"/>
                    <a:pt x="3870" y="1148"/>
                  </a:cubicBezTo>
                  <a:cubicBezTo>
                    <a:pt x="4035" y="936"/>
                    <a:pt x="4351" y="812"/>
                    <a:pt x="4362" y="449"/>
                  </a:cubicBezTo>
                  <a:cubicBezTo>
                    <a:pt x="4320" y="401"/>
                    <a:pt x="4299" y="344"/>
                    <a:pt x="4235" y="315"/>
                  </a:cubicBezTo>
                  <a:cubicBezTo>
                    <a:pt x="4188" y="294"/>
                    <a:pt x="4141" y="286"/>
                    <a:pt x="4094" y="286"/>
                  </a:cubicBezTo>
                  <a:cubicBezTo>
                    <a:pt x="3901" y="286"/>
                    <a:pt x="3722" y="438"/>
                    <a:pt x="3622" y="510"/>
                  </a:cubicBezTo>
                  <a:cubicBezTo>
                    <a:pt x="3396" y="674"/>
                    <a:pt x="3220" y="915"/>
                    <a:pt x="2990" y="1078"/>
                  </a:cubicBezTo>
                  <a:cubicBezTo>
                    <a:pt x="2766" y="1237"/>
                    <a:pt x="2526" y="1346"/>
                    <a:pt x="2283" y="1490"/>
                  </a:cubicBezTo>
                  <a:cubicBezTo>
                    <a:pt x="2177" y="1551"/>
                    <a:pt x="2022" y="1732"/>
                    <a:pt x="1929" y="1766"/>
                  </a:cubicBezTo>
                  <a:lnTo>
                    <a:pt x="1929" y="1740"/>
                  </a:lnTo>
                  <a:cubicBezTo>
                    <a:pt x="1972" y="1708"/>
                    <a:pt x="1977" y="1658"/>
                    <a:pt x="2009" y="1613"/>
                  </a:cubicBezTo>
                  <a:cubicBezTo>
                    <a:pt x="2065" y="1533"/>
                    <a:pt x="2167" y="1430"/>
                    <a:pt x="2247" y="1373"/>
                  </a:cubicBezTo>
                  <a:cubicBezTo>
                    <a:pt x="2446" y="1231"/>
                    <a:pt x="2661" y="1113"/>
                    <a:pt x="2864" y="973"/>
                  </a:cubicBezTo>
                  <a:cubicBezTo>
                    <a:pt x="2958" y="907"/>
                    <a:pt x="3034" y="800"/>
                    <a:pt x="3127" y="734"/>
                  </a:cubicBezTo>
                  <a:cubicBezTo>
                    <a:pt x="3316" y="595"/>
                    <a:pt x="3489" y="430"/>
                    <a:pt x="3653" y="267"/>
                  </a:cubicBezTo>
                  <a:cubicBezTo>
                    <a:pt x="3656" y="223"/>
                    <a:pt x="3656" y="181"/>
                    <a:pt x="3657" y="137"/>
                  </a:cubicBezTo>
                  <a:cubicBezTo>
                    <a:pt x="3615" y="92"/>
                    <a:pt x="3576" y="50"/>
                    <a:pt x="3529" y="5"/>
                  </a:cubicBezTo>
                  <a:cubicBezTo>
                    <a:pt x="3483" y="2"/>
                    <a:pt x="3435" y="2"/>
                    <a:pt x="338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65"/>
            <p:cNvSpPr/>
            <p:nvPr/>
          </p:nvSpPr>
          <p:spPr>
            <a:xfrm>
              <a:off x="721785" y="3390980"/>
              <a:ext cx="41137" cy="127854"/>
            </a:xfrm>
            <a:custGeom>
              <a:rect b="b" l="l" r="r" t="t"/>
              <a:pathLst>
                <a:path extrusionOk="0" h="4519" w="1454">
                  <a:moveTo>
                    <a:pt x="1061" y="1"/>
                  </a:moveTo>
                  <a:cubicBezTo>
                    <a:pt x="1048" y="201"/>
                    <a:pt x="939" y="408"/>
                    <a:pt x="867" y="565"/>
                  </a:cubicBezTo>
                  <a:cubicBezTo>
                    <a:pt x="728" y="873"/>
                    <a:pt x="606" y="1160"/>
                    <a:pt x="447" y="1449"/>
                  </a:cubicBezTo>
                  <a:cubicBezTo>
                    <a:pt x="399" y="1538"/>
                    <a:pt x="270" y="1703"/>
                    <a:pt x="247" y="1793"/>
                  </a:cubicBezTo>
                  <a:cubicBezTo>
                    <a:pt x="232" y="1855"/>
                    <a:pt x="319" y="1972"/>
                    <a:pt x="265" y="2080"/>
                  </a:cubicBezTo>
                  <a:cubicBezTo>
                    <a:pt x="206" y="2199"/>
                    <a:pt x="43" y="2266"/>
                    <a:pt x="1" y="2371"/>
                  </a:cubicBezTo>
                  <a:cubicBezTo>
                    <a:pt x="97" y="2506"/>
                    <a:pt x="40" y="2765"/>
                    <a:pt x="79" y="2954"/>
                  </a:cubicBezTo>
                  <a:cubicBezTo>
                    <a:pt x="113" y="3131"/>
                    <a:pt x="81" y="3330"/>
                    <a:pt x="119" y="3522"/>
                  </a:cubicBezTo>
                  <a:cubicBezTo>
                    <a:pt x="177" y="3814"/>
                    <a:pt x="178" y="4192"/>
                    <a:pt x="175" y="4518"/>
                  </a:cubicBezTo>
                  <a:lnTo>
                    <a:pt x="200" y="4518"/>
                  </a:lnTo>
                  <a:lnTo>
                    <a:pt x="200" y="4493"/>
                  </a:lnTo>
                  <a:cubicBezTo>
                    <a:pt x="264" y="4424"/>
                    <a:pt x="283" y="4320"/>
                    <a:pt x="335" y="4236"/>
                  </a:cubicBezTo>
                  <a:cubicBezTo>
                    <a:pt x="459" y="4043"/>
                    <a:pt x="555" y="3832"/>
                    <a:pt x="658" y="3609"/>
                  </a:cubicBezTo>
                  <a:cubicBezTo>
                    <a:pt x="846" y="3208"/>
                    <a:pt x="1045" y="2779"/>
                    <a:pt x="1202" y="2342"/>
                  </a:cubicBezTo>
                  <a:cubicBezTo>
                    <a:pt x="1247" y="2214"/>
                    <a:pt x="1259" y="2103"/>
                    <a:pt x="1301" y="1968"/>
                  </a:cubicBezTo>
                  <a:cubicBezTo>
                    <a:pt x="1330" y="1878"/>
                    <a:pt x="1453" y="1378"/>
                    <a:pt x="1432" y="1288"/>
                  </a:cubicBezTo>
                  <a:cubicBezTo>
                    <a:pt x="1400" y="1136"/>
                    <a:pt x="1336" y="957"/>
                    <a:pt x="1289" y="808"/>
                  </a:cubicBezTo>
                  <a:cubicBezTo>
                    <a:pt x="1229" y="613"/>
                    <a:pt x="1189" y="418"/>
                    <a:pt x="1133" y="235"/>
                  </a:cubicBezTo>
                  <a:cubicBezTo>
                    <a:pt x="1107" y="151"/>
                    <a:pt x="1116" y="50"/>
                    <a:pt x="106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65"/>
            <p:cNvSpPr/>
            <p:nvPr/>
          </p:nvSpPr>
          <p:spPr>
            <a:xfrm>
              <a:off x="680621" y="3321071"/>
              <a:ext cx="60772" cy="44532"/>
            </a:xfrm>
            <a:custGeom>
              <a:rect b="b" l="l" r="r" t="t"/>
              <a:pathLst>
                <a:path extrusionOk="0" h="1574" w="2148">
                  <a:moveTo>
                    <a:pt x="1410" y="1"/>
                  </a:moveTo>
                  <a:cubicBezTo>
                    <a:pt x="1330" y="1"/>
                    <a:pt x="1256" y="2"/>
                    <a:pt x="1197" y="2"/>
                  </a:cubicBezTo>
                  <a:cubicBezTo>
                    <a:pt x="1189" y="2"/>
                    <a:pt x="1181" y="2"/>
                    <a:pt x="1174" y="2"/>
                  </a:cubicBezTo>
                  <a:cubicBezTo>
                    <a:pt x="1161" y="9"/>
                    <a:pt x="1145" y="11"/>
                    <a:pt x="1128" y="11"/>
                  </a:cubicBezTo>
                  <a:cubicBezTo>
                    <a:pt x="1102" y="11"/>
                    <a:pt x="1073" y="7"/>
                    <a:pt x="1045" y="7"/>
                  </a:cubicBezTo>
                  <a:cubicBezTo>
                    <a:pt x="1031" y="7"/>
                    <a:pt x="1018" y="8"/>
                    <a:pt x="1005" y="10"/>
                  </a:cubicBezTo>
                  <a:cubicBezTo>
                    <a:pt x="902" y="44"/>
                    <a:pt x="796" y="74"/>
                    <a:pt x="693" y="106"/>
                  </a:cubicBezTo>
                  <a:cubicBezTo>
                    <a:pt x="528" y="175"/>
                    <a:pt x="347" y="250"/>
                    <a:pt x="197" y="342"/>
                  </a:cubicBezTo>
                  <a:cubicBezTo>
                    <a:pt x="128" y="381"/>
                    <a:pt x="73" y="444"/>
                    <a:pt x="1" y="480"/>
                  </a:cubicBezTo>
                  <a:lnTo>
                    <a:pt x="12" y="492"/>
                  </a:lnTo>
                  <a:cubicBezTo>
                    <a:pt x="111" y="647"/>
                    <a:pt x="293" y="758"/>
                    <a:pt x="418" y="889"/>
                  </a:cubicBezTo>
                  <a:cubicBezTo>
                    <a:pt x="626" y="1105"/>
                    <a:pt x="797" y="1352"/>
                    <a:pt x="998" y="1573"/>
                  </a:cubicBezTo>
                  <a:cubicBezTo>
                    <a:pt x="1207" y="1565"/>
                    <a:pt x="1348" y="1389"/>
                    <a:pt x="1494" y="1299"/>
                  </a:cubicBezTo>
                  <a:cubicBezTo>
                    <a:pt x="1681" y="1187"/>
                    <a:pt x="1885" y="1168"/>
                    <a:pt x="2145" y="1120"/>
                  </a:cubicBezTo>
                  <a:cubicBezTo>
                    <a:pt x="2146" y="1054"/>
                    <a:pt x="2148" y="990"/>
                    <a:pt x="2148" y="925"/>
                  </a:cubicBezTo>
                  <a:cubicBezTo>
                    <a:pt x="2120" y="877"/>
                    <a:pt x="2141" y="804"/>
                    <a:pt x="2126" y="743"/>
                  </a:cubicBezTo>
                  <a:cubicBezTo>
                    <a:pt x="2094" y="599"/>
                    <a:pt x="2072" y="432"/>
                    <a:pt x="2033" y="291"/>
                  </a:cubicBezTo>
                  <a:cubicBezTo>
                    <a:pt x="2008" y="196"/>
                    <a:pt x="2023" y="103"/>
                    <a:pt x="1936" y="69"/>
                  </a:cubicBezTo>
                  <a:cubicBezTo>
                    <a:pt x="1861" y="9"/>
                    <a:pt x="1618" y="1"/>
                    <a:pt x="141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65"/>
            <p:cNvSpPr/>
            <p:nvPr/>
          </p:nvSpPr>
          <p:spPr>
            <a:xfrm>
              <a:off x="569972" y="3766524"/>
              <a:ext cx="72089" cy="124147"/>
            </a:xfrm>
            <a:custGeom>
              <a:rect b="b" l="l" r="r" t="t"/>
              <a:pathLst>
                <a:path extrusionOk="0" h="4388" w="2548">
                  <a:moveTo>
                    <a:pt x="2241" y="1"/>
                  </a:moveTo>
                  <a:cubicBezTo>
                    <a:pt x="2229" y="10"/>
                    <a:pt x="2212" y="17"/>
                    <a:pt x="2200" y="26"/>
                  </a:cubicBezTo>
                  <a:cubicBezTo>
                    <a:pt x="2128" y="120"/>
                    <a:pt x="2142" y="267"/>
                    <a:pt x="2103" y="398"/>
                  </a:cubicBezTo>
                  <a:cubicBezTo>
                    <a:pt x="2024" y="649"/>
                    <a:pt x="1949" y="899"/>
                    <a:pt x="1841" y="1129"/>
                  </a:cubicBezTo>
                  <a:cubicBezTo>
                    <a:pt x="1625" y="1596"/>
                    <a:pt x="1360" y="2071"/>
                    <a:pt x="1088" y="2496"/>
                  </a:cubicBezTo>
                  <a:cubicBezTo>
                    <a:pt x="979" y="2666"/>
                    <a:pt x="914" y="2848"/>
                    <a:pt x="805" y="3019"/>
                  </a:cubicBezTo>
                  <a:cubicBezTo>
                    <a:pt x="563" y="3399"/>
                    <a:pt x="320" y="3756"/>
                    <a:pt x="8" y="4062"/>
                  </a:cubicBezTo>
                  <a:cubicBezTo>
                    <a:pt x="1" y="4213"/>
                    <a:pt x="33" y="4291"/>
                    <a:pt x="78" y="4387"/>
                  </a:cubicBezTo>
                  <a:cubicBezTo>
                    <a:pt x="102" y="4380"/>
                    <a:pt x="91" y="4386"/>
                    <a:pt x="104" y="4374"/>
                  </a:cubicBezTo>
                  <a:cubicBezTo>
                    <a:pt x="213" y="4339"/>
                    <a:pt x="278" y="4233"/>
                    <a:pt x="354" y="4160"/>
                  </a:cubicBezTo>
                  <a:cubicBezTo>
                    <a:pt x="528" y="3993"/>
                    <a:pt x="720" y="3830"/>
                    <a:pt x="869" y="3641"/>
                  </a:cubicBezTo>
                  <a:cubicBezTo>
                    <a:pt x="930" y="3588"/>
                    <a:pt x="992" y="3532"/>
                    <a:pt x="1052" y="3479"/>
                  </a:cubicBezTo>
                  <a:cubicBezTo>
                    <a:pt x="1116" y="3399"/>
                    <a:pt x="1183" y="3307"/>
                    <a:pt x="1239" y="3224"/>
                  </a:cubicBezTo>
                  <a:cubicBezTo>
                    <a:pt x="1617" y="2653"/>
                    <a:pt x="1882" y="2004"/>
                    <a:pt x="2171" y="1344"/>
                  </a:cubicBezTo>
                  <a:cubicBezTo>
                    <a:pt x="2301" y="1051"/>
                    <a:pt x="2359" y="748"/>
                    <a:pt x="2462" y="407"/>
                  </a:cubicBezTo>
                  <a:cubicBezTo>
                    <a:pt x="2495" y="297"/>
                    <a:pt x="2540" y="199"/>
                    <a:pt x="2548" y="61"/>
                  </a:cubicBezTo>
                  <a:cubicBezTo>
                    <a:pt x="2535" y="55"/>
                    <a:pt x="2522" y="50"/>
                    <a:pt x="2510" y="46"/>
                  </a:cubicBezTo>
                  <a:cubicBezTo>
                    <a:pt x="2455" y="4"/>
                    <a:pt x="2334" y="2"/>
                    <a:pt x="224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65"/>
            <p:cNvSpPr/>
            <p:nvPr/>
          </p:nvSpPr>
          <p:spPr>
            <a:xfrm>
              <a:off x="756584" y="4706714"/>
              <a:ext cx="251605" cy="29000"/>
            </a:xfrm>
            <a:custGeom>
              <a:rect b="b" l="l" r="r" t="t"/>
              <a:pathLst>
                <a:path extrusionOk="0" h="1025" w="8893">
                  <a:moveTo>
                    <a:pt x="8769" y="1"/>
                  </a:moveTo>
                  <a:cubicBezTo>
                    <a:pt x="8724" y="114"/>
                    <a:pt x="8593" y="155"/>
                    <a:pt x="8493" y="214"/>
                  </a:cubicBezTo>
                  <a:cubicBezTo>
                    <a:pt x="8245" y="357"/>
                    <a:pt x="7907" y="413"/>
                    <a:pt x="7574" y="486"/>
                  </a:cubicBezTo>
                  <a:cubicBezTo>
                    <a:pt x="7436" y="495"/>
                    <a:pt x="7298" y="507"/>
                    <a:pt x="7160" y="515"/>
                  </a:cubicBezTo>
                  <a:cubicBezTo>
                    <a:pt x="6897" y="579"/>
                    <a:pt x="6603" y="608"/>
                    <a:pt x="6317" y="666"/>
                  </a:cubicBezTo>
                  <a:cubicBezTo>
                    <a:pt x="6260" y="664"/>
                    <a:pt x="6203" y="664"/>
                    <a:pt x="6149" y="662"/>
                  </a:cubicBezTo>
                  <a:cubicBezTo>
                    <a:pt x="5930" y="706"/>
                    <a:pt x="5668" y="682"/>
                    <a:pt x="5450" y="723"/>
                  </a:cubicBezTo>
                  <a:cubicBezTo>
                    <a:pt x="5161" y="719"/>
                    <a:pt x="4871" y="712"/>
                    <a:pt x="4585" y="706"/>
                  </a:cubicBezTo>
                  <a:cubicBezTo>
                    <a:pt x="4509" y="721"/>
                    <a:pt x="4402" y="727"/>
                    <a:pt x="4287" y="727"/>
                  </a:cubicBezTo>
                  <a:cubicBezTo>
                    <a:pt x="4075" y="727"/>
                    <a:pt x="3835" y="705"/>
                    <a:pt x="3707" y="675"/>
                  </a:cubicBezTo>
                  <a:cubicBezTo>
                    <a:pt x="3564" y="640"/>
                    <a:pt x="3409" y="671"/>
                    <a:pt x="3281" y="640"/>
                  </a:cubicBezTo>
                  <a:cubicBezTo>
                    <a:pt x="3195" y="639"/>
                    <a:pt x="3109" y="636"/>
                    <a:pt x="3024" y="634"/>
                  </a:cubicBezTo>
                  <a:cubicBezTo>
                    <a:pt x="2743" y="566"/>
                    <a:pt x="2407" y="605"/>
                    <a:pt x="2132" y="539"/>
                  </a:cubicBezTo>
                  <a:cubicBezTo>
                    <a:pt x="2020" y="531"/>
                    <a:pt x="1910" y="525"/>
                    <a:pt x="1796" y="518"/>
                  </a:cubicBezTo>
                  <a:cubicBezTo>
                    <a:pt x="1526" y="488"/>
                    <a:pt x="1256" y="456"/>
                    <a:pt x="984" y="424"/>
                  </a:cubicBezTo>
                  <a:cubicBezTo>
                    <a:pt x="710" y="358"/>
                    <a:pt x="436" y="291"/>
                    <a:pt x="161" y="226"/>
                  </a:cubicBezTo>
                  <a:cubicBezTo>
                    <a:pt x="111" y="208"/>
                    <a:pt x="62" y="175"/>
                    <a:pt x="7" y="159"/>
                  </a:cubicBezTo>
                  <a:cubicBezTo>
                    <a:pt x="5" y="236"/>
                    <a:pt x="2" y="313"/>
                    <a:pt x="1" y="392"/>
                  </a:cubicBezTo>
                  <a:cubicBezTo>
                    <a:pt x="21" y="422"/>
                    <a:pt x="23" y="504"/>
                    <a:pt x="23" y="547"/>
                  </a:cubicBezTo>
                  <a:lnTo>
                    <a:pt x="49" y="547"/>
                  </a:lnTo>
                  <a:cubicBezTo>
                    <a:pt x="155" y="617"/>
                    <a:pt x="420" y="588"/>
                    <a:pt x="565" y="624"/>
                  </a:cubicBezTo>
                  <a:cubicBezTo>
                    <a:pt x="841" y="693"/>
                    <a:pt x="1161" y="701"/>
                    <a:pt x="1440" y="771"/>
                  </a:cubicBezTo>
                  <a:cubicBezTo>
                    <a:pt x="1513" y="777"/>
                    <a:pt x="1586" y="783"/>
                    <a:pt x="1660" y="790"/>
                  </a:cubicBezTo>
                  <a:cubicBezTo>
                    <a:pt x="1972" y="866"/>
                    <a:pt x="2346" y="837"/>
                    <a:pt x="2666" y="915"/>
                  </a:cubicBezTo>
                  <a:cubicBezTo>
                    <a:pt x="2814" y="951"/>
                    <a:pt x="2980" y="918"/>
                    <a:pt x="3117" y="951"/>
                  </a:cubicBezTo>
                  <a:cubicBezTo>
                    <a:pt x="3336" y="960"/>
                    <a:pt x="3556" y="969"/>
                    <a:pt x="3774" y="978"/>
                  </a:cubicBezTo>
                  <a:cubicBezTo>
                    <a:pt x="3894" y="1006"/>
                    <a:pt x="4039" y="1012"/>
                    <a:pt x="4185" y="1012"/>
                  </a:cubicBezTo>
                  <a:cubicBezTo>
                    <a:pt x="4289" y="1012"/>
                    <a:pt x="4393" y="1009"/>
                    <a:pt x="4492" y="1009"/>
                  </a:cubicBezTo>
                  <a:cubicBezTo>
                    <a:pt x="4520" y="1009"/>
                    <a:pt x="4548" y="1009"/>
                    <a:pt x="4575" y="1010"/>
                  </a:cubicBezTo>
                  <a:cubicBezTo>
                    <a:pt x="4698" y="1011"/>
                    <a:pt x="4842" y="1024"/>
                    <a:pt x="4974" y="1024"/>
                  </a:cubicBezTo>
                  <a:cubicBezTo>
                    <a:pt x="5044" y="1024"/>
                    <a:pt x="5111" y="1021"/>
                    <a:pt x="5170" y="1010"/>
                  </a:cubicBezTo>
                  <a:cubicBezTo>
                    <a:pt x="5453" y="1011"/>
                    <a:pt x="5738" y="1012"/>
                    <a:pt x="6021" y="1014"/>
                  </a:cubicBezTo>
                  <a:cubicBezTo>
                    <a:pt x="6059" y="1007"/>
                    <a:pt x="6099" y="1005"/>
                    <a:pt x="6140" y="1005"/>
                  </a:cubicBezTo>
                  <a:cubicBezTo>
                    <a:pt x="6204" y="1005"/>
                    <a:pt x="6272" y="1010"/>
                    <a:pt x="6338" y="1010"/>
                  </a:cubicBezTo>
                  <a:cubicBezTo>
                    <a:pt x="6385" y="1010"/>
                    <a:pt x="6431" y="1007"/>
                    <a:pt x="6475" y="998"/>
                  </a:cubicBezTo>
                  <a:cubicBezTo>
                    <a:pt x="6703" y="949"/>
                    <a:pt x="6971" y="931"/>
                    <a:pt x="7189" y="871"/>
                  </a:cubicBezTo>
                  <a:cubicBezTo>
                    <a:pt x="7314" y="848"/>
                    <a:pt x="7439" y="826"/>
                    <a:pt x="7566" y="802"/>
                  </a:cubicBezTo>
                  <a:cubicBezTo>
                    <a:pt x="7897" y="703"/>
                    <a:pt x="8243" y="598"/>
                    <a:pt x="8515" y="435"/>
                  </a:cubicBezTo>
                  <a:cubicBezTo>
                    <a:pt x="8602" y="383"/>
                    <a:pt x="8893" y="203"/>
                    <a:pt x="876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65"/>
            <p:cNvSpPr/>
            <p:nvPr/>
          </p:nvSpPr>
          <p:spPr>
            <a:xfrm>
              <a:off x="553563" y="4635136"/>
              <a:ext cx="139567" cy="111246"/>
            </a:xfrm>
            <a:custGeom>
              <a:rect b="b" l="l" r="r" t="t"/>
              <a:pathLst>
                <a:path extrusionOk="0" h="3932" w="4933">
                  <a:moveTo>
                    <a:pt x="1229" y="1885"/>
                  </a:moveTo>
                  <a:cubicBezTo>
                    <a:pt x="1239" y="1898"/>
                    <a:pt x="1232" y="1889"/>
                    <a:pt x="1242" y="1911"/>
                  </a:cubicBezTo>
                  <a:lnTo>
                    <a:pt x="1229" y="1911"/>
                  </a:lnTo>
                  <a:lnTo>
                    <a:pt x="1229" y="1885"/>
                  </a:lnTo>
                  <a:close/>
                  <a:moveTo>
                    <a:pt x="1134" y="1471"/>
                  </a:moveTo>
                  <a:cubicBezTo>
                    <a:pt x="1145" y="1484"/>
                    <a:pt x="1137" y="1475"/>
                    <a:pt x="1148" y="1497"/>
                  </a:cubicBezTo>
                  <a:cubicBezTo>
                    <a:pt x="1046" y="1568"/>
                    <a:pt x="991" y="1708"/>
                    <a:pt x="919" y="1815"/>
                  </a:cubicBezTo>
                  <a:cubicBezTo>
                    <a:pt x="791" y="2014"/>
                    <a:pt x="613" y="2224"/>
                    <a:pt x="546" y="2478"/>
                  </a:cubicBezTo>
                  <a:lnTo>
                    <a:pt x="533" y="2478"/>
                  </a:lnTo>
                  <a:lnTo>
                    <a:pt x="533" y="2440"/>
                  </a:lnTo>
                  <a:cubicBezTo>
                    <a:pt x="576" y="2372"/>
                    <a:pt x="582" y="2233"/>
                    <a:pt x="617" y="2158"/>
                  </a:cubicBezTo>
                  <a:cubicBezTo>
                    <a:pt x="739" y="1889"/>
                    <a:pt x="938" y="1667"/>
                    <a:pt x="1134" y="1471"/>
                  </a:cubicBezTo>
                  <a:close/>
                  <a:moveTo>
                    <a:pt x="1203" y="2531"/>
                  </a:moveTo>
                  <a:cubicBezTo>
                    <a:pt x="1214" y="2544"/>
                    <a:pt x="1207" y="2535"/>
                    <a:pt x="1216" y="2557"/>
                  </a:cubicBezTo>
                  <a:cubicBezTo>
                    <a:pt x="1213" y="2557"/>
                    <a:pt x="1211" y="2558"/>
                    <a:pt x="1209" y="2558"/>
                  </a:cubicBezTo>
                  <a:cubicBezTo>
                    <a:pt x="1207" y="2558"/>
                    <a:pt x="1205" y="2557"/>
                    <a:pt x="1203" y="2557"/>
                  </a:cubicBezTo>
                  <a:lnTo>
                    <a:pt x="1203" y="2531"/>
                  </a:lnTo>
                  <a:close/>
                  <a:moveTo>
                    <a:pt x="1217" y="1911"/>
                  </a:moveTo>
                  <a:lnTo>
                    <a:pt x="1217" y="1911"/>
                  </a:lnTo>
                  <a:cubicBezTo>
                    <a:pt x="1244" y="1965"/>
                    <a:pt x="1140" y="2142"/>
                    <a:pt x="1108" y="2205"/>
                  </a:cubicBezTo>
                  <a:cubicBezTo>
                    <a:pt x="1011" y="2406"/>
                    <a:pt x="903" y="2622"/>
                    <a:pt x="810" y="2820"/>
                  </a:cubicBezTo>
                  <a:cubicBezTo>
                    <a:pt x="767" y="2910"/>
                    <a:pt x="748" y="3025"/>
                    <a:pt x="687" y="3102"/>
                  </a:cubicBezTo>
                  <a:lnTo>
                    <a:pt x="687" y="3076"/>
                  </a:lnTo>
                  <a:cubicBezTo>
                    <a:pt x="633" y="2986"/>
                    <a:pt x="755" y="2807"/>
                    <a:pt x="786" y="2741"/>
                  </a:cubicBezTo>
                  <a:cubicBezTo>
                    <a:pt x="881" y="2531"/>
                    <a:pt x="973" y="2340"/>
                    <a:pt x="1084" y="2139"/>
                  </a:cubicBezTo>
                  <a:cubicBezTo>
                    <a:pt x="1126" y="2065"/>
                    <a:pt x="1188" y="1998"/>
                    <a:pt x="1217" y="1911"/>
                  </a:cubicBezTo>
                  <a:close/>
                  <a:moveTo>
                    <a:pt x="1191" y="2560"/>
                  </a:moveTo>
                  <a:cubicBezTo>
                    <a:pt x="1209" y="2595"/>
                    <a:pt x="1166" y="2704"/>
                    <a:pt x="1148" y="2763"/>
                  </a:cubicBezTo>
                  <a:cubicBezTo>
                    <a:pt x="1105" y="2888"/>
                    <a:pt x="1040" y="3339"/>
                    <a:pt x="977" y="3419"/>
                  </a:cubicBezTo>
                  <a:lnTo>
                    <a:pt x="977" y="3406"/>
                  </a:lnTo>
                  <a:cubicBezTo>
                    <a:pt x="934" y="3343"/>
                    <a:pt x="961" y="3214"/>
                    <a:pt x="970" y="3135"/>
                  </a:cubicBezTo>
                  <a:cubicBezTo>
                    <a:pt x="996" y="2907"/>
                    <a:pt x="1101" y="2727"/>
                    <a:pt x="1191" y="2560"/>
                  </a:cubicBezTo>
                  <a:close/>
                  <a:moveTo>
                    <a:pt x="2508" y="1"/>
                  </a:moveTo>
                  <a:cubicBezTo>
                    <a:pt x="2362" y="23"/>
                    <a:pt x="2213" y="46"/>
                    <a:pt x="2066" y="68"/>
                  </a:cubicBezTo>
                  <a:cubicBezTo>
                    <a:pt x="1792" y="146"/>
                    <a:pt x="1526" y="231"/>
                    <a:pt x="1273" y="335"/>
                  </a:cubicBezTo>
                  <a:cubicBezTo>
                    <a:pt x="1069" y="420"/>
                    <a:pt x="756" y="626"/>
                    <a:pt x="642" y="800"/>
                  </a:cubicBezTo>
                  <a:cubicBezTo>
                    <a:pt x="503" y="1010"/>
                    <a:pt x="480" y="1263"/>
                    <a:pt x="393" y="1532"/>
                  </a:cubicBezTo>
                  <a:cubicBezTo>
                    <a:pt x="306" y="1802"/>
                    <a:pt x="232" y="2065"/>
                    <a:pt x="141" y="2340"/>
                  </a:cubicBezTo>
                  <a:cubicBezTo>
                    <a:pt x="109" y="2443"/>
                    <a:pt x="115" y="2579"/>
                    <a:pt x="82" y="2699"/>
                  </a:cubicBezTo>
                  <a:cubicBezTo>
                    <a:pt x="9" y="2981"/>
                    <a:pt x="0" y="3201"/>
                    <a:pt x="79" y="3463"/>
                  </a:cubicBezTo>
                  <a:cubicBezTo>
                    <a:pt x="120" y="3601"/>
                    <a:pt x="112" y="3752"/>
                    <a:pt x="239" y="3803"/>
                  </a:cubicBezTo>
                  <a:cubicBezTo>
                    <a:pt x="270" y="3824"/>
                    <a:pt x="311" y="3828"/>
                    <a:pt x="356" y="3828"/>
                  </a:cubicBezTo>
                  <a:cubicBezTo>
                    <a:pt x="380" y="3828"/>
                    <a:pt x="406" y="3827"/>
                    <a:pt x="431" y="3827"/>
                  </a:cubicBezTo>
                  <a:cubicBezTo>
                    <a:pt x="462" y="3827"/>
                    <a:pt x="493" y="3829"/>
                    <a:pt x="522" y="3836"/>
                  </a:cubicBezTo>
                  <a:cubicBezTo>
                    <a:pt x="678" y="3873"/>
                    <a:pt x="893" y="3846"/>
                    <a:pt x="1050" y="3887"/>
                  </a:cubicBezTo>
                  <a:cubicBezTo>
                    <a:pt x="1136" y="3889"/>
                    <a:pt x="1223" y="3890"/>
                    <a:pt x="1309" y="3891"/>
                  </a:cubicBezTo>
                  <a:cubicBezTo>
                    <a:pt x="1416" y="3916"/>
                    <a:pt x="1670" y="3931"/>
                    <a:pt x="1891" y="3931"/>
                  </a:cubicBezTo>
                  <a:cubicBezTo>
                    <a:pt x="2031" y="3931"/>
                    <a:pt x="2159" y="3925"/>
                    <a:pt x="2226" y="3912"/>
                  </a:cubicBezTo>
                  <a:cubicBezTo>
                    <a:pt x="2286" y="3913"/>
                    <a:pt x="2347" y="3913"/>
                    <a:pt x="2408" y="3916"/>
                  </a:cubicBezTo>
                  <a:cubicBezTo>
                    <a:pt x="2572" y="3897"/>
                    <a:pt x="2737" y="3880"/>
                    <a:pt x="2901" y="3861"/>
                  </a:cubicBezTo>
                  <a:cubicBezTo>
                    <a:pt x="3315" y="3763"/>
                    <a:pt x="3735" y="3681"/>
                    <a:pt x="4109" y="3550"/>
                  </a:cubicBezTo>
                  <a:cubicBezTo>
                    <a:pt x="4426" y="3441"/>
                    <a:pt x="4808" y="3423"/>
                    <a:pt x="4907" y="3089"/>
                  </a:cubicBezTo>
                  <a:cubicBezTo>
                    <a:pt x="4931" y="3007"/>
                    <a:pt x="4932" y="2696"/>
                    <a:pt x="4906" y="2611"/>
                  </a:cubicBezTo>
                  <a:cubicBezTo>
                    <a:pt x="4886" y="2551"/>
                    <a:pt x="4819" y="2488"/>
                    <a:pt x="4792" y="2427"/>
                  </a:cubicBezTo>
                  <a:cubicBezTo>
                    <a:pt x="4699" y="2195"/>
                    <a:pt x="4644" y="2020"/>
                    <a:pt x="4522" y="1827"/>
                  </a:cubicBezTo>
                  <a:cubicBezTo>
                    <a:pt x="4159" y="1248"/>
                    <a:pt x="3722" y="867"/>
                    <a:pt x="2988" y="632"/>
                  </a:cubicBezTo>
                  <a:cubicBezTo>
                    <a:pt x="2798" y="570"/>
                    <a:pt x="2561" y="536"/>
                    <a:pt x="2328" y="536"/>
                  </a:cubicBezTo>
                  <a:cubicBezTo>
                    <a:pt x="2141" y="536"/>
                    <a:pt x="1956" y="558"/>
                    <a:pt x="1799" y="606"/>
                  </a:cubicBezTo>
                  <a:cubicBezTo>
                    <a:pt x="1598" y="668"/>
                    <a:pt x="1399" y="768"/>
                    <a:pt x="1238" y="879"/>
                  </a:cubicBezTo>
                  <a:cubicBezTo>
                    <a:pt x="1149" y="939"/>
                    <a:pt x="1078" y="1035"/>
                    <a:pt x="988" y="1093"/>
                  </a:cubicBezTo>
                  <a:lnTo>
                    <a:pt x="988" y="1068"/>
                  </a:lnTo>
                  <a:cubicBezTo>
                    <a:pt x="1047" y="1030"/>
                    <a:pt x="1076" y="957"/>
                    <a:pt x="1133" y="915"/>
                  </a:cubicBezTo>
                  <a:cubicBezTo>
                    <a:pt x="1309" y="787"/>
                    <a:pt x="1494" y="664"/>
                    <a:pt x="1709" y="579"/>
                  </a:cubicBezTo>
                  <a:cubicBezTo>
                    <a:pt x="1964" y="478"/>
                    <a:pt x="2255" y="431"/>
                    <a:pt x="2547" y="431"/>
                  </a:cubicBezTo>
                  <a:cubicBezTo>
                    <a:pt x="3019" y="431"/>
                    <a:pt x="3493" y="554"/>
                    <a:pt x="3824" y="766"/>
                  </a:cubicBezTo>
                  <a:cubicBezTo>
                    <a:pt x="3964" y="854"/>
                    <a:pt x="4089" y="969"/>
                    <a:pt x="4218" y="1071"/>
                  </a:cubicBezTo>
                  <a:cubicBezTo>
                    <a:pt x="4285" y="1142"/>
                    <a:pt x="4353" y="1212"/>
                    <a:pt x="4420" y="1282"/>
                  </a:cubicBezTo>
                  <a:cubicBezTo>
                    <a:pt x="4087" y="533"/>
                    <a:pt x="3612" y="23"/>
                    <a:pt x="25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65"/>
            <p:cNvSpPr/>
            <p:nvPr/>
          </p:nvSpPr>
          <p:spPr>
            <a:xfrm>
              <a:off x="725548" y="3478203"/>
              <a:ext cx="63828" cy="177394"/>
            </a:xfrm>
            <a:custGeom>
              <a:rect b="b" l="l" r="r" t="t"/>
              <a:pathLst>
                <a:path extrusionOk="0" h="6270" w="2256">
                  <a:moveTo>
                    <a:pt x="1754" y="0"/>
                  </a:moveTo>
                  <a:cubicBezTo>
                    <a:pt x="1678" y="211"/>
                    <a:pt x="1626" y="417"/>
                    <a:pt x="1534" y="615"/>
                  </a:cubicBezTo>
                  <a:cubicBezTo>
                    <a:pt x="1217" y="1304"/>
                    <a:pt x="819" y="1941"/>
                    <a:pt x="496" y="2635"/>
                  </a:cubicBezTo>
                  <a:cubicBezTo>
                    <a:pt x="409" y="2822"/>
                    <a:pt x="301" y="3021"/>
                    <a:pt x="201" y="3210"/>
                  </a:cubicBezTo>
                  <a:cubicBezTo>
                    <a:pt x="164" y="3276"/>
                    <a:pt x="102" y="3353"/>
                    <a:pt x="79" y="3427"/>
                  </a:cubicBezTo>
                  <a:cubicBezTo>
                    <a:pt x="79" y="3603"/>
                    <a:pt x="80" y="3780"/>
                    <a:pt x="80" y="3958"/>
                  </a:cubicBezTo>
                  <a:cubicBezTo>
                    <a:pt x="71" y="4385"/>
                    <a:pt x="63" y="4810"/>
                    <a:pt x="53" y="5237"/>
                  </a:cubicBezTo>
                  <a:cubicBezTo>
                    <a:pt x="48" y="5478"/>
                    <a:pt x="42" y="5718"/>
                    <a:pt x="37" y="5961"/>
                  </a:cubicBezTo>
                  <a:cubicBezTo>
                    <a:pt x="15" y="6044"/>
                    <a:pt x="0" y="6172"/>
                    <a:pt x="16" y="6269"/>
                  </a:cubicBezTo>
                  <a:cubicBezTo>
                    <a:pt x="28" y="6256"/>
                    <a:pt x="22" y="6266"/>
                    <a:pt x="29" y="6245"/>
                  </a:cubicBezTo>
                  <a:cubicBezTo>
                    <a:pt x="128" y="6147"/>
                    <a:pt x="180" y="6005"/>
                    <a:pt x="256" y="5888"/>
                  </a:cubicBezTo>
                  <a:cubicBezTo>
                    <a:pt x="415" y="5648"/>
                    <a:pt x="580" y="5394"/>
                    <a:pt x="739" y="5148"/>
                  </a:cubicBezTo>
                  <a:cubicBezTo>
                    <a:pt x="794" y="5061"/>
                    <a:pt x="816" y="4968"/>
                    <a:pt x="873" y="4879"/>
                  </a:cubicBezTo>
                  <a:cubicBezTo>
                    <a:pt x="1216" y="4340"/>
                    <a:pt x="1512" y="3740"/>
                    <a:pt x="1788" y="3142"/>
                  </a:cubicBezTo>
                  <a:cubicBezTo>
                    <a:pt x="1893" y="2914"/>
                    <a:pt x="2005" y="2681"/>
                    <a:pt x="2114" y="2438"/>
                  </a:cubicBezTo>
                  <a:cubicBezTo>
                    <a:pt x="2149" y="2363"/>
                    <a:pt x="2217" y="2254"/>
                    <a:pt x="2236" y="2169"/>
                  </a:cubicBezTo>
                  <a:cubicBezTo>
                    <a:pt x="2255" y="2073"/>
                    <a:pt x="2187" y="1903"/>
                    <a:pt x="2165" y="1819"/>
                  </a:cubicBezTo>
                  <a:cubicBezTo>
                    <a:pt x="2094" y="1512"/>
                    <a:pt x="2059" y="1207"/>
                    <a:pt x="1979" y="920"/>
                  </a:cubicBezTo>
                  <a:cubicBezTo>
                    <a:pt x="1919" y="702"/>
                    <a:pt x="1884" y="487"/>
                    <a:pt x="1825" y="285"/>
                  </a:cubicBezTo>
                  <a:cubicBezTo>
                    <a:pt x="1796" y="189"/>
                    <a:pt x="1804" y="74"/>
                    <a:pt x="175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65"/>
            <p:cNvSpPr/>
            <p:nvPr/>
          </p:nvSpPr>
          <p:spPr>
            <a:xfrm>
              <a:off x="727302" y="3437689"/>
              <a:ext cx="46937" cy="130117"/>
            </a:xfrm>
            <a:custGeom>
              <a:rect b="b" l="l" r="r" t="t"/>
              <a:pathLst>
                <a:path extrusionOk="0" h="4599" w="1659">
                  <a:moveTo>
                    <a:pt x="1321" y="0"/>
                  </a:moveTo>
                  <a:cubicBezTo>
                    <a:pt x="1276" y="411"/>
                    <a:pt x="1141" y="771"/>
                    <a:pt x="1001" y="1092"/>
                  </a:cubicBezTo>
                  <a:cubicBezTo>
                    <a:pt x="789" y="1580"/>
                    <a:pt x="607" y="2030"/>
                    <a:pt x="364" y="2475"/>
                  </a:cubicBezTo>
                  <a:cubicBezTo>
                    <a:pt x="274" y="2639"/>
                    <a:pt x="187" y="2803"/>
                    <a:pt x="95" y="2973"/>
                  </a:cubicBezTo>
                  <a:cubicBezTo>
                    <a:pt x="69" y="3018"/>
                    <a:pt x="18" y="3078"/>
                    <a:pt x="1" y="3126"/>
                  </a:cubicBezTo>
                  <a:cubicBezTo>
                    <a:pt x="8" y="3616"/>
                    <a:pt x="12" y="4109"/>
                    <a:pt x="20" y="4599"/>
                  </a:cubicBezTo>
                  <a:lnTo>
                    <a:pt x="33" y="4599"/>
                  </a:lnTo>
                  <a:lnTo>
                    <a:pt x="33" y="4574"/>
                  </a:lnTo>
                  <a:cubicBezTo>
                    <a:pt x="136" y="4465"/>
                    <a:pt x="222" y="4209"/>
                    <a:pt x="289" y="4064"/>
                  </a:cubicBezTo>
                  <a:cubicBezTo>
                    <a:pt x="403" y="3816"/>
                    <a:pt x="547" y="3578"/>
                    <a:pt x="667" y="3322"/>
                  </a:cubicBezTo>
                  <a:cubicBezTo>
                    <a:pt x="832" y="2967"/>
                    <a:pt x="1069" y="2629"/>
                    <a:pt x="1232" y="2275"/>
                  </a:cubicBezTo>
                  <a:cubicBezTo>
                    <a:pt x="1305" y="2118"/>
                    <a:pt x="1353" y="1977"/>
                    <a:pt x="1423" y="1813"/>
                  </a:cubicBezTo>
                  <a:cubicBezTo>
                    <a:pt x="1466" y="1711"/>
                    <a:pt x="1658" y="1290"/>
                    <a:pt x="1631" y="1159"/>
                  </a:cubicBezTo>
                  <a:cubicBezTo>
                    <a:pt x="1593" y="962"/>
                    <a:pt x="1521" y="749"/>
                    <a:pt x="1465" y="560"/>
                  </a:cubicBezTo>
                  <a:cubicBezTo>
                    <a:pt x="1418" y="397"/>
                    <a:pt x="1407" y="125"/>
                    <a:pt x="13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65"/>
            <p:cNvSpPr/>
            <p:nvPr/>
          </p:nvSpPr>
          <p:spPr>
            <a:xfrm>
              <a:off x="719211" y="3367413"/>
              <a:ext cx="31857" cy="72061"/>
            </a:xfrm>
            <a:custGeom>
              <a:rect b="b" l="l" r="r" t="t"/>
              <a:pathLst>
                <a:path extrusionOk="0" h="2547" w="1126">
                  <a:moveTo>
                    <a:pt x="912" y="1"/>
                  </a:moveTo>
                  <a:cubicBezTo>
                    <a:pt x="892" y="146"/>
                    <a:pt x="797" y="262"/>
                    <a:pt x="735" y="371"/>
                  </a:cubicBezTo>
                  <a:cubicBezTo>
                    <a:pt x="602" y="613"/>
                    <a:pt x="493" y="859"/>
                    <a:pt x="345" y="1087"/>
                  </a:cubicBezTo>
                  <a:cubicBezTo>
                    <a:pt x="310" y="1141"/>
                    <a:pt x="215" y="1221"/>
                    <a:pt x="199" y="1279"/>
                  </a:cubicBezTo>
                  <a:cubicBezTo>
                    <a:pt x="195" y="1280"/>
                    <a:pt x="282" y="1375"/>
                    <a:pt x="288" y="1383"/>
                  </a:cubicBezTo>
                  <a:cubicBezTo>
                    <a:pt x="330" y="1455"/>
                    <a:pt x="352" y="1594"/>
                    <a:pt x="320" y="1695"/>
                  </a:cubicBezTo>
                  <a:cubicBezTo>
                    <a:pt x="288" y="1798"/>
                    <a:pt x="221" y="1910"/>
                    <a:pt x="159" y="1990"/>
                  </a:cubicBezTo>
                  <a:cubicBezTo>
                    <a:pt x="112" y="2051"/>
                    <a:pt x="32" y="2087"/>
                    <a:pt x="0" y="2167"/>
                  </a:cubicBezTo>
                  <a:cubicBezTo>
                    <a:pt x="42" y="2227"/>
                    <a:pt x="45" y="2374"/>
                    <a:pt x="45" y="2465"/>
                  </a:cubicBezTo>
                  <a:cubicBezTo>
                    <a:pt x="149" y="2472"/>
                    <a:pt x="189" y="2519"/>
                    <a:pt x="263" y="2547"/>
                  </a:cubicBezTo>
                  <a:cubicBezTo>
                    <a:pt x="314" y="2359"/>
                    <a:pt x="468" y="2195"/>
                    <a:pt x="548" y="2023"/>
                  </a:cubicBezTo>
                  <a:cubicBezTo>
                    <a:pt x="689" y="1719"/>
                    <a:pt x="813" y="1444"/>
                    <a:pt x="942" y="1114"/>
                  </a:cubicBezTo>
                  <a:cubicBezTo>
                    <a:pt x="967" y="1053"/>
                    <a:pt x="1126" y="671"/>
                    <a:pt x="1120" y="627"/>
                  </a:cubicBezTo>
                  <a:cubicBezTo>
                    <a:pt x="1057" y="418"/>
                    <a:pt x="990" y="212"/>
                    <a:pt x="928" y="2"/>
                  </a:cubicBezTo>
                  <a:cubicBezTo>
                    <a:pt x="921" y="2"/>
                    <a:pt x="916" y="2"/>
                    <a:pt x="9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65"/>
            <p:cNvSpPr/>
            <p:nvPr/>
          </p:nvSpPr>
          <p:spPr>
            <a:xfrm>
              <a:off x="705433" y="3232461"/>
              <a:ext cx="43089" cy="76588"/>
            </a:xfrm>
            <a:custGeom>
              <a:rect b="b" l="l" r="r" t="t"/>
              <a:pathLst>
                <a:path extrusionOk="0" h="2707" w="1523">
                  <a:moveTo>
                    <a:pt x="403" y="589"/>
                  </a:moveTo>
                  <a:lnTo>
                    <a:pt x="403" y="589"/>
                  </a:lnTo>
                  <a:cubicBezTo>
                    <a:pt x="493" y="693"/>
                    <a:pt x="407" y="925"/>
                    <a:pt x="381" y="1028"/>
                  </a:cubicBezTo>
                  <a:lnTo>
                    <a:pt x="368" y="1028"/>
                  </a:lnTo>
                  <a:cubicBezTo>
                    <a:pt x="368" y="989"/>
                    <a:pt x="370" y="951"/>
                    <a:pt x="370" y="911"/>
                  </a:cubicBezTo>
                  <a:cubicBezTo>
                    <a:pt x="400" y="864"/>
                    <a:pt x="403" y="669"/>
                    <a:pt x="403" y="589"/>
                  </a:cubicBezTo>
                  <a:close/>
                  <a:moveTo>
                    <a:pt x="605" y="749"/>
                  </a:moveTo>
                  <a:cubicBezTo>
                    <a:pt x="641" y="796"/>
                    <a:pt x="640" y="962"/>
                    <a:pt x="625" y="1047"/>
                  </a:cubicBezTo>
                  <a:cubicBezTo>
                    <a:pt x="589" y="1252"/>
                    <a:pt x="503" y="1492"/>
                    <a:pt x="355" y="1582"/>
                  </a:cubicBezTo>
                  <a:cubicBezTo>
                    <a:pt x="355" y="1574"/>
                    <a:pt x="356" y="1565"/>
                    <a:pt x="356" y="1558"/>
                  </a:cubicBezTo>
                  <a:cubicBezTo>
                    <a:pt x="404" y="1497"/>
                    <a:pt x="399" y="1395"/>
                    <a:pt x="426" y="1315"/>
                  </a:cubicBezTo>
                  <a:cubicBezTo>
                    <a:pt x="490" y="1136"/>
                    <a:pt x="595" y="975"/>
                    <a:pt x="605" y="749"/>
                  </a:cubicBezTo>
                  <a:close/>
                  <a:moveTo>
                    <a:pt x="748" y="1373"/>
                  </a:moveTo>
                  <a:lnTo>
                    <a:pt x="748" y="1373"/>
                  </a:lnTo>
                  <a:cubicBezTo>
                    <a:pt x="814" y="1482"/>
                    <a:pt x="633" y="1696"/>
                    <a:pt x="585" y="1744"/>
                  </a:cubicBezTo>
                  <a:cubicBezTo>
                    <a:pt x="556" y="1744"/>
                    <a:pt x="544" y="1744"/>
                    <a:pt x="534" y="1744"/>
                  </a:cubicBezTo>
                  <a:cubicBezTo>
                    <a:pt x="524" y="1744"/>
                    <a:pt x="515" y="1744"/>
                    <a:pt x="493" y="1741"/>
                  </a:cubicBezTo>
                  <a:lnTo>
                    <a:pt x="506" y="1728"/>
                  </a:lnTo>
                  <a:cubicBezTo>
                    <a:pt x="580" y="1609"/>
                    <a:pt x="705" y="1513"/>
                    <a:pt x="748" y="1373"/>
                  </a:cubicBezTo>
                  <a:close/>
                  <a:moveTo>
                    <a:pt x="90" y="1"/>
                  </a:moveTo>
                  <a:cubicBezTo>
                    <a:pt x="77" y="60"/>
                    <a:pt x="39" y="104"/>
                    <a:pt x="25" y="155"/>
                  </a:cubicBezTo>
                  <a:cubicBezTo>
                    <a:pt x="0" y="242"/>
                    <a:pt x="64" y="323"/>
                    <a:pt x="85" y="377"/>
                  </a:cubicBezTo>
                  <a:cubicBezTo>
                    <a:pt x="135" y="509"/>
                    <a:pt x="135" y="665"/>
                    <a:pt x="166" y="818"/>
                  </a:cubicBezTo>
                  <a:cubicBezTo>
                    <a:pt x="134" y="1303"/>
                    <a:pt x="102" y="1790"/>
                    <a:pt x="70" y="2276"/>
                  </a:cubicBezTo>
                  <a:lnTo>
                    <a:pt x="83" y="2276"/>
                  </a:lnTo>
                  <a:lnTo>
                    <a:pt x="83" y="2250"/>
                  </a:lnTo>
                  <a:cubicBezTo>
                    <a:pt x="172" y="2194"/>
                    <a:pt x="243" y="2122"/>
                    <a:pt x="356" y="2088"/>
                  </a:cubicBezTo>
                  <a:cubicBezTo>
                    <a:pt x="416" y="2071"/>
                    <a:pt x="477" y="2063"/>
                    <a:pt x="537" y="2063"/>
                  </a:cubicBezTo>
                  <a:cubicBezTo>
                    <a:pt x="890" y="2063"/>
                    <a:pt x="1240" y="2329"/>
                    <a:pt x="1370" y="2510"/>
                  </a:cubicBezTo>
                  <a:cubicBezTo>
                    <a:pt x="1418" y="2577"/>
                    <a:pt x="1453" y="2660"/>
                    <a:pt x="1520" y="2706"/>
                  </a:cubicBezTo>
                  <a:cubicBezTo>
                    <a:pt x="1520" y="2671"/>
                    <a:pt x="1522" y="2638"/>
                    <a:pt x="1522" y="2603"/>
                  </a:cubicBezTo>
                  <a:cubicBezTo>
                    <a:pt x="1489" y="2545"/>
                    <a:pt x="1508" y="2465"/>
                    <a:pt x="1488" y="2395"/>
                  </a:cubicBezTo>
                  <a:cubicBezTo>
                    <a:pt x="1442" y="2240"/>
                    <a:pt x="1406" y="2078"/>
                    <a:pt x="1355" y="1914"/>
                  </a:cubicBezTo>
                  <a:cubicBezTo>
                    <a:pt x="1178" y="1348"/>
                    <a:pt x="995" y="597"/>
                    <a:pt x="575" y="269"/>
                  </a:cubicBezTo>
                  <a:cubicBezTo>
                    <a:pt x="429" y="155"/>
                    <a:pt x="272" y="86"/>
                    <a:pt x="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65"/>
            <p:cNvSpPr/>
            <p:nvPr/>
          </p:nvSpPr>
          <p:spPr>
            <a:xfrm>
              <a:off x="710893" y="3357171"/>
              <a:ext cx="33527" cy="44646"/>
            </a:xfrm>
            <a:custGeom>
              <a:rect b="b" l="l" r="r" t="t"/>
              <a:pathLst>
                <a:path extrusionOk="0" h="1578" w="1185">
                  <a:moveTo>
                    <a:pt x="1120" y="1"/>
                  </a:moveTo>
                  <a:cubicBezTo>
                    <a:pt x="880" y="18"/>
                    <a:pt x="665" y="69"/>
                    <a:pt x="498" y="168"/>
                  </a:cubicBezTo>
                  <a:cubicBezTo>
                    <a:pt x="345" y="260"/>
                    <a:pt x="204" y="425"/>
                    <a:pt x="1" y="456"/>
                  </a:cubicBezTo>
                  <a:cubicBezTo>
                    <a:pt x="1" y="568"/>
                    <a:pt x="46" y="655"/>
                    <a:pt x="72" y="741"/>
                  </a:cubicBezTo>
                  <a:cubicBezTo>
                    <a:pt x="98" y="898"/>
                    <a:pt x="126" y="1052"/>
                    <a:pt x="152" y="1207"/>
                  </a:cubicBezTo>
                  <a:cubicBezTo>
                    <a:pt x="174" y="1306"/>
                    <a:pt x="133" y="1498"/>
                    <a:pt x="210" y="1546"/>
                  </a:cubicBezTo>
                  <a:cubicBezTo>
                    <a:pt x="236" y="1565"/>
                    <a:pt x="324" y="1578"/>
                    <a:pt x="367" y="1578"/>
                  </a:cubicBezTo>
                  <a:cubicBezTo>
                    <a:pt x="378" y="1578"/>
                    <a:pt x="386" y="1577"/>
                    <a:pt x="389" y="1575"/>
                  </a:cubicBezTo>
                  <a:cubicBezTo>
                    <a:pt x="459" y="1508"/>
                    <a:pt x="493" y="1415"/>
                    <a:pt x="549" y="1334"/>
                  </a:cubicBezTo>
                  <a:cubicBezTo>
                    <a:pt x="710" y="1098"/>
                    <a:pt x="860" y="866"/>
                    <a:pt x="1004" y="607"/>
                  </a:cubicBezTo>
                  <a:cubicBezTo>
                    <a:pt x="1044" y="531"/>
                    <a:pt x="1175" y="341"/>
                    <a:pt x="1180" y="248"/>
                  </a:cubicBezTo>
                  <a:cubicBezTo>
                    <a:pt x="1184" y="171"/>
                    <a:pt x="1126" y="95"/>
                    <a:pt x="112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65"/>
            <p:cNvSpPr/>
            <p:nvPr/>
          </p:nvSpPr>
          <p:spPr>
            <a:xfrm>
              <a:off x="742353" y="3582458"/>
              <a:ext cx="66063" cy="121912"/>
            </a:xfrm>
            <a:custGeom>
              <a:rect b="b" l="l" r="r" t="t"/>
              <a:pathLst>
                <a:path extrusionOk="0" h="4309" w="2335">
                  <a:moveTo>
                    <a:pt x="1898" y="1"/>
                  </a:moveTo>
                  <a:cubicBezTo>
                    <a:pt x="1719" y="449"/>
                    <a:pt x="1513" y="856"/>
                    <a:pt x="1315" y="1280"/>
                  </a:cubicBezTo>
                  <a:cubicBezTo>
                    <a:pt x="1250" y="1415"/>
                    <a:pt x="1148" y="1552"/>
                    <a:pt x="1084" y="1689"/>
                  </a:cubicBezTo>
                  <a:cubicBezTo>
                    <a:pt x="962" y="1949"/>
                    <a:pt x="844" y="2205"/>
                    <a:pt x="693" y="2443"/>
                  </a:cubicBezTo>
                  <a:cubicBezTo>
                    <a:pt x="539" y="2685"/>
                    <a:pt x="382" y="2926"/>
                    <a:pt x="213" y="3157"/>
                  </a:cubicBezTo>
                  <a:cubicBezTo>
                    <a:pt x="148" y="3246"/>
                    <a:pt x="28" y="3330"/>
                    <a:pt x="1" y="3449"/>
                  </a:cubicBezTo>
                  <a:cubicBezTo>
                    <a:pt x="207" y="3666"/>
                    <a:pt x="414" y="3880"/>
                    <a:pt x="620" y="4096"/>
                  </a:cubicBezTo>
                  <a:cubicBezTo>
                    <a:pt x="667" y="4146"/>
                    <a:pt x="761" y="4308"/>
                    <a:pt x="827" y="4308"/>
                  </a:cubicBezTo>
                  <a:cubicBezTo>
                    <a:pt x="830" y="4308"/>
                    <a:pt x="833" y="4308"/>
                    <a:pt x="835" y="4307"/>
                  </a:cubicBezTo>
                  <a:cubicBezTo>
                    <a:pt x="936" y="4272"/>
                    <a:pt x="988" y="4147"/>
                    <a:pt x="1048" y="4066"/>
                  </a:cubicBezTo>
                  <a:cubicBezTo>
                    <a:pt x="1181" y="3878"/>
                    <a:pt x="1322" y="3694"/>
                    <a:pt x="1461" y="3506"/>
                  </a:cubicBezTo>
                  <a:cubicBezTo>
                    <a:pt x="1625" y="3282"/>
                    <a:pt x="1831" y="3090"/>
                    <a:pt x="2003" y="2872"/>
                  </a:cubicBezTo>
                  <a:cubicBezTo>
                    <a:pt x="2083" y="2770"/>
                    <a:pt x="2205" y="2686"/>
                    <a:pt x="2269" y="2567"/>
                  </a:cubicBezTo>
                  <a:cubicBezTo>
                    <a:pt x="2334" y="2443"/>
                    <a:pt x="2276" y="2118"/>
                    <a:pt x="2243" y="1985"/>
                  </a:cubicBezTo>
                  <a:cubicBezTo>
                    <a:pt x="2134" y="1545"/>
                    <a:pt x="2112" y="1018"/>
                    <a:pt x="2001" y="571"/>
                  </a:cubicBezTo>
                  <a:cubicBezTo>
                    <a:pt x="1967" y="433"/>
                    <a:pt x="1959" y="95"/>
                    <a:pt x="189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65"/>
            <p:cNvSpPr/>
            <p:nvPr/>
          </p:nvSpPr>
          <p:spPr>
            <a:xfrm>
              <a:off x="727387" y="3545735"/>
              <a:ext cx="68355" cy="130626"/>
            </a:xfrm>
            <a:custGeom>
              <a:rect b="b" l="l" r="r" t="t"/>
              <a:pathLst>
                <a:path extrusionOk="0" h="4617" w="2416">
                  <a:moveTo>
                    <a:pt x="2195" y="0"/>
                  </a:moveTo>
                  <a:cubicBezTo>
                    <a:pt x="2180" y="117"/>
                    <a:pt x="2112" y="217"/>
                    <a:pt x="2071" y="307"/>
                  </a:cubicBezTo>
                  <a:cubicBezTo>
                    <a:pt x="1966" y="538"/>
                    <a:pt x="1860" y="756"/>
                    <a:pt x="1760" y="973"/>
                  </a:cubicBezTo>
                  <a:cubicBezTo>
                    <a:pt x="1412" y="1716"/>
                    <a:pt x="1046" y="2449"/>
                    <a:pt x="616" y="3119"/>
                  </a:cubicBezTo>
                  <a:cubicBezTo>
                    <a:pt x="473" y="3339"/>
                    <a:pt x="332" y="3560"/>
                    <a:pt x="188" y="3782"/>
                  </a:cubicBezTo>
                  <a:cubicBezTo>
                    <a:pt x="126" y="3876"/>
                    <a:pt x="20" y="3967"/>
                    <a:pt x="1" y="4102"/>
                  </a:cubicBezTo>
                  <a:cubicBezTo>
                    <a:pt x="140" y="4218"/>
                    <a:pt x="274" y="4551"/>
                    <a:pt x="443" y="4617"/>
                  </a:cubicBezTo>
                  <a:lnTo>
                    <a:pt x="443" y="4603"/>
                  </a:lnTo>
                  <a:cubicBezTo>
                    <a:pt x="671" y="4384"/>
                    <a:pt x="864" y="4015"/>
                    <a:pt x="1042" y="3737"/>
                  </a:cubicBezTo>
                  <a:cubicBezTo>
                    <a:pt x="1359" y="3247"/>
                    <a:pt x="1660" y="2728"/>
                    <a:pt x="1915" y="2180"/>
                  </a:cubicBezTo>
                  <a:cubicBezTo>
                    <a:pt x="1976" y="2050"/>
                    <a:pt x="2071" y="1914"/>
                    <a:pt x="2131" y="1783"/>
                  </a:cubicBezTo>
                  <a:cubicBezTo>
                    <a:pt x="2205" y="1623"/>
                    <a:pt x="2250" y="1475"/>
                    <a:pt x="2321" y="1309"/>
                  </a:cubicBezTo>
                  <a:cubicBezTo>
                    <a:pt x="2343" y="1257"/>
                    <a:pt x="2392" y="1178"/>
                    <a:pt x="2402" y="1117"/>
                  </a:cubicBezTo>
                  <a:cubicBezTo>
                    <a:pt x="2416" y="1041"/>
                    <a:pt x="2362" y="889"/>
                    <a:pt x="2344" y="819"/>
                  </a:cubicBezTo>
                  <a:lnTo>
                    <a:pt x="221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65"/>
            <p:cNvSpPr/>
            <p:nvPr/>
          </p:nvSpPr>
          <p:spPr>
            <a:xfrm>
              <a:off x="757631" y="4627497"/>
              <a:ext cx="244758" cy="94638"/>
            </a:xfrm>
            <a:custGeom>
              <a:rect b="b" l="l" r="r" t="t"/>
              <a:pathLst>
                <a:path extrusionOk="0" h="3345" w="8651">
                  <a:moveTo>
                    <a:pt x="1515" y="1334"/>
                  </a:moveTo>
                  <a:cubicBezTo>
                    <a:pt x="1527" y="1347"/>
                    <a:pt x="1520" y="1338"/>
                    <a:pt x="1528" y="1360"/>
                  </a:cubicBezTo>
                  <a:cubicBezTo>
                    <a:pt x="1434" y="1421"/>
                    <a:pt x="1360" y="1536"/>
                    <a:pt x="1291" y="1627"/>
                  </a:cubicBezTo>
                  <a:cubicBezTo>
                    <a:pt x="1146" y="1812"/>
                    <a:pt x="958" y="1973"/>
                    <a:pt x="814" y="2159"/>
                  </a:cubicBezTo>
                  <a:cubicBezTo>
                    <a:pt x="764" y="2226"/>
                    <a:pt x="713" y="2315"/>
                    <a:pt x="641" y="2363"/>
                  </a:cubicBezTo>
                  <a:lnTo>
                    <a:pt x="641" y="2337"/>
                  </a:lnTo>
                  <a:cubicBezTo>
                    <a:pt x="737" y="2239"/>
                    <a:pt x="787" y="2078"/>
                    <a:pt x="868" y="1966"/>
                  </a:cubicBezTo>
                  <a:cubicBezTo>
                    <a:pt x="967" y="1835"/>
                    <a:pt x="1112" y="1738"/>
                    <a:pt x="1213" y="1613"/>
                  </a:cubicBezTo>
                  <a:cubicBezTo>
                    <a:pt x="1251" y="1565"/>
                    <a:pt x="1284" y="1508"/>
                    <a:pt x="1332" y="1472"/>
                  </a:cubicBezTo>
                  <a:cubicBezTo>
                    <a:pt x="1396" y="1427"/>
                    <a:pt x="1461" y="1389"/>
                    <a:pt x="1515" y="1334"/>
                  </a:cubicBezTo>
                  <a:close/>
                  <a:moveTo>
                    <a:pt x="1899" y="1536"/>
                  </a:moveTo>
                  <a:cubicBezTo>
                    <a:pt x="1834" y="1632"/>
                    <a:pt x="1732" y="1701"/>
                    <a:pt x="1662" y="1789"/>
                  </a:cubicBezTo>
                  <a:cubicBezTo>
                    <a:pt x="1480" y="2023"/>
                    <a:pt x="1287" y="2238"/>
                    <a:pt x="1105" y="2475"/>
                  </a:cubicBezTo>
                  <a:cubicBezTo>
                    <a:pt x="1017" y="2591"/>
                    <a:pt x="859" y="2705"/>
                    <a:pt x="813" y="2857"/>
                  </a:cubicBezTo>
                  <a:lnTo>
                    <a:pt x="800" y="2857"/>
                  </a:lnTo>
                  <a:cubicBezTo>
                    <a:pt x="800" y="2831"/>
                    <a:pt x="801" y="2806"/>
                    <a:pt x="801" y="2779"/>
                  </a:cubicBezTo>
                  <a:cubicBezTo>
                    <a:pt x="864" y="2696"/>
                    <a:pt x="881" y="2582"/>
                    <a:pt x="937" y="2497"/>
                  </a:cubicBezTo>
                  <a:cubicBezTo>
                    <a:pt x="1048" y="2327"/>
                    <a:pt x="1207" y="2188"/>
                    <a:pt x="1335" y="2029"/>
                  </a:cubicBezTo>
                  <a:cubicBezTo>
                    <a:pt x="1453" y="1914"/>
                    <a:pt x="1572" y="1802"/>
                    <a:pt x="1691" y="1687"/>
                  </a:cubicBezTo>
                  <a:cubicBezTo>
                    <a:pt x="1754" y="1639"/>
                    <a:pt x="1828" y="1601"/>
                    <a:pt x="1874" y="1536"/>
                  </a:cubicBezTo>
                  <a:close/>
                  <a:moveTo>
                    <a:pt x="1903" y="2117"/>
                  </a:moveTo>
                  <a:cubicBezTo>
                    <a:pt x="1914" y="2130"/>
                    <a:pt x="1906" y="2120"/>
                    <a:pt x="1916" y="2142"/>
                  </a:cubicBezTo>
                  <a:cubicBezTo>
                    <a:pt x="1746" y="2254"/>
                    <a:pt x="1632" y="2500"/>
                    <a:pt x="1517" y="2664"/>
                  </a:cubicBezTo>
                  <a:cubicBezTo>
                    <a:pt x="1461" y="2742"/>
                    <a:pt x="1379" y="2808"/>
                    <a:pt x="1344" y="2905"/>
                  </a:cubicBezTo>
                  <a:lnTo>
                    <a:pt x="1331" y="2905"/>
                  </a:lnTo>
                  <a:cubicBezTo>
                    <a:pt x="1331" y="2872"/>
                    <a:pt x="1332" y="2837"/>
                    <a:pt x="1332" y="2802"/>
                  </a:cubicBezTo>
                  <a:cubicBezTo>
                    <a:pt x="1365" y="2763"/>
                    <a:pt x="1370" y="2708"/>
                    <a:pt x="1400" y="2662"/>
                  </a:cubicBezTo>
                  <a:cubicBezTo>
                    <a:pt x="1445" y="2593"/>
                    <a:pt x="1506" y="2526"/>
                    <a:pt x="1559" y="2459"/>
                  </a:cubicBezTo>
                  <a:cubicBezTo>
                    <a:pt x="1658" y="2334"/>
                    <a:pt x="1810" y="2247"/>
                    <a:pt x="1903" y="2117"/>
                  </a:cubicBezTo>
                  <a:close/>
                  <a:moveTo>
                    <a:pt x="1879" y="2596"/>
                  </a:moveTo>
                  <a:lnTo>
                    <a:pt x="1879" y="2596"/>
                  </a:lnTo>
                  <a:cubicBezTo>
                    <a:pt x="1877" y="2604"/>
                    <a:pt x="1877" y="2612"/>
                    <a:pt x="1877" y="2620"/>
                  </a:cubicBezTo>
                  <a:cubicBezTo>
                    <a:pt x="1781" y="2742"/>
                    <a:pt x="1765" y="3027"/>
                    <a:pt x="1559" y="3027"/>
                  </a:cubicBezTo>
                  <a:cubicBezTo>
                    <a:pt x="1559" y="2990"/>
                    <a:pt x="1559" y="2958"/>
                    <a:pt x="1573" y="2937"/>
                  </a:cubicBezTo>
                  <a:cubicBezTo>
                    <a:pt x="1602" y="2853"/>
                    <a:pt x="1806" y="2641"/>
                    <a:pt x="1879" y="2596"/>
                  </a:cubicBezTo>
                  <a:close/>
                  <a:moveTo>
                    <a:pt x="4000" y="0"/>
                  </a:moveTo>
                  <a:cubicBezTo>
                    <a:pt x="3895" y="73"/>
                    <a:pt x="3724" y="53"/>
                    <a:pt x="3586" y="86"/>
                  </a:cubicBezTo>
                  <a:cubicBezTo>
                    <a:pt x="3263" y="162"/>
                    <a:pt x="2837" y="153"/>
                    <a:pt x="2536" y="269"/>
                  </a:cubicBezTo>
                  <a:cubicBezTo>
                    <a:pt x="1895" y="517"/>
                    <a:pt x="1589" y="1159"/>
                    <a:pt x="1062" y="1530"/>
                  </a:cubicBezTo>
                  <a:cubicBezTo>
                    <a:pt x="907" y="1639"/>
                    <a:pt x="748" y="1725"/>
                    <a:pt x="589" y="1831"/>
                  </a:cubicBezTo>
                  <a:cubicBezTo>
                    <a:pt x="515" y="1879"/>
                    <a:pt x="451" y="1956"/>
                    <a:pt x="378" y="2007"/>
                  </a:cubicBezTo>
                  <a:cubicBezTo>
                    <a:pt x="314" y="2052"/>
                    <a:pt x="166" y="2158"/>
                    <a:pt x="128" y="2220"/>
                  </a:cubicBezTo>
                  <a:cubicBezTo>
                    <a:pt x="86" y="2401"/>
                    <a:pt x="42" y="2581"/>
                    <a:pt x="0" y="2761"/>
                  </a:cubicBezTo>
                  <a:cubicBezTo>
                    <a:pt x="298" y="2950"/>
                    <a:pt x="769" y="2974"/>
                    <a:pt x="1156" y="3070"/>
                  </a:cubicBezTo>
                  <a:cubicBezTo>
                    <a:pt x="1300" y="3106"/>
                    <a:pt x="1460" y="3084"/>
                    <a:pt x="1594" y="3119"/>
                  </a:cubicBezTo>
                  <a:cubicBezTo>
                    <a:pt x="1761" y="3132"/>
                    <a:pt x="1931" y="3142"/>
                    <a:pt x="2098" y="3155"/>
                  </a:cubicBezTo>
                  <a:cubicBezTo>
                    <a:pt x="2408" y="3231"/>
                    <a:pt x="2774" y="3190"/>
                    <a:pt x="3090" y="3266"/>
                  </a:cubicBezTo>
                  <a:lnTo>
                    <a:pt x="3373" y="3272"/>
                  </a:lnTo>
                  <a:cubicBezTo>
                    <a:pt x="3432" y="3286"/>
                    <a:pt x="3498" y="3288"/>
                    <a:pt x="3567" y="3288"/>
                  </a:cubicBezTo>
                  <a:cubicBezTo>
                    <a:pt x="3602" y="3288"/>
                    <a:pt x="3637" y="3287"/>
                    <a:pt x="3672" y="3287"/>
                  </a:cubicBezTo>
                  <a:cubicBezTo>
                    <a:pt x="3750" y="3287"/>
                    <a:pt x="3828" y="3290"/>
                    <a:pt x="3903" y="3308"/>
                  </a:cubicBezTo>
                  <a:cubicBezTo>
                    <a:pt x="4020" y="3336"/>
                    <a:pt x="4140" y="3343"/>
                    <a:pt x="4263" y="3343"/>
                  </a:cubicBezTo>
                  <a:cubicBezTo>
                    <a:pt x="4382" y="3343"/>
                    <a:pt x="4503" y="3336"/>
                    <a:pt x="4625" y="3336"/>
                  </a:cubicBezTo>
                  <a:cubicBezTo>
                    <a:pt x="4646" y="3336"/>
                    <a:pt x="4668" y="3337"/>
                    <a:pt x="4689" y="3337"/>
                  </a:cubicBezTo>
                  <a:cubicBezTo>
                    <a:pt x="4889" y="3342"/>
                    <a:pt x="5085" y="3345"/>
                    <a:pt x="5277" y="3345"/>
                  </a:cubicBezTo>
                  <a:cubicBezTo>
                    <a:pt x="5948" y="3345"/>
                    <a:pt x="6568" y="3308"/>
                    <a:pt x="7135" y="3170"/>
                  </a:cubicBezTo>
                  <a:cubicBezTo>
                    <a:pt x="7257" y="3155"/>
                    <a:pt x="7377" y="3141"/>
                    <a:pt x="7498" y="3126"/>
                  </a:cubicBezTo>
                  <a:cubicBezTo>
                    <a:pt x="7828" y="3052"/>
                    <a:pt x="8158" y="2982"/>
                    <a:pt x="8410" y="2822"/>
                  </a:cubicBezTo>
                  <a:cubicBezTo>
                    <a:pt x="8507" y="2758"/>
                    <a:pt x="8565" y="2662"/>
                    <a:pt x="8647" y="2582"/>
                  </a:cubicBezTo>
                  <a:cubicBezTo>
                    <a:pt x="8649" y="2542"/>
                    <a:pt x="8651" y="2501"/>
                    <a:pt x="8636" y="2479"/>
                  </a:cubicBezTo>
                  <a:cubicBezTo>
                    <a:pt x="8600" y="2366"/>
                    <a:pt x="8494" y="2319"/>
                    <a:pt x="8410" y="2254"/>
                  </a:cubicBezTo>
                  <a:cubicBezTo>
                    <a:pt x="8203" y="2100"/>
                    <a:pt x="7985" y="1950"/>
                    <a:pt x="7773" y="1802"/>
                  </a:cubicBezTo>
                  <a:cubicBezTo>
                    <a:pt x="7159" y="1373"/>
                    <a:pt x="6326" y="1158"/>
                    <a:pt x="5611" y="823"/>
                  </a:cubicBezTo>
                  <a:cubicBezTo>
                    <a:pt x="5085" y="578"/>
                    <a:pt x="4673" y="69"/>
                    <a:pt x="400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65"/>
            <p:cNvSpPr/>
            <p:nvPr/>
          </p:nvSpPr>
          <p:spPr>
            <a:xfrm>
              <a:off x="593624" y="3050517"/>
              <a:ext cx="164577" cy="248493"/>
            </a:xfrm>
            <a:custGeom>
              <a:rect b="b" l="l" r="r" t="t"/>
              <a:pathLst>
                <a:path extrusionOk="0" h="8783" w="5817">
                  <a:moveTo>
                    <a:pt x="2399" y="1213"/>
                  </a:moveTo>
                  <a:cubicBezTo>
                    <a:pt x="2475" y="1213"/>
                    <a:pt x="2511" y="1228"/>
                    <a:pt x="2567" y="1243"/>
                  </a:cubicBezTo>
                  <a:cubicBezTo>
                    <a:pt x="2591" y="1277"/>
                    <a:pt x="2618" y="1314"/>
                    <a:pt x="2641" y="1349"/>
                  </a:cubicBezTo>
                  <a:cubicBezTo>
                    <a:pt x="2597" y="1346"/>
                    <a:pt x="2555" y="1346"/>
                    <a:pt x="2511" y="1344"/>
                  </a:cubicBezTo>
                  <a:cubicBezTo>
                    <a:pt x="2462" y="1307"/>
                    <a:pt x="2363" y="1307"/>
                    <a:pt x="2334" y="1250"/>
                  </a:cubicBezTo>
                  <a:lnTo>
                    <a:pt x="2334" y="1250"/>
                  </a:lnTo>
                  <a:cubicBezTo>
                    <a:pt x="2337" y="1251"/>
                    <a:pt x="2341" y="1251"/>
                    <a:pt x="2346" y="1251"/>
                  </a:cubicBezTo>
                  <a:cubicBezTo>
                    <a:pt x="2363" y="1237"/>
                    <a:pt x="2382" y="1228"/>
                    <a:pt x="2399" y="1213"/>
                  </a:cubicBezTo>
                  <a:close/>
                  <a:moveTo>
                    <a:pt x="2658" y="1141"/>
                  </a:moveTo>
                  <a:cubicBezTo>
                    <a:pt x="2714" y="1141"/>
                    <a:pt x="2759" y="1147"/>
                    <a:pt x="2788" y="1170"/>
                  </a:cubicBezTo>
                  <a:cubicBezTo>
                    <a:pt x="2894" y="1200"/>
                    <a:pt x="2919" y="1280"/>
                    <a:pt x="2952" y="1381"/>
                  </a:cubicBezTo>
                  <a:lnTo>
                    <a:pt x="2926" y="1381"/>
                  </a:lnTo>
                  <a:cubicBezTo>
                    <a:pt x="2823" y="1298"/>
                    <a:pt x="2684" y="1266"/>
                    <a:pt x="2581" y="1179"/>
                  </a:cubicBezTo>
                  <a:lnTo>
                    <a:pt x="2593" y="1179"/>
                  </a:lnTo>
                  <a:cubicBezTo>
                    <a:pt x="2612" y="1163"/>
                    <a:pt x="2641" y="1157"/>
                    <a:pt x="2658" y="1141"/>
                  </a:cubicBezTo>
                  <a:close/>
                  <a:moveTo>
                    <a:pt x="2917" y="1161"/>
                  </a:moveTo>
                  <a:cubicBezTo>
                    <a:pt x="3106" y="1161"/>
                    <a:pt x="3221" y="1261"/>
                    <a:pt x="3235" y="1426"/>
                  </a:cubicBezTo>
                  <a:lnTo>
                    <a:pt x="3222" y="1426"/>
                  </a:lnTo>
                  <a:cubicBezTo>
                    <a:pt x="3129" y="1337"/>
                    <a:pt x="2991" y="1259"/>
                    <a:pt x="2891" y="1174"/>
                  </a:cubicBezTo>
                  <a:cubicBezTo>
                    <a:pt x="2913" y="1164"/>
                    <a:pt x="2903" y="1170"/>
                    <a:pt x="2917" y="1161"/>
                  </a:cubicBezTo>
                  <a:close/>
                  <a:moveTo>
                    <a:pt x="3187" y="1192"/>
                  </a:moveTo>
                  <a:cubicBezTo>
                    <a:pt x="3294" y="1193"/>
                    <a:pt x="3392" y="1248"/>
                    <a:pt x="3417" y="1327"/>
                  </a:cubicBezTo>
                  <a:cubicBezTo>
                    <a:pt x="3442" y="1356"/>
                    <a:pt x="3442" y="1387"/>
                    <a:pt x="3440" y="1443"/>
                  </a:cubicBezTo>
                  <a:lnTo>
                    <a:pt x="3427" y="1443"/>
                  </a:lnTo>
                  <a:lnTo>
                    <a:pt x="3187" y="1192"/>
                  </a:lnTo>
                  <a:close/>
                  <a:moveTo>
                    <a:pt x="5447" y="1343"/>
                  </a:moveTo>
                  <a:cubicBezTo>
                    <a:pt x="5496" y="1343"/>
                    <a:pt x="5527" y="1350"/>
                    <a:pt x="5563" y="1357"/>
                  </a:cubicBezTo>
                  <a:cubicBezTo>
                    <a:pt x="5578" y="1389"/>
                    <a:pt x="5591" y="1410"/>
                    <a:pt x="5599" y="1448"/>
                  </a:cubicBezTo>
                  <a:cubicBezTo>
                    <a:pt x="5594" y="1450"/>
                    <a:pt x="5591" y="1450"/>
                    <a:pt x="5586" y="1450"/>
                  </a:cubicBezTo>
                  <a:cubicBezTo>
                    <a:pt x="5566" y="1435"/>
                    <a:pt x="5540" y="1430"/>
                    <a:pt x="5512" y="1430"/>
                  </a:cubicBezTo>
                  <a:cubicBezTo>
                    <a:pt x="5452" y="1430"/>
                    <a:pt x="5384" y="1456"/>
                    <a:pt x="5354" y="1469"/>
                  </a:cubicBezTo>
                  <a:lnTo>
                    <a:pt x="5354" y="1432"/>
                  </a:lnTo>
                  <a:cubicBezTo>
                    <a:pt x="5384" y="1402"/>
                    <a:pt x="5416" y="1373"/>
                    <a:pt x="5447" y="1343"/>
                  </a:cubicBezTo>
                  <a:close/>
                  <a:moveTo>
                    <a:pt x="3497" y="1264"/>
                  </a:moveTo>
                  <a:lnTo>
                    <a:pt x="3497" y="1264"/>
                  </a:lnTo>
                  <a:cubicBezTo>
                    <a:pt x="3608" y="1298"/>
                    <a:pt x="3676" y="1414"/>
                    <a:pt x="3621" y="1538"/>
                  </a:cubicBezTo>
                  <a:cubicBezTo>
                    <a:pt x="3609" y="1525"/>
                    <a:pt x="3616" y="1533"/>
                    <a:pt x="3608" y="1512"/>
                  </a:cubicBezTo>
                  <a:cubicBezTo>
                    <a:pt x="3551" y="1452"/>
                    <a:pt x="3536" y="1339"/>
                    <a:pt x="3497" y="1264"/>
                  </a:cubicBezTo>
                  <a:close/>
                  <a:moveTo>
                    <a:pt x="5327" y="1271"/>
                  </a:moveTo>
                  <a:cubicBezTo>
                    <a:pt x="5364" y="1271"/>
                    <a:pt x="5400" y="1281"/>
                    <a:pt x="5434" y="1305"/>
                  </a:cubicBezTo>
                  <a:cubicBezTo>
                    <a:pt x="5261" y="1328"/>
                    <a:pt x="5184" y="1510"/>
                    <a:pt x="5016" y="1541"/>
                  </a:cubicBezTo>
                  <a:cubicBezTo>
                    <a:pt x="5022" y="1435"/>
                    <a:pt x="5179" y="1271"/>
                    <a:pt x="5327" y="1271"/>
                  </a:cubicBezTo>
                  <a:close/>
                  <a:moveTo>
                    <a:pt x="4774" y="1381"/>
                  </a:moveTo>
                  <a:lnTo>
                    <a:pt x="4762" y="1394"/>
                  </a:lnTo>
                  <a:cubicBezTo>
                    <a:pt x="4716" y="1462"/>
                    <a:pt x="4634" y="1552"/>
                    <a:pt x="4563" y="1596"/>
                  </a:cubicBezTo>
                  <a:cubicBezTo>
                    <a:pt x="4561" y="1578"/>
                    <a:pt x="4561" y="1561"/>
                    <a:pt x="4563" y="1545"/>
                  </a:cubicBezTo>
                  <a:cubicBezTo>
                    <a:pt x="4577" y="1526"/>
                    <a:pt x="4583" y="1509"/>
                    <a:pt x="4590" y="1481"/>
                  </a:cubicBezTo>
                  <a:cubicBezTo>
                    <a:pt x="4638" y="1452"/>
                    <a:pt x="4704" y="1417"/>
                    <a:pt x="4749" y="1381"/>
                  </a:cubicBezTo>
                  <a:close/>
                  <a:moveTo>
                    <a:pt x="5060" y="1295"/>
                  </a:moveTo>
                  <a:lnTo>
                    <a:pt x="5047" y="1308"/>
                  </a:lnTo>
                  <a:cubicBezTo>
                    <a:pt x="4960" y="1397"/>
                    <a:pt x="4859" y="1532"/>
                    <a:pt x="4756" y="1599"/>
                  </a:cubicBezTo>
                  <a:cubicBezTo>
                    <a:pt x="4756" y="1577"/>
                    <a:pt x="4758" y="1555"/>
                    <a:pt x="4758" y="1533"/>
                  </a:cubicBezTo>
                  <a:cubicBezTo>
                    <a:pt x="4790" y="1494"/>
                    <a:pt x="4801" y="1429"/>
                    <a:pt x="4838" y="1394"/>
                  </a:cubicBezTo>
                  <a:cubicBezTo>
                    <a:pt x="4889" y="1346"/>
                    <a:pt x="4982" y="1343"/>
                    <a:pt x="5034" y="1295"/>
                  </a:cubicBezTo>
                  <a:close/>
                  <a:moveTo>
                    <a:pt x="2852" y="1766"/>
                  </a:moveTo>
                  <a:lnTo>
                    <a:pt x="2852" y="1779"/>
                  </a:lnTo>
                  <a:cubicBezTo>
                    <a:pt x="2830" y="1770"/>
                    <a:pt x="2839" y="1775"/>
                    <a:pt x="2825" y="1766"/>
                  </a:cubicBezTo>
                  <a:close/>
                  <a:moveTo>
                    <a:pt x="4919" y="1721"/>
                  </a:moveTo>
                  <a:cubicBezTo>
                    <a:pt x="4947" y="1727"/>
                    <a:pt x="4945" y="1724"/>
                    <a:pt x="4960" y="1734"/>
                  </a:cubicBezTo>
                  <a:lnTo>
                    <a:pt x="4934" y="1734"/>
                  </a:lnTo>
                  <a:cubicBezTo>
                    <a:pt x="4883" y="1807"/>
                    <a:pt x="4748" y="1919"/>
                    <a:pt x="4657" y="1948"/>
                  </a:cubicBezTo>
                  <a:lnTo>
                    <a:pt x="4657" y="1923"/>
                  </a:lnTo>
                  <a:lnTo>
                    <a:pt x="4670" y="1923"/>
                  </a:lnTo>
                  <a:cubicBezTo>
                    <a:pt x="4714" y="1794"/>
                    <a:pt x="4825" y="1794"/>
                    <a:pt x="4919" y="1721"/>
                  </a:cubicBezTo>
                  <a:close/>
                  <a:moveTo>
                    <a:pt x="2789" y="1781"/>
                  </a:moveTo>
                  <a:cubicBezTo>
                    <a:pt x="2814" y="1782"/>
                    <a:pt x="2811" y="1781"/>
                    <a:pt x="2825" y="1792"/>
                  </a:cubicBezTo>
                  <a:lnTo>
                    <a:pt x="2801" y="1792"/>
                  </a:lnTo>
                  <a:cubicBezTo>
                    <a:pt x="2775" y="1823"/>
                    <a:pt x="2357" y="2134"/>
                    <a:pt x="2328" y="2144"/>
                  </a:cubicBezTo>
                  <a:cubicBezTo>
                    <a:pt x="2328" y="2128"/>
                    <a:pt x="2328" y="2109"/>
                    <a:pt x="2330" y="2093"/>
                  </a:cubicBezTo>
                  <a:cubicBezTo>
                    <a:pt x="2415" y="2015"/>
                    <a:pt x="2475" y="1913"/>
                    <a:pt x="2581" y="1853"/>
                  </a:cubicBezTo>
                  <a:cubicBezTo>
                    <a:pt x="2644" y="1817"/>
                    <a:pt x="2734" y="1823"/>
                    <a:pt x="2789" y="1781"/>
                  </a:cubicBezTo>
                  <a:close/>
                  <a:moveTo>
                    <a:pt x="3004" y="1871"/>
                  </a:moveTo>
                  <a:cubicBezTo>
                    <a:pt x="3253" y="1871"/>
                    <a:pt x="3462" y="1980"/>
                    <a:pt x="3515" y="2166"/>
                  </a:cubicBezTo>
                  <a:lnTo>
                    <a:pt x="3502" y="2166"/>
                  </a:lnTo>
                  <a:cubicBezTo>
                    <a:pt x="3493" y="2157"/>
                    <a:pt x="3486" y="2147"/>
                    <a:pt x="3477" y="2138"/>
                  </a:cubicBezTo>
                  <a:cubicBezTo>
                    <a:pt x="3477" y="2169"/>
                    <a:pt x="3475" y="2198"/>
                    <a:pt x="3475" y="2230"/>
                  </a:cubicBezTo>
                  <a:cubicBezTo>
                    <a:pt x="3497" y="2227"/>
                    <a:pt x="3502" y="2223"/>
                    <a:pt x="3508" y="2223"/>
                  </a:cubicBezTo>
                  <a:cubicBezTo>
                    <a:pt x="3512" y="2223"/>
                    <a:pt x="3516" y="2225"/>
                    <a:pt x="3526" y="2231"/>
                  </a:cubicBezTo>
                  <a:lnTo>
                    <a:pt x="3513" y="2244"/>
                  </a:lnTo>
                  <a:cubicBezTo>
                    <a:pt x="3480" y="2260"/>
                    <a:pt x="3451" y="2297"/>
                    <a:pt x="3420" y="2305"/>
                  </a:cubicBezTo>
                  <a:cubicBezTo>
                    <a:pt x="3355" y="2310"/>
                    <a:pt x="3291" y="2311"/>
                    <a:pt x="3225" y="2314"/>
                  </a:cubicBezTo>
                  <a:cubicBezTo>
                    <a:pt x="3178" y="2325"/>
                    <a:pt x="3118" y="2329"/>
                    <a:pt x="3053" y="2329"/>
                  </a:cubicBezTo>
                  <a:cubicBezTo>
                    <a:pt x="2948" y="2329"/>
                    <a:pt x="2833" y="2316"/>
                    <a:pt x="2750" y="2294"/>
                  </a:cubicBezTo>
                  <a:cubicBezTo>
                    <a:pt x="2692" y="2278"/>
                    <a:pt x="2605" y="2240"/>
                    <a:pt x="2516" y="2240"/>
                  </a:cubicBezTo>
                  <a:cubicBezTo>
                    <a:pt x="2495" y="2240"/>
                    <a:pt x="2474" y="2242"/>
                    <a:pt x="2453" y="2247"/>
                  </a:cubicBezTo>
                  <a:cubicBezTo>
                    <a:pt x="2401" y="2268"/>
                    <a:pt x="2350" y="2288"/>
                    <a:pt x="2298" y="2310"/>
                  </a:cubicBezTo>
                  <a:lnTo>
                    <a:pt x="2298" y="2284"/>
                  </a:lnTo>
                  <a:cubicBezTo>
                    <a:pt x="2436" y="2199"/>
                    <a:pt x="2519" y="2042"/>
                    <a:pt x="2666" y="1955"/>
                  </a:cubicBezTo>
                  <a:cubicBezTo>
                    <a:pt x="2753" y="1904"/>
                    <a:pt x="2933" y="1916"/>
                    <a:pt x="3004" y="1871"/>
                  </a:cubicBezTo>
                  <a:close/>
                  <a:moveTo>
                    <a:pt x="5038" y="1840"/>
                  </a:moveTo>
                  <a:cubicBezTo>
                    <a:pt x="5367" y="1840"/>
                    <a:pt x="5363" y="1933"/>
                    <a:pt x="5537" y="2058"/>
                  </a:cubicBezTo>
                  <a:cubicBezTo>
                    <a:pt x="5534" y="2061"/>
                    <a:pt x="5534" y="2064"/>
                    <a:pt x="5534" y="2070"/>
                  </a:cubicBezTo>
                  <a:lnTo>
                    <a:pt x="5508" y="2070"/>
                  </a:lnTo>
                  <a:cubicBezTo>
                    <a:pt x="5490" y="2051"/>
                    <a:pt x="5469" y="2041"/>
                    <a:pt x="5445" y="2029"/>
                  </a:cubicBezTo>
                  <a:lnTo>
                    <a:pt x="5445" y="2068"/>
                  </a:lnTo>
                  <a:cubicBezTo>
                    <a:pt x="5515" y="2173"/>
                    <a:pt x="5383" y="2332"/>
                    <a:pt x="5297" y="2337"/>
                  </a:cubicBezTo>
                  <a:cubicBezTo>
                    <a:pt x="5267" y="2356"/>
                    <a:pt x="5222" y="2363"/>
                    <a:pt x="5169" y="2363"/>
                  </a:cubicBezTo>
                  <a:cubicBezTo>
                    <a:pt x="4988" y="2363"/>
                    <a:pt x="4714" y="2280"/>
                    <a:pt x="4640" y="2272"/>
                  </a:cubicBezTo>
                  <a:cubicBezTo>
                    <a:pt x="4625" y="2297"/>
                    <a:pt x="4596" y="2318"/>
                    <a:pt x="4588" y="2348"/>
                  </a:cubicBezTo>
                  <a:cubicBezTo>
                    <a:pt x="4574" y="2382"/>
                    <a:pt x="4588" y="2414"/>
                    <a:pt x="4573" y="2439"/>
                  </a:cubicBezTo>
                  <a:cubicBezTo>
                    <a:pt x="4563" y="2381"/>
                    <a:pt x="4534" y="2353"/>
                    <a:pt x="4524" y="2308"/>
                  </a:cubicBezTo>
                  <a:cubicBezTo>
                    <a:pt x="4487" y="2164"/>
                    <a:pt x="4577" y="2070"/>
                    <a:pt x="4606" y="1986"/>
                  </a:cubicBezTo>
                  <a:lnTo>
                    <a:pt x="4633" y="1986"/>
                  </a:lnTo>
                  <a:lnTo>
                    <a:pt x="4633" y="2012"/>
                  </a:lnTo>
                  <a:cubicBezTo>
                    <a:pt x="4617" y="2035"/>
                    <a:pt x="4617" y="2084"/>
                    <a:pt x="4618" y="2128"/>
                  </a:cubicBezTo>
                  <a:lnTo>
                    <a:pt x="4631" y="2128"/>
                  </a:lnTo>
                  <a:lnTo>
                    <a:pt x="4631" y="2102"/>
                  </a:lnTo>
                  <a:cubicBezTo>
                    <a:pt x="4700" y="2039"/>
                    <a:pt x="4745" y="1962"/>
                    <a:pt x="4829" y="1913"/>
                  </a:cubicBezTo>
                  <a:cubicBezTo>
                    <a:pt x="4897" y="1890"/>
                    <a:pt x="4967" y="1865"/>
                    <a:pt x="5038" y="1840"/>
                  </a:cubicBezTo>
                  <a:close/>
                  <a:moveTo>
                    <a:pt x="890" y="3468"/>
                  </a:moveTo>
                  <a:cubicBezTo>
                    <a:pt x="902" y="3482"/>
                    <a:pt x="895" y="3473"/>
                    <a:pt x="903" y="3495"/>
                  </a:cubicBezTo>
                  <a:lnTo>
                    <a:pt x="890" y="3495"/>
                  </a:lnTo>
                  <a:cubicBezTo>
                    <a:pt x="889" y="3486"/>
                    <a:pt x="889" y="3479"/>
                    <a:pt x="890" y="3468"/>
                  </a:cubicBezTo>
                  <a:close/>
                  <a:moveTo>
                    <a:pt x="1597" y="2967"/>
                  </a:moveTo>
                  <a:lnTo>
                    <a:pt x="1597" y="2967"/>
                  </a:lnTo>
                  <a:cubicBezTo>
                    <a:pt x="1670" y="3053"/>
                    <a:pt x="1738" y="3410"/>
                    <a:pt x="1766" y="3540"/>
                  </a:cubicBezTo>
                  <a:lnTo>
                    <a:pt x="1754" y="3540"/>
                  </a:lnTo>
                  <a:lnTo>
                    <a:pt x="1754" y="3527"/>
                  </a:lnTo>
                  <a:cubicBezTo>
                    <a:pt x="1646" y="3407"/>
                    <a:pt x="1594" y="3189"/>
                    <a:pt x="1597" y="2967"/>
                  </a:cubicBezTo>
                  <a:close/>
                  <a:moveTo>
                    <a:pt x="902" y="3509"/>
                  </a:moveTo>
                  <a:cubicBezTo>
                    <a:pt x="911" y="3524"/>
                    <a:pt x="909" y="3522"/>
                    <a:pt x="914" y="3547"/>
                  </a:cubicBezTo>
                  <a:lnTo>
                    <a:pt x="902" y="3547"/>
                  </a:lnTo>
                  <a:lnTo>
                    <a:pt x="902" y="3509"/>
                  </a:lnTo>
                  <a:close/>
                  <a:moveTo>
                    <a:pt x="368" y="2435"/>
                  </a:moveTo>
                  <a:lnTo>
                    <a:pt x="511" y="2451"/>
                  </a:lnTo>
                  <a:cubicBezTo>
                    <a:pt x="534" y="2481"/>
                    <a:pt x="578" y="2499"/>
                    <a:pt x="600" y="2531"/>
                  </a:cubicBezTo>
                  <a:cubicBezTo>
                    <a:pt x="642" y="2590"/>
                    <a:pt x="739" y="2867"/>
                    <a:pt x="693" y="2997"/>
                  </a:cubicBezTo>
                  <a:cubicBezTo>
                    <a:pt x="659" y="3090"/>
                    <a:pt x="570" y="3085"/>
                    <a:pt x="557" y="3214"/>
                  </a:cubicBezTo>
                  <a:cubicBezTo>
                    <a:pt x="656" y="3309"/>
                    <a:pt x="761" y="3400"/>
                    <a:pt x="755" y="3594"/>
                  </a:cubicBezTo>
                  <a:cubicBezTo>
                    <a:pt x="723" y="3633"/>
                    <a:pt x="722" y="3665"/>
                    <a:pt x="665" y="3684"/>
                  </a:cubicBezTo>
                  <a:cubicBezTo>
                    <a:pt x="651" y="3693"/>
                    <a:pt x="635" y="3696"/>
                    <a:pt x="618" y="3696"/>
                  </a:cubicBezTo>
                  <a:cubicBezTo>
                    <a:pt x="541" y="3696"/>
                    <a:pt x="440" y="3617"/>
                    <a:pt x="422" y="3575"/>
                  </a:cubicBezTo>
                  <a:lnTo>
                    <a:pt x="447" y="3575"/>
                  </a:lnTo>
                  <a:cubicBezTo>
                    <a:pt x="477" y="3602"/>
                    <a:pt x="526" y="3604"/>
                    <a:pt x="584" y="3604"/>
                  </a:cubicBezTo>
                  <a:cubicBezTo>
                    <a:pt x="590" y="3604"/>
                    <a:pt x="595" y="3604"/>
                    <a:pt x="601" y="3604"/>
                  </a:cubicBezTo>
                  <a:cubicBezTo>
                    <a:pt x="627" y="3567"/>
                    <a:pt x="637" y="3567"/>
                    <a:pt x="643" y="3502"/>
                  </a:cubicBezTo>
                  <a:cubicBezTo>
                    <a:pt x="563" y="3416"/>
                    <a:pt x="447" y="3316"/>
                    <a:pt x="444" y="3162"/>
                  </a:cubicBezTo>
                  <a:cubicBezTo>
                    <a:pt x="504" y="3090"/>
                    <a:pt x="547" y="3031"/>
                    <a:pt x="616" y="2971"/>
                  </a:cubicBezTo>
                  <a:cubicBezTo>
                    <a:pt x="626" y="2752"/>
                    <a:pt x="559" y="2625"/>
                    <a:pt x="457" y="2515"/>
                  </a:cubicBezTo>
                  <a:cubicBezTo>
                    <a:pt x="427" y="2515"/>
                    <a:pt x="397" y="2513"/>
                    <a:pt x="367" y="2513"/>
                  </a:cubicBezTo>
                  <a:cubicBezTo>
                    <a:pt x="352" y="2535"/>
                    <a:pt x="323" y="2553"/>
                    <a:pt x="315" y="2577"/>
                  </a:cubicBezTo>
                  <a:cubicBezTo>
                    <a:pt x="288" y="2634"/>
                    <a:pt x="304" y="2701"/>
                    <a:pt x="272" y="2743"/>
                  </a:cubicBezTo>
                  <a:lnTo>
                    <a:pt x="272" y="2731"/>
                  </a:lnTo>
                  <a:cubicBezTo>
                    <a:pt x="213" y="2664"/>
                    <a:pt x="271" y="2550"/>
                    <a:pt x="291" y="2486"/>
                  </a:cubicBezTo>
                  <a:cubicBezTo>
                    <a:pt x="316" y="2473"/>
                    <a:pt x="349" y="2455"/>
                    <a:pt x="368" y="2435"/>
                  </a:cubicBezTo>
                  <a:close/>
                  <a:moveTo>
                    <a:pt x="1869" y="3089"/>
                  </a:moveTo>
                  <a:cubicBezTo>
                    <a:pt x="1899" y="3106"/>
                    <a:pt x="1878" y="3083"/>
                    <a:pt x="1894" y="3117"/>
                  </a:cubicBezTo>
                  <a:cubicBezTo>
                    <a:pt x="1939" y="3179"/>
                    <a:pt x="1936" y="3271"/>
                    <a:pt x="1966" y="3351"/>
                  </a:cubicBezTo>
                  <a:cubicBezTo>
                    <a:pt x="2016" y="3480"/>
                    <a:pt x="2087" y="3621"/>
                    <a:pt x="2126" y="3753"/>
                  </a:cubicBezTo>
                  <a:lnTo>
                    <a:pt x="2112" y="3755"/>
                  </a:lnTo>
                  <a:cubicBezTo>
                    <a:pt x="1994" y="3559"/>
                    <a:pt x="1863" y="3416"/>
                    <a:pt x="1869" y="3089"/>
                  </a:cubicBezTo>
                  <a:close/>
                  <a:moveTo>
                    <a:pt x="4604" y="2743"/>
                  </a:moveTo>
                  <a:cubicBezTo>
                    <a:pt x="4663" y="2808"/>
                    <a:pt x="4686" y="2909"/>
                    <a:pt x="4727" y="2993"/>
                  </a:cubicBezTo>
                  <a:cubicBezTo>
                    <a:pt x="4807" y="3156"/>
                    <a:pt x="5002" y="3439"/>
                    <a:pt x="4829" y="3655"/>
                  </a:cubicBezTo>
                  <a:cubicBezTo>
                    <a:pt x="4784" y="3710"/>
                    <a:pt x="4694" y="3723"/>
                    <a:pt x="4620" y="3752"/>
                  </a:cubicBezTo>
                  <a:cubicBezTo>
                    <a:pt x="4554" y="3780"/>
                    <a:pt x="4486" y="3832"/>
                    <a:pt x="4410" y="3851"/>
                  </a:cubicBezTo>
                  <a:cubicBezTo>
                    <a:pt x="4400" y="3853"/>
                    <a:pt x="4388" y="3854"/>
                    <a:pt x="4374" y="3854"/>
                  </a:cubicBezTo>
                  <a:cubicBezTo>
                    <a:pt x="4249" y="3854"/>
                    <a:pt x="3970" y="3770"/>
                    <a:pt x="3884" y="3749"/>
                  </a:cubicBezTo>
                  <a:cubicBezTo>
                    <a:pt x="3829" y="3657"/>
                    <a:pt x="3785" y="3576"/>
                    <a:pt x="3788" y="3423"/>
                  </a:cubicBezTo>
                  <a:lnTo>
                    <a:pt x="3788" y="3423"/>
                  </a:lnTo>
                  <a:cubicBezTo>
                    <a:pt x="3789" y="3428"/>
                    <a:pt x="3795" y="3428"/>
                    <a:pt x="3798" y="3428"/>
                  </a:cubicBezTo>
                  <a:lnTo>
                    <a:pt x="3798" y="3452"/>
                  </a:lnTo>
                  <a:cubicBezTo>
                    <a:pt x="3811" y="3490"/>
                    <a:pt x="3821" y="3531"/>
                    <a:pt x="3834" y="3569"/>
                  </a:cubicBezTo>
                  <a:cubicBezTo>
                    <a:pt x="3872" y="3604"/>
                    <a:pt x="3912" y="3640"/>
                    <a:pt x="3949" y="3673"/>
                  </a:cubicBezTo>
                  <a:cubicBezTo>
                    <a:pt x="4079" y="3684"/>
                    <a:pt x="4175" y="3720"/>
                    <a:pt x="4271" y="3745"/>
                  </a:cubicBezTo>
                  <a:cubicBezTo>
                    <a:pt x="4279" y="3747"/>
                    <a:pt x="4290" y="3748"/>
                    <a:pt x="4302" y="3748"/>
                  </a:cubicBezTo>
                  <a:cubicBezTo>
                    <a:pt x="4432" y="3748"/>
                    <a:pt x="4733" y="3625"/>
                    <a:pt x="4765" y="3586"/>
                  </a:cubicBezTo>
                  <a:cubicBezTo>
                    <a:pt x="4801" y="3543"/>
                    <a:pt x="4807" y="3476"/>
                    <a:pt x="4809" y="3394"/>
                  </a:cubicBezTo>
                  <a:cubicBezTo>
                    <a:pt x="4785" y="3358"/>
                    <a:pt x="4791" y="3310"/>
                    <a:pt x="4772" y="3263"/>
                  </a:cubicBezTo>
                  <a:cubicBezTo>
                    <a:pt x="4708" y="3102"/>
                    <a:pt x="4625" y="2960"/>
                    <a:pt x="4604" y="2743"/>
                  </a:cubicBezTo>
                  <a:close/>
                  <a:moveTo>
                    <a:pt x="2192" y="3562"/>
                  </a:moveTo>
                  <a:lnTo>
                    <a:pt x="2192" y="3562"/>
                  </a:lnTo>
                  <a:cubicBezTo>
                    <a:pt x="2272" y="3627"/>
                    <a:pt x="2366" y="3793"/>
                    <a:pt x="2392" y="3902"/>
                  </a:cubicBezTo>
                  <a:lnTo>
                    <a:pt x="2379" y="3902"/>
                  </a:lnTo>
                  <a:lnTo>
                    <a:pt x="2379" y="3889"/>
                  </a:lnTo>
                  <a:cubicBezTo>
                    <a:pt x="2308" y="3815"/>
                    <a:pt x="2219" y="3669"/>
                    <a:pt x="2192" y="3562"/>
                  </a:cubicBezTo>
                  <a:close/>
                  <a:moveTo>
                    <a:pt x="5184" y="3998"/>
                  </a:moveTo>
                  <a:cubicBezTo>
                    <a:pt x="5210" y="4004"/>
                    <a:pt x="5208" y="4002"/>
                    <a:pt x="5221" y="4012"/>
                  </a:cubicBezTo>
                  <a:cubicBezTo>
                    <a:pt x="5075" y="4193"/>
                    <a:pt x="5152" y="4595"/>
                    <a:pt x="5011" y="4784"/>
                  </a:cubicBezTo>
                  <a:cubicBezTo>
                    <a:pt x="4913" y="4916"/>
                    <a:pt x="4496" y="5023"/>
                    <a:pt x="4152" y="5023"/>
                  </a:cubicBezTo>
                  <a:cubicBezTo>
                    <a:pt x="4030" y="5023"/>
                    <a:pt x="3918" y="5010"/>
                    <a:pt x="3832" y="4979"/>
                  </a:cubicBezTo>
                  <a:cubicBezTo>
                    <a:pt x="3686" y="4928"/>
                    <a:pt x="3544" y="4826"/>
                    <a:pt x="3462" y="4712"/>
                  </a:cubicBezTo>
                  <a:cubicBezTo>
                    <a:pt x="3413" y="4643"/>
                    <a:pt x="3192" y="4300"/>
                    <a:pt x="3160" y="4293"/>
                  </a:cubicBezTo>
                  <a:cubicBezTo>
                    <a:pt x="3121" y="4334"/>
                    <a:pt x="3116" y="4412"/>
                    <a:pt x="3078" y="4457"/>
                  </a:cubicBezTo>
                  <a:cubicBezTo>
                    <a:pt x="3062" y="4222"/>
                    <a:pt x="3138" y="4127"/>
                    <a:pt x="3346" y="4089"/>
                  </a:cubicBezTo>
                  <a:lnTo>
                    <a:pt x="3346" y="4101"/>
                  </a:lnTo>
                  <a:cubicBezTo>
                    <a:pt x="3304" y="4126"/>
                    <a:pt x="3272" y="4152"/>
                    <a:pt x="3253" y="4203"/>
                  </a:cubicBezTo>
                  <a:cubicBezTo>
                    <a:pt x="3477" y="4237"/>
                    <a:pt x="3725" y="4258"/>
                    <a:pt x="3970" y="4258"/>
                  </a:cubicBezTo>
                  <a:cubicBezTo>
                    <a:pt x="4361" y="4258"/>
                    <a:pt x="4745" y="4205"/>
                    <a:pt x="5014" y="4072"/>
                  </a:cubicBezTo>
                  <a:cubicBezTo>
                    <a:pt x="5069" y="4046"/>
                    <a:pt x="5140" y="4038"/>
                    <a:pt x="5184" y="3998"/>
                  </a:cubicBezTo>
                  <a:close/>
                  <a:moveTo>
                    <a:pt x="4641" y="5088"/>
                  </a:moveTo>
                  <a:cubicBezTo>
                    <a:pt x="4669" y="5094"/>
                    <a:pt x="4666" y="5092"/>
                    <a:pt x="4679" y="5103"/>
                  </a:cubicBezTo>
                  <a:cubicBezTo>
                    <a:pt x="4672" y="5101"/>
                    <a:pt x="4663" y="5101"/>
                    <a:pt x="4654" y="5101"/>
                  </a:cubicBezTo>
                  <a:cubicBezTo>
                    <a:pt x="4574" y="5164"/>
                    <a:pt x="4469" y="5185"/>
                    <a:pt x="4356" y="5185"/>
                  </a:cubicBezTo>
                  <a:cubicBezTo>
                    <a:pt x="4292" y="5185"/>
                    <a:pt x="4226" y="5179"/>
                    <a:pt x="4162" y="5168"/>
                  </a:cubicBezTo>
                  <a:lnTo>
                    <a:pt x="4162" y="5143"/>
                  </a:lnTo>
                  <a:cubicBezTo>
                    <a:pt x="4236" y="5140"/>
                    <a:pt x="4590" y="5122"/>
                    <a:pt x="4641" y="5088"/>
                  </a:cubicBezTo>
                  <a:close/>
                  <a:moveTo>
                    <a:pt x="2218" y="5502"/>
                  </a:moveTo>
                  <a:lnTo>
                    <a:pt x="2218" y="5502"/>
                  </a:lnTo>
                  <a:cubicBezTo>
                    <a:pt x="2415" y="5564"/>
                    <a:pt x="2570" y="5962"/>
                    <a:pt x="2618" y="6181"/>
                  </a:cubicBezTo>
                  <a:cubicBezTo>
                    <a:pt x="2628" y="6195"/>
                    <a:pt x="2620" y="6186"/>
                    <a:pt x="2629" y="6208"/>
                  </a:cubicBezTo>
                  <a:lnTo>
                    <a:pt x="2615" y="6208"/>
                  </a:lnTo>
                  <a:lnTo>
                    <a:pt x="2615" y="6183"/>
                  </a:lnTo>
                  <a:lnTo>
                    <a:pt x="2603" y="6183"/>
                  </a:lnTo>
                  <a:cubicBezTo>
                    <a:pt x="2562" y="6110"/>
                    <a:pt x="2495" y="6054"/>
                    <a:pt x="2452" y="5987"/>
                  </a:cubicBezTo>
                  <a:cubicBezTo>
                    <a:pt x="2359" y="5838"/>
                    <a:pt x="2292" y="5657"/>
                    <a:pt x="2218" y="5502"/>
                  </a:cubicBezTo>
                  <a:close/>
                  <a:moveTo>
                    <a:pt x="2549" y="5546"/>
                  </a:moveTo>
                  <a:lnTo>
                    <a:pt x="2549" y="5546"/>
                  </a:lnTo>
                  <a:cubicBezTo>
                    <a:pt x="2702" y="5609"/>
                    <a:pt x="2773" y="5806"/>
                    <a:pt x="2853" y="5940"/>
                  </a:cubicBezTo>
                  <a:cubicBezTo>
                    <a:pt x="3044" y="6263"/>
                    <a:pt x="3273" y="6796"/>
                    <a:pt x="3289" y="7269"/>
                  </a:cubicBezTo>
                  <a:cubicBezTo>
                    <a:pt x="3298" y="7284"/>
                    <a:pt x="3297" y="7282"/>
                    <a:pt x="3302" y="7307"/>
                  </a:cubicBezTo>
                  <a:lnTo>
                    <a:pt x="3289" y="7307"/>
                  </a:lnTo>
                  <a:lnTo>
                    <a:pt x="3289" y="7269"/>
                  </a:lnTo>
                  <a:lnTo>
                    <a:pt x="3276" y="7269"/>
                  </a:lnTo>
                  <a:lnTo>
                    <a:pt x="3276" y="7244"/>
                  </a:lnTo>
                  <a:cubicBezTo>
                    <a:pt x="3247" y="7202"/>
                    <a:pt x="3249" y="7153"/>
                    <a:pt x="3227" y="7100"/>
                  </a:cubicBezTo>
                  <a:cubicBezTo>
                    <a:pt x="3160" y="6939"/>
                    <a:pt x="3089" y="6776"/>
                    <a:pt x="3019" y="6605"/>
                  </a:cubicBezTo>
                  <a:cubicBezTo>
                    <a:pt x="2871" y="6245"/>
                    <a:pt x="2709" y="5899"/>
                    <a:pt x="2549" y="5546"/>
                  </a:cubicBezTo>
                  <a:close/>
                  <a:moveTo>
                    <a:pt x="3659" y="7587"/>
                  </a:moveTo>
                  <a:cubicBezTo>
                    <a:pt x="3673" y="7611"/>
                    <a:pt x="3673" y="7630"/>
                    <a:pt x="3657" y="7653"/>
                  </a:cubicBezTo>
                  <a:cubicBezTo>
                    <a:pt x="3657" y="7630"/>
                    <a:pt x="3657" y="7608"/>
                    <a:pt x="3659" y="7587"/>
                  </a:cubicBezTo>
                  <a:close/>
                  <a:moveTo>
                    <a:pt x="4880" y="1"/>
                  </a:moveTo>
                  <a:lnTo>
                    <a:pt x="4503" y="84"/>
                  </a:lnTo>
                  <a:cubicBezTo>
                    <a:pt x="4339" y="133"/>
                    <a:pt x="4023" y="238"/>
                    <a:pt x="3747" y="238"/>
                  </a:cubicBezTo>
                  <a:cubicBezTo>
                    <a:pt x="3680" y="238"/>
                    <a:pt x="3616" y="232"/>
                    <a:pt x="3557" y="218"/>
                  </a:cubicBezTo>
                  <a:cubicBezTo>
                    <a:pt x="3344" y="166"/>
                    <a:pt x="3093" y="114"/>
                    <a:pt x="2863" y="114"/>
                  </a:cubicBezTo>
                  <a:cubicBezTo>
                    <a:pt x="2628" y="114"/>
                    <a:pt x="2416" y="168"/>
                    <a:pt x="2288" y="332"/>
                  </a:cubicBezTo>
                  <a:cubicBezTo>
                    <a:pt x="2176" y="478"/>
                    <a:pt x="2045" y="687"/>
                    <a:pt x="1979" y="869"/>
                  </a:cubicBezTo>
                  <a:cubicBezTo>
                    <a:pt x="1923" y="1029"/>
                    <a:pt x="1917" y="1183"/>
                    <a:pt x="1854" y="1331"/>
                  </a:cubicBezTo>
                  <a:cubicBezTo>
                    <a:pt x="1742" y="1589"/>
                    <a:pt x="1563" y="1788"/>
                    <a:pt x="1488" y="2073"/>
                  </a:cubicBezTo>
                  <a:cubicBezTo>
                    <a:pt x="1421" y="2333"/>
                    <a:pt x="1579" y="2941"/>
                    <a:pt x="1402" y="3067"/>
                  </a:cubicBezTo>
                  <a:cubicBezTo>
                    <a:pt x="1367" y="3093"/>
                    <a:pt x="1318" y="3105"/>
                    <a:pt x="1269" y="3105"/>
                  </a:cubicBezTo>
                  <a:cubicBezTo>
                    <a:pt x="1186" y="3105"/>
                    <a:pt x="1101" y="3073"/>
                    <a:pt x="1068" y="3022"/>
                  </a:cubicBezTo>
                  <a:cubicBezTo>
                    <a:pt x="995" y="2910"/>
                    <a:pt x="1014" y="2731"/>
                    <a:pt x="962" y="2606"/>
                  </a:cubicBezTo>
                  <a:cubicBezTo>
                    <a:pt x="910" y="2486"/>
                    <a:pt x="604" y="2187"/>
                    <a:pt x="363" y="2187"/>
                  </a:cubicBezTo>
                  <a:cubicBezTo>
                    <a:pt x="332" y="2187"/>
                    <a:pt x="301" y="2192"/>
                    <a:pt x="272" y="2204"/>
                  </a:cubicBezTo>
                  <a:cubicBezTo>
                    <a:pt x="86" y="2279"/>
                    <a:pt x="1" y="2653"/>
                    <a:pt x="63" y="2936"/>
                  </a:cubicBezTo>
                  <a:cubicBezTo>
                    <a:pt x="143" y="3294"/>
                    <a:pt x="259" y="3615"/>
                    <a:pt x="444" y="3876"/>
                  </a:cubicBezTo>
                  <a:cubicBezTo>
                    <a:pt x="493" y="3948"/>
                    <a:pt x="584" y="3988"/>
                    <a:pt x="648" y="4049"/>
                  </a:cubicBezTo>
                  <a:cubicBezTo>
                    <a:pt x="653" y="4049"/>
                    <a:pt x="658" y="4049"/>
                    <a:pt x="664" y="4049"/>
                  </a:cubicBezTo>
                  <a:cubicBezTo>
                    <a:pt x="789" y="4049"/>
                    <a:pt x="862" y="4018"/>
                    <a:pt x="992" y="4018"/>
                  </a:cubicBezTo>
                  <a:cubicBezTo>
                    <a:pt x="997" y="4018"/>
                    <a:pt x="1002" y="4018"/>
                    <a:pt x="1008" y="4018"/>
                  </a:cubicBezTo>
                  <a:lnTo>
                    <a:pt x="1008" y="3992"/>
                  </a:lnTo>
                  <a:cubicBezTo>
                    <a:pt x="979" y="3951"/>
                    <a:pt x="906" y="3588"/>
                    <a:pt x="927" y="3551"/>
                  </a:cubicBezTo>
                  <a:lnTo>
                    <a:pt x="927" y="3551"/>
                  </a:lnTo>
                  <a:cubicBezTo>
                    <a:pt x="941" y="3698"/>
                    <a:pt x="1026" y="3835"/>
                    <a:pt x="1074" y="3954"/>
                  </a:cubicBezTo>
                  <a:cubicBezTo>
                    <a:pt x="1158" y="4156"/>
                    <a:pt x="1238" y="4434"/>
                    <a:pt x="1357" y="4607"/>
                  </a:cubicBezTo>
                  <a:cubicBezTo>
                    <a:pt x="1421" y="4700"/>
                    <a:pt x="1549" y="4776"/>
                    <a:pt x="1638" y="4845"/>
                  </a:cubicBezTo>
                  <a:cubicBezTo>
                    <a:pt x="1709" y="4924"/>
                    <a:pt x="1782" y="5002"/>
                    <a:pt x="1851" y="5082"/>
                  </a:cubicBezTo>
                  <a:lnTo>
                    <a:pt x="1851" y="5108"/>
                  </a:lnTo>
                  <a:lnTo>
                    <a:pt x="1827" y="5108"/>
                  </a:lnTo>
                  <a:cubicBezTo>
                    <a:pt x="1793" y="5082"/>
                    <a:pt x="1750" y="5088"/>
                    <a:pt x="1710" y="5066"/>
                  </a:cubicBezTo>
                  <a:cubicBezTo>
                    <a:pt x="1536" y="4972"/>
                    <a:pt x="1263" y="4770"/>
                    <a:pt x="1165" y="4603"/>
                  </a:cubicBezTo>
                  <a:cubicBezTo>
                    <a:pt x="1092" y="4477"/>
                    <a:pt x="1127" y="4207"/>
                    <a:pt x="941" y="4197"/>
                  </a:cubicBezTo>
                  <a:cubicBezTo>
                    <a:pt x="893" y="4230"/>
                    <a:pt x="820" y="4241"/>
                    <a:pt x="745" y="4241"/>
                  </a:cubicBezTo>
                  <a:cubicBezTo>
                    <a:pt x="692" y="4241"/>
                    <a:pt x="639" y="4236"/>
                    <a:pt x="592" y="4229"/>
                  </a:cubicBezTo>
                  <a:lnTo>
                    <a:pt x="592" y="4254"/>
                  </a:lnTo>
                  <a:cubicBezTo>
                    <a:pt x="643" y="4332"/>
                    <a:pt x="633" y="4517"/>
                    <a:pt x="623" y="4643"/>
                  </a:cubicBezTo>
                  <a:cubicBezTo>
                    <a:pt x="600" y="4944"/>
                    <a:pt x="489" y="5190"/>
                    <a:pt x="412" y="5425"/>
                  </a:cubicBezTo>
                  <a:cubicBezTo>
                    <a:pt x="408" y="5511"/>
                    <a:pt x="400" y="5598"/>
                    <a:pt x="395" y="5684"/>
                  </a:cubicBezTo>
                  <a:cubicBezTo>
                    <a:pt x="371" y="5780"/>
                    <a:pt x="351" y="6020"/>
                    <a:pt x="397" y="6099"/>
                  </a:cubicBezTo>
                  <a:cubicBezTo>
                    <a:pt x="490" y="6245"/>
                    <a:pt x="681" y="6347"/>
                    <a:pt x="831" y="6443"/>
                  </a:cubicBezTo>
                  <a:cubicBezTo>
                    <a:pt x="1072" y="6600"/>
                    <a:pt x="1340" y="6746"/>
                    <a:pt x="1595" y="6887"/>
                  </a:cubicBezTo>
                  <a:cubicBezTo>
                    <a:pt x="1706" y="6948"/>
                    <a:pt x="1822" y="6981"/>
                    <a:pt x="1928" y="7049"/>
                  </a:cubicBezTo>
                  <a:cubicBezTo>
                    <a:pt x="2170" y="7202"/>
                    <a:pt x="2408" y="7356"/>
                    <a:pt x="2628" y="7529"/>
                  </a:cubicBezTo>
                  <a:lnTo>
                    <a:pt x="3310" y="8253"/>
                  </a:lnTo>
                  <a:cubicBezTo>
                    <a:pt x="3480" y="8423"/>
                    <a:pt x="3702" y="8572"/>
                    <a:pt x="3827" y="8782"/>
                  </a:cubicBezTo>
                  <a:lnTo>
                    <a:pt x="3840" y="8769"/>
                  </a:lnTo>
                  <a:cubicBezTo>
                    <a:pt x="3912" y="8689"/>
                    <a:pt x="3846" y="8482"/>
                    <a:pt x="3875" y="8358"/>
                  </a:cubicBezTo>
                  <a:cubicBezTo>
                    <a:pt x="3891" y="8285"/>
                    <a:pt x="3872" y="8162"/>
                    <a:pt x="3893" y="8074"/>
                  </a:cubicBezTo>
                  <a:cubicBezTo>
                    <a:pt x="3977" y="7718"/>
                    <a:pt x="3951" y="7212"/>
                    <a:pt x="3893" y="6898"/>
                  </a:cubicBezTo>
                  <a:lnTo>
                    <a:pt x="3880" y="6898"/>
                  </a:lnTo>
                  <a:cubicBezTo>
                    <a:pt x="3861" y="7054"/>
                    <a:pt x="3775" y="7214"/>
                    <a:pt x="3727" y="7359"/>
                  </a:cubicBezTo>
                  <a:cubicBezTo>
                    <a:pt x="3702" y="7436"/>
                    <a:pt x="3712" y="7532"/>
                    <a:pt x="3672" y="7590"/>
                  </a:cubicBezTo>
                  <a:cubicBezTo>
                    <a:pt x="3673" y="7262"/>
                    <a:pt x="3676" y="6862"/>
                    <a:pt x="3769" y="6599"/>
                  </a:cubicBezTo>
                  <a:lnTo>
                    <a:pt x="3906" y="6304"/>
                  </a:lnTo>
                  <a:cubicBezTo>
                    <a:pt x="3933" y="6261"/>
                    <a:pt x="3978" y="6243"/>
                    <a:pt x="3999" y="6189"/>
                  </a:cubicBezTo>
                  <a:cubicBezTo>
                    <a:pt x="3672" y="6187"/>
                    <a:pt x="3442" y="5971"/>
                    <a:pt x="3230" y="5837"/>
                  </a:cubicBezTo>
                  <a:lnTo>
                    <a:pt x="3230" y="5850"/>
                  </a:lnTo>
                  <a:cubicBezTo>
                    <a:pt x="3371" y="5949"/>
                    <a:pt x="3491" y="6280"/>
                    <a:pt x="3486" y="6527"/>
                  </a:cubicBezTo>
                  <a:cubicBezTo>
                    <a:pt x="3484" y="6645"/>
                    <a:pt x="3491" y="6802"/>
                    <a:pt x="3440" y="6875"/>
                  </a:cubicBezTo>
                  <a:cubicBezTo>
                    <a:pt x="3451" y="6593"/>
                    <a:pt x="3344" y="6280"/>
                    <a:pt x="3265" y="6056"/>
                  </a:cubicBezTo>
                  <a:cubicBezTo>
                    <a:pt x="3237" y="5978"/>
                    <a:pt x="3145" y="5851"/>
                    <a:pt x="3179" y="5796"/>
                  </a:cubicBezTo>
                  <a:cubicBezTo>
                    <a:pt x="3080" y="5766"/>
                    <a:pt x="2667" y="5473"/>
                    <a:pt x="2619" y="5396"/>
                  </a:cubicBezTo>
                  <a:cubicBezTo>
                    <a:pt x="2588" y="5386"/>
                    <a:pt x="2597" y="5392"/>
                    <a:pt x="2581" y="5370"/>
                  </a:cubicBezTo>
                  <a:lnTo>
                    <a:pt x="2581" y="5370"/>
                  </a:lnTo>
                  <a:cubicBezTo>
                    <a:pt x="2593" y="5375"/>
                    <a:pt x="2606" y="5379"/>
                    <a:pt x="2619" y="5385"/>
                  </a:cubicBezTo>
                  <a:lnTo>
                    <a:pt x="2619" y="5396"/>
                  </a:lnTo>
                  <a:lnTo>
                    <a:pt x="2644" y="5396"/>
                  </a:lnTo>
                  <a:cubicBezTo>
                    <a:pt x="2740" y="5520"/>
                    <a:pt x="2953" y="5596"/>
                    <a:pt x="3103" y="5665"/>
                  </a:cubicBezTo>
                  <a:cubicBezTo>
                    <a:pt x="3398" y="5802"/>
                    <a:pt x="3722" y="6030"/>
                    <a:pt x="4142" y="6030"/>
                  </a:cubicBezTo>
                  <a:cubicBezTo>
                    <a:pt x="4220" y="6030"/>
                    <a:pt x="4302" y="6022"/>
                    <a:pt x="4388" y="6004"/>
                  </a:cubicBezTo>
                  <a:cubicBezTo>
                    <a:pt x="4592" y="5960"/>
                    <a:pt x="4743" y="5959"/>
                    <a:pt x="4883" y="5859"/>
                  </a:cubicBezTo>
                  <a:cubicBezTo>
                    <a:pt x="5069" y="5729"/>
                    <a:pt x="5188" y="5263"/>
                    <a:pt x="5275" y="5014"/>
                  </a:cubicBezTo>
                  <a:cubicBezTo>
                    <a:pt x="5534" y="4283"/>
                    <a:pt x="5816" y="3272"/>
                    <a:pt x="5630" y="2333"/>
                  </a:cubicBezTo>
                  <a:cubicBezTo>
                    <a:pt x="5578" y="2057"/>
                    <a:pt x="5732" y="1811"/>
                    <a:pt x="5674" y="1530"/>
                  </a:cubicBezTo>
                  <a:cubicBezTo>
                    <a:pt x="5549" y="915"/>
                    <a:pt x="5642" y="7"/>
                    <a:pt x="48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65"/>
            <p:cNvSpPr/>
            <p:nvPr/>
          </p:nvSpPr>
          <p:spPr>
            <a:xfrm>
              <a:off x="576394" y="3198370"/>
              <a:ext cx="119592" cy="126637"/>
            </a:xfrm>
            <a:custGeom>
              <a:rect b="b" l="l" r="r" t="t"/>
              <a:pathLst>
                <a:path extrusionOk="0" h="4476" w="4227">
                  <a:moveTo>
                    <a:pt x="1454" y="2158"/>
                  </a:moveTo>
                  <a:cubicBezTo>
                    <a:pt x="1464" y="2171"/>
                    <a:pt x="1457" y="2161"/>
                    <a:pt x="1467" y="2183"/>
                  </a:cubicBezTo>
                  <a:lnTo>
                    <a:pt x="1454" y="2183"/>
                  </a:lnTo>
                  <a:lnTo>
                    <a:pt x="1454" y="2158"/>
                  </a:lnTo>
                  <a:close/>
                  <a:moveTo>
                    <a:pt x="944" y="1889"/>
                  </a:moveTo>
                  <a:lnTo>
                    <a:pt x="944" y="1889"/>
                  </a:lnTo>
                  <a:cubicBezTo>
                    <a:pt x="1111" y="1954"/>
                    <a:pt x="1275" y="2385"/>
                    <a:pt x="1288" y="2619"/>
                  </a:cubicBezTo>
                  <a:lnTo>
                    <a:pt x="1275" y="2619"/>
                  </a:lnTo>
                  <a:lnTo>
                    <a:pt x="1275" y="2594"/>
                  </a:lnTo>
                  <a:cubicBezTo>
                    <a:pt x="1229" y="2537"/>
                    <a:pt x="1220" y="2459"/>
                    <a:pt x="1191" y="2385"/>
                  </a:cubicBezTo>
                  <a:cubicBezTo>
                    <a:pt x="1121" y="2216"/>
                    <a:pt x="1034" y="2036"/>
                    <a:pt x="944" y="1889"/>
                  </a:cubicBezTo>
                  <a:close/>
                  <a:moveTo>
                    <a:pt x="1467" y="2183"/>
                  </a:moveTo>
                  <a:lnTo>
                    <a:pt x="1467" y="2183"/>
                  </a:lnTo>
                  <a:cubicBezTo>
                    <a:pt x="1616" y="2350"/>
                    <a:pt x="1656" y="2750"/>
                    <a:pt x="1707" y="3016"/>
                  </a:cubicBezTo>
                  <a:cubicBezTo>
                    <a:pt x="1722" y="3087"/>
                    <a:pt x="1729" y="3242"/>
                    <a:pt x="1701" y="3286"/>
                  </a:cubicBezTo>
                  <a:cubicBezTo>
                    <a:pt x="1693" y="3183"/>
                    <a:pt x="1656" y="3080"/>
                    <a:pt x="1630" y="2988"/>
                  </a:cubicBezTo>
                  <a:cubicBezTo>
                    <a:pt x="1603" y="2828"/>
                    <a:pt x="1578" y="2668"/>
                    <a:pt x="1550" y="2508"/>
                  </a:cubicBezTo>
                  <a:cubicBezTo>
                    <a:pt x="1523" y="2405"/>
                    <a:pt x="1482" y="2296"/>
                    <a:pt x="1467" y="2183"/>
                  </a:cubicBezTo>
                  <a:close/>
                  <a:moveTo>
                    <a:pt x="1906" y="2723"/>
                  </a:moveTo>
                  <a:cubicBezTo>
                    <a:pt x="1918" y="2735"/>
                    <a:pt x="1911" y="2726"/>
                    <a:pt x="1919" y="2748"/>
                  </a:cubicBezTo>
                  <a:cubicBezTo>
                    <a:pt x="1973" y="2819"/>
                    <a:pt x="2052" y="3254"/>
                    <a:pt x="2008" y="3410"/>
                  </a:cubicBezTo>
                  <a:cubicBezTo>
                    <a:pt x="1991" y="3477"/>
                    <a:pt x="1944" y="3532"/>
                    <a:pt x="1914" y="3587"/>
                  </a:cubicBezTo>
                  <a:lnTo>
                    <a:pt x="1901" y="3587"/>
                  </a:lnTo>
                  <a:lnTo>
                    <a:pt x="1901" y="3549"/>
                  </a:lnTo>
                  <a:cubicBezTo>
                    <a:pt x="1934" y="3500"/>
                    <a:pt x="1918" y="3366"/>
                    <a:pt x="1919" y="3292"/>
                  </a:cubicBezTo>
                  <a:cubicBezTo>
                    <a:pt x="1919" y="3110"/>
                    <a:pt x="1919" y="2930"/>
                    <a:pt x="1918" y="2748"/>
                  </a:cubicBezTo>
                  <a:lnTo>
                    <a:pt x="1905" y="2748"/>
                  </a:lnTo>
                  <a:cubicBezTo>
                    <a:pt x="1906" y="2741"/>
                    <a:pt x="1906" y="2732"/>
                    <a:pt x="1906" y="2723"/>
                  </a:cubicBezTo>
                  <a:close/>
                  <a:moveTo>
                    <a:pt x="916" y="0"/>
                  </a:moveTo>
                  <a:cubicBezTo>
                    <a:pt x="832" y="71"/>
                    <a:pt x="678" y="53"/>
                    <a:pt x="578" y="109"/>
                  </a:cubicBezTo>
                  <a:cubicBezTo>
                    <a:pt x="468" y="172"/>
                    <a:pt x="314" y="444"/>
                    <a:pt x="258" y="567"/>
                  </a:cubicBezTo>
                  <a:cubicBezTo>
                    <a:pt x="198" y="698"/>
                    <a:pt x="211" y="823"/>
                    <a:pt x="170" y="993"/>
                  </a:cubicBezTo>
                  <a:cubicBezTo>
                    <a:pt x="156" y="1056"/>
                    <a:pt x="170" y="1171"/>
                    <a:pt x="153" y="1251"/>
                  </a:cubicBezTo>
                  <a:cubicBezTo>
                    <a:pt x="0" y="1912"/>
                    <a:pt x="402" y="2273"/>
                    <a:pt x="640" y="2604"/>
                  </a:cubicBezTo>
                  <a:cubicBezTo>
                    <a:pt x="838" y="2878"/>
                    <a:pt x="1070" y="3120"/>
                    <a:pt x="1259" y="3395"/>
                  </a:cubicBezTo>
                  <a:cubicBezTo>
                    <a:pt x="1453" y="3673"/>
                    <a:pt x="1627" y="3975"/>
                    <a:pt x="1824" y="4247"/>
                  </a:cubicBezTo>
                  <a:cubicBezTo>
                    <a:pt x="1903" y="4359"/>
                    <a:pt x="1976" y="4470"/>
                    <a:pt x="2167" y="4475"/>
                  </a:cubicBezTo>
                  <a:cubicBezTo>
                    <a:pt x="2327" y="4323"/>
                    <a:pt x="2489" y="4185"/>
                    <a:pt x="2616" y="3993"/>
                  </a:cubicBezTo>
                  <a:cubicBezTo>
                    <a:pt x="2808" y="3702"/>
                    <a:pt x="2997" y="3132"/>
                    <a:pt x="3449" y="3132"/>
                  </a:cubicBezTo>
                  <a:cubicBezTo>
                    <a:pt x="3537" y="3132"/>
                    <a:pt x="3634" y="3154"/>
                    <a:pt x="3744" y="3203"/>
                  </a:cubicBezTo>
                  <a:cubicBezTo>
                    <a:pt x="3936" y="3290"/>
                    <a:pt x="4070" y="3437"/>
                    <a:pt x="4227" y="3549"/>
                  </a:cubicBezTo>
                  <a:cubicBezTo>
                    <a:pt x="4080" y="3395"/>
                    <a:pt x="3933" y="3242"/>
                    <a:pt x="3786" y="3088"/>
                  </a:cubicBezTo>
                  <a:cubicBezTo>
                    <a:pt x="3575" y="2796"/>
                    <a:pt x="3331" y="2457"/>
                    <a:pt x="3027" y="2258"/>
                  </a:cubicBezTo>
                  <a:cubicBezTo>
                    <a:pt x="2523" y="1924"/>
                    <a:pt x="1914" y="1695"/>
                    <a:pt x="1405" y="1368"/>
                  </a:cubicBezTo>
                  <a:cubicBezTo>
                    <a:pt x="1097" y="1171"/>
                    <a:pt x="544" y="880"/>
                    <a:pt x="665" y="332"/>
                  </a:cubicBezTo>
                  <a:lnTo>
                    <a:pt x="678" y="332"/>
                  </a:lnTo>
                  <a:cubicBezTo>
                    <a:pt x="689" y="448"/>
                    <a:pt x="745" y="553"/>
                    <a:pt x="787" y="644"/>
                  </a:cubicBezTo>
                  <a:lnTo>
                    <a:pt x="800" y="631"/>
                  </a:lnTo>
                  <a:cubicBezTo>
                    <a:pt x="839" y="567"/>
                    <a:pt x="810" y="457"/>
                    <a:pt x="831" y="372"/>
                  </a:cubicBezTo>
                  <a:cubicBezTo>
                    <a:pt x="864" y="242"/>
                    <a:pt x="905" y="109"/>
                    <a:pt x="94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65"/>
            <p:cNvSpPr/>
            <p:nvPr/>
          </p:nvSpPr>
          <p:spPr>
            <a:xfrm>
              <a:off x="827681" y="3695427"/>
              <a:ext cx="23992" cy="42439"/>
            </a:xfrm>
            <a:custGeom>
              <a:rect b="b" l="l" r="r" t="t"/>
              <a:pathLst>
                <a:path extrusionOk="0" h="1500" w="848">
                  <a:moveTo>
                    <a:pt x="656" y="0"/>
                  </a:moveTo>
                  <a:cubicBezTo>
                    <a:pt x="550" y="146"/>
                    <a:pt x="333" y="241"/>
                    <a:pt x="183" y="337"/>
                  </a:cubicBezTo>
                  <a:cubicBezTo>
                    <a:pt x="124" y="378"/>
                    <a:pt x="19" y="409"/>
                    <a:pt x="0" y="489"/>
                  </a:cubicBezTo>
                  <a:cubicBezTo>
                    <a:pt x="176" y="638"/>
                    <a:pt x="127" y="1214"/>
                    <a:pt x="106" y="1499"/>
                  </a:cubicBezTo>
                  <a:lnTo>
                    <a:pt x="133" y="1499"/>
                  </a:lnTo>
                  <a:cubicBezTo>
                    <a:pt x="214" y="1442"/>
                    <a:pt x="463" y="1383"/>
                    <a:pt x="561" y="1354"/>
                  </a:cubicBezTo>
                  <a:cubicBezTo>
                    <a:pt x="641" y="1330"/>
                    <a:pt x="756" y="1346"/>
                    <a:pt x="796" y="1281"/>
                  </a:cubicBezTo>
                  <a:cubicBezTo>
                    <a:pt x="848" y="1202"/>
                    <a:pt x="804" y="995"/>
                    <a:pt x="803" y="907"/>
                  </a:cubicBezTo>
                  <a:cubicBezTo>
                    <a:pt x="801" y="577"/>
                    <a:pt x="684" y="335"/>
                    <a:pt x="6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65"/>
            <p:cNvSpPr/>
            <p:nvPr/>
          </p:nvSpPr>
          <p:spPr>
            <a:xfrm>
              <a:off x="576055" y="2991501"/>
              <a:ext cx="203763" cy="200764"/>
            </a:xfrm>
            <a:custGeom>
              <a:rect b="b" l="l" r="r" t="t"/>
              <a:pathLst>
                <a:path extrusionOk="0" h="7096" w="7202">
                  <a:moveTo>
                    <a:pt x="2520" y="677"/>
                  </a:moveTo>
                  <a:cubicBezTo>
                    <a:pt x="2552" y="680"/>
                    <a:pt x="2567" y="680"/>
                    <a:pt x="2584" y="691"/>
                  </a:cubicBezTo>
                  <a:cubicBezTo>
                    <a:pt x="2385" y="710"/>
                    <a:pt x="2209" y="850"/>
                    <a:pt x="2049" y="927"/>
                  </a:cubicBezTo>
                  <a:lnTo>
                    <a:pt x="2049" y="901"/>
                  </a:lnTo>
                  <a:cubicBezTo>
                    <a:pt x="2126" y="854"/>
                    <a:pt x="2184" y="774"/>
                    <a:pt x="2273" y="738"/>
                  </a:cubicBezTo>
                  <a:cubicBezTo>
                    <a:pt x="2343" y="709"/>
                    <a:pt x="2455" y="719"/>
                    <a:pt x="2520" y="677"/>
                  </a:cubicBezTo>
                  <a:close/>
                  <a:moveTo>
                    <a:pt x="2779" y="849"/>
                  </a:moveTo>
                  <a:cubicBezTo>
                    <a:pt x="2891" y="849"/>
                    <a:pt x="3040" y="853"/>
                    <a:pt x="3083" y="885"/>
                  </a:cubicBezTo>
                  <a:cubicBezTo>
                    <a:pt x="3064" y="884"/>
                    <a:pt x="3046" y="883"/>
                    <a:pt x="3028" y="883"/>
                  </a:cubicBezTo>
                  <a:cubicBezTo>
                    <a:pt x="2735" y="883"/>
                    <a:pt x="2544" y="979"/>
                    <a:pt x="2305" y="1010"/>
                  </a:cubicBezTo>
                  <a:lnTo>
                    <a:pt x="2305" y="997"/>
                  </a:lnTo>
                  <a:lnTo>
                    <a:pt x="2318" y="997"/>
                  </a:lnTo>
                  <a:cubicBezTo>
                    <a:pt x="2376" y="943"/>
                    <a:pt x="2485" y="898"/>
                    <a:pt x="2567" y="873"/>
                  </a:cubicBezTo>
                  <a:cubicBezTo>
                    <a:pt x="2613" y="861"/>
                    <a:pt x="2664" y="871"/>
                    <a:pt x="2696" y="850"/>
                  </a:cubicBezTo>
                  <a:cubicBezTo>
                    <a:pt x="2719" y="850"/>
                    <a:pt x="2747" y="849"/>
                    <a:pt x="2779" y="849"/>
                  </a:cubicBezTo>
                  <a:close/>
                  <a:moveTo>
                    <a:pt x="2967" y="1126"/>
                  </a:moveTo>
                  <a:cubicBezTo>
                    <a:pt x="3108" y="1126"/>
                    <a:pt x="3273" y="1131"/>
                    <a:pt x="3348" y="1188"/>
                  </a:cubicBezTo>
                  <a:cubicBezTo>
                    <a:pt x="3241" y="1181"/>
                    <a:pt x="3134" y="1174"/>
                    <a:pt x="3028" y="1168"/>
                  </a:cubicBezTo>
                  <a:cubicBezTo>
                    <a:pt x="2909" y="1191"/>
                    <a:pt x="2775" y="1212"/>
                    <a:pt x="2664" y="1225"/>
                  </a:cubicBezTo>
                  <a:lnTo>
                    <a:pt x="2664" y="1199"/>
                  </a:lnTo>
                  <a:cubicBezTo>
                    <a:pt x="2673" y="1196"/>
                    <a:pt x="2682" y="1190"/>
                    <a:pt x="2689" y="1186"/>
                  </a:cubicBezTo>
                  <a:cubicBezTo>
                    <a:pt x="2740" y="1149"/>
                    <a:pt x="2829" y="1161"/>
                    <a:pt x="2884" y="1126"/>
                  </a:cubicBezTo>
                  <a:cubicBezTo>
                    <a:pt x="2910" y="1126"/>
                    <a:pt x="2938" y="1126"/>
                    <a:pt x="2967" y="1126"/>
                  </a:cubicBezTo>
                  <a:close/>
                  <a:moveTo>
                    <a:pt x="2214" y="1162"/>
                  </a:moveTo>
                  <a:cubicBezTo>
                    <a:pt x="2247" y="1167"/>
                    <a:pt x="2294" y="1174"/>
                    <a:pt x="2317" y="1190"/>
                  </a:cubicBezTo>
                  <a:cubicBezTo>
                    <a:pt x="2363" y="1204"/>
                    <a:pt x="2395" y="1232"/>
                    <a:pt x="2419" y="1270"/>
                  </a:cubicBezTo>
                  <a:lnTo>
                    <a:pt x="2378" y="1270"/>
                  </a:lnTo>
                  <a:cubicBezTo>
                    <a:pt x="2296" y="1218"/>
                    <a:pt x="2136" y="1264"/>
                    <a:pt x="2057" y="1212"/>
                  </a:cubicBezTo>
                  <a:lnTo>
                    <a:pt x="2083" y="1212"/>
                  </a:lnTo>
                  <a:cubicBezTo>
                    <a:pt x="2115" y="1184"/>
                    <a:pt x="2174" y="1188"/>
                    <a:pt x="2214" y="1162"/>
                  </a:cubicBezTo>
                  <a:close/>
                  <a:moveTo>
                    <a:pt x="3157" y="1478"/>
                  </a:moveTo>
                  <a:cubicBezTo>
                    <a:pt x="3272" y="1478"/>
                    <a:pt x="3399" y="1488"/>
                    <a:pt x="3458" y="1539"/>
                  </a:cubicBezTo>
                  <a:cubicBezTo>
                    <a:pt x="3456" y="1539"/>
                    <a:pt x="3454" y="1539"/>
                    <a:pt x="3451" y="1539"/>
                  </a:cubicBezTo>
                  <a:cubicBezTo>
                    <a:pt x="3397" y="1539"/>
                    <a:pt x="3248" y="1548"/>
                    <a:pt x="3122" y="1548"/>
                  </a:cubicBezTo>
                  <a:cubicBezTo>
                    <a:pt x="3031" y="1548"/>
                    <a:pt x="2953" y="1543"/>
                    <a:pt x="2929" y="1527"/>
                  </a:cubicBezTo>
                  <a:lnTo>
                    <a:pt x="2955" y="1527"/>
                  </a:lnTo>
                  <a:cubicBezTo>
                    <a:pt x="2991" y="1501"/>
                    <a:pt x="3058" y="1505"/>
                    <a:pt x="3098" y="1479"/>
                  </a:cubicBezTo>
                  <a:cubicBezTo>
                    <a:pt x="3117" y="1479"/>
                    <a:pt x="3137" y="1478"/>
                    <a:pt x="3157" y="1478"/>
                  </a:cubicBezTo>
                  <a:close/>
                  <a:moveTo>
                    <a:pt x="690" y="2305"/>
                  </a:moveTo>
                  <a:lnTo>
                    <a:pt x="690" y="2305"/>
                  </a:lnTo>
                  <a:cubicBezTo>
                    <a:pt x="713" y="2352"/>
                    <a:pt x="645" y="2500"/>
                    <a:pt x="619" y="2562"/>
                  </a:cubicBezTo>
                  <a:cubicBezTo>
                    <a:pt x="552" y="2734"/>
                    <a:pt x="494" y="2935"/>
                    <a:pt x="440" y="3116"/>
                  </a:cubicBezTo>
                  <a:cubicBezTo>
                    <a:pt x="417" y="3189"/>
                    <a:pt x="435" y="3292"/>
                    <a:pt x="396" y="3347"/>
                  </a:cubicBezTo>
                  <a:cubicBezTo>
                    <a:pt x="392" y="2791"/>
                    <a:pt x="469" y="2651"/>
                    <a:pt x="690" y="2305"/>
                  </a:cubicBezTo>
                  <a:close/>
                  <a:moveTo>
                    <a:pt x="888" y="2673"/>
                  </a:moveTo>
                  <a:cubicBezTo>
                    <a:pt x="906" y="2715"/>
                    <a:pt x="850" y="2814"/>
                    <a:pt x="832" y="2865"/>
                  </a:cubicBezTo>
                  <a:cubicBezTo>
                    <a:pt x="783" y="3003"/>
                    <a:pt x="757" y="3154"/>
                    <a:pt x="719" y="3289"/>
                  </a:cubicBezTo>
                  <a:cubicBezTo>
                    <a:pt x="697" y="3366"/>
                    <a:pt x="717" y="3464"/>
                    <a:pt x="675" y="3519"/>
                  </a:cubicBezTo>
                  <a:cubicBezTo>
                    <a:pt x="675" y="3074"/>
                    <a:pt x="691" y="2949"/>
                    <a:pt x="888" y="2673"/>
                  </a:cubicBezTo>
                  <a:close/>
                  <a:moveTo>
                    <a:pt x="1098" y="3079"/>
                  </a:moveTo>
                  <a:lnTo>
                    <a:pt x="1098" y="3079"/>
                  </a:lnTo>
                  <a:cubicBezTo>
                    <a:pt x="1132" y="3137"/>
                    <a:pt x="1095" y="3241"/>
                    <a:pt x="1094" y="3323"/>
                  </a:cubicBezTo>
                  <a:cubicBezTo>
                    <a:pt x="1088" y="3525"/>
                    <a:pt x="1091" y="3739"/>
                    <a:pt x="1106" y="3904"/>
                  </a:cubicBezTo>
                  <a:lnTo>
                    <a:pt x="1094" y="3904"/>
                  </a:lnTo>
                  <a:lnTo>
                    <a:pt x="1094" y="3893"/>
                  </a:lnTo>
                  <a:cubicBezTo>
                    <a:pt x="888" y="3686"/>
                    <a:pt x="956" y="3291"/>
                    <a:pt x="1098" y="3079"/>
                  </a:cubicBezTo>
                  <a:close/>
                  <a:moveTo>
                    <a:pt x="2932" y="1"/>
                  </a:moveTo>
                  <a:cubicBezTo>
                    <a:pt x="2907" y="15"/>
                    <a:pt x="2874" y="16"/>
                    <a:pt x="2840" y="16"/>
                  </a:cubicBezTo>
                  <a:cubicBezTo>
                    <a:pt x="2834" y="16"/>
                    <a:pt x="2829" y="16"/>
                    <a:pt x="2823" y="16"/>
                  </a:cubicBezTo>
                  <a:cubicBezTo>
                    <a:pt x="2799" y="16"/>
                    <a:pt x="2774" y="17"/>
                    <a:pt x="2750" y="22"/>
                  </a:cubicBezTo>
                  <a:cubicBezTo>
                    <a:pt x="2638" y="50"/>
                    <a:pt x="2525" y="79"/>
                    <a:pt x="2413" y="107"/>
                  </a:cubicBezTo>
                  <a:cubicBezTo>
                    <a:pt x="1940" y="271"/>
                    <a:pt x="1578" y="524"/>
                    <a:pt x="1449" y="1055"/>
                  </a:cubicBezTo>
                  <a:cubicBezTo>
                    <a:pt x="1466" y="1055"/>
                    <a:pt x="1484" y="1055"/>
                    <a:pt x="1500" y="1056"/>
                  </a:cubicBezTo>
                  <a:cubicBezTo>
                    <a:pt x="1534" y="1035"/>
                    <a:pt x="1592" y="1029"/>
                    <a:pt x="1655" y="1029"/>
                  </a:cubicBezTo>
                  <a:cubicBezTo>
                    <a:pt x="1726" y="1029"/>
                    <a:pt x="1803" y="1036"/>
                    <a:pt x="1862" y="1039"/>
                  </a:cubicBezTo>
                  <a:lnTo>
                    <a:pt x="1862" y="1063"/>
                  </a:lnTo>
                  <a:cubicBezTo>
                    <a:pt x="1855" y="1063"/>
                    <a:pt x="1849" y="1063"/>
                    <a:pt x="1842" y="1063"/>
                  </a:cubicBezTo>
                  <a:cubicBezTo>
                    <a:pt x="1431" y="1063"/>
                    <a:pt x="1145" y="1331"/>
                    <a:pt x="896" y="1510"/>
                  </a:cubicBezTo>
                  <a:cubicBezTo>
                    <a:pt x="539" y="1764"/>
                    <a:pt x="307" y="2129"/>
                    <a:pt x="150" y="2593"/>
                  </a:cubicBezTo>
                  <a:cubicBezTo>
                    <a:pt x="66" y="2842"/>
                    <a:pt x="1" y="3473"/>
                    <a:pt x="60" y="3766"/>
                  </a:cubicBezTo>
                  <a:cubicBezTo>
                    <a:pt x="111" y="4022"/>
                    <a:pt x="79" y="4252"/>
                    <a:pt x="136" y="4492"/>
                  </a:cubicBezTo>
                  <a:cubicBezTo>
                    <a:pt x="235" y="4922"/>
                    <a:pt x="335" y="5355"/>
                    <a:pt x="457" y="5752"/>
                  </a:cubicBezTo>
                  <a:cubicBezTo>
                    <a:pt x="533" y="5999"/>
                    <a:pt x="555" y="6254"/>
                    <a:pt x="648" y="6494"/>
                  </a:cubicBezTo>
                  <a:cubicBezTo>
                    <a:pt x="691" y="6607"/>
                    <a:pt x="742" y="6747"/>
                    <a:pt x="808" y="6847"/>
                  </a:cubicBezTo>
                  <a:cubicBezTo>
                    <a:pt x="864" y="6933"/>
                    <a:pt x="953" y="6981"/>
                    <a:pt x="984" y="7096"/>
                  </a:cubicBezTo>
                  <a:cubicBezTo>
                    <a:pt x="992" y="7094"/>
                    <a:pt x="995" y="7094"/>
                    <a:pt x="1000" y="7094"/>
                  </a:cubicBezTo>
                  <a:cubicBezTo>
                    <a:pt x="1023" y="6847"/>
                    <a:pt x="1110" y="6572"/>
                    <a:pt x="1055" y="6308"/>
                  </a:cubicBezTo>
                  <a:cubicBezTo>
                    <a:pt x="1055" y="6273"/>
                    <a:pt x="1058" y="6238"/>
                    <a:pt x="1058" y="6204"/>
                  </a:cubicBezTo>
                  <a:cubicBezTo>
                    <a:pt x="1023" y="6169"/>
                    <a:pt x="989" y="6133"/>
                    <a:pt x="956" y="6098"/>
                  </a:cubicBezTo>
                  <a:cubicBezTo>
                    <a:pt x="892" y="6010"/>
                    <a:pt x="835" y="5903"/>
                    <a:pt x="781" y="5809"/>
                  </a:cubicBezTo>
                  <a:cubicBezTo>
                    <a:pt x="588" y="5477"/>
                    <a:pt x="374" y="4707"/>
                    <a:pt x="658" y="4308"/>
                  </a:cubicBezTo>
                  <a:cubicBezTo>
                    <a:pt x="726" y="4211"/>
                    <a:pt x="859" y="4114"/>
                    <a:pt x="1019" y="4114"/>
                  </a:cubicBezTo>
                  <a:cubicBezTo>
                    <a:pt x="1073" y="4114"/>
                    <a:pt x="1131" y="4125"/>
                    <a:pt x="1190" y="4151"/>
                  </a:cubicBezTo>
                  <a:cubicBezTo>
                    <a:pt x="1319" y="4210"/>
                    <a:pt x="1647" y="4528"/>
                    <a:pt x="1709" y="4653"/>
                  </a:cubicBezTo>
                  <a:cubicBezTo>
                    <a:pt x="1753" y="4742"/>
                    <a:pt x="1782" y="5015"/>
                    <a:pt x="1857" y="5057"/>
                  </a:cubicBezTo>
                  <a:cubicBezTo>
                    <a:pt x="1877" y="5073"/>
                    <a:pt x="1900" y="5081"/>
                    <a:pt x="1924" y="5081"/>
                  </a:cubicBezTo>
                  <a:cubicBezTo>
                    <a:pt x="1946" y="5081"/>
                    <a:pt x="1968" y="5074"/>
                    <a:pt x="1985" y="5060"/>
                  </a:cubicBezTo>
                  <a:cubicBezTo>
                    <a:pt x="2039" y="5001"/>
                    <a:pt x="2029" y="4864"/>
                    <a:pt x="2032" y="4752"/>
                  </a:cubicBezTo>
                  <a:cubicBezTo>
                    <a:pt x="2035" y="4528"/>
                    <a:pt x="1962" y="4306"/>
                    <a:pt x="2020" y="4079"/>
                  </a:cubicBezTo>
                  <a:cubicBezTo>
                    <a:pt x="2099" y="3775"/>
                    <a:pt x="2218" y="3552"/>
                    <a:pt x="2323" y="3285"/>
                  </a:cubicBezTo>
                  <a:cubicBezTo>
                    <a:pt x="2356" y="3196"/>
                    <a:pt x="2355" y="3112"/>
                    <a:pt x="2392" y="3029"/>
                  </a:cubicBezTo>
                  <a:cubicBezTo>
                    <a:pt x="2442" y="2916"/>
                    <a:pt x="2516" y="2796"/>
                    <a:pt x="2570" y="2683"/>
                  </a:cubicBezTo>
                  <a:cubicBezTo>
                    <a:pt x="2587" y="2632"/>
                    <a:pt x="2606" y="2581"/>
                    <a:pt x="2624" y="2529"/>
                  </a:cubicBezTo>
                  <a:cubicBezTo>
                    <a:pt x="2664" y="2491"/>
                    <a:pt x="2704" y="2452"/>
                    <a:pt x="2741" y="2414"/>
                  </a:cubicBezTo>
                  <a:cubicBezTo>
                    <a:pt x="2802" y="2336"/>
                    <a:pt x="2847" y="2241"/>
                    <a:pt x="2927" y="2186"/>
                  </a:cubicBezTo>
                  <a:cubicBezTo>
                    <a:pt x="3037" y="2108"/>
                    <a:pt x="3277" y="2014"/>
                    <a:pt x="3513" y="2014"/>
                  </a:cubicBezTo>
                  <a:cubicBezTo>
                    <a:pt x="3574" y="2014"/>
                    <a:pt x="3634" y="2020"/>
                    <a:pt x="3692" y="2035"/>
                  </a:cubicBezTo>
                  <a:cubicBezTo>
                    <a:pt x="3882" y="2082"/>
                    <a:pt x="4131" y="2163"/>
                    <a:pt x="4376" y="2163"/>
                  </a:cubicBezTo>
                  <a:cubicBezTo>
                    <a:pt x="4441" y="2163"/>
                    <a:pt x="4506" y="2157"/>
                    <a:pt x="4569" y="2144"/>
                  </a:cubicBezTo>
                  <a:cubicBezTo>
                    <a:pt x="4866" y="2079"/>
                    <a:pt x="5241" y="1935"/>
                    <a:pt x="5566" y="1935"/>
                  </a:cubicBezTo>
                  <a:cubicBezTo>
                    <a:pt x="5780" y="1935"/>
                    <a:pt x="5973" y="1998"/>
                    <a:pt x="6106" y="2189"/>
                  </a:cubicBezTo>
                  <a:cubicBezTo>
                    <a:pt x="6331" y="2513"/>
                    <a:pt x="6344" y="3001"/>
                    <a:pt x="6440" y="3451"/>
                  </a:cubicBezTo>
                  <a:cubicBezTo>
                    <a:pt x="6463" y="3557"/>
                    <a:pt x="6431" y="3992"/>
                    <a:pt x="6453" y="4032"/>
                  </a:cubicBezTo>
                  <a:cubicBezTo>
                    <a:pt x="6482" y="3865"/>
                    <a:pt x="6511" y="3698"/>
                    <a:pt x="6542" y="3531"/>
                  </a:cubicBezTo>
                  <a:cubicBezTo>
                    <a:pt x="6577" y="3387"/>
                    <a:pt x="6548" y="3176"/>
                    <a:pt x="6526" y="3065"/>
                  </a:cubicBezTo>
                  <a:lnTo>
                    <a:pt x="6520" y="2716"/>
                  </a:lnTo>
                  <a:cubicBezTo>
                    <a:pt x="6471" y="2478"/>
                    <a:pt x="6433" y="2208"/>
                    <a:pt x="6380" y="1990"/>
                  </a:cubicBezTo>
                  <a:lnTo>
                    <a:pt x="6418" y="1990"/>
                  </a:lnTo>
                  <a:cubicBezTo>
                    <a:pt x="6459" y="2032"/>
                    <a:pt x="6547" y="2050"/>
                    <a:pt x="6638" y="2050"/>
                  </a:cubicBezTo>
                  <a:cubicBezTo>
                    <a:pt x="6735" y="2050"/>
                    <a:pt x="6834" y="2030"/>
                    <a:pt x="6883" y="1998"/>
                  </a:cubicBezTo>
                  <a:cubicBezTo>
                    <a:pt x="6940" y="1962"/>
                    <a:pt x="7120" y="1780"/>
                    <a:pt x="7150" y="1721"/>
                  </a:cubicBezTo>
                  <a:cubicBezTo>
                    <a:pt x="7196" y="1619"/>
                    <a:pt x="7202" y="1411"/>
                    <a:pt x="7104" y="1369"/>
                  </a:cubicBezTo>
                  <a:cubicBezTo>
                    <a:pt x="7089" y="1359"/>
                    <a:pt x="7073" y="1354"/>
                    <a:pt x="7057" y="1354"/>
                  </a:cubicBezTo>
                  <a:cubicBezTo>
                    <a:pt x="6993" y="1354"/>
                    <a:pt x="6934" y="1429"/>
                    <a:pt x="6897" y="1454"/>
                  </a:cubicBezTo>
                  <a:cubicBezTo>
                    <a:pt x="6773" y="1542"/>
                    <a:pt x="6651" y="1648"/>
                    <a:pt x="6453" y="1652"/>
                  </a:cubicBezTo>
                  <a:lnTo>
                    <a:pt x="6453" y="1628"/>
                  </a:lnTo>
                  <a:cubicBezTo>
                    <a:pt x="6545" y="1584"/>
                    <a:pt x="6891" y="1260"/>
                    <a:pt x="6927" y="1172"/>
                  </a:cubicBezTo>
                  <a:cubicBezTo>
                    <a:pt x="6962" y="1088"/>
                    <a:pt x="6971" y="1001"/>
                    <a:pt x="6972" y="889"/>
                  </a:cubicBezTo>
                  <a:cubicBezTo>
                    <a:pt x="6933" y="867"/>
                    <a:pt x="6889" y="860"/>
                    <a:pt x="6818" y="860"/>
                  </a:cubicBezTo>
                  <a:cubicBezTo>
                    <a:pt x="6745" y="909"/>
                    <a:pt x="6635" y="903"/>
                    <a:pt x="6545" y="931"/>
                  </a:cubicBezTo>
                  <a:cubicBezTo>
                    <a:pt x="6384" y="980"/>
                    <a:pt x="6200" y="1006"/>
                    <a:pt x="6015" y="1006"/>
                  </a:cubicBezTo>
                  <a:cubicBezTo>
                    <a:pt x="5794" y="1006"/>
                    <a:pt x="5570" y="969"/>
                    <a:pt x="5382" y="893"/>
                  </a:cubicBezTo>
                  <a:cubicBezTo>
                    <a:pt x="4913" y="703"/>
                    <a:pt x="4544" y="384"/>
                    <a:pt x="4079" y="181"/>
                  </a:cubicBezTo>
                  <a:cubicBezTo>
                    <a:pt x="3759" y="41"/>
                    <a:pt x="3390" y="12"/>
                    <a:pt x="293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65"/>
            <p:cNvSpPr/>
            <p:nvPr/>
          </p:nvSpPr>
          <p:spPr>
            <a:xfrm>
              <a:off x="526714" y="3737893"/>
              <a:ext cx="372160" cy="965538"/>
            </a:xfrm>
            <a:custGeom>
              <a:rect b="b" l="l" r="r" t="t"/>
              <a:pathLst>
                <a:path extrusionOk="0" h="34127" w="13154">
                  <a:moveTo>
                    <a:pt x="8199" y="1086"/>
                  </a:moveTo>
                  <a:cubicBezTo>
                    <a:pt x="8209" y="1097"/>
                    <a:pt x="8201" y="1089"/>
                    <a:pt x="8212" y="1110"/>
                  </a:cubicBezTo>
                  <a:cubicBezTo>
                    <a:pt x="8220" y="1125"/>
                    <a:pt x="8219" y="1123"/>
                    <a:pt x="8223" y="1148"/>
                  </a:cubicBezTo>
                  <a:lnTo>
                    <a:pt x="8212" y="1148"/>
                  </a:lnTo>
                  <a:lnTo>
                    <a:pt x="8212" y="1110"/>
                  </a:lnTo>
                  <a:lnTo>
                    <a:pt x="8199" y="1110"/>
                  </a:lnTo>
                  <a:lnTo>
                    <a:pt x="8199" y="1086"/>
                  </a:lnTo>
                  <a:close/>
                  <a:moveTo>
                    <a:pt x="1240" y="1424"/>
                  </a:moveTo>
                  <a:cubicBezTo>
                    <a:pt x="1255" y="1458"/>
                    <a:pt x="1156" y="1676"/>
                    <a:pt x="1128" y="1733"/>
                  </a:cubicBezTo>
                  <a:cubicBezTo>
                    <a:pt x="1042" y="1919"/>
                    <a:pt x="933" y="2122"/>
                    <a:pt x="845" y="2308"/>
                  </a:cubicBezTo>
                  <a:cubicBezTo>
                    <a:pt x="797" y="2413"/>
                    <a:pt x="769" y="2555"/>
                    <a:pt x="696" y="2641"/>
                  </a:cubicBezTo>
                  <a:cubicBezTo>
                    <a:pt x="701" y="2148"/>
                    <a:pt x="1058" y="1756"/>
                    <a:pt x="1240" y="1424"/>
                  </a:cubicBezTo>
                  <a:close/>
                  <a:moveTo>
                    <a:pt x="683" y="2641"/>
                  </a:moveTo>
                  <a:cubicBezTo>
                    <a:pt x="695" y="2653"/>
                    <a:pt x="688" y="2644"/>
                    <a:pt x="696" y="2666"/>
                  </a:cubicBezTo>
                  <a:lnTo>
                    <a:pt x="683" y="2666"/>
                  </a:lnTo>
                  <a:lnTo>
                    <a:pt x="683" y="2641"/>
                  </a:lnTo>
                  <a:close/>
                  <a:moveTo>
                    <a:pt x="8223" y="1148"/>
                  </a:moveTo>
                  <a:cubicBezTo>
                    <a:pt x="8303" y="1243"/>
                    <a:pt x="8322" y="1407"/>
                    <a:pt x="8372" y="1526"/>
                  </a:cubicBezTo>
                  <a:cubicBezTo>
                    <a:pt x="8532" y="1914"/>
                    <a:pt x="8707" y="2478"/>
                    <a:pt x="8574" y="3028"/>
                  </a:cubicBezTo>
                  <a:cubicBezTo>
                    <a:pt x="8549" y="3041"/>
                    <a:pt x="8552" y="3044"/>
                    <a:pt x="8520" y="3053"/>
                  </a:cubicBezTo>
                  <a:cubicBezTo>
                    <a:pt x="8517" y="3044"/>
                    <a:pt x="8511" y="3035"/>
                    <a:pt x="8508" y="3028"/>
                  </a:cubicBezTo>
                  <a:cubicBezTo>
                    <a:pt x="8431" y="2918"/>
                    <a:pt x="8511" y="2630"/>
                    <a:pt x="8481" y="2484"/>
                  </a:cubicBezTo>
                  <a:lnTo>
                    <a:pt x="8354" y="1693"/>
                  </a:lnTo>
                  <a:cubicBezTo>
                    <a:pt x="8311" y="1523"/>
                    <a:pt x="8236" y="1328"/>
                    <a:pt x="8223" y="1148"/>
                  </a:cubicBezTo>
                  <a:close/>
                  <a:moveTo>
                    <a:pt x="1595" y="1756"/>
                  </a:moveTo>
                  <a:lnTo>
                    <a:pt x="1595" y="1756"/>
                  </a:lnTo>
                  <a:cubicBezTo>
                    <a:pt x="1621" y="1807"/>
                    <a:pt x="1428" y="2208"/>
                    <a:pt x="1388" y="2281"/>
                  </a:cubicBezTo>
                  <a:cubicBezTo>
                    <a:pt x="1199" y="2643"/>
                    <a:pt x="1032" y="3044"/>
                    <a:pt x="861" y="3421"/>
                  </a:cubicBezTo>
                  <a:cubicBezTo>
                    <a:pt x="807" y="3537"/>
                    <a:pt x="760" y="3655"/>
                    <a:pt x="711" y="3765"/>
                  </a:cubicBezTo>
                  <a:cubicBezTo>
                    <a:pt x="686" y="3822"/>
                    <a:pt x="689" y="3887"/>
                    <a:pt x="656" y="3932"/>
                  </a:cubicBezTo>
                  <a:cubicBezTo>
                    <a:pt x="654" y="3485"/>
                    <a:pt x="821" y="3157"/>
                    <a:pt x="964" y="2854"/>
                  </a:cubicBezTo>
                  <a:cubicBezTo>
                    <a:pt x="1089" y="2585"/>
                    <a:pt x="1199" y="2326"/>
                    <a:pt x="1355" y="2086"/>
                  </a:cubicBezTo>
                  <a:cubicBezTo>
                    <a:pt x="1423" y="1980"/>
                    <a:pt x="1548" y="1874"/>
                    <a:pt x="1595" y="1756"/>
                  </a:cubicBezTo>
                  <a:close/>
                  <a:moveTo>
                    <a:pt x="1476" y="4259"/>
                  </a:moveTo>
                  <a:cubicBezTo>
                    <a:pt x="1487" y="4273"/>
                    <a:pt x="1482" y="4264"/>
                    <a:pt x="1489" y="4286"/>
                  </a:cubicBezTo>
                  <a:lnTo>
                    <a:pt x="1476" y="4286"/>
                  </a:lnTo>
                  <a:lnTo>
                    <a:pt x="1476" y="4259"/>
                  </a:lnTo>
                  <a:close/>
                  <a:moveTo>
                    <a:pt x="9087" y="4268"/>
                  </a:moveTo>
                  <a:lnTo>
                    <a:pt x="9087" y="4268"/>
                  </a:lnTo>
                  <a:cubicBezTo>
                    <a:pt x="9100" y="4293"/>
                    <a:pt x="9100" y="4297"/>
                    <a:pt x="9085" y="4319"/>
                  </a:cubicBezTo>
                  <a:cubicBezTo>
                    <a:pt x="9085" y="4303"/>
                    <a:pt x="9085" y="4286"/>
                    <a:pt x="9087" y="4268"/>
                  </a:cubicBezTo>
                  <a:close/>
                  <a:moveTo>
                    <a:pt x="1582" y="3009"/>
                  </a:moveTo>
                  <a:cubicBezTo>
                    <a:pt x="1599" y="3045"/>
                    <a:pt x="1450" y="3405"/>
                    <a:pt x="1416" y="3471"/>
                  </a:cubicBezTo>
                  <a:cubicBezTo>
                    <a:pt x="1256" y="3799"/>
                    <a:pt x="1131" y="4162"/>
                    <a:pt x="993" y="4510"/>
                  </a:cubicBezTo>
                  <a:cubicBezTo>
                    <a:pt x="951" y="4614"/>
                    <a:pt x="916" y="4728"/>
                    <a:pt x="883" y="4829"/>
                  </a:cubicBezTo>
                  <a:cubicBezTo>
                    <a:pt x="865" y="4880"/>
                    <a:pt x="880" y="4934"/>
                    <a:pt x="853" y="4970"/>
                  </a:cubicBezTo>
                  <a:cubicBezTo>
                    <a:pt x="795" y="4447"/>
                    <a:pt x="1022" y="4060"/>
                    <a:pt x="1191" y="3698"/>
                  </a:cubicBezTo>
                  <a:cubicBezTo>
                    <a:pt x="1250" y="3569"/>
                    <a:pt x="1293" y="3457"/>
                    <a:pt x="1367" y="3341"/>
                  </a:cubicBezTo>
                  <a:cubicBezTo>
                    <a:pt x="1432" y="3237"/>
                    <a:pt x="1541" y="3133"/>
                    <a:pt x="1582" y="3009"/>
                  </a:cubicBezTo>
                  <a:close/>
                  <a:moveTo>
                    <a:pt x="1464" y="4286"/>
                  </a:moveTo>
                  <a:cubicBezTo>
                    <a:pt x="1496" y="4342"/>
                    <a:pt x="1438" y="4462"/>
                    <a:pt x="1420" y="4518"/>
                  </a:cubicBezTo>
                  <a:cubicBezTo>
                    <a:pt x="1342" y="4760"/>
                    <a:pt x="1316" y="5011"/>
                    <a:pt x="1096" y="5106"/>
                  </a:cubicBezTo>
                  <a:lnTo>
                    <a:pt x="1096" y="5079"/>
                  </a:lnTo>
                  <a:cubicBezTo>
                    <a:pt x="1159" y="4989"/>
                    <a:pt x="1162" y="4844"/>
                    <a:pt x="1207" y="4745"/>
                  </a:cubicBezTo>
                  <a:cubicBezTo>
                    <a:pt x="1277" y="4597"/>
                    <a:pt x="1428" y="4460"/>
                    <a:pt x="1464" y="4286"/>
                  </a:cubicBezTo>
                  <a:close/>
                  <a:moveTo>
                    <a:pt x="3748" y="885"/>
                  </a:moveTo>
                  <a:cubicBezTo>
                    <a:pt x="3921" y="885"/>
                    <a:pt x="4040" y="914"/>
                    <a:pt x="4161" y="945"/>
                  </a:cubicBezTo>
                  <a:cubicBezTo>
                    <a:pt x="4183" y="971"/>
                    <a:pt x="4202" y="998"/>
                    <a:pt x="4224" y="1023"/>
                  </a:cubicBezTo>
                  <a:cubicBezTo>
                    <a:pt x="4231" y="1173"/>
                    <a:pt x="4186" y="1263"/>
                    <a:pt x="4149" y="1384"/>
                  </a:cubicBezTo>
                  <a:cubicBezTo>
                    <a:pt x="4139" y="1456"/>
                    <a:pt x="4129" y="1529"/>
                    <a:pt x="4119" y="1603"/>
                  </a:cubicBezTo>
                  <a:cubicBezTo>
                    <a:pt x="4069" y="1773"/>
                    <a:pt x="4023" y="1959"/>
                    <a:pt x="3966" y="2118"/>
                  </a:cubicBezTo>
                  <a:cubicBezTo>
                    <a:pt x="3649" y="3005"/>
                    <a:pt x="3248" y="3865"/>
                    <a:pt x="2738" y="4560"/>
                  </a:cubicBezTo>
                  <a:cubicBezTo>
                    <a:pt x="2681" y="4636"/>
                    <a:pt x="2597" y="4701"/>
                    <a:pt x="2540" y="4776"/>
                  </a:cubicBezTo>
                  <a:cubicBezTo>
                    <a:pt x="2447" y="4892"/>
                    <a:pt x="2344" y="5020"/>
                    <a:pt x="2222" y="5106"/>
                  </a:cubicBezTo>
                  <a:cubicBezTo>
                    <a:pt x="2158" y="5151"/>
                    <a:pt x="2082" y="5178"/>
                    <a:pt x="2025" y="5231"/>
                  </a:cubicBezTo>
                  <a:cubicBezTo>
                    <a:pt x="1898" y="5347"/>
                    <a:pt x="1811" y="5530"/>
                    <a:pt x="1578" y="5530"/>
                  </a:cubicBezTo>
                  <a:cubicBezTo>
                    <a:pt x="1575" y="5530"/>
                    <a:pt x="1571" y="5530"/>
                    <a:pt x="1567" y="5530"/>
                  </a:cubicBezTo>
                  <a:cubicBezTo>
                    <a:pt x="1554" y="5520"/>
                    <a:pt x="1563" y="5524"/>
                    <a:pt x="1541" y="5517"/>
                  </a:cubicBezTo>
                  <a:cubicBezTo>
                    <a:pt x="1511" y="5469"/>
                    <a:pt x="1464" y="5418"/>
                    <a:pt x="1442" y="5360"/>
                  </a:cubicBezTo>
                  <a:cubicBezTo>
                    <a:pt x="1298" y="4994"/>
                    <a:pt x="1548" y="4906"/>
                    <a:pt x="1687" y="4731"/>
                  </a:cubicBezTo>
                  <a:cubicBezTo>
                    <a:pt x="1758" y="4642"/>
                    <a:pt x="1836" y="4555"/>
                    <a:pt x="1900" y="4463"/>
                  </a:cubicBezTo>
                  <a:cubicBezTo>
                    <a:pt x="2126" y="4143"/>
                    <a:pt x="2274" y="3780"/>
                    <a:pt x="2491" y="3442"/>
                  </a:cubicBezTo>
                  <a:cubicBezTo>
                    <a:pt x="2768" y="3006"/>
                    <a:pt x="3036" y="2515"/>
                    <a:pt x="3257" y="2038"/>
                  </a:cubicBezTo>
                  <a:cubicBezTo>
                    <a:pt x="3369" y="1799"/>
                    <a:pt x="3473" y="1539"/>
                    <a:pt x="3558" y="1294"/>
                  </a:cubicBezTo>
                  <a:cubicBezTo>
                    <a:pt x="3628" y="1087"/>
                    <a:pt x="3545" y="1049"/>
                    <a:pt x="3696" y="897"/>
                  </a:cubicBezTo>
                  <a:cubicBezTo>
                    <a:pt x="3726" y="894"/>
                    <a:pt x="3732" y="894"/>
                    <a:pt x="3748" y="885"/>
                  </a:cubicBezTo>
                  <a:close/>
                  <a:moveTo>
                    <a:pt x="9280" y="5629"/>
                  </a:moveTo>
                  <a:cubicBezTo>
                    <a:pt x="9290" y="5641"/>
                    <a:pt x="9283" y="5632"/>
                    <a:pt x="9293" y="5654"/>
                  </a:cubicBezTo>
                  <a:lnTo>
                    <a:pt x="9280" y="5654"/>
                  </a:lnTo>
                  <a:cubicBezTo>
                    <a:pt x="9279" y="5646"/>
                    <a:pt x="9279" y="5638"/>
                    <a:pt x="9280" y="5629"/>
                  </a:cubicBezTo>
                  <a:close/>
                  <a:moveTo>
                    <a:pt x="9085" y="4319"/>
                  </a:moveTo>
                  <a:lnTo>
                    <a:pt x="9085" y="4319"/>
                  </a:lnTo>
                  <a:cubicBezTo>
                    <a:pt x="9077" y="4581"/>
                    <a:pt x="8966" y="4861"/>
                    <a:pt x="8888" y="5078"/>
                  </a:cubicBezTo>
                  <a:cubicBezTo>
                    <a:pt x="8748" y="5471"/>
                    <a:pt x="8613" y="5806"/>
                    <a:pt x="8452" y="6154"/>
                  </a:cubicBezTo>
                  <a:cubicBezTo>
                    <a:pt x="8402" y="6257"/>
                    <a:pt x="8374" y="6353"/>
                    <a:pt x="8315" y="6448"/>
                  </a:cubicBezTo>
                  <a:cubicBezTo>
                    <a:pt x="8212" y="6612"/>
                    <a:pt x="8127" y="6791"/>
                    <a:pt x="8021" y="6958"/>
                  </a:cubicBezTo>
                  <a:cubicBezTo>
                    <a:pt x="7998" y="6996"/>
                    <a:pt x="7959" y="7041"/>
                    <a:pt x="7930" y="7085"/>
                  </a:cubicBezTo>
                  <a:lnTo>
                    <a:pt x="7930" y="7085"/>
                  </a:lnTo>
                  <a:lnTo>
                    <a:pt x="7930" y="7063"/>
                  </a:lnTo>
                  <a:cubicBezTo>
                    <a:pt x="7989" y="6984"/>
                    <a:pt x="7996" y="6876"/>
                    <a:pt x="8039" y="6781"/>
                  </a:cubicBezTo>
                  <a:cubicBezTo>
                    <a:pt x="8098" y="6644"/>
                    <a:pt x="8149" y="6500"/>
                    <a:pt x="8215" y="6357"/>
                  </a:cubicBezTo>
                  <a:cubicBezTo>
                    <a:pt x="8422" y="5910"/>
                    <a:pt x="8636" y="5449"/>
                    <a:pt x="8838" y="4986"/>
                  </a:cubicBezTo>
                  <a:cubicBezTo>
                    <a:pt x="8908" y="4826"/>
                    <a:pt x="8956" y="4665"/>
                    <a:pt x="9017" y="4512"/>
                  </a:cubicBezTo>
                  <a:cubicBezTo>
                    <a:pt x="9043" y="4446"/>
                    <a:pt x="9043" y="4370"/>
                    <a:pt x="9085" y="4319"/>
                  </a:cubicBezTo>
                  <a:close/>
                  <a:moveTo>
                    <a:pt x="9311" y="7156"/>
                  </a:moveTo>
                  <a:cubicBezTo>
                    <a:pt x="9321" y="7167"/>
                    <a:pt x="9315" y="7159"/>
                    <a:pt x="9324" y="7180"/>
                  </a:cubicBezTo>
                  <a:lnTo>
                    <a:pt x="9311" y="7180"/>
                  </a:lnTo>
                  <a:lnTo>
                    <a:pt x="9311" y="7156"/>
                  </a:lnTo>
                  <a:close/>
                  <a:moveTo>
                    <a:pt x="9267" y="5655"/>
                  </a:moveTo>
                  <a:cubicBezTo>
                    <a:pt x="9298" y="5712"/>
                    <a:pt x="9231" y="5809"/>
                    <a:pt x="9210" y="5860"/>
                  </a:cubicBezTo>
                  <a:cubicBezTo>
                    <a:pt x="9138" y="6042"/>
                    <a:pt x="9087" y="6209"/>
                    <a:pt x="9005" y="6373"/>
                  </a:cubicBezTo>
                  <a:cubicBezTo>
                    <a:pt x="8837" y="6717"/>
                    <a:pt x="8707" y="7079"/>
                    <a:pt x="8505" y="7397"/>
                  </a:cubicBezTo>
                  <a:cubicBezTo>
                    <a:pt x="8312" y="7702"/>
                    <a:pt x="8110" y="8016"/>
                    <a:pt x="7943" y="8342"/>
                  </a:cubicBezTo>
                  <a:lnTo>
                    <a:pt x="7930" y="8342"/>
                  </a:lnTo>
                  <a:lnTo>
                    <a:pt x="7930" y="8314"/>
                  </a:lnTo>
                  <a:cubicBezTo>
                    <a:pt x="7992" y="8247"/>
                    <a:pt x="8010" y="8147"/>
                    <a:pt x="8052" y="8058"/>
                  </a:cubicBezTo>
                  <a:cubicBezTo>
                    <a:pt x="8154" y="7840"/>
                    <a:pt x="8258" y="7618"/>
                    <a:pt x="8363" y="7393"/>
                  </a:cubicBezTo>
                  <a:cubicBezTo>
                    <a:pt x="8433" y="7240"/>
                    <a:pt x="8536" y="7081"/>
                    <a:pt x="8619" y="6933"/>
                  </a:cubicBezTo>
                  <a:cubicBezTo>
                    <a:pt x="8754" y="6686"/>
                    <a:pt x="8860" y="6439"/>
                    <a:pt x="8997" y="6192"/>
                  </a:cubicBezTo>
                  <a:cubicBezTo>
                    <a:pt x="9077" y="6046"/>
                    <a:pt x="9234" y="5824"/>
                    <a:pt x="9267" y="5655"/>
                  </a:cubicBezTo>
                  <a:close/>
                  <a:moveTo>
                    <a:pt x="9293" y="7180"/>
                  </a:moveTo>
                  <a:lnTo>
                    <a:pt x="9293" y="7180"/>
                  </a:lnTo>
                  <a:cubicBezTo>
                    <a:pt x="9324" y="7244"/>
                    <a:pt x="9196" y="7388"/>
                    <a:pt x="9163" y="7448"/>
                  </a:cubicBezTo>
                  <a:cubicBezTo>
                    <a:pt x="9014" y="7711"/>
                    <a:pt x="8879" y="7977"/>
                    <a:pt x="8718" y="8227"/>
                  </a:cubicBezTo>
                  <a:cubicBezTo>
                    <a:pt x="8626" y="8373"/>
                    <a:pt x="8572" y="8534"/>
                    <a:pt x="8489" y="8687"/>
                  </a:cubicBezTo>
                  <a:cubicBezTo>
                    <a:pt x="8249" y="9126"/>
                    <a:pt x="8031" y="9585"/>
                    <a:pt x="7789" y="10029"/>
                  </a:cubicBezTo>
                  <a:cubicBezTo>
                    <a:pt x="7636" y="10306"/>
                    <a:pt x="7499" y="10601"/>
                    <a:pt x="7342" y="10885"/>
                  </a:cubicBezTo>
                  <a:cubicBezTo>
                    <a:pt x="7262" y="11032"/>
                    <a:pt x="7152" y="11190"/>
                    <a:pt x="7099" y="11357"/>
                  </a:cubicBezTo>
                  <a:lnTo>
                    <a:pt x="7086" y="11357"/>
                  </a:lnTo>
                  <a:lnTo>
                    <a:pt x="7086" y="11318"/>
                  </a:lnTo>
                  <a:cubicBezTo>
                    <a:pt x="7190" y="11206"/>
                    <a:pt x="7248" y="10936"/>
                    <a:pt x="7318" y="10780"/>
                  </a:cubicBezTo>
                  <a:cubicBezTo>
                    <a:pt x="7467" y="10444"/>
                    <a:pt x="7621" y="10108"/>
                    <a:pt x="7778" y="9770"/>
                  </a:cubicBezTo>
                  <a:cubicBezTo>
                    <a:pt x="7919" y="9469"/>
                    <a:pt x="8091" y="9163"/>
                    <a:pt x="8249" y="8876"/>
                  </a:cubicBezTo>
                  <a:cubicBezTo>
                    <a:pt x="8459" y="8496"/>
                    <a:pt x="8635" y="8118"/>
                    <a:pt x="8867" y="7765"/>
                  </a:cubicBezTo>
                  <a:cubicBezTo>
                    <a:pt x="9000" y="7566"/>
                    <a:pt x="9160" y="7377"/>
                    <a:pt x="9293" y="7180"/>
                  </a:cubicBezTo>
                  <a:close/>
                  <a:moveTo>
                    <a:pt x="7076" y="11359"/>
                  </a:moveTo>
                  <a:cubicBezTo>
                    <a:pt x="7085" y="11373"/>
                    <a:pt x="7083" y="11372"/>
                    <a:pt x="7088" y="11397"/>
                  </a:cubicBezTo>
                  <a:lnTo>
                    <a:pt x="7076" y="11397"/>
                  </a:lnTo>
                  <a:lnTo>
                    <a:pt x="7076" y="11359"/>
                  </a:lnTo>
                  <a:close/>
                  <a:moveTo>
                    <a:pt x="7062" y="11397"/>
                  </a:moveTo>
                  <a:cubicBezTo>
                    <a:pt x="7072" y="11410"/>
                    <a:pt x="7065" y="11401"/>
                    <a:pt x="7073" y="11423"/>
                  </a:cubicBezTo>
                  <a:lnTo>
                    <a:pt x="7062" y="11423"/>
                  </a:lnTo>
                  <a:lnTo>
                    <a:pt x="7062" y="11397"/>
                  </a:lnTo>
                  <a:close/>
                  <a:moveTo>
                    <a:pt x="7049" y="11423"/>
                  </a:moveTo>
                  <a:cubicBezTo>
                    <a:pt x="7059" y="11434"/>
                    <a:pt x="7051" y="11426"/>
                    <a:pt x="7062" y="11448"/>
                  </a:cubicBezTo>
                  <a:lnTo>
                    <a:pt x="7049" y="11448"/>
                  </a:lnTo>
                  <a:lnTo>
                    <a:pt x="7049" y="11423"/>
                  </a:lnTo>
                  <a:close/>
                  <a:moveTo>
                    <a:pt x="7035" y="11448"/>
                  </a:moveTo>
                  <a:cubicBezTo>
                    <a:pt x="7047" y="11461"/>
                    <a:pt x="7040" y="11452"/>
                    <a:pt x="7049" y="11474"/>
                  </a:cubicBezTo>
                  <a:lnTo>
                    <a:pt x="7035" y="11474"/>
                  </a:lnTo>
                  <a:cubicBezTo>
                    <a:pt x="7034" y="11466"/>
                    <a:pt x="7035" y="11456"/>
                    <a:pt x="7035" y="11448"/>
                  </a:cubicBezTo>
                  <a:close/>
                  <a:moveTo>
                    <a:pt x="9013" y="8958"/>
                  </a:moveTo>
                  <a:cubicBezTo>
                    <a:pt x="8940" y="9134"/>
                    <a:pt x="8827" y="9280"/>
                    <a:pt x="8731" y="9431"/>
                  </a:cubicBezTo>
                  <a:cubicBezTo>
                    <a:pt x="8598" y="9636"/>
                    <a:pt x="8485" y="9851"/>
                    <a:pt x="8354" y="10055"/>
                  </a:cubicBezTo>
                  <a:cubicBezTo>
                    <a:pt x="8088" y="10472"/>
                    <a:pt x="7893" y="10933"/>
                    <a:pt x="7630" y="11346"/>
                  </a:cubicBezTo>
                  <a:cubicBezTo>
                    <a:pt x="7559" y="11458"/>
                    <a:pt x="7525" y="11578"/>
                    <a:pt x="7453" y="11690"/>
                  </a:cubicBezTo>
                  <a:cubicBezTo>
                    <a:pt x="7361" y="11834"/>
                    <a:pt x="7293" y="12000"/>
                    <a:pt x="7197" y="12151"/>
                  </a:cubicBezTo>
                  <a:cubicBezTo>
                    <a:pt x="7101" y="12307"/>
                    <a:pt x="6976" y="12494"/>
                    <a:pt x="6918" y="12688"/>
                  </a:cubicBezTo>
                  <a:lnTo>
                    <a:pt x="6905" y="12688"/>
                  </a:lnTo>
                  <a:lnTo>
                    <a:pt x="6905" y="12648"/>
                  </a:lnTo>
                  <a:cubicBezTo>
                    <a:pt x="6999" y="12523"/>
                    <a:pt x="7018" y="12324"/>
                    <a:pt x="7082" y="12174"/>
                  </a:cubicBezTo>
                  <a:cubicBezTo>
                    <a:pt x="7219" y="11868"/>
                    <a:pt x="7355" y="11557"/>
                    <a:pt x="7515" y="11266"/>
                  </a:cubicBezTo>
                  <a:cubicBezTo>
                    <a:pt x="7848" y="10664"/>
                    <a:pt x="8187" y="10058"/>
                    <a:pt x="8562" y="9492"/>
                  </a:cubicBezTo>
                  <a:cubicBezTo>
                    <a:pt x="8687" y="9303"/>
                    <a:pt x="8862" y="9145"/>
                    <a:pt x="8987" y="8958"/>
                  </a:cubicBezTo>
                  <a:close/>
                  <a:moveTo>
                    <a:pt x="6892" y="12686"/>
                  </a:moveTo>
                  <a:cubicBezTo>
                    <a:pt x="6902" y="12702"/>
                    <a:pt x="6899" y="12699"/>
                    <a:pt x="6905" y="12725"/>
                  </a:cubicBezTo>
                  <a:lnTo>
                    <a:pt x="6892" y="12725"/>
                  </a:lnTo>
                  <a:lnTo>
                    <a:pt x="6892" y="12686"/>
                  </a:lnTo>
                  <a:close/>
                  <a:moveTo>
                    <a:pt x="8787" y="12881"/>
                  </a:moveTo>
                  <a:cubicBezTo>
                    <a:pt x="8799" y="12894"/>
                    <a:pt x="8793" y="12885"/>
                    <a:pt x="8800" y="12907"/>
                  </a:cubicBezTo>
                  <a:lnTo>
                    <a:pt x="8787" y="12907"/>
                  </a:lnTo>
                  <a:lnTo>
                    <a:pt x="8787" y="12881"/>
                  </a:lnTo>
                  <a:close/>
                  <a:moveTo>
                    <a:pt x="8782" y="10773"/>
                  </a:moveTo>
                  <a:lnTo>
                    <a:pt x="8782" y="10773"/>
                  </a:lnTo>
                  <a:cubicBezTo>
                    <a:pt x="8803" y="10822"/>
                    <a:pt x="8738" y="10896"/>
                    <a:pt x="8713" y="10940"/>
                  </a:cubicBezTo>
                  <a:cubicBezTo>
                    <a:pt x="8623" y="11099"/>
                    <a:pt x="8555" y="11260"/>
                    <a:pt x="8457" y="11413"/>
                  </a:cubicBezTo>
                  <a:cubicBezTo>
                    <a:pt x="8263" y="11716"/>
                    <a:pt x="8110" y="12048"/>
                    <a:pt x="7931" y="12371"/>
                  </a:cubicBezTo>
                  <a:cubicBezTo>
                    <a:pt x="7837" y="12545"/>
                    <a:pt x="7720" y="12728"/>
                    <a:pt x="7637" y="12909"/>
                  </a:cubicBezTo>
                  <a:cubicBezTo>
                    <a:pt x="7579" y="13034"/>
                    <a:pt x="7515" y="13149"/>
                    <a:pt x="7461" y="13266"/>
                  </a:cubicBezTo>
                  <a:cubicBezTo>
                    <a:pt x="7428" y="13336"/>
                    <a:pt x="7425" y="13429"/>
                    <a:pt x="7379" y="13484"/>
                  </a:cubicBezTo>
                  <a:cubicBezTo>
                    <a:pt x="7383" y="13096"/>
                    <a:pt x="7620" y="12725"/>
                    <a:pt x="7749" y="12445"/>
                  </a:cubicBezTo>
                  <a:cubicBezTo>
                    <a:pt x="7947" y="12022"/>
                    <a:pt x="8161" y="11621"/>
                    <a:pt x="8409" y="11244"/>
                  </a:cubicBezTo>
                  <a:cubicBezTo>
                    <a:pt x="8518" y="11078"/>
                    <a:pt x="8670" y="10933"/>
                    <a:pt x="8782" y="10773"/>
                  </a:cubicBezTo>
                  <a:close/>
                  <a:moveTo>
                    <a:pt x="8731" y="11951"/>
                  </a:moveTo>
                  <a:cubicBezTo>
                    <a:pt x="8751" y="11994"/>
                    <a:pt x="8564" y="12391"/>
                    <a:pt x="8526" y="12464"/>
                  </a:cubicBezTo>
                  <a:cubicBezTo>
                    <a:pt x="8329" y="12836"/>
                    <a:pt x="8148" y="13247"/>
                    <a:pt x="7972" y="13628"/>
                  </a:cubicBezTo>
                  <a:cubicBezTo>
                    <a:pt x="7924" y="13724"/>
                    <a:pt x="7877" y="13948"/>
                    <a:pt x="7821" y="14025"/>
                  </a:cubicBezTo>
                  <a:cubicBezTo>
                    <a:pt x="7819" y="13707"/>
                    <a:pt x="7931" y="13460"/>
                    <a:pt x="8031" y="13242"/>
                  </a:cubicBezTo>
                  <a:cubicBezTo>
                    <a:pt x="8154" y="12974"/>
                    <a:pt x="8244" y="12702"/>
                    <a:pt x="8396" y="12462"/>
                  </a:cubicBezTo>
                  <a:cubicBezTo>
                    <a:pt x="8505" y="12291"/>
                    <a:pt x="8623" y="12121"/>
                    <a:pt x="8731" y="11951"/>
                  </a:cubicBezTo>
                  <a:close/>
                  <a:moveTo>
                    <a:pt x="8774" y="12923"/>
                  </a:moveTo>
                  <a:lnTo>
                    <a:pt x="8774" y="12923"/>
                  </a:lnTo>
                  <a:cubicBezTo>
                    <a:pt x="8800" y="12973"/>
                    <a:pt x="8675" y="13310"/>
                    <a:pt x="8648" y="13383"/>
                  </a:cubicBezTo>
                  <a:cubicBezTo>
                    <a:pt x="8521" y="13720"/>
                    <a:pt x="8460" y="14065"/>
                    <a:pt x="8316" y="14384"/>
                  </a:cubicBezTo>
                  <a:cubicBezTo>
                    <a:pt x="8273" y="14483"/>
                    <a:pt x="8206" y="14575"/>
                    <a:pt x="8155" y="14666"/>
                  </a:cubicBezTo>
                  <a:lnTo>
                    <a:pt x="8129" y="14666"/>
                  </a:lnTo>
                  <a:cubicBezTo>
                    <a:pt x="8185" y="14150"/>
                    <a:pt x="8396" y="13721"/>
                    <a:pt x="8585" y="13320"/>
                  </a:cubicBezTo>
                  <a:cubicBezTo>
                    <a:pt x="8643" y="13194"/>
                    <a:pt x="8737" y="13069"/>
                    <a:pt x="8774" y="12923"/>
                  </a:cubicBezTo>
                  <a:close/>
                  <a:moveTo>
                    <a:pt x="1400" y="16315"/>
                  </a:moveTo>
                  <a:cubicBezTo>
                    <a:pt x="1425" y="16354"/>
                    <a:pt x="1409" y="16461"/>
                    <a:pt x="1409" y="16522"/>
                  </a:cubicBezTo>
                  <a:cubicBezTo>
                    <a:pt x="1404" y="16712"/>
                    <a:pt x="1415" y="16894"/>
                    <a:pt x="1371" y="17062"/>
                  </a:cubicBezTo>
                  <a:cubicBezTo>
                    <a:pt x="1243" y="17560"/>
                    <a:pt x="1182" y="18069"/>
                    <a:pt x="1041" y="18529"/>
                  </a:cubicBezTo>
                  <a:cubicBezTo>
                    <a:pt x="1002" y="18663"/>
                    <a:pt x="996" y="18935"/>
                    <a:pt x="928" y="19034"/>
                  </a:cubicBezTo>
                  <a:cubicBezTo>
                    <a:pt x="929" y="18554"/>
                    <a:pt x="1015" y="18061"/>
                    <a:pt x="1125" y="17666"/>
                  </a:cubicBezTo>
                  <a:cubicBezTo>
                    <a:pt x="1170" y="17507"/>
                    <a:pt x="1166" y="17371"/>
                    <a:pt x="1213" y="17217"/>
                  </a:cubicBezTo>
                  <a:cubicBezTo>
                    <a:pt x="1297" y="16942"/>
                    <a:pt x="1384" y="16644"/>
                    <a:pt x="1400" y="16315"/>
                  </a:cubicBezTo>
                  <a:close/>
                  <a:moveTo>
                    <a:pt x="915" y="19044"/>
                  </a:moveTo>
                  <a:lnTo>
                    <a:pt x="915" y="19044"/>
                  </a:lnTo>
                  <a:cubicBezTo>
                    <a:pt x="929" y="19067"/>
                    <a:pt x="928" y="19088"/>
                    <a:pt x="913" y="19110"/>
                  </a:cubicBezTo>
                  <a:cubicBezTo>
                    <a:pt x="913" y="19088"/>
                    <a:pt x="915" y="19066"/>
                    <a:pt x="915" y="19044"/>
                  </a:cubicBezTo>
                  <a:close/>
                  <a:moveTo>
                    <a:pt x="8281" y="18375"/>
                  </a:moveTo>
                  <a:lnTo>
                    <a:pt x="8281" y="18375"/>
                  </a:lnTo>
                  <a:cubicBezTo>
                    <a:pt x="8340" y="18442"/>
                    <a:pt x="8287" y="18682"/>
                    <a:pt x="8261" y="18777"/>
                  </a:cubicBezTo>
                  <a:cubicBezTo>
                    <a:pt x="8177" y="19075"/>
                    <a:pt x="8103" y="19381"/>
                    <a:pt x="7996" y="19649"/>
                  </a:cubicBezTo>
                  <a:cubicBezTo>
                    <a:pt x="7964" y="19732"/>
                    <a:pt x="7964" y="19852"/>
                    <a:pt x="7914" y="19918"/>
                  </a:cubicBezTo>
                  <a:cubicBezTo>
                    <a:pt x="7917" y="19524"/>
                    <a:pt x="8012" y="19182"/>
                    <a:pt x="8117" y="18887"/>
                  </a:cubicBezTo>
                  <a:cubicBezTo>
                    <a:pt x="8178" y="18710"/>
                    <a:pt x="8209" y="18535"/>
                    <a:pt x="8281" y="18375"/>
                  </a:cubicBezTo>
                  <a:close/>
                  <a:moveTo>
                    <a:pt x="1953" y="17118"/>
                  </a:moveTo>
                  <a:lnTo>
                    <a:pt x="1953" y="17118"/>
                  </a:lnTo>
                  <a:cubicBezTo>
                    <a:pt x="1973" y="17148"/>
                    <a:pt x="1963" y="17313"/>
                    <a:pt x="1947" y="17375"/>
                  </a:cubicBezTo>
                  <a:cubicBezTo>
                    <a:pt x="1906" y="17616"/>
                    <a:pt x="1867" y="17858"/>
                    <a:pt x="1829" y="18098"/>
                  </a:cubicBezTo>
                  <a:cubicBezTo>
                    <a:pt x="1628" y="18804"/>
                    <a:pt x="1525" y="19554"/>
                    <a:pt x="1293" y="20206"/>
                  </a:cubicBezTo>
                  <a:cubicBezTo>
                    <a:pt x="1224" y="20398"/>
                    <a:pt x="1170" y="20578"/>
                    <a:pt x="1099" y="20758"/>
                  </a:cubicBezTo>
                  <a:cubicBezTo>
                    <a:pt x="1072" y="20822"/>
                    <a:pt x="1069" y="20898"/>
                    <a:pt x="1029" y="20949"/>
                  </a:cubicBezTo>
                  <a:cubicBezTo>
                    <a:pt x="1037" y="20844"/>
                    <a:pt x="1073" y="20744"/>
                    <a:pt x="1099" y="20652"/>
                  </a:cubicBezTo>
                  <a:cubicBezTo>
                    <a:pt x="1159" y="20456"/>
                    <a:pt x="1176" y="20248"/>
                    <a:pt x="1229" y="20060"/>
                  </a:cubicBezTo>
                  <a:cubicBezTo>
                    <a:pt x="1263" y="19940"/>
                    <a:pt x="1252" y="19842"/>
                    <a:pt x="1287" y="19726"/>
                  </a:cubicBezTo>
                  <a:cubicBezTo>
                    <a:pt x="1425" y="19256"/>
                    <a:pt x="1482" y="18761"/>
                    <a:pt x="1628" y="18287"/>
                  </a:cubicBezTo>
                  <a:cubicBezTo>
                    <a:pt x="1704" y="18045"/>
                    <a:pt x="1743" y="17778"/>
                    <a:pt x="1828" y="17528"/>
                  </a:cubicBezTo>
                  <a:cubicBezTo>
                    <a:pt x="1868" y="17400"/>
                    <a:pt x="1929" y="17262"/>
                    <a:pt x="1953" y="17118"/>
                  </a:cubicBezTo>
                  <a:close/>
                  <a:moveTo>
                    <a:pt x="1015" y="20949"/>
                  </a:moveTo>
                  <a:cubicBezTo>
                    <a:pt x="1025" y="20962"/>
                    <a:pt x="1018" y="20953"/>
                    <a:pt x="1028" y="20973"/>
                  </a:cubicBezTo>
                  <a:lnTo>
                    <a:pt x="1015" y="20973"/>
                  </a:lnTo>
                  <a:lnTo>
                    <a:pt x="1015" y="20949"/>
                  </a:lnTo>
                  <a:close/>
                  <a:moveTo>
                    <a:pt x="1002" y="20987"/>
                  </a:moveTo>
                  <a:cubicBezTo>
                    <a:pt x="1013" y="21000"/>
                    <a:pt x="1006" y="20991"/>
                    <a:pt x="1015" y="21013"/>
                  </a:cubicBezTo>
                  <a:lnTo>
                    <a:pt x="1002" y="21013"/>
                  </a:lnTo>
                  <a:lnTo>
                    <a:pt x="1002" y="20987"/>
                  </a:lnTo>
                  <a:close/>
                  <a:moveTo>
                    <a:pt x="2049" y="19096"/>
                  </a:moveTo>
                  <a:cubicBezTo>
                    <a:pt x="2091" y="19136"/>
                    <a:pt x="2073" y="19264"/>
                    <a:pt x="2069" y="19342"/>
                  </a:cubicBezTo>
                  <a:cubicBezTo>
                    <a:pt x="2012" y="19435"/>
                    <a:pt x="2028" y="19661"/>
                    <a:pt x="1993" y="19780"/>
                  </a:cubicBezTo>
                  <a:cubicBezTo>
                    <a:pt x="1912" y="20071"/>
                    <a:pt x="1884" y="20383"/>
                    <a:pt x="1794" y="20680"/>
                  </a:cubicBezTo>
                  <a:cubicBezTo>
                    <a:pt x="1652" y="21144"/>
                    <a:pt x="1562" y="21622"/>
                    <a:pt x="1390" y="22054"/>
                  </a:cubicBezTo>
                  <a:cubicBezTo>
                    <a:pt x="1275" y="22342"/>
                    <a:pt x="1156" y="22627"/>
                    <a:pt x="1038" y="22913"/>
                  </a:cubicBezTo>
                  <a:lnTo>
                    <a:pt x="1025" y="22913"/>
                  </a:lnTo>
                  <a:lnTo>
                    <a:pt x="1025" y="22875"/>
                  </a:lnTo>
                  <a:cubicBezTo>
                    <a:pt x="1085" y="22795"/>
                    <a:pt x="1085" y="22670"/>
                    <a:pt x="1121" y="22567"/>
                  </a:cubicBezTo>
                  <a:cubicBezTo>
                    <a:pt x="1220" y="22288"/>
                    <a:pt x="1269" y="21990"/>
                    <a:pt x="1359" y="21692"/>
                  </a:cubicBezTo>
                  <a:cubicBezTo>
                    <a:pt x="1527" y="21149"/>
                    <a:pt x="1625" y="20577"/>
                    <a:pt x="1796" y="20023"/>
                  </a:cubicBezTo>
                  <a:cubicBezTo>
                    <a:pt x="1851" y="19842"/>
                    <a:pt x="1884" y="19645"/>
                    <a:pt x="1950" y="19457"/>
                  </a:cubicBezTo>
                  <a:cubicBezTo>
                    <a:pt x="1989" y="19345"/>
                    <a:pt x="2041" y="19239"/>
                    <a:pt x="2049" y="19096"/>
                  </a:cubicBezTo>
                  <a:close/>
                  <a:moveTo>
                    <a:pt x="1010" y="22911"/>
                  </a:moveTo>
                  <a:cubicBezTo>
                    <a:pt x="1022" y="22925"/>
                    <a:pt x="1015" y="22916"/>
                    <a:pt x="1024" y="22936"/>
                  </a:cubicBezTo>
                  <a:cubicBezTo>
                    <a:pt x="1021" y="22938"/>
                    <a:pt x="1020" y="22938"/>
                    <a:pt x="1018" y="22938"/>
                  </a:cubicBezTo>
                  <a:cubicBezTo>
                    <a:pt x="1016" y="22938"/>
                    <a:pt x="1013" y="22938"/>
                    <a:pt x="1010" y="22936"/>
                  </a:cubicBezTo>
                  <a:lnTo>
                    <a:pt x="1010" y="22911"/>
                  </a:lnTo>
                  <a:close/>
                  <a:moveTo>
                    <a:pt x="999" y="22939"/>
                  </a:moveTo>
                  <a:cubicBezTo>
                    <a:pt x="1009" y="22952"/>
                    <a:pt x="1002" y="22942"/>
                    <a:pt x="1010" y="22964"/>
                  </a:cubicBezTo>
                  <a:lnTo>
                    <a:pt x="999" y="22964"/>
                  </a:lnTo>
                  <a:lnTo>
                    <a:pt x="999" y="22939"/>
                  </a:lnTo>
                  <a:close/>
                  <a:moveTo>
                    <a:pt x="8866" y="20148"/>
                  </a:moveTo>
                  <a:lnTo>
                    <a:pt x="8866" y="20148"/>
                  </a:lnTo>
                  <a:cubicBezTo>
                    <a:pt x="8889" y="20190"/>
                    <a:pt x="8866" y="20300"/>
                    <a:pt x="8847" y="20353"/>
                  </a:cubicBezTo>
                  <a:cubicBezTo>
                    <a:pt x="8787" y="20540"/>
                    <a:pt x="8755" y="20736"/>
                    <a:pt x="8693" y="20931"/>
                  </a:cubicBezTo>
                  <a:cubicBezTo>
                    <a:pt x="8504" y="21524"/>
                    <a:pt x="8428" y="22201"/>
                    <a:pt x="8251" y="22808"/>
                  </a:cubicBezTo>
                  <a:cubicBezTo>
                    <a:pt x="8199" y="22990"/>
                    <a:pt x="8174" y="23167"/>
                    <a:pt x="8124" y="23335"/>
                  </a:cubicBezTo>
                  <a:cubicBezTo>
                    <a:pt x="8098" y="23420"/>
                    <a:pt x="8113" y="23529"/>
                    <a:pt x="8068" y="23593"/>
                  </a:cubicBezTo>
                  <a:cubicBezTo>
                    <a:pt x="8072" y="23361"/>
                    <a:pt x="8097" y="23079"/>
                    <a:pt x="8148" y="22871"/>
                  </a:cubicBezTo>
                  <a:cubicBezTo>
                    <a:pt x="8159" y="22768"/>
                    <a:pt x="8169" y="22664"/>
                    <a:pt x="8181" y="22563"/>
                  </a:cubicBezTo>
                  <a:cubicBezTo>
                    <a:pt x="8261" y="22260"/>
                    <a:pt x="8295" y="21933"/>
                    <a:pt x="8380" y="21648"/>
                  </a:cubicBezTo>
                  <a:cubicBezTo>
                    <a:pt x="8418" y="21524"/>
                    <a:pt x="8415" y="21423"/>
                    <a:pt x="8453" y="21301"/>
                  </a:cubicBezTo>
                  <a:cubicBezTo>
                    <a:pt x="8577" y="20901"/>
                    <a:pt x="8691" y="20489"/>
                    <a:pt x="8866" y="20148"/>
                  </a:cubicBezTo>
                  <a:close/>
                  <a:moveTo>
                    <a:pt x="8830" y="21991"/>
                  </a:moveTo>
                  <a:lnTo>
                    <a:pt x="8830" y="21991"/>
                  </a:lnTo>
                  <a:cubicBezTo>
                    <a:pt x="8844" y="22026"/>
                    <a:pt x="8824" y="22121"/>
                    <a:pt x="8809" y="22173"/>
                  </a:cubicBezTo>
                  <a:cubicBezTo>
                    <a:pt x="8766" y="22318"/>
                    <a:pt x="8755" y="22490"/>
                    <a:pt x="8709" y="22650"/>
                  </a:cubicBezTo>
                  <a:cubicBezTo>
                    <a:pt x="8568" y="23143"/>
                    <a:pt x="8552" y="23708"/>
                    <a:pt x="8417" y="24220"/>
                  </a:cubicBezTo>
                  <a:cubicBezTo>
                    <a:pt x="8379" y="24367"/>
                    <a:pt x="8379" y="24772"/>
                    <a:pt x="8313" y="24863"/>
                  </a:cubicBezTo>
                  <a:cubicBezTo>
                    <a:pt x="8313" y="24656"/>
                    <a:pt x="8248" y="24342"/>
                    <a:pt x="8305" y="24112"/>
                  </a:cubicBezTo>
                  <a:cubicBezTo>
                    <a:pt x="8408" y="23686"/>
                    <a:pt x="8415" y="23252"/>
                    <a:pt x="8539" y="22852"/>
                  </a:cubicBezTo>
                  <a:cubicBezTo>
                    <a:pt x="8595" y="22672"/>
                    <a:pt x="8649" y="22491"/>
                    <a:pt x="8706" y="22312"/>
                  </a:cubicBezTo>
                  <a:cubicBezTo>
                    <a:pt x="8748" y="22215"/>
                    <a:pt x="8809" y="22106"/>
                    <a:pt x="8830" y="21991"/>
                  </a:cubicBezTo>
                  <a:close/>
                  <a:moveTo>
                    <a:pt x="2129" y="25043"/>
                  </a:moveTo>
                  <a:cubicBezTo>
                    <a:pt x="2140" y="25056"/>
                    <a:pt x="2133" y="25047"/>
                    <a:pt x="2142" y="25069"/>
                  </a:cubicBezTo>
                  <a:lnTo>
                    <a:pt x="2129" y="25069"/>
                  </a:lnTo>
                  <a:lnTo>
                    <a:pt x="2129" y="25043"/>
                  </a:lnTo>
                  <a:close/>
                  <a:moveTo>
                    <a:pt x="1511" y="25004"/>
                  </a:moveTo>
                  <a:lnTo>
                    <a:pt x="1511" y="25004"/>
                  </a:lnTo>
                  <a:cubicBezTo>
                    <a:pt x="1546" y="25057"/>
                    <a:pt x="1506" y="25348"/>
                    <a:pt x="1489" y="25417"/>
                  </a:cubicBezTo>
                  <a:cubicBezTo>
                    <a:pt x="1409" y="25715"/>
                    <a:pt x="1361" y="26032"/>
                    <a:pt x="1277" y="26315"/>
                  </a:cubicBezTo>
                  <a:cubicBezTo>
                    <a:pt x="1243" y="26423"/>
                    <a:pt x="1263" y="26581"/>
                    <a:pt x="1204" y="26664"/>
                  </a:cubicBezTo>
                  <a:cubicBezTo>
                    <a:pt x="1205" y="26250"/>
                    <a:pt x="1307" y="25781"/>
                    <a:pt x="1410" y="25441"/>
                  </a:cubicBezTo>
                  <a:cubicBezTo>
                    <a:pt x="1451" y="25309"/>
                    <a:pt x="1500" y="25165"/>
                    <a:pt x="1511" y="25004"/>
                  </a:cubicBezTo>
                  <a:close/>
                  <a:moveTo>
                    <a:pt x="1191" y="26690"/>
                  </a:moveTo>
                  <a:lnTo>
                    <a:pt x="1191" y="26690"/>
                  </a:lnTo>
                  <a:cubicBezTo>
                    <a:pt x="1204" y="26712"/>
                    <a:pt x="1201" y="26719"/>
                    <a:pt x="1189" y="26741"/>
                  </a:cubicBezTo>
                  <a:cubicBezTo>
                    <a:pt x="1189" y="26725"/>
                    <a:pt x="1189" y="26706"/>
                    <a:pt x="1191" y="26690"/>
                  </a:cubicBezTo>
                  <a:close/>
                  <a:moveTo>
                    <a:pt x="2115" y="25069"/>
                  </a:moveTo>
                  <a:lnTo>
                    <a:pt x="2115" y="25069"/>
                  </a:lnTo>
                  <a:cubicBezTo>
                    <a:pt x="2152" y="25126"/>
                    <a:pt x="2108" y="25258"/>
                    <a:pt x="2098" y="25326"/>
                  </a:cubicBezTo>
                  <a:cubicBezTo>
                    <a:pt x="2065" y="25537"/>
                    <a:pt x="2011" y="25758"/>
                    <a:pt x="1941" y="25944"/>
                  </a:cubicBezTo>
                  <a:cubicBezTo>
                    <a:pt x="1785" y="26376"/>
                    <a:pt x="1716" y="26809"/>
                    <a:pt x="1540" y="27215"/>
                  </a:cubicBezTo>
                  <a:cubicBezTo>
                    <a:pt x="1445" y="27432"/>
                    <a:pt x="1367" y="27661"/>
                    <a:pt x="1268" y="27882"/>
                  </a:cubicBezTo>
                  <a:cubicBezTo>
                    <a:pt x="1208" y="28009"/>
                    <a:pt x="1131" y="28147"/>
                    <a:pt x="1090" y="28291"/>
                  </a:cubicBezTo>
                  <a:lnTo>
                    <a:pt x="1077" y="28291"/>
                  </a:lnTo>
                  <a:lnTo>
                    <a:pt x="1077" y="28253"/>
                  </a:lnTo>
                  <a:cubicBezTo>
                    <a:pt x="1138" y="28173"/>
                    <a:pt x="1138" y="28050"/>
                    <a:pt x="1175" y="27943"/>
                  </a:cubicBezTo>
                  <a:cubicBezTo>
                    <a:pt x="1259" y="27705"/>
                    <a:pt x="1309" y="27448"/>
                    <a:pt x="1397" y="27199"/>
                  </a:cubicBezTo>
                  <a:cubicBezTo>
                    <a:pt x="1548" y="26772"/>
                    <a:pt x="1671" y="26337"/>
                    <a:pt x="1826" y="25904"/>
                  </a:cubicBezTo>
                  <a:cubicBezTo>
                    <a:pt x="1921" y="25636"/>
                    <a:pt x="2043" y="25348"/>
                    <a:pt x="2115" y="25069"/>
                  </a:cubicBezTo>
                  <a:close/>
                  <a:moveTo>
                    <a:pt x="1063" y="28304"/>
                  </a:moveTo>
                  <a:cubicBezTo>
                    <a:pt x="1074" y="28316"/>
                    <a:pt x="1069" y="28305"/>
                    <a:pt x="1076" y="28329"/>
                  </a:cubicBezTo>
                  <a:lnTo>
                    <a:pt x="1063" y="28329"/>
                  </a:lnTo>
                  <a:lnTo>
                    <a:pt x="1063" y="28304"/>
                  </a:lnTo>
                  <a:close/>
                  <a:moveTo>
                    <a:pt x="2174" y="26553"/>
                  </a:moveTo>
                  <a:lnTo>
                    <a:pt x="2174" y="26553"/>
                  </a:lnTo>
                  <a:cubicBezTo>
                    <a:pt x="2207" y="26604"/>
                    <a:pt x="2187" y="26756"/>
                    <a:pt x="2169" y="26814"/>
                  </a:cubicBezTo>
                  <a:cubicBezTo>
                    <a:pt x="2108" y="27020"/>
                    <a:pt x="2060" y="27248"/>
                    <a:pt x="1988" y="27442"/>
                  </a:cubicBezTo>
                  <a:cubicBezTo>
                    <a:pt x="1801" y="27942"/>
                    <a:pt x="1711" y="28460"/>
                    <a:pt x="1503" y="28931"/>
                  </a:cubicBezTo>
                  <a:cubicBezTo>
                    <a:pt x="1428" y="29105"/>
                    <a:pt x="1349" y="29307"/>
                    <a:pt x="1247" y="29469"/>
                  </a:cubicBezTo>
                  <a:cubicBezTo>
                    <a:pt x="1165" y="29598"/>
                    <a:pt x="1066" y="29729"/>
                    <a:pt x="993" y="29863"/>
                  </a:cubicBezTo>
                  <a:lnTo>
                    <a:pt x="980" y="29863"/>
                  </a:lnTo>
                  <a:lnTo>
                    <a:pt x="980" y="29838"/>
                  </a:lnTo>
                  <a:cubicBezTo>
                    <a:pt x="1031" y="29783"/>
                    <a:pt x="1041" y="29707"/>
                    <a:pt x="1074" y="29633"/>
                  </a:cubicBezTo>
                  <a:cubicBezTo>
                    <a:pt x="1178" y="29402"/>
                    <a:pt x="1249" y="29150"/>
                    <a:pt x="1349" y="28902"/>
                  </a:cubicBezTo>
                  <a:cubicBezTo>
                    <a:pt x="1547" y="28401"/>
                    <a:pt x="1698" y="27881"/>
                    <a:pt x="1897" y="27375"/>
                  </a:cubicBezTo>
                  <a:cubicBezTo>
                    <a:pt x="1998" y="27125"/>
                    <a:pt x="2156" y="26865"/>
                    <a:pt x="2174" y="26553"/>
                  </a:cubicBezTo>
                  <a:close/>
                  <a:moveTo>
                    <a:pt x="952" y="29877"/>
                  </a:moveTo>
                  <a:cubicBezTo>
                    <a:pt x="964" y="29890"/>
                    <a:pt x="957" y="29881"/>
                    <a:pt x="965" y="29903"/>
                  </a:cubicBezTo>
                  <a:lnTo>
                    <a:pt x="952" y="29903"/>
                  </a:lnTo>
                  <a:lnTo>
                    <a:pt x="952" y="29877"/>
                  </a:lnTo>
                  <a:close/>
                  <a:moveTo>
                    <a:pt x="1384" y="30313"/>
                  </a:moveTo>
                  <a:cubicBezTo>
                    <a:pt x="1394" y="30326"/>
                    <a:pt x="1387" y="30318"/>
                    <a:pt x="1396" y="30339"/>
                  </a:cubicBezTo>
                  <a:lnTo>
                    <a:pt x="1384" y="30339"/>
                  </a:lnTo>
                  <a:lnTo>
                    <a:pt x="1384" y="30313"/>
                  </a:lnTo>
                  <a:close/>
                  <a:moveTo>
                    <a:pt x="11490" y="1"/>
                  </a:moveTo>
                  <a:cubicBezTo>
                    <a:pt x="11390" y="81"/>
                    <a:pt x="11074" y="120"/>
                    <a:pt x="10930" y="158"/>
                  </a:cubicBezTo>
                  <a:cubicBezTo>
                    <a:pt x="10866" y="164"/>
                    <a:pt x="10736" y="152"/>
                    <a:pt x="10701" y="206"/>
                  </a:cubicBezTo>
                  <a:cubicBezTo>
                    <a:pt x="10677" y="282"/>
                    <a:pt x="10654" y="360"/>
                    <a:pt x="10632" y="436"/>
                  </a:cubicBezTo>
                  <a:cubicBezTo>
                    <a:pt x="10598" y="491"/>
                    <a:pt x="10534" y="507"/>
                    <a:pt x="10487" y="549"/>
                  </a:cubicBezTo>
                  <a:cubicBezTo>
                    <a:pt x="10286" y="549"/>
                    <a:pt x="10177" y="500"/>
                    <a:pt x="10129" y="360"/>
                  </a:cubicBezTo>
                  <a:cubicBezTo>
                    <a:pt x="10115" y="316"/>
                    <a:pt x="10125" y="276"/>
                    <a:pt x="10105" y="244"/>
                  </a:cubicBezTo>
                  <a:cubicBezTo>
                    <a:pt x="10080" y="259"/>
                    <a:pt x="10051" y="262"/>
                    <a:pt x="10019" y="262"/>
                  </a:cubicBezTo>
                  <a:cubicBezTo>
                    <a:pt x="9988" y="262"/>
                    <a:pt x="9955" y="259"/>
                    <a:pt x="9921" y="259"/>
                  </a:cubicBezTo>
                  <a:cubicBezTo>
                    <a:pt x="9901" y="259"/>
                    <a:pt x="9880" y="260"/>
                    <a:pt x="9860" y="264"/>
                  </a:cubicBezTo>
                  <a:cubicBezTo>
                    <a:pt x="9675" y="300"/>
                    <a:pt x="9474" y="317"/>
                    <a:pt x="9271" y="317"/>
                  </a:cubicBezTo>
                  <a:cubicBezTo>
                    <a:pt x="9200" y="317"/>
                    <a:pt x="9129" y="315"/>
                    <a:pt x="9058" y="311"/>
                  </a:cubicBezTo>
                  <a:cubicBezTo>
                    <a:pt x="8992" y="407"/>
                    <a:pt x="8880" y="430"/>
                    <a:pt x="8747" y="430"/>
                  </a:cubicBezTo>
                  <a:cubicBezTo>
                    <a:pt x="8639" y="430"/>
                    <a:pt x="8518" y="415"/>
                    <a:pt x="8396" y="412"/>
                  </a:cubicBezTo>
                  <a:cubicBezTo>
                    <a:pt x="8383" y="412"/>
                    <a:pt x="8370" y="412"/>
                    <a:pt x="8356" y="412"/>
                  </a:cubicBezTo>
                  <a:cubicBezTo>
                    <a:pt x="8034" y="412"/>
                    <a:pt x="7717" y="484"/>
                    <a:pt x="7419" y="484"/>
                  </a:cubicBezTo>
                  <a:cubicBezTo>
                    <a:pt x="7311" y="484"/>
                    <a:pt x="7205" y="475"/>
                    <a:pt x="7102" y="449"/>
                  </a:cubicBezTo>
                  <a:cubicBezTo>
                    <a:pt x="7083" y="414"/>
                    <a:pt x="7056" y="360"/>
                    <a:pt x="7028" y="331"/>
                  </a:cubicBezTo>
                  <a:cubicBezTo>
                    <a:pt x="6989" y="354"/>
                    <a:pt x="6927" y="361"/>
                    <a:pt x="6857" y="361"/>
                  </a:cubicBezTo>
                  <a:cubicBezTo>
                    <a:pt x="6765" y="361"/>
                    <a:pt x="6659" y="350"/>
                    <a:pt x="6569" y="350"/>
                  </a:cubicBezTo>
                  <a:cubicBezTo>
                    <a:pt x="6528" y="350"/>
                    <a:pt x="6491" y="352"/>
                    <a:pt x="6460" y="359"/>
                  </a:cubicBezTo>
                  <a:cubicBezTo>
                    <a:pt x="6280" y="393"/>
                    <a:pt x="6069" y="403"/>
                    <a:pt x="5855" y="403"/>
                  </a:cubicBezTo>
                  <a:cubicBezTo>
                    <a:pt x="5630" y="403"/>
                    <a:pt x="5402" y="392"/>
                    <a:pt x="5205" y="383"/>
                  </a:cubicBezTo>
                  <a:cubicBezTo>
                    <a:pt x="5204" y="498"/>
                    <a:pt x="5172" y="623"/>
                    <a:pt x="5084" y="652"/>
                  </a:cubicBezTo>
                  <a:cubicBezTo>
                    <a:pt x="5051" y="681"/>
                    <a:pt x="5014" y="693"/>
                    <a:pt x="4975" y="693"/>
                  </a:cubicBezTo>
                  <a:cubicBezTo>
                    <a:pt x="4818" y="693"/>
                    <a:pt x="4635" y="490"/>
                    <a:pt x="4623" y="383"/>
                  </a:cubicBezTo>
                  <a:cubicBezTo>
                    <a:pt x="4518" y="381"/>
                    <a:pt x="4402" y="378"/>
                    <a:pt x="4283" y="378"/>
                  </a:cubicBezTo>
                  <a:cubicBezTo>
                    <a:pt x="4038" y="378"/>
                    <a:pt x="3782" y="388"/>
                    <a:pt x="3590" y="426"/>
                  </a:cubicBezTo>
                  <a:cubicBezTo>
                    <a:pt x="3517" y="424"/>
                    <a:pt x="3443" y="421"/>
                    <a:pt x="3370" y="420"/>
                  </a:cubicBezTo>
                  <a:cubicBezTo>
                    <a:pt x="3262" y="441"/>
                    <a:pt x="3143" y="448"/>
                    <a:pt x="3020" y="448"/>
                  </a:cubicBezTo>
                  <a:cubicBezTo>
                    <a:pt x="2816" y="448"/>
                    <a:pt x="2601" y="429"/>
                    <a:pt x="2402" y="426"/>
                  </a:cubicBezTo>
                  <a:lnTo>
                    <a:pt x="2402" y="426"/>
                  </a:lnTo>
                  <a:cubicBezTo>
                    <a:pt x="2412" y="527"/>
                    <a:pt x="2411" y="572"/>
                    <a:pt x="2396" y="671"/>
                  </a:cubicBezTo>
                  <a:cubicBezTo>
                    <a:pt x="2309" y="735"/>
                    <a:pt x="2133" y="876"/>
                    <a:pt x="1960" y="876"/>
                  </a:cubicBezTo>
                  <a:cubicBezTo>
                    <a:pt x="1905" y="876"/>
                    <a:pt x="1850" y="861"/>
                    <a:pt x="1798" y="825"/>
                  </a:cubicBezTo>
                  <a:cubicBezTo>
                    <a:pt x="1729" y="776"/>
                    <a:pt x="1684" y="671"/>
                    <a:pt x="1647" y="588"/>
                  </a:cubicBezTo>
                  <a:cubicBezTo>
                    <a:pt x="1583" y="579"/>
                    <a:pt x="1522" y="574"/>
                    <a:pt x="1463" y="574"/>
                  </a:cubicBezTo>
                  <a:cubicBezTo>
                    <a:pt x="1067" y="574"/>
                    <a:pt x="788" y="769"/>
                    <a:pt x="363" y="769"/>
                  </a:cubicBezTo>
                  <a:cubicBezTo>
                    <a:pt x="362" y="1104"/>
                    <a:pt x="284" y="1391"/>
                    <a:pt x="202" y="1657"/>
                  </a:cubicBezTo>
                  <a:cubicBezTo>
                    <a:pt x="158" y="1802"/>
                    <a:pt x="151" y="1958"/>
                    <a:pt x="115" y="2096"/>
                  </a:cubicBezTo>
                  <a:cubicBezTo>
                    <a:pt x="25" y="2441"/>
                    <a:pt x="68" y="2904"/>
                    <a:pt x="13" y="3245"/>
                  </a:cubicBezTo>
                  <a:cubicBezTo>
                    <a:pt x="0" y="3326"/>
                    <a:pt x="12" y="3626"/>
                    <a:pt x="29" y="3710"/>
                  </a:cubicBezTo>
                  <a:cubicBezTo>
                    <a:pt x="28" y="3783"/>
                    <a:pt x="26" y="3857"/>
                    <a:pt x="25" y="3929"/>
                  </a:cubicBezTo>
                  <a:cubicBezTo>
                    <a:pt x="83" y="4222"/>
                    <a:pt x="49" y="4556"/>
                    <a:pt x="108" y="4837"/>
                  </a:cubicBezTo>
                  <a:cubicBezTo>
                    <a:pt x="173" y="5146"/>
                    <a:pt x="129" y="5465"/>
                    <a:pt x="192" y="5769"/>
                  </a:cubicBezTo>
                  <a:cubicBezTo>
                    <a:pt x="217" y="5894"/>
                    <a:pt x="186" y="6030"/>
                    <a:pt x="209" y="6142"/>
                  </a:cubicBezTo>
                  <a:cubicBezTo>
                    <a:pt x="208" y="6453"/>
                    <a:pt x="204" y="6763"/>
                    <a:pt x="202" y="7073"/>
                  </a:cubicBezTo>
                  <a:cubicBezTo>
                    <a:pt x="196" y="7298"/>
                    <a:pt x="172" y="7606"/>
                    <a:pt x="214" y="7810"/>
                  </a:cubicBezTo>
                  <a:cubicBezTo>
                    <a:pt x="244" y="7964"/>
                    <a:pt x="188" y="8162"/>
                    <a:pt x="215" y="8300"/>
                  </a:cubicBezTo>
                  <a:cubicBezTo>
                    <a:pt x="247" y="8461"/>
                    <a:pt x="188" y="8671"/>
                    <a:pt x="217" y="8816"/>
                  </a:cubicBezTo>
                  <a:cubicBezTo>
                    <a:pt x="218" y="9099"/>
                    <a:pt x="222" y="9384"/>
                    <a:pt x="224" y="9668"/>
                  </a:cubicBezTo>
                  <a:cubicBezTo>
                    <a:pt x="276" y="9930"/>
                    <a:pt x="246" y="10210"/>
                    <a:pt x="311" y="10459"/>
                  </a:cubicBezTo>
                  <a:cubicBezTo>
                    <a:pt x="448" y="10988"/>
                    <a:pt x="560" y="11514"/>
                    <a:pt x="691" y="12070"/>
                  </a:cubicBezTo>
                  <a:cubicBezTo>
                    <a:pt x="771" y="12413"/>
                    <a:pt x="726" y="12798"/>
                    <a:pt x="797" y="13157"/>
                  </a:cubicBezTo>
                  <a:cubicBezTo>
                    <a:pt x="792" y="13352"/>
                    <a:pt x="788" y="13545"/>
                    <a:pt x="784" y="13739"/>
                  </a:cubicBezTo>
                  <a:cubicBezTo>
                    <a:pt x="775" y="14192"/>
                    <a:pt x="749" y="14691"/>
                    <a:pt x="651" y="15081"/>
                  </a:cubicBezTo>
                  <a:cubicBezTo>
                    <a:pt x="646" y="15153"/>
                    <a:pt x="640" y="15226"/>
                    <a:pt x="632" y="15300"/>
                  </a:cubicBezTo>
                  <a:cubicBezTo>
                    <a:pt x="553" y="15619"/>
                    <a:pt x="566" y="15963"/>
                    <a:pt x="483" y="16293"/>
                  </a:cubicBezTo>
                  <a:cubicBezTo>
                    <a:pt x="419" y="16541"/>
                    <a:pt x="427" y="16817"/>
                    <a:pt x="362" y="17078"/>
                  </a:cubicBezTo>
                  <a:cubicBezTo>
                    <a:pt x="237" y="17584"/>
                    <a:pt x="222" y="18198"/>
                    <a:pt x="209" y="18794"/>
                  </a:cubicBezTo>
                  <a:cubicBezTo>
                    <a:pt x="202" y="19139"/>
                    <a:pt x="189" y="19515"/>
                    <a:pt x="201" y="19841"/>
                  </a:cubicBezTo>
                  <a:cubicBezTo>
                    <a:pt x="201" y="20060"/>
                    <a:pt x="201" y="20280"/>
                    <a:pt x="199" y="20499"/>
                  </a:cubicBezTo>
                  <a:cubicBezTo>
                    <a:pt x="250" y="20757"/>
                    <a:pt x="218" y="21023"/>
                    <a:pt x="286" y="21251"/>
                  </a:cubicBezTo>
                  <a:cubicBezTo>
                    <a:pt x="441" y="21769"/>
                    <a:pt x="606" y="22251"/>
                    <a:pt x="744" y="22786"/>
                  </a:cubicBezTo>
                  <a:cubicBezTo>
                    <a:pt x="819" y="23079"/>
                    <a:pt x="778" y="23406"/>
                    <a:pt x="840" y="23718"/>
                  </a:cubicBezTo>
                  <a:cubicBezTo>
                    <a:pt x="839" y="23835"/>
                    <a:pt x="835" y="23951"/>
                    <a:pt x="833" y="24067"/>
                  </a:cubicBezTo>
                  <a:cubicBezTo>
                    <a:pt x="827" y="24291"/>
                    <a:pt x="855" y="24578"/>
                    <a:pt x="805" y="24778"/>
                  </a:cubicBezTo>
                  <a:cubicBezTo>
                    <a:pt x="785" y="25143"/>
                    <a:pt x="763" y="25511"/>
                    <a:pt x="744" y="25876"/>
                  </a:cubicBezTo>
                  <a:cubicBezTo>
                    <a:pt x="711" y="26016"/>
                    <a:pt x="746" y="26184"/>
                    <a:pt x="708" y="26341"/>
                  </a:cubicBezTo>
                  <a:cubicBezTo>
                    <a:pt x="651" y="26575"/>
                    <a:pt x="672" y="26873"/>
                    <a:pt x="664" y="27141"/>
                  </a:cubicBezTo>
                  <a:cubicBezTo>
                    <a:pt x="664" y="27373"/>
                    <a:pt x="662" y="27606"/>
                    <a:pt x="662" y="27839"/>
                  </a:cubicBezTo>
                  <a:cubicBezTo>
                    <a:pt x="733" y="28193"/>
                    <a:pt x="654" y="28630"/>
                    <a:pt x="727" y="28990"/>
                  </a:cubicBezTo>
                  <a:cubicBezTo>
                    <a:pt x="730" y="29111"/>
                    <a:pt x="731" y="29232"/>
                    <a:pt x="733" y="29352"/>
                  </a:cubicBezTo>
                  <a:cubicBezTo>
                    <a:pt x="775" y="29559"/>
                    <a:pt x="803" y="29793"/>
                    <a:pt x="848" y="30001"/>
                  </a:cubicBezTo>
                  <a:cubicBezTo>
                    <a:pt x="862" y="30136"/>
                    <a:pt x="877" y="30268"/>
                    <a:pt x="891" y="30403"/>
                  </a:cubicBezTo>
                  <a:cubicBezTo>
                    <a:pt x="958" y="30691"/>
                    <a:pt x="1018" y="31004"/>
                    <a:pt x="1013" y="31350"/>
                  </a:cubicBezTo>
                  <a:lnTo>
                    <a:pt x="1025" y="31350"/>
                  </a:lnTo>
                  <a:lnTo>
                    <a:pt x="1025" y="31337"/>
                  </a:lnTo>
                  <a:cubicBezTo>
                    <a:pt x="1137" y="31021"/>
                    <a:pt x="1246" y="30704"/>
                    <a:pt x="1357" y="30387"/>
                  </a:cubicBezTo>
                  <a:lnTo>
                    <a:pt x="1370" y="30387"/>
                  </a:lnTo>
                  <a:lnTo>
                    <a:pt x="1370" y="30350"/>
                  </a:lnTo>
                  <a:cubicBezTo>
                    <a:pt x="1378" y="30364"/>
                    <a:pt x="1377" y="30363"/>
                    <a:pt x="1381" y="30387"/>
                  </a:cubicBezTo>
                  <a:lnTo>
                    <a:pt x="1370" y="30387"/>
                  </a:lnTo>
                  <a:cubicBezTo>
                    <a:pt x="1370" y="30405"/>
                    <a:pt x="1370" y="30422"/>
                    <a:pt x="1367" y="30438"/>
                  </a:cubicBezTo>
                  <a:cubicBezTo>
                    <a:pt x="1275" y="30568"/>
                    <a:pt x="1262" y="30944"/>
                    <a:pt x="1211" y="31133"/>
                  </a:cubicBezTo>
                  <a:cubicBezTo>
                    <a:pt x="1170" y="31280"/>
                    <a:pt x="1168" y="31449"/>
                    <a:pt x="1124" y="31610"/>
                  </a:cubicBezTo>
                  <a:cubicBezTo>
                    <a:pt x="1029" y="31953"/>
                    <a:pt x="964" y="32413"/>
                    <a:pt x="1045" y="32810"/>
                  </a:cubicBezTo>
                  <a:cubicBezTo>
                    <a:pt x="1074" y="32948"/>
                    <a:pt x="1054" y="33259"/>
                    <a:pt x="1111" y="33352"/>
                  </a:cubicBezTo>
                  <a:cubicBezTo>
                    <a:pt x="1213" y="32215"/>
                    <a:pt x="1867" y="31949"/>
                    <a:pt x="2762" y="31642"/>
                  </a:cubicBezTo>
                  <a:cubicBezTo>
                    <a:pt x="3004" y="31560"/>
                    <a:pt x="3307" y="31509"/>
                    <a:pt x="3608" y="31509"/>
                  </a:cubicBezTo>
                  <a:cubicBezTo>
                    <a:pt x="3886" y="31509"/>
                    <a:pt x="4163" y="31552"/>
                    <a:pt x="4391" y="31651"/>
                  </a:cubicBezTo>
                  <a:cubicBezTo>
                    <a:pt x="4637" y="31758"/>
                    <a:pt x="4985" y="31982"/>
                    <a:pt x="5129" y="32183"/>
                  </a:cubicBezTo>
                  <a:cubicBezTo>
                    <a:pt x="5220" y="32309"/>
                    <a:pt x="5282" y="32510"/>
                    <a:pt x="5406" y="32603"/>
                  </a:cubicBezTo>
                  <a:cubicBezTo>
                    <a:pt x="5407" y="32546"/>
                    <a:pt x="5407" y="32491"/>
                    <a:pt x="5409" y="32436"/>
                  </a:cubicBezTo>
                  <a:cubicBezTo>
                    <a:pt x="5361" y="32355"/>
                    <a:pt x="5372" y="32227"/>
                    <a:pt x="5339" y="32138"/>
                  </a:cubicBezTo>
                  <a:cubicBezTo>
                    <a:pt x="5302" y="32043"/>
                    <a:pt x="5238" y="31946"/>
                    <a:pt x="5202" y="31851"/>
                  </a:cubicBezTo>
                  <a:cubicBezTo>
                    <a:pt x="5161" y="31694"/>
                    <a:pt x="5122" y="31539"/>
                    <a:pt x="5081" y="31383"/>
                  </a:cubicBezTo>
                  <a:cubicBezTo>
                    <a:pt x="5038" y="31258"/>
                    <a:pt x="4972" y="31119"/>
                    <a:pt x="4962" y="30968"/>
                  </a:cubicBezTo>
                  <a:lnTo>
                    <a:pt x="4949" y="30968"/>
                  </a:lnTo>
                  <a:lnTo>
                    <a:pt x="4949" y="30943"/>
                  </a:lnTo>
                  <a:cubicBezTo>
                    <a:pt x="4961" y="30956"/>
                    <a:pt x="4953" y="30946"/>
                    <a:pt x="4962" y="30968"/>
                  </a:cubicBezTo>
                  <a:lnTo>
                    <a:pt x="4975" y="30968"/>
                  </a:lnTo>
                  <a:cubicBezTo>
                    <a:pt x="4985" y="31072"/>
                    <a:pt x="5193" y="31481"/>
                    <a:pt x="5260" y="31529"/>
                  </a:cubicBezTo>
                  <a:lnTo>
                    <a:pt x="5260" y="31517"/>
                  </a:lnTo>
                  <a:cubicBezTo>
                    <a:pt x="5225" y="31459"/>
                    <a:pt x="5278" y="31161"/>
                    <a:pt x="5295" y="31091"/>
                  </a:cubicBezTo>
                  <a:lnTo>
                    <a:pt x="5311" y="30911"/>
                  </a:lnTo>
                  <a:cubicBezTo>
                    <a:pt x="5378" y="30653"/>
                    <a:pt x="5467" y="30281"/>
                    <a:pt x="5397" y="29970"/>
                  </a:cubicBezTo>
                  <a:cubicBezTo>
                    <a:pt x="5237" y="29274"/>
                    <a:pt x="5108" y="28621"/>
                    <a:pt x="4962" y="27906"/>
                  </a:cubicBezTo>
                  <a:cubicBezTo>
                    <a:pt x="4924" y="27715"/>
                    <a:pt x="4987" y="27528"/>
                    <a:pt x="4949" y="27324"/>
                  </a:cubicBezTo>
                  <a:cubicBezTo>
                    <a:pt x="4917" y="27151"/>
                    <a:pt x="4921" y="26822"/>
                    <a:pt x="4964" y="26651"/>
                  </a:cubicBezTo>
                  <a:cubicBezTo>
                    <a:pt x="4971" y="26488"/>
                    <a:pt x="4980" y="26324"/>
                    <a:pt x="4987" y="26161"/>
                  </a:cubicBezTo>
                  <a:cubicBezTo>
                    <a:pt x="5016" y="26039"/>
                    <a:pt x="5001" y="25898"/>
                    <a:pt x="5035" y="25761"/>
                  </a:cubicBezTo>
                  <a:cubicBezTo>
                    <a:pt x="5132" y="25367"/>
                    <a:pt x="5124" y="24950"/>
                    <a:pt x="5230" y="24563"/>
                  </a:cubicBezTo>
                  <a:cubicBezTo>
                    <a:pt x="5333" y="24184"/>
                    <a:pt x="5363" y="23753"/>
                    <a:pt x="5462" y="23367"/>
                  </a:cubicBezTo>
                  <a:cubicBezTo>
                    <a:pt x="5515" y="23159"/>
                    <a:pt x="5506" y="22941"/>
                    <a:pt x="5552" y="22749"/>
                  </a:cubicBezTo>
                  <a:cubicBezTo>
                    <a:pt x="5625" y="22455"/>
                    <a:pt x="5589" y="22148"/>
                    <a:pt x="5662" y="21859"/>
                  </a:cubicBezTo>
                  <a:cubicBezTo>
                    <a:pt x="5734" y="21574"/>
                    <a:pt x="5721" y="21254"/>
                    <a:pt x="5798" y="20957"/>
                  </a:cubicBezTo>
                  <a:cubicBezTo>
                    <a:pt x="5865" y="20700"/>
                    <a:pt x="5880" y="20398"/>
                    <a:pt x="5945" y="20135"/>
                  </a:cubicBezTo>
                  <a:cubicBezTo>
                    <a:pt x="5951" y="20040"/>
                    <a:pt x="5958" y="19946"/>
                    <a:pt x="5964" y="19851"/>
                  </a:cubicBezTo>
                  <a:cubicBezTo>
                    <a:pt x="6002" y="19695"/>
                    <a:pt x="5973" y="19509"/>
                    <a:pt x="6012" y="19335"/>
                  </a:cubicBezTo>
                  <a:cubicBezTo>
                    <a:pt x="6096" y="18987"/>
                    <a:pt x="6083" y="18471"/>
                    <a:pt x="6090" y="18070"/>
                  </a:cubicBezTo>
                  <a:cubicBezTo>
                    <a:pt x="6098" y="17763"/>
                    <a:pt x="6138" y="17385"/>
                    <a:pt x="6085" y="17115"/>
                  </a:cubicBezTo>
                  <a:cubicBezTo>
                    <a:pt x="6069" y="17035"/>
                    <a:pt x="6090" y="16920"/>
                    <a:pt x="6077" y="16856"/>
                  </a:cubicBezTo>
                  <a:cubicBezTo>
                    <a:pt x="6048" y="16711"/>
                    <a:pt x="6085" y="16556"/>
                    <a:pt x="6061" y="16429"/>
                  </a:cubicBezTo>
                  <a:cubicBezTo>
                    <a:pt x="6058" y="16234"/>
                    <a:pt x="6053" y="16042"/>
                    <a:pt x="6048" y="15847"/>
                  </a:cubicBezTo>
                  <a:cubicBezTo>
                    <a:pt x="6019" y="15694"/>
                    <a:pt x="6066" y="15516"/>
                    <a:pt x="6034" y="15342"/>
                  </a:cubicBezTo>
                  <a:cubicBezTo>
                    <a:pt x="6005" y="15183"/>
                    <a:pt x="6010" y="14879"/>
                    <a:pt x="6047" y="14722"/>
                  </a:cubicBezTo>
                  <a:lnTo>
                    <a:pt x="6053" y="14438"/>
                  </a:lnTo>
                  <a:cubicBezTo>
                    <a:pt x="6070" y="14190"/>
                    <a:pt x="6089" y="13939"/>
                    <a:pt x="6106" y="13689"/>
                  </a:cubicBezTo>
                  <a:cubicBezTo>
                    <a:pt x="6140" y="13556"/>
                    <a:pt x="6119" y="13397"/>
                    <a:pt x="6154" y="13252"/>
                  </a:cubicBezTo>
                  <a:cubicBezTo>
                    <a:pt x="6262" y="12820"/>
                    <a:pt x="6250" y="12352"/>
                    <a:pt x="6375" y="11937"/>
                  </a:cubicBezTo>
                  <a:cubicBezTo>
                    <a:pt x="6460" y="11661"/>
                    <a:pt x="6516" y="11375"/>
                    <a:pt x="6614" y="11104"/>
                  </a:cubicBezTo>
                  <a:cubicBezTo>
                    <a:pt x="6780" y="10641"/>
                    <a:pt x="6955" y="10156"/>
                    <a:pt x="7110" y="9680"/>
                  </a:cubicBezTo>
                  <a:cubicBezTo>
                    <a:pt x="7168" y="9414"/>
                    <a:pt x="7224" y="9146"/>
                    <a:pt x="7283" y="8881"/>
                  </a:cubicBezTo>
                  <a:cubicBezTo>
                    <a:pt x="7294" y="8783"/>
                    <a:pt x="7304" y="8684"/>
                    <a:pt x="7316" y="8585"/>
                  </a:cubicBezTo>
                  <a:cubicBezTo>
                    <a:pt x="7413" y="8201"/>
                    <a:pt x="7415" y="7791"/>
                    <a:pt x="7521" y="7413"/>
                  </a:cubicBezTo>
                  <a:cubicBezTo>
                    <a:pt x="7764" y="6546"/>
                    <a:pt x="7963" y="5710"/>
                    <a:pt x="8222" y="4856"/>
                  </a:cubicBezTo>
                  <a:lnTo>
                    <a:pt x="8452" y="3815"/>
                  </a:lnTo>
                  <a:cubicBezTo>
                    <a:pt x="8476" y="3713"/>
                    <a:pt x="8452" y="3435"/>
                    <a:pt x="8501" y="3364"/>
                  </a:cubicBezTo>
                  <a:lnTo>
                    <a:pt x="8501" y="3364"/>
                  </a:lnTo>
                  <a:cubicBezTo>
                    <a:pt x="8498" y="3815"/>
                    <a:pt x="8475" y="4287"/>
                    <a:pt x="8382" y="4667"/>
                  </a:cubicBezTo>
                  <a:cubicBezTo>
                    <a:pt x="8328" y="4885"/>
                    <a:pt x="8341" y="5109"/>
                    <a:pt x="8292" y="5312"/>
                  </a:cubicBezTo>
                  <a:cubicBezTo>
                    <a:pt x="8213" y="5626"/>
                    <a:pt x="8244" y="5961"/>
                    <a:pt x="8155" y="6253"/>
                  </a:cubicBezTo>
                  <a:cubicBezTo>
                    <a:pt x="8074" y="6525"/>
                    <a:pt x="7988" y="6805"/>
                    <a:pt x="7917" y="7087"/>
                  </a:cubicBezTo>
                  <a:lnTo>
                    <a:pt x="7928" y="7087"/>
                  </a:lnTo>
                  <a:cubicBezTo>
                    <a:pt x="7917" y="7104"/>
                    <a:pt x="7907" y="7121"/>
                    <a:pt x="7901" y="7137"/>
                  </a:cubicBezTo>
                  <a:cubicBezTo>
                    <a:pt x="7826" y="7313"/>
                    <a:pt x="7839" y="7510"/>
                    <a:pt x="7784" y="7704"/>
                  </a:cubicBezTo>
                  <a:cubicBezTo>
                    <a:pt x="7640" y="8214"/>
                    <a:pt x="7636" y="8819"/>
                    <a:pt x="7479" y="9325"/>
                  </a:cubicBezTo>
                  <a:cubicBezTo>
                    <a:pt x="7297" y="9914"/>
                    <a:pt x="7050" y="10402"/>
                    <a:pt x="6851" y="10966"/>
                  </a:cubicBezTo>
                  <a:cubicBezTo>
                    <a:pt x="6662" y="11497"/>
                    <a:pt x="6612" y="12078"/>
                    <a:pt x="6466" y="12663"/>
                  </a:cubicBezTo>
                  <a:cubicBezTo>
                    <a:pt x="6426" y="12816"/>
                    <a:pt x="6467" y="13032"/>
                    <a:pt x="6495" y="13156"/>
                  </a:cubicBezTo>
                  <a:cubicBezTo>
                    <a:pt x="6505" y="13290"/>
                    <a:pt x="6514" y="13423"/>
                    <a:pt x="6525" y="13557"/>
                  </a:cubicBezTo>
                  <a:cubicBezTo>
                    <a:pt x="6585" y="13823"/>
                    <a:pt x="6615" y="14110"/>
                    <a:pt x="6688" y="14349"/>
                  </a:cubicBezTo>
                  <a:cubicBezTo>
                    <a:pt x="6736" y="14504"/>
                    <a:pt x="6749" y="14639"/>
                    <a:pt x="6796" y="14791"/>
                  </a:cubicBezTo>
                  <a:cubicBezTo>
                    <a:pt x="7003" y="15456"/>
                    <a:pt x="7232" y="16101"/>
                    <a:pt x="7437" y="16783"/>
                  </a:cubicBezTo>
                  <a:cubicBezTo>
                    <a:pt x="7534" y="17102"/>
                    <a:pt x="7550" y="17446"/>
                    <a:pt x="7623" y="17782"/>
                  </a:cubicBezTo>
                  <a:cubicBezTo>
                    <a:pt x="7698" y="18135"/>
                    <a:pt x="7616" y="18577"/>
                    <a:pt x="7688" y="18935"/>
                  </a:cubicBezTo>
                  <a:cubicBezTo>
                    <a:pt x="7712" y="19051"/>
                    <a:pt x="7672" y="19210"/>
                    <a:pt x="7694" y="19309"/>
                  </a:cubicBezTo>
                  <a:cubicBezTo>
                    <a:pt x="7691" y="19381"/>
                    <a:pt x="7690" y="19457"/>
                    <a:pt x="7688" y="19530"/>
                  </a:cubicBezTo>
                  <a:cubicBezTo>
                    <a:pt x="7684" y="19714"/>
                    <a:pt x="7666" y="19940"/>
                    <a:pt x="7701" y="20111"/>
                  </a:cubicBezTo>
                  <a:cubicBezTo>
                    <a:pt x="7698" y="20201"/>
                    <a:pt x="7697" y="20293"/>
                    <a:pt x="7696" y="20382"/>
                  </a:cubicBezTo>
                  <a:cubicBezTo>
                    <a:pt x="7696" y="20569"/>
                    <a:pt x="7684" y="20824"/>
                    <a:pt x="7720" y="21003"/>
                  </a:cubicBezTo>
                  <a:lnTo>
                    <a:pt x="7716" y="21248"/>
                  </a:lnTo>
                  <a:cubicBezTo>
                    <a:pt x="7762" y="21482"/>
                    <a:pt x="7717" y="21770"/>
                    <a:pt x="7764" y="21998"/>
                  </a:cubicBezTo>
                  <a:cubicBezTo>
                    <a:pt x="7784" y="22099"/>
                    <a:pt x="7738" y="22231"/>
                    <a:pt x="7784" y="22310"/>
                  </a:cubicBezTo>
                  <a:cubicBezTo>
                    <a:pt x="7905" y="21232"/>
                    <a:pt x="8120" y="20223"/>
                    <a:pt x="8443" y="19338"/>
                  </a:cubicBezTo>
                  <a:cubicBezTo>
                    <a:pt x="8491" y="19204"/>
                    <a:pt x="8585" y="19082"/>
                    <a:pt x="8632" y="18955"/>
                  </a:cubicBezTo>
                  <a:lnTo>
                    <a:pt x="8643" y="18955"/>
                  </a:lnTo>
                  <a:cubicBezTo>
                    <a:pt x="8643" y="18971"/>
                    <a:pt x="8643" y="18989"/>
                    <a:pt x="8642" y="19006"/>
                  </a:cubicBezTo>
                  <a:cubicBezTo>
                    <a:pt x="8581" y="19104"/>
                    <a:pt x="8581" y="19322"/>
                    <a:pt x="8542" y="19444"/>
                  </a:cubicBezTo>
                  <a:cubicBezTo>
                    <a:pt x="8453" y="19733"/>
                    <a:pt x="8402" y="20043"/>
                    <a:pt x="8305" y="20344"/>
                  </a:cubicBezTo>
                  <a:cubicBezTo>
                    <a:pt x="8098" y="20973"/>
                    <a:pt x="7967" y="21635"/>
                    <a:pt x="7797" y="22296"/>
                  </a:cubicBezTo>
                  <a:cubicBezTo>
                    <a:pt x="7757" y="22452"/>
                    <a:pt x="7807" y="22868"/>
                    <a:pt x="7834" y="22994"/>
                  </a:cubicBezTo>
                  <a:cubicBezTo>
                    <a:pt x="7835" y="23086"/>
                    <a:pt x="7839" y="23176"/>
                    <a:pt x="7841" y="23266"/>
                  </a:cubicBezTo>
                  <a:cubicBezTo>
                    <a:pt x="7895" y="23531"/>
                    <a:pt x="7857" y="23849"/>
                    <a:pt x="7914" y="24120"/>
                  </a:cubicBezTo>
                  <a:cubicBezTo>
                    <a:pt x="7912" y="24185"/>
                    <a:pt x="7909" y="24249"/>
                    <a:pt x="7909" y="24314"/>
                  </a:cubicBezTo>
                  <a:cubicBezTo>
                    <a:pt x="7978" y="24643"/>
                    <a:pt x="7912" y="25027"/>
                    <a:pt x="7979" y="25350"/>
                  </a:cubicBezTo>
                  <a:cubicBezTo>
                    <a:pt x="7988" y="25520"/>
                    <a:pt x="7996" y="25687"/>
                    <a:pt x="8007" y="25856"/>
                  </a:cubicBezTo>
                  <a:cubicBezTo>
                    <a:pt x="8075" y="26250"/>
                    <a:pt x="8145" y="26642"/>
                    <a:pt x="8213" y="27036"/>
                  </a:cubicBezTo>
                  <a:cubicBezTo>
                    <a:pt x="8247" y="27182"/>
                    <a:pt x="8239" y="27638"/>
                    <a:pt x="8302" y="27724"/>
                  </a:cubicBezTo>
                  <a:cubicBezTo>
                    <a:pt x="8305" y="27501"/>
                    <a:pt x="8321" y="27253"/>
                    <a:pt x="8367" y="27054"/>
                  </a:cubicBezTo>
                  <a:cubicBezTo>
                    <a:pt x="8408" y="26889"/>
                    <a:pt x="8380" y="26713"/>
                    <a:pt x="8417" y="26562"/>
                  </a:cubicBezTo>
                  <a:cubicBezTo>
                    <a:pt x="8472" y="26331"/>
                    <a:pt x="8431" y="26074"/>
                    <a:pt x="8484" y="25854"/>
                  </a:cubicBezTo>
                  <a:lnTo>
                    <a:pt x="8489" y="25608"/>
                  </a:lnTo>
                  <a:cubicBezTo>
                    <a:pt x="8511" y="25515"/>
                    <a:pt x="8518" y="25345"/>
                    <a:pt x="8523" y="25246"/>
                  </a:cubicBezTo>
                  <a:cubicBezTo>
                    <a:pt x="8526" y="25165"/>
                    <a:pt x="8504" y="25018"/>
                    <a:pt x="8540" y="24963"/>
                  </a:cubicBezTo>
                  <a:lnTo>
                    <a:pt x="8540" y="24963"/>
                  </a:lnTo>
                  <a:cubicBezTo>
                    <a:pt x="8517" y="26270"/>
                    <a:pt x="8569" y="27632"/>
                    <a:pt x="8305" y="28733"/>
                  </a:cubicBezTo>
                  <a:cubicBezTo>
                    <a:pt x="8300" y="28865"/>
                    <a:pt x="8299" y="28999"/>
                    <a:pt x="8295" y="29133"/>
                  </a:cubicBezTo>
                  <a:cubicBezTo>
                    <a:pt x="8276" y="29216"/>
                    <a:pt x="8265" y="29365"/>
                    <a:pt x="8263" y="29454"/>
                  </a:cubicBezTo>
                  <a:cubicBezTo>
                    <a:pt x="8265" y="29505"/>
                    <a:pt x="8270" y="29557"/>
                    <a:pt x="8271" y="29608"/>
                  </a:cubicBezTo>
                  <a:cubicBezTo>
                    <a:pt x="8225" y="29897"/>
                    <a:pt x="8232" y="30245"/>
                    <a:pt x="8161" y="30537"/>
                  </a:cubicBezTo>
                  <a:cubicBezTo>
                    <a:pt x="8159" y="30616"/>
                    <a:pt x="8156" y="30691"/>
                    <a:pt x="8155" y="30770"/>
                  </a:cubicBezTo>
                  <a:cubicBezTo>
                    <a:pt x="8124" y="30899"/>
                    <a:pt x="8139" y="31078"/>
                    <a:pt x="8108" y="31207"/>
                  </a:cubicBezTo>
                  <a:cubicBezTo>
                    <a:pt x="8060" y="31402"/>
                    <a:pt x="8101" y="31630"/>
                    <a:pt x="8058" y="31815"/>
                  </a:cubicBezTo>
                  <a:cubicBezTo>
                    <a:pt x="8011" y="32000"/>
                    <a:pt x="8039" y="32166"/>
                    <a:pt x="7994" y="32343"/>
                  </a:cubicBezTo>
                  <a:cubicBezTo>
                    <a:pt x="7960" y="32472"/>
                    <a:pt x="7957" y="32618"/>
                    <a:pt x="7921" y="32756"/>
                  </a:cubicBezTo>
                  <a:cubicBezTo>
                    <a:pt x="7812" y="33150"/>
                    <a:pt x="7640" y="33846"/>
                    <a:pt x="7970" y="34114"/>
                  </a:cubicBezTo>
                  <a:lnTo>
                    <a:pt x="7970" y="34127"/>
                  </a:lnTo>
                  <a:lnTo>
                    <a:pt x="7982" y="34114"/>
                  </a:lnTo>
                  <a:cubicBezTo>
                    <a:pt x="8087" y="33974"/>
                    <a:pt x="8066" y="33683"/>
                    <a:pt x="8162" y="33535"/>
                  </a:cubicBezTo>
                  <a:cubicBezTo>
                    <a:pt x="8219" y="33481"/>
                    <a:pt x="8277" y="33426"/>
                    <a:pt x="8334" y="33372"/>
                  </a:cubicBezTo>
                  <a:cubicBezTo>
                    <a:pt x="8600" y="33116"/>
                    <a:pt x="8926" y="32910"/>
                    <a:pt x="9228" y="32695"/>
                  </a:cubicBezTo>
                  <a:cubicBezTo>
                    <a:pt x="9337" y="32616"/>
                    <a:pt x="9434" y="32484"/>
                    <a:pt x="9519" y="32378"/>
                  </a:cubicBezTo>
                  <a:cubicBezTo>
                    <a:pt x="9574" y="32324"/>
                    <a:pt x="9632" y="32269"/>
                    <a:pt x="9689" y="32215"/>
                  </a:cubicBezTo>
                  <a:cubicBezTo>
                    <a:pt x="9839" y="32023"/>
                    <a:pt x="10029" y="31831"/>
                    <a:pt x="10231" y="31696"/>
                  </a:cubicBezTo>
                  <a:cubicBezTo>
                    <a:pt x="10574" y="31468"/>
                    <a:pt x="11141" y="31399"/>
                    <a:pt x="11595" y="31299"/>
                  </a:cubicBezTo>
                  <a:cubicBezTo>
                    <a:pt x="11668" y="31303"/>
                    <a:pt x="11740" y="31309"/>
                    <a:pt x="11816" y="31316"/>
                  </a:cubicBezTo>
                  <a:cubicBezTo>
                    <a:pt x="11920" y="31296"/>
                    <a:pt x="12060" y="31268"/>
                    <a:pt x="12200" y="31268"/>
                  </a:cubicBezTo>
                  <a:cubicBezTo>
                    <a:pt x="12267" y="31268"/>
                    <a:pt x="12335" y="31275"/>
                    <a:pt x="12397" y="31292"/>
                  </a:cubicBezTo>
                  <a:cubicBezTo>
                    <a:pt x="12703" y="31373"/>
                    <a:pt x="12911" y="31514"/>
                    <a:pt x="13151" y="31644"/>
                  </a:cubicBezTo>
                  <a:cubicBezTo>
                    <a:pt x="13151" y="31610"/>
                    <a:pt x="13153" y="31575"/>
                    <a:pt x="13153" y="31540"/>
                  </a:cubicBezTo>
                  <a:cubicBezTo>
                    <a:pt x="13121" y="31492"/>
                    <a:pt x="13127" y="31430"/>
                    <a:pt x="13105" y="31372"/>
                  </a:cubicBezTo>
                  <a:cubicBezTo>
                    <a:pt x="13068" y="31271"/>
                    <a:pt x="13026" y="31168"/>
                    <a:pt x="12983" y="31059"/>
                  </a:cubicBezTo>
                  <a:cubicBezTo>
                    <a:pt x="12895" y="30835"/>
                    <a:pt x="12841" y="30576"/>
                    <a:pt x="12780" y="30318"/>
                  </a:cubicBezTo>
                  <a:cubicBezTo>
                    <a:pt x="12758" y="30127"/>
                    <a:pt x="12736" y="29938"/>
                    <a:pt x="12714" y="29746"/>
                  </a:cubicBezTo>
                  <a:cubicBezTo>
                    <a:pt x="12671" y="29531"/>
                    <a:pt x="12748" y="29285"/>
                    <a:pt x="12704" y="29061"/>
                  </a:cubicBezTo>
                  <a:cubicBezTo>
                    <a:pt x="12664" y="28855"/>
                    <a:pt x="12691" y="28263"/>
                    <a:pt x="12739" y="28067"/>
                  </a:cubicBezTo>
                  <a:cubicBezTo>
                    <a:pt x="12754" y="27783"/>
                    <a:pt x="12768" y="27499"/>
                    <a:pt x="12783" y="27215"/>
                  </a:cubicBezTo>
                  <a:cubicBezTo>
                    <a:pt x="12823" y="27033"/>
                    <a:pt x="12805" y="26774"/>
                    <a:pt x="12809" y="26569"/>
                  </a:cubicBezTo>
                  <a:cubicBezTo>
                    <a:pt x="12815" y="26287"/>
                    <a:pt x="12850" y="25960"/>
                    <a:pt x="12802" y="25717"/>
                  </a:cubicBezTo>
                  <a:cubicBezTo>
                    <a:pt x="12805" y="25670"/>
                    <a:pt x="12805" y="25623"/>
                    <a:pt x="12806" y="25576"/>
                  </a:cubicBezTo>
                  <a:cubicBezTo>
                    <a:pt x="12743" y="25267"/>
                    <a:pt x="12770" y="24924"/>
                    <a:pt x="12710" y="24618"/>
                  </a:cubicBezTo>
                  <a:cubicBezTo>
                    <a:pt x="12685" y="24496"/>
                    <a:pt x="12713" y="24365"/>
                    <a:pt x="12691" y="24256"/>
                  </a:cubicBezTo>
                  <a:cubicBezTo>
                    <a:pt x="12688" y="24050"/>
                    <a:pt x="12682" y="23842"/>
                    <a:pt x="12678" y="23637"/>
                  </a:cubicBezTo>
                  <a:cubicBezTo>
                    <a:pt x="12623" y="23355"/>
                    <a:pt x="12666" y="23057"/>
                    <a:pt x="12605" y="22769"/>
                  </a:cubicBezTo>
                  <a:cubicBezTo>
                    <a:pt x="12554" y="22520"/>
                    <a:pt x="12586" y="22246"/>
                    <a:pt x="12533" y="21980"/>
                  </a:cubicBezTo>
                  <a:cubicBezTo>
                    <a:pt x="12448" y="21138"/>
                    <a:pt x="12363" y="20294"/>
                    <a:pt x="12277" y="19453"/>
                  </a:cubicBezTo>
                  <a:cubicBezTo>
                    <a:pt x="12262" y="19120"/>
                    <a:pt x="12248" y="18790"/>
                    <a:pt x="12233" y="18457"/>
                  </a:cubicBezTo>
                  <a:lnTo>
                    <a:pt x="12245" y="17967"/>
                  </a:lnTo>
                  <a:cubicBezTo>
                    <a:pt x="12224" y="17728"/>
                    <a:pt x="12203" y="17491"/>
                    <a:pt x="12182" y="17254"/>
                  </a:cubicBezTo>
                  <a:cubicBezTo>
                    <a:pt x="12184" y="17198"/>
                    <a:pt x="12184" y="17141"/>
                    <a:pt x="12187" y="17087"/>
                  </a:cubicBezTo>
                  <a:cubicBezTo>
                    <a:pt x="12162" y="16965"/>
                    <a:pt x="12181" y="16796"/>
                    <a:pt x="12158" y="16673"/>
                  </a:cubicBezTo>
                  <a:cubicBezTo>
                    <a:pt x="12159" y="16587"/>
                    <a:pt x="12160" y="16500"/>
                    <a:pt x="12162" y="16414"/>
                  </a:cubicBezTo>
                  <a:cubicBezTo>
                    <a:pt x="12147" y="16338"/>
                    <a:pt x="12174" y="16209"/>
                    <a:pt x="12155" y="16116"/>
                  </a:cubicBezTo>
                  <a:cubicBezTo>
                    <a:pt x="12136" y="16011"/>
                    <a:pt x="12174" y="15851"/>
                    <a:pt x="12150" y="15729"/>
                  </a:cubicBezTo>
                  <a:cubicBezTo>
                    <a:pt x="12117" y="15562"/>
                    <a:pt x="12146" y="15324"/>
                    <a:pt x="12150" y="15135"/>
                  </a:cubicBezTo>
                  <a:cubicBezTo>
                    <a:pt x="12159" y="14700"/>
                    <a:pt x="12168" y="14264"/>
                    <a:pt x="12176" y="13830"/>
                  </a:cubicBezTo>
                  <a:cubicBezTo>
                    <a:pt x="12204" y="13330"/>
                    <a:pt x="12233" y="12832"/>
                    <a:pt x="12261" y="12333"/>
                  </a:cubicBezTo>
                  <a:cubicBezTo>
                    <a:pt x="12299" y="12169"/>
                    <a:pt x="12270" y="11980"/>
                    <a:pt x="12312" y="11804"/>
                  </a:cubicBezTo>
                  <a:cubicBezTo>
                    <a:pt x="12364" y="11578"/>
                    <a:pt x="12361" y="11301"/>
                    <a:pt x="12365" y="11029"/>
                  </a:cubicBezTo>
                  <a:cubicBezTo>
                    <a:pt x="12370" y="10901"/>
                    <a:pt x="12383" y="10737"/>
                    <a:pt x="12363" y="10628"/>
                  </a:cubicBezTo>
                  <a:cubicBezTo>
                    <a:pt x="12326" y="10440"/>
                    <a:pt x="12395" y="10204"/>
                    <a:pt x="12363" y="10033"/>
                  </a:cubicBezTo>
                  <a:cubicBezTo>
                    <a:pt x="12371" y="9611"/>
                    <a:pt x="12380" y="9190"/>
                    <a:pt x="12390" y="8767"/>
                  </a:cubicBezTo>
                  <a:cubicBezTo>
                    <a:pt x="12397" y="8461"/>
                    <a:pt x="12413" y="8048"/>
                    <a:pt x="12358" y="7771"/>
                  </a:cubicBezTo>
                  <a:cubicBezTo>
                    <a:pt x="12328" y="7615"/>
                    <a:pt x="12357" y="7457"/>
                    <a:pt x="12329" y="7318"/>
                  </a:cubicBezTo>
                  <a:cubicBezTo>
                    <a:pt x="12328" y="7233"/>
                    <a:pt x="12325" y="7145"/>
                    <a:pt x="12322" y="7060"/>
                  </a:cubicBezTo>
                  <a:cubicBezTo>
                    <a:pt x="12290" y="6895"/>
                    <a:pt x="12290" y="6689"/>
                    <a:pt x="12256" y="6529"/>
                  </a:cubicBezTo>
                  <a:cubicBezTo>
                    <a:pt x="12242" y="6379"/>
                    <a:pt x="12230" y="6228"/>
                    <a:pt x="12216" y="6077"/>
                  </a:cubicBezTo>
                  <a:cubicBezTo>
                    <a:pt x="12117" y="5629"/>
                    <a:pt x="12121" y="5125"/>
                    <a:pt x="12027" y="4665"/>
                  </a:cubicBezTo>
                  <a:cubicBezTo>
                    <a:pt x="11987" y="4478"/>
                    <a:pt x="12008" y="4284"/>
                    <a:pt x="11973" y="4108"/>
                  </a:cubicBezTo>
                  <a:cubicBezTo>
                    <a:pt x="11954" y="3799"/>
                    <a:pt x="11935" y="3487"/>
                    <a:pt x="11915" y="3176"/>
                  </a:cubicBezTo>
                  <a:cubicBezTo>
                    <a:pt x="11918" y="3086"/>
                    <a:pt x="11919" y="2995"/>
                    <a:pt x="11921" y="2906"/>
                  </a:cubicBezTo>
                  <a:cubicBezTo>
                    <a:pt x="11845" y="2513"/>
                    <a:pt x="11999" y="2006"/>
                    <a:pt x="11922" y="1613"/>
                  </a:cubicBezTo>
                  <a:cubicBezTo>
                    <a:pt x="11922" y="1432"/>
                    <a:pt x="11922" y="1253"/>
                    <a:pt x="11921" y="1071"/>
                  </a:cubicBezTo>
                  <a:cubicBezTo>
                    <a:pt x="11845" y="696"/>
                    <a:pt x="11819" y="529"/>
                    <a:pt x="11653" y="251"/>
                  </a:cubicBezTo>
                  <a:cubicBezTo>
                    <a:pt x="11609" y="175"/>
                    <a:pt x="11580" y="29"/>
                    <a:pt x="114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65"/>
            <p:cNvSpPr/>
            <p:nvPr/>
          </p:nvSpPr>
          <p:spPr>
            <a:xfrm>
              <a:off x="782018" y="3715853"/>
              <a:ext cx="34121" cy="26142"/>
            </a:xfrm>
            <a:custGeom>
              <a:rect b="b" l="l" r="r" t="t"/>
              <a:pathLst>
                <a:path extrusionOk="0" h="924" w="1206">
                  <a:moveTo>
                    <a:pt x="1116" y="1"/>
                  </a:moveTo>
                  <a:cubicBezTo>
                    <a:pt x="983" y="11"/>
                    <a:pt x="796" y="123"/>
                    <a:pt x="647" y="159"/>
                  </a:cubicBezTo>
                  <a:cubicBezTo>
                    <a:pt x="579" y="176"/>
                    <a:pt x="505" y="182"/>
                    <a:pt x="429" y="182"/>
                  </a:cubicBezTo>
                  <a:cubicBezTo>
                    <a:pt x="286" y="182"/>
                    <a:pt x="135" y="162"/>
                    <a:pt x="0" y="159"/>
                  </a:cubicBezTo>
                  <a:lnTo>
                    <a:pt x="0" y="185"/>
                  </a:lnTo>
                  <a:cubicBezTo>
                    <a:pt x="75" y="303"/>
                    <a:pt x="91" y="719"/>
                    <a:pt x="88" y="922"/>
                  </a:cubicBezTo>
                  <a:cubicBezTo>
                    <a:pt x="110" y="923"/>
                    <a:pt x="132" y="924"/>
                    <a:pt x="153" y="924"/>
                  </a:cubicBezTo>
                  <a:cubicBezTo>
                    <a:pt x="428" y="924"/>
                    <a:pt x="699" y="872"/>
                    <a:pt x="948" y="872"/>
                  </a:cubicBezTo>
                  <a:cubicBezTo>
                    <a:pt x="1003" y="872"/>
                    <a:pt x="1057" y="874"/>
                    <a:pt x="1110" y="880"/>
                  </a:cubicBezTo>
                  <a:cubicBezTo>
                    <a:pt x="1110" y="847"/>
                    <a:pt x="1111" y="812"/>
                    <a:pt x="1111" y="777"/>
                  </a:cubicBezTo>
                  <a:cubicBezTo>
                    <a:pt x="1206" y="638"/>
                    <a:pt x="1133" y="145"/>
                    <a:pt x="111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65"/>
            <p:cNvSpPr/>
            <p:nvPr/>
          </p:nvSpPr>
          <p:spPr>
            <a:xfrm>
              <a:off x="989792" y="3433842"/>
              <a:ext cx="50163" cy="23370"/>
            </a:xfrm>
            <a:custGeom>
              <a:rect b="b" l="l" r="r" t="t"/>
              <a:pathLst>
                <a:path extrusionOk="0" h="826" w="1773">
                  <a:moveTo>
                    <a:pt x="291" y="7"/>
                  </a:moveTo>
                  <a:cubicBezTo>
                    <a:pt x="214" y="46"/>
                    <a:pt x="134" y="1"/>
                    <a:pt x="97" y="89"/>
                  </a:cubicBezTo>
                  <a:cubicBezTo>
                    <a:pt x="0" y="196"/>
                    <a:pt x="90" y="366"/>
                    <a:pt x="141" y="441"/>
                  </a:cubicBezTo>
                  <a:cubicBezTo>
                    <a:pt x="188" y="507"/>
                    <a:pt x="279" y="587"/>
                    <a:pt x="358" y="613"/>
                  </a:cubicBezTo>
                  <a:cubicBezTo>
                    <a:pt x="490" y="611"/>
                    <a:pt x="625" y="610"/>
                    <a:pt x="758" y="610"/>
                  </a:cubicBezTo>
                  <a:cubicBezTo>
                    <a:pt x="925" y="639"/>
                    <a:pt x="1092" y="668"/>
                    <a:pt x="1259" y="699"/>
                  </a:cubicBezTo>
                  <a:cubicBezTo>
                    <a:pt x="1332" y="720"/>
                    <a:pt x="1584" y="826"/>
                    <a:pt x="1657" y="826"/>
                  </a:cubicBezTo>
                  <a:cubicBezTo>
                    <a:pt x="1663" y="826"/>
                    <a:pt x="1667" y="825"/>
                    <a:pt x="1671" y="824"/>
                  </a:cubicBezTo>
                  <a:cubicBezTo>
                    <a:pt x="1772" y="696"/>
                    <a:pt x="1650" y="472"/>
                    <a:pt x="1601" y="398"/>
                  </a:cubicBezTo>
                  <a:cubicBezTo>
                    <a:pt x="1423" y="123"/>
                    <a:pt x="749" y="15"/>
                    <a:pt x="291" y="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65"/>
            <p:cNvSpPr/>
            <p:nvPr/>
          </p:nvSpPr>
          <p:spPr>
            <a:xfrm>
              <a:off x="992791" y="3471498"/>
              <a:ext cx="4102" cy="4385"/>
            </a:xfrm>
            <a:custGeom>
              <a:rect b="b" l="l" r="r" t="t"/>
              <a:pathLst>
                <a:path extrusionOk="0" h="155" w="145">
                  <a:moveTo>
                    <a:pt x="55" y="0"/>
                  </a:moveTo>
                  <a:cubicBezTo>
                    <a:pt x="37" y="52"/>
                    <a:pt x="23" y="109"/>
                    <a:pt x="0" y="154"/>
                  </a:cubicBezTo>
                  <a:lnTo>
                    <a:pt x="13" y="154"/>
                  </a:lnTo>
                  <a:cubicBezTo>
                    <a:pt x="42" y="111"/>
                    <a:pt x="93" y="79"/>
                    <a:pt x="144" y="55"/>
                  </a:cubicBezTo>
                  <a:cubicBezTo>
                    <a:pt x="121" y="31"/>
                    <a:pt x="86" y="16"/>
                    <a:pt x="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65"/>
            <p:cNvSpPr/>
            <p:nvPr/>
          </p:nvSpPr>
          <p:spPr>
            <a:xfrm>
              <a:off x="993442" y="3455655"/>
              <a:ext cx="49625" cy="23087"/>
            </a:xfrm>
            <a:custGeom>
              <a:rect b="b" l="l" r="r" t="t"/>
              <a:pathLst>
                <a:path extrusionOk="0" h="816" w="1754">
                  <a:moveTo>
                    <a:pt x="408" y="0"/>
                  </a:moveTo>
                  <a:cubicBezTo>
                    <a:pt x="396" y="7"/>
                    <a:pt x="382" y="8"/>
                    <a:pt x="366" y="8"/>
                  </a:cubicBezTo>
                  <a:cubicBezTo>
                    <a:pt x="355" y="8"/>
                    <a:pt x="344" y="7"/>
                    <a:pt x="332" y="7"/>
                  </a:cubicBezTo>
                  <a:cubicBezTo>
                    <a:pt x="318" y="7"/>
                    <a:pt x="304" y="8"/>
                    <a:pt x="291" y="12"/>
                  </a:cubicBezTo>
                  <a:cubicBezTo>
                    <a:pt x="136" y="48"/>
                    <a:pt x="2" y="88"/>
                    <a:pt x="0" y="290"/>
                  </a:cubicBezTo>
                  <a:cubicBezTo>
                    <a:pt x="78" y="386"/>
                    <a:pt x="117" y="458"/>
                    <a:pt x="255" y="502"/>
                  </a:cubicBezTo>
                  <a:cubicBezTo>
                    <a:pt x="327" y="525"/>
                    <a:pt x="403" y="533"/>
                    <a:pt x="479" y="533"/>
                  </a:cubicBezTo>
                  <a:cubicBezTo>
                    <a:pt x="645" y="533"/>
                    <a:pt x="818" y="496"/>
                    <a:pt x="985" y="496"/>
                  </a:cubicBezTo>
                  <a:cubicBezTo>
                    <a:pt x="1057" y="496"/>
                    <a:pt x="1128" y="503"/>
                    <a:pt x="1197" y="522"/>
                  </a:cubicBezTo>
                  <a:cubicBezTo>
                    <a:pt x="1318" y="554"/>
                    <a:pt x="1443" y="604"/>
                    <a:pt x="1530" y="671"/>
                  </a:cubicBezTo>
                  <a:cubicBezTo>
                    <a:pt x="1579" y="707"/>
                    <a:pt x="1588" y="785"/>
                    <a:pt x="1643" y="816"/>
                  </a:cubicBezTo>
                  <a:cubicBezTo>
                    <a:pt x="1665" y="685"/>
                    <a:pt x="1747" y="639"/>
                    <a:pt x="1754" y="470"/>
                  </a:cubicBezTo>
                  <a:cubicBezTo>
                    <a:pt x="1697" y="409"/>
                    <a:pt x="1668" y="319"/>
                    <a:pt x="1603" y="271"/>
                  </a:cubicBezTo>
                  <a:cubicBezTo>
                    <a:pt x="1398" y="124"/>
                    <a:pt x="759" y="12"/>
                    <a:pt x="40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65"/>
            <p:cNvSpPr/>
            <p:nvPr/>
          </p:nvSpPr>
          <p:spPr>
            <a:xfrm>
              <a:off x="1007644" y="3415961"/>
              <a:ext cx="43401" cy="36186"/>
            </a:xfrm>
            <a:custGeom>
              <a:rect b="b" l="l" r="r" t="t"/>
              <a:pathLst>
                <a:path extrusionOk="0" h="1279" w="1534">
                  <a:moveTo>
                    <a:pt x="128" y="0"/>
                  </a:moveTo>
                  <a:cubicBezTo>
                    <a:pt x="112" y="28"/>
                    <a:pt x="102" y="29"/>
                    <a:pt x="89" y="64"/>
                  </a:cubicBezTo>
                  <a:cubicBezTo>
                    <a:pt x="0" y="176"/>
                    <a:pt x="113" y="322"/>
                    <a:pt x="160" y="390"/>
                  </a:cubicBezTo>
                  <a:cubicBezTo>
                    <a:pt x="342" y="652"/>
                    <a:pt x="756" y="615"/>
                    <a:pt x="1003" y="807"/>
                  </a:cubicBezTo>
                  <a:cubicBezTo>
                    <a:pt x="1083" y="870"/>
                    <a:pt x="1168" y="1009"/>
                    <a:pt x="1202" y="1110"/>
                  </a:cubicBezTo>
                  <a:cubicBezTo>
                    <a:pt x="1223" y="1168"/>
                    <a:pt x="1208" y="1230"/>
                    <a:pt x="1237" y="1278"/>
                  </a:cubicBezTo>
                  <a:lnTo>
                    <a:pt x="1237" y="1252"/>
                  </a:lnTo>
                  <a:cubicBezTo>
                    <a:pt x="1295" y="1194"/>
                    <a:pt x="1317" y="1126"/>
                    <a:pt x="1345" y="1034"/>
                  </a:cubicBezTo>
                  <a:cubicBezTo>
                    <a:pt x="1534" y="419"/>
                    <a:pt x="874" y="349"/>
                    <a:pt x="525" y="189"/>
                  </a:cubicBezTo>
                  <a:cubicBezTo>
                    <a:pt x="393" y="130"/>
                    <a:pt x="310" y="8"/>
                    <a:pt x="12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65"/>
            <p:cNvSpPr/>
            <p:nvPr/>
          </p:nvSpPr>
          <p:spPr>
            <a:xfrm>
              <a:off x="947072" y="3398930"/>
              <a:ext cx="92743" cy="130061"/>
            </a:xfrm>
            <a:custGeom>
              <a:rect b="b" l="l" r="r" t="t"/>
              <a:pathLst>
                <a:path extrusionOk="0" h="4597" w="3278">
                  <a:moveTo>
                    <a:pt x="2483" y="0"/>
                  </a:moveTo>
                  <a:cubicBezTo>
                    <a:pt x="2310" y="0"/>
                    <a:pt x="2236" y="127"/>
                    <a:pt x="2145" y="214"/>
                  </a:cubicBezTo>
                  <a:cubicBezTo>
                    <a:pt x="2070" y="287"/>
                    <a:pt x="1981" y="338"/>
                    <a:pt x="1897" y="403"/>
                  </a:cubicBezTo>
                  <a:cubicBezTo>
                    <a:pt x="1869" y="425"/>
                    <a:pt x="1866" y="464"/>
                    <a:pt x="1844" y="492"/>
                  </a:cubicBezTo>
                  <a:cubicBezTo>
                    <a:pt x="1811" y="530"/>
                    <a:pt x="1664" y="650"/>
                    <a:pt x="1621" y="681"/>
                  </a:cubicBezTo>
                  <a:cubicBezTo>
                    <a:pt x="1320" y="893"/>
                    <a:pt x="840" y="963"/>
                    <a:pt x="613" y="1254"/>
                  </a:cubicBezTo>
                  <a:cubicBezTo>
                    <a:pt x="386" y="1546"/>
                    <a:pt x="334" y="1920"/>
                    <a:pt x="228" y="2356"/>
                  </a:cubicBezTo>
                  <a:cubicBezTo>
                    <a:pt x="212" y="2558"/>
                    <a:pt x="194" y="2760"/>
                    <a:pt x="177" y="2963"/>
                  </a:cubicBezTo>
                  <a:cubicBezTo>
                    <a:pt x="151" y="3067"/>
                    <a:pt x="123" y="3177"/>
                    <a:pt x="81" y="3272"/>
                  </a:cubicBezTo>
                  <a:cubicBezTo>
                    <a:pt x="56" y="3327"/>
                    <a:pt x="14" y="3353"/>
                    <a:pt x="1" y="3424"/>
                  </a:cubicBezTo>
                  <a:cubicBezTo>
                    <a:pt x="132" y="3475"/>
                    <a:pt x="203" y="3680"/>
                    <a:pt x="277" y="3792"/>
                  </a:cubicBezTo>
                  <a:cubicBezTo>
                    <a:pt x="423" y="4010"/>
                    <a:pt x="638" y="4217"/>
                    <a:pt x="859" y="4361"/>
                  </a:cubicBezTo>
                  <a:cubicBezTo>
                    <a:pt x="1010" y="4457"/>
                    <a:pt x="1177" y="4464"/>
                    <a:pt x="1372" y="4526"/>
                  </a:cubicBezTo>
                  <a:cubicBezTo>
                    <a:pt x="1418" y="4541"/>
                    <a:pt x="1483" y="4596"/>
                    <a:pt x="1545" y="4596"/>
                  </a:cubicBezTo>
                  <a:cubicBezTo>
                    <a:pt x="1552" y="4596"/>
                    <a:pt x="1558" y="4596"/>
                    <a:pt x="1564" y="4595"/>
                  </a:cubicBezTo>
                  <a:cubicBezTo>
                    <a:pt x="1743" y="4564"/>
                    <a:pt x="1869" y="4398"/>
                    <a:pt x="1997" y="4308"/>
                  </a:cubicBezTo>
                  <a:cubicBezTo>
                    <a:pt x="2289" y="4098"/>
                    <a:pt x="2582" y="3877"/>
                    <a:pt x="2877" y="3669"/>
                  </a:cubicBezTo>
                  <a:cubicBezTo>
                    <a:pt x="3016" y="3568"/>
                    <a:pt x="3194" y="3435"/>
                    <a:pt x="3247" y="3250"/>
                  </a:cubicBezTo>
                  <a:cubicBezTo>
                    <a:pt x="3278" y="3144"/>
                    <a:pt x="3204" y="3026"/>
                    <a:pt x="3176" y="2965"/>
                  </a:cubicBezTo>
                  <a:cubicBezTo>
                    <a:pt x="3080" y="2743"/>
                    <a:pt x="2840" y="2640"/>
                    <a:pt x="2551" y="2640"/>
                  </a:cubicBezTo>
                  <a:cubicBezTo>
                    <a:pt x="2463" y="2640"/>
                    <a:pt x="2371" y="2650"/>
                    <a:pt x="2276" y="2668"/>
                  </a:cubicBezTo>
                  <a:cubicBezTo>
                    <a:pt x="2208" y="2667"/>
                    <a:pt x="2138" y="2665"/>
                    <a:pt x="2070" y="2665"/>
                  </a:cubicBezTo>
                  <a:cubicBezTo>
                    <a:pt x="1913" y="2705"/>
                    <a:pt x="1695" y="2767"/>
                    <a:pt x="1687" y="2966"/>
                  </a:cubicBezTo>
                  <a:cubicBezTo>
                    <a:pt x="1744" y="3038"/>
                    <a:pt x="1775" y="3100"/>
                    <a:pt x="1866" y="3139"/>
                  </a:cubicBezTo>
                  <a:cubicBezTo>
                    <a:pt x="1944" y="3173"/>
                    <a:pt x="2032" y="3184"/>
                    <a:pt x="2125" y="3184"/>
                  </a:cubicBezTo>
                  <a:cubicBezTo>
                    <a:pt x="2263" y="3184"/>
                    <a:pt x="2411" y="3161"/>
                    <a:pt x="2551" y="3161"/>
                  </a:cubicBezTo>
                  <a:cubicBezTo>
                    <a:pt x="2623" y="3161"/>
                    <a:pt x="2692" y="3167"/>
                    <a:pt x="2756" y="3184"/>
                  </a:cubicBezTo>
                  <a:cubicBezTo>
                    <a:pt x="2872" y="3216"/>
                    <a:pt x="2907" y="3286"/>
                    <a:pt x="2986" y="3344"/>
                  </a:cubicBezTo>
                  <a:lnTo>
                    <a:pt x="2986" y="3357"/>
                  </a:lnTo>
                  <a:lnTo>
                    <a:pt x="2960" y="3357"/>
                  </a:lnTo>
                  <a:cubicBezTo>
                    <a:pt x="2899" y="3302"/>
                    <a:pt x="2794" y="3290"/>
                    <a:pt x="2683" y="3290"/>
                  </a:cubicBezTo>
                  <a:cubicBezTo>
                    <a:pt x="2616" y="3290"/>
                    <a:pt x="2547" y="3294"/>
                    <a:pt x="2484" y="3296"/>
                  </a:cubicBezTo>
                  <a:cubicBezTo>
                    <a:pt x="2372" y="3300"/>
                    <a:pt x="2237" y="3338"/>
                    <a:pt x="2106" y="3338"/>
                  </a:cubicBezTo>
                  <a:cubicBezTo>
                    <a:pt x="2062" y="3338"/>
                    <a:pt x="2020" y="3333"/>
                    <a:pt x="1978" y="3323"/>
                  </a:cubicBezTo>
                  <a:cubicBezTo>
                    <a:pt x="1708" y="3256"/>
                    <a:pt x="1484" y="3134"/>
                    <a:pt x="1562" y="2811"/>
                  </a:cubicBezTo>
                  <a:lnTo>
                    <a:pt x="1549" y="2811"/>
                  </a:lnTo>
                  <a:cubicBezTo>
                    <a:pt x="1493" y="2892"/>
                    <a:pt x="1280" y="3068"/>
                    <a:pt x="1180" y="3100"/>
                  </a:cubicBezTo>
                  <a:lnTo>
                    <a:pt x="1180" y="3087"/>
                  </a:lnTo>
                  <a:lnTo>
                    <a:pt x="1193" y="3087"/>
                  </a:lnTo>
                  <a:cubicBezTo>
                    <a:pt x="1317" y="2907"/>
                    <a:pt x="1546" y="2754"/>
                    <a:pt x="1593" y="2501"/>
                  </a:cubicBezTo>
                  <a:cubicBezTo>
                    <a:pt x="1491" y="2433"/>
                    <a:pt x="1426" y="2210"/>
                    <a:pt x="1512" y="2072"/>
                  </a:cubicBezTo>
                  <a:cubicBezTo>
                    <a:pt x="1551" y="2010"/>
                    <a:pt x="1638" y="1978"/>
                    <a:pt x="1670" y="1908"/>
                  </a:cubicBezTo>
                  <a:cubicBezTo>
                    <a:pt x="1498" y="1850"/>
                    <a:pt x="1401" y="1648"/>
                    <a:pt x="1410" y="1411"/>
                  </a:cubicBezTo>
                  <a:lnTo>
                    <a:pt x="1372" y="1411"/>
                  </a:lnTo>
                  <a:cubicBezTo>
                    <a:pt x="1354" y="1385"/>
                    <a:pt x="1346" y="1380"/>
                    <a:pt x="1334" y="1345"/>
                  </a:cubicBezTo>
                  <a:cubicBezTo>
                    <a:pt x="1312" y="1319"/>
                    <a:pt x="1309" y="1291"/>
                    <a:pt x="1309" y="1242"/>
                  </a:cubicBezTo>
                  <a:lnTo>
                    <a:pt x="1298" y="1242"/>
                  </a:lnTo>
                  <a:lnTo>
                    <a:pt x="1298" y="1217"/>
                  </a:lnTo>
                  <a:cubicBezTo>
                    <a:pt x="1308" y="1229"/>
                    <a:pt x="1301" y="1220"/>
                    <a:pt x="1309" y="1242"/>
                  </a:cubicBezTo>
                  <a:lnTo>
                    <a:pt x="1323" y="1242"/>
                  </a:lnTo>
                  <a:cubicBezTo>
                    <a:pt x="1346" y="1280"/>
                    <a:pt x="1378" y="1319"/>
                    <a:pt x="1424" y="1335"/>
                  </a:cubicBezTo>
                  <a:cubicBezTo>
                    <a:pt x="1462" y="1206"/>
                    <a:pt x="1557" y="1124"/>
                    <a:pt x="1687" y="1095"/>
                  </a:cubicBezTo>
                  <a:cubicBezTo>
                    <a:pt x="1713" y="1089"/>
                    <a:pt x="1740" y="1087"/>
                    <a:pt x="1768" y="1087"/>
                  </a:cubicBezTo>
                  <a:cubicBezTo>
                    <a:pt x="1847" y="1087"/>
                    <a:pt x="1934" y="1104"/>
                    <a:pt x="2007" y="1104"/>
                  </a:cubicBezTo>
                  <a:cubicBezTo>
                    <a:pt x="2073" y="1104"/>
                    <a:pt x="2127" y="1091"/>
                    <a:pt x="2156" y="1040"/>
                  </a:cubicBezTo>
                  <a:cubicBezTo>
                    <a:pt x="2022" y="938"/>
                    <a:pt x="2039" y="647"/>
                    <a:pt x="2141" y="522"/>
                  </a:cubicBezTo>
                  <a:cubicBezTo>
                    <a:pt x="2182" y="471"/>
                    <a:pt x="2239" y="452"/>
                    <a:pt x="2299" y="452"/>
                  </a:cubicBezTo>
                  <a:cubicBezTo>
                    <a:pt x="2389" y="452"/>
                    <a:pt x="2487" y="494"/>
                    <a:pt x="2553" y="531"/>
                  </a:cubicBezTo>
                  <a:lnTo>
                    <a:pt x="2553" y="506"/>
                  </a:lnTo>
                  <a:cubicBezTo>
                    <a:pt x="2635" y="408"/>
                    <a:pt x="2589" y="171"/>
                    <a:pt x="2563" y="66"/>
                  </a:cubicBezTo>
                  <a:lnTo>
                    <a:pt x="2486" y="0"/>
                  </a:lnTo>
                  <a:cubicBezTo>
                    <a:pt x="2485" y="0"/>
                    <a:pt x="2484" y="0"/>
                    <a:pt x="248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5"/>
            <p:cNvSpPr/>
            <p:nvPr/>
          </p:nvSpPr>
          <p:spPr>
            <a:xfrm>
              <a:off x="733272" y="3253199"/>
              <a:ext cx="256754" cy="463261"/>
            </a:xfrm>
            <a:custGeom>
              <a:rect b="b" l="l" r="r" t="t"/>
              <a:pathLst>
                <a:path extrusionOk="0" h="16374" w="9075">
                  <a:moveTo>
                    <a:pt x="2548" y="2831"/>
                  </a:moveTo>
                  <a:cubicBezTo>
                    <a:pt x="2558" y="2844"/>
                    <a:pt x="2552" y="2835"/>
                    <a:pt x="2561" y="2857"/>
                  </a:cubicBezTo>
                  <a:lnTo>
                    <a:pt x="2548" y="2857"/>
                  </a:lnTo>
                  <a:lnTo>
                    <a:pt x="2548" y="2831"/>
                  </a:lnTo>
                  <a:close/>
                  <a:moveTo>
                    <a:pt x="2561" y="2857"/>
                  </a:moveTo>
                  <a:cubicBezTo>
                    <a:pt x="2620" y="2905"/>
                    <a:pt x="2652" y="2989"/>
                    <a:pt x="2699" y="3053"/>
                  </a:cubicBezTo>
                  <a:cubicBezTo>
                    <a:pt x="2830" y="3235"/>
                    <a:pt x="3006" y="3388"/>
                    <a:pt x="3007" y="3693"/>
                  </a:cubicBezTo>
                  <a:cubicBezTo>
                    <a:pt x="3005" y="3694"/>
                    <a:pt x="3004" y="3694"/>
                    <a:pt x="3002" y="3694"/>
                  </a:cubicBezTo>
                  <a:cubicBezTo>
                    <a:pt x="2999" y="3694"/>
                    <a:pt x="2997" y="3693"/>
                    <a:pt x="2996" y="3693"/>
                  </a:cubicBezTo>
                  <a:lnTo>
                    <a:pt x="2996" y="3667"/>
                  </a:lnTo>
                  <a:cubicBezTo>
                    <a:pt x="2853" y="3559"/>
                    <a:pt x="2590" y="3072"/>
                    <a:pt x="2561" y="2857"/>
                  </a:cubicBezTo>
                  <a:close/>
                  <a:moveTo>
                    <a:pt x="5018" y="8738"/>
                  </a:moveTo>
                  <a:cubicBezTo>
                    <a:pt x="5028" y="8750"/>
                    <a:pt x="5021" y="8741"/>
                    <a:pt x="5031" y="8763"/>
                  </a:cubicBezTo>
                  <a:lnTo>
                    <a:pt x="5018" y="8763"/>
                  </a:lnTo>
                  <a:lnTo>
                    <a:pt x="5018" y="8738"/>
                  </a:lnTo>
                  <a:close/>
                  <a:moveTo>
                    <a:pt x="5046" y="9916"/>
                  </a:moveTo>
                  <a:cubicBezTo>
                    <a:pt x="5056" y="9927"/>
                    <a:pt x="5048" y="9919"/>
                    <a:pt x="5057" y="9941"/>
                  </a:cubicBezTo>
                  <a:lnTo>
                    <a:pt x="5046" y="9941"/>
                  </a:lnTo>
                  <a:lnTo>
                    <a:pt x="5046" y="9916"/>
                  </a:lnTo>
                  <a:close/>
                  <a:moveTo>
                    <a:pt x="5006" y="8764"/>
                  </a:moveTo>
                  <a:lnTo>
                    <a:pt x="5006" y="8764"/>
                  </a:lnTo>
                  <a:cubicBezTo>
                    <a:pt x="5021" y="8796"/>
                    <a:pt x="4859" y="9186"/>
                    <a:pt x="4829" y="9265"/>
                  </a:cubicBezTo>
                  <a:cubicBezTo>
                    <a:pt x="4678" y="9628"/>
                    <a:pt x="4585" y="10042"/>
                    <a:pt x="4465" y="10447"/>
                  </a:cubicBezTo>
                  <a:cubicBezTo>
                    <a:pt x="4442" y="10579"/>
                    <a:pt x="4416" y="10711"/>
                    <a:pt x="4393" y="10846"/>
                  </a:cubicBezTo>
                  <a:cubicBezTo>
                    <a:pt x="4375" y="10909"/>
                    <a:pt x="4406" y="10995"/>
                    <a:pt x="4375" y="11038"/>
                  </a:cubicBezTo>
                  <a:lnTo>
                    <a:pt x="4359" y="10586"/>
                  </a:lnTo>
                  <a:cubicBezTo>
                    <a:pt x="4419" y="10345"/>
                    <a:pt x="4416" y="10106"/>
                    <a:pt x="4490" y="9891"/>
                  </a:cubicBezTo>
                  <a:cubicBezTo>
                    <a:pt x="4574" y="9651"/>
                    <a:pt x="4659" y="9411"/>
                    <a:pt x="4765" y="9186"/>
                  </a:cubicBezTo>
                  <a:cubicBezTo>
                    <a:pt x="4832" y="9041"/>
                    <a:pt x="4934" y="8905"/>
                    <a:pt x="5006" y="8764"/>
                  </a:cubicBezTo>
                  <a:close/>
                  <a:moveTo>
                    <a:pt x="5034" y="9939"/>
                  </a:moveTo>
                  <a:lnTo>
                    <a:pt x="5034" y="9939"/>
                  </a:lnTo>
                  <a:cubicBezTo>
                    <a:pt x="5062" y="10000"/>
                    <a:pt x="4982" y="10148"/>
                    <a:pt x="4961" y="10210"/>
                  </a:cubicBezTo>
                  <a:cubicBezTo>
                    <a:pt x="4887" y="10435"/>
                    <a:pt x="4858" y="10673"/>
                    <a:pt x="4793" y="10891"/>
                  </a:cubicBezTo>
                  <a:cubicBezTo>
                    <a:pt x="4771" y="10960"/>
                    <a:pt x="4765" y="11198"/>
                    <a:pt x="4721" y="11226"/>
                  </a:cubicBezTo>
                  <a:lnTo>
                    <a:pt x="4708" y="11239"/>
                  </a:lnTo>
                  <a:lnTo>
                    <a:pt x="4708" y="11213"/>
                  </a:lnTo>
                  <a:cubicBezTo>
                    <a:pt x="4646" y="11130"/>
                    <a:pt x="4672" y="10899"/>
                    <a:pt x="4705" y="10785"/>
                  </a:cubicBezTo>
                  <a:cubicBezTo>
                    <a:pt x="4765" y="10582"/>
                    <a:pt x="4827" y="10369"/>
                    <a:pt x="4912" y="10182"/>
                  </a:cubicBezTo>
                  <a:cubicBezTo>
                    <a:pt x="4948" y="10105"/>
                    <a:pt x="5006" y="10028"/>
                    <a:pt x="5034" y="9939"/>
                  </a:cubicBezTo>
                  <a:close/>
                  <a:moveTo>
                    <a:pt x="4970" y="10935"/>
                  </a:moveTo>
                  <a:cubicBezTo>
                    <a:pt x="5005" y="10992"/>
                    <a:pt x="4960" y="11169"/>
                    <a:pt x="4939" y="11243"/>
                  </a:cubicBezTo>
                  <a:cubicBezTo>
                    <a:pt x="4871" y="11498"/>
                    <a:pt x="4871" y="11810"/>
                    <a:pt x="4806" y="12069"/>
                  </a:cubicBezTo>
                  <a:cubicBezTo>
                    <a:pt x="4782" y="12158"/>
                    <a:pt x="4819" y="12309"/>
                    <a:pt x="4772" y="12377"/>
                  </a:cubicBezTo>
                  <a:cubicBezTo>
                    <a:pt x="4772" y="12232"/>
                    <a:pt x="4769" y="12072"/>
                    <a:pt x="4743" y="11938"/>
                  </a:cubicBezTo>
                  <a:cubicBezTo>
                    <a:pt x="4734" y="11887"/>
                    <a:pt x="4752" y="11813"/>
                    <a:pt x="4759" y="11784"/>
                  </a:cubicBezTo>
                  <a:cubicBezTo>
                    <a:pt x="4765" y="11690"/>
                    <a:pt x="4772" y="11595"/>
                    <a:pt x="4778" y="11499"/>
                  </a:cubicBezTo>
                  <a:cubicBezTo>
                    <a:pt x="4832" y="11288"/>
                    <a:pt x="4886" y="11099"/>
                    <a:pt x="4970" y="10935"/>
                  </a:cubicBezTo>
                  <a:close/>
                  <a:moveTo>
                    <a:pt x="7740" y="11989"/>
                  </a:moveTo>
                  <a:cubicBezTo>
                    <a:pt x="7815" y="12072"/>
                    <a:pt x="7773" y="12203"/>
                    <a:pt x="7796" y="12339"/>
                  </a:cubicBezTo>
                  <a:cubicBezTo>
                    <a:pt x="7853" y="12654"/>
                    <a:pt x="7692" y="12911"/>
                    <a:pt x="7586" y="13097"/>
                  </a:cubicBezTo>
                  <a:lnTo>
                    <a:pt x="7572" y="13097"/>
                  </a:lnTo>
                  <a:cubicBezTo>
                    <a:pt x="7575" y="13085"/>
                    <a:pt x="7575" y="13071"/>
                    <a:pt x="7575" y="13058"/>
                  </a:cubicBezTo>
                  <a:cubicBezTo>
                    <a:pt x="7631" y="12979"/>
                    <a:pt x="7616" y="12856"/>
                    <a:pt x="7645" y="12748"/>
                  </a:cubicBezTo>
                  <a:cubicBezTo>
                    <a:pt x="7709" y="12520"/>
                    <a:pt x="7738" y="12260"/>
                    <a:pt x="7740" y="11989"/>
                  </a:cubicBezTo>
                  <a:close/>
                  <a:moveTo>
                    <a:pt x="7282" y="12251"/>
                  </a:moveTo>
                  <a:cubicBezTo>
                    <a:pt x="7322" y="12305"/>
                    <a:pt x="7324" y="12542"/>
                    <a:pt x="7301" y="12639"/>
                  </a:cubicBezTo>
                  <a:cubicBezTo>
                    <a:pt x="7242" y="12872"/>
                    <a:pt x="7199" y="13439"/>
                    <a:pt x="7048" y="13552"/>
                  </a:cubicBezTo>
                  <a:lnTo>
                    <a:pt x="7048" y="13565"/>
                  </a:lnTo>
                  <a:lnTo>
                    <a:pt x="7035" y="13552"/>
                  </a:lnTo>
                  <a:cubicBezTo>
                    <a:pt x="6985" y="13481"/>
                    <a:pt x="7036" y="13289"/>
                    <a:pt x="7068" y="13203"/>
                  </a:cubicBezTo>
                  <a:cubicBezTo>
                    <a:pt x="7176" y="12908"/>
                    <a:pt x="7266" y="12635"/>
                    <a:pt x="7282" y="12251"/>
                  </a:cubicBezTo>
                  <a:close/>
                  <a:moveTo>
                    <a:pt x="6796" y="12578"/>
                  </a:moveTo>
                  <a:lnTo>
                    <a:pt x="6796" y="12578"/>
                  </a:lnTo>
                  <a:cubicBezTo>
                    <a:pt x="6886" y="12675"/>
                    <a:pt x="6837" y="12828"/>
                    <a:pt x="6866" y="12992"/>
                  </a:cubicBezTo>
                  <a:cubicBezTo>
                    <a:pt x="6907" y="13221"/>
                    <a:pt x="6798" y="13631"/>
                    <a:pt x="6719" y="13802"/>
                  </a:cubicBezTo>
                  <a:cubicBezTo>
                    <a:pt x="6693" y="13857"/>
                    <a:pt x="6646" y="13908"/>
                    <a:pt x="6625" y="13968"/>
                  </a:cubicBezTo>
                  <a:lnTo>
                    <a:pt x="6611" y="13968"/>
                  </a:lnTo>
                  <a:cubicBezTo>
                    <a:pt x="6611" y="13952"/>
                    <a:pt x="6611" y="13933"/>
                    <a:pt x="6613" y="13917"/>
                  </a:cubicBezTo>
                  <a:cubicBezTo>
                    <a:pt x="6672" y="13834"/>
                    <a:pt x="6655" y="13679"/>
                    <a:pt x="6686" y="13569"/>
                  </a:cubicBezTo>
                  <a:cubicBezTo>
                    <a:pt x="6779" y="13242"/>
                    <a:pt x="6815" y="12962"/>
                    <a:pt x="6796" y="12578"/>
                  </a:cubicBezTo>
                  <a:close/>
                  <a:moveTo>
                    <a:pt x="6392" y="13395"/>
                  </a:moveTo>
                  <a:cubicBezTo>
                    <a:pt x="6489" y="13503"/>
                    <a:pt x="6390" y="13982"/>
                    <a:pt x="6313" y="14039"/>
                  </a:cubicBezTo>
                  <a:lnTo>
                    <a:pt x="6300" y="14052"/>
                  </a:lnTo>
                  <a:cubicBezTo>
                    <a:pt x="6302" y="13995"/>
                    <a:pt x="6302" y="13939"/>
                    <a:pt x="6305" y="13885"/>
                  </a:cubicBezTo>
                  <a:cubicBezTo>
                    <a:pt x="6366" y="13795"/>
                    <a:pt x="6390" y="13545"/>
                    <a:pt x="6392" y="13395"/>
                  </a:cubicBezTo>
                  <a:close/>
                  <a:moveTo>
                    <a:pt x="104" y="0"/>
                  </a:moveTo>
                  <a:lnTo>
                    <a:pt x="104" y="12"/>
                  </a:lnTo>
                  <a:cubicBezTo>
                    <a:pt x="219" y="146"/>
                    <a:pt x="249" y="380"/>
                    <a:pt x="310" y="560"/>
                  </a:cubicBezTo>
                  <a:cubicBezTo>
                    <a:pt x="416" y="860"/>
                    <a:pt x="485" y="1159"/>
                    <a:pt x="576" y="1483"/>
                  </a:cubicBezTo>
                  <a:cubicBezTo>
                    <a:pt x="627" y="1665"/>
                    <a:pt x="679" y="1887"/>
                    <a:pt x="627" y="2104"/>
                  </a:cubicBezTo>
                  <a:cubicBezTo>
                    <a:pt x="585" y="2127"/>
                    <a:pt x="570" y="2140"/>
                    <a:pt x="496" y="2140"/>
                  </a:cubicBezTo>
                  <a:cubicBezTo>
                    <a:pt x="438" y="2081"/>
                    <a:pt x="354" y="2037"/>
                    <a:pt x="306" y="1967"/>
                  </a:cubicBezTo>
                  <a:cubicBezTo>
                    <a:pt x="223" y="1855"/>
                    <a:pt x="127" y="1732"/>
                    <a:pt x="2" y="1665"/>
                  </a:cubicBezTo>
                  <a:cubicBezTo>
                    <a:pt x="2" y="1690"/>
                    <a:pt x="1" y="1716"/>
                    <a:pt x="1" y="1742"/>
                  </a:cubicBezTo>
                  <a:cubicBezTo>
                    <a:pt x="59" y="1839"/>
                    <a:pt x="8" y="2159"/>
                    <a:pt x="2" y="2286"/>
                  </a:cubicBezTo>
                  <a:cubicBezTo>
                    <a:pt x="400" y="2309"/>
                    <a:pt x="367" y="2971"/>
                    <a:pt x="445" y="3317"/>
                  </a:cubicBezTo>
                  <a:cubicBezTo>
                    <a:pt x="461" y="3391"/>
                    <a:pt x="412" y="3625"/>
                    <a:pt x="412" y="3625"/>
                  </a:cubicBezTo>
                  <a:cubicBezTo>
                    <a:pt x="438" y="3712"/>
                    <a:pt x="514" y="3791"/>
                    <a:pt x="549" y="3875"/>
                  </a:cubicBezTo>
                  <a:cubicBezTo>
                    <a:pt x="643" y="4102"/>
                    <a:pt x="717" y="4355"/>
                    <a:pt x="793" y="4590"/>
                  </a:cubicBezTo>
                  <a:cubicBezTo>
                    <a:pt x="876" y="4858"/>
                    <a:pt x="912" y="5115"/>
                    <a:pt x="996" y="5383"/>
                  </a:cubicBezTo>
                  <a:cubicBezTo>
                    <a:pt x="1370" y="6586"/>
                    <a:pt x="1638" y="7853"/>
                    <a:pt x="1963" y="9099"/>
                  </a:cubicBezTo>
                  <a:cubicBezTo>
                    <a:pt x="2133" y="9756"/>
                    <a:pt x="2176" y="10454"/>
                    <a:pt x="2334" y="11124"/>
                  </a:cubicBezTo>
                  <a:cubicBezTo>
                    <a:pt x="2388" y="11354"/>
                    <a:pt x="2386" y="11591"/>
                    <a:pt x="2436" y="11810"/>
                  </a:cubicBezTo>
                  <a:cubicBezTo>
                    <a:pt x="2450" y="11959"/>
                    <a:pt x="2465" y="12105"/>
                    <a:pt x="2477" y="12251"/>
                  </a:cubicBezTo>
                  <a:cubicBezTo>
                    <a:pt x="2564" y="12639"/>
                    <a:pt x="2612" y="13081"/>
                    <a:pt x="2709" y="13458"/>
                  </a:cubicBezTo>
                  <a:cubicBezTo>
                    <a:pt x="2747" y="13606"/>
                    <a:pt x="2837" y="14036"/>
                    <a:pt x="2783" y="14195"/>
                  </a:cubicBezTo>
                  <a:cubicBezTo>
                    <a:pt x="2709" y="14420"/>
                    <a:pt x="2517" y="14538"/>
                    <a:pt x="2386" y="14704"/>
                  </a:cubicBezTo>
                  <a:cubicBezTo>
                    <a:pt x="2176" y="14970"/>
                    <a:pt x="1939" y="15217"/>
                    <a:pt x="1735" y="15492"/>
                  </a:cubicBezTo>
                  <a:cubicBezTo>
                    <a:pt x="1595" y="15681"/>
                    <a:pt x="1391" y="16136"/>
                    <a:pt x="1092" y="16136"/>
                  </a:cubicBezTo>
                  <a:cubicBezTo>
                    <a:pt x="1091" y="16136"/>
                    <a:pt x="1089" y="16136"/>
                    <a:pt x="1088" y="16136"/>
                  </a:cubicBezTo>
                  <a:cubicBezTo>
                    <a:pt x="983" y="16034"/>
                    <a:pt x="853" y="15958"/>
                    <a:pt x="773" y="15833"/>
                  </a:cubicBezTo>
                  <a:lnTo>
                    <a:pt x="759" y="15845"/>
                  </a:lnTo>
                  <a:cubicBezTo>
                    <a:pt x="726" y="15894"/>
                    <a:pt x="741" y="15982"/>
                    <a:pt x="716" y="16038"/>
                  </a:cubicBezTo>
                  <a:cubicBezTo>
                    <a:pt x="668" y="16146"/>
                    <a:pt x="579" y="16216"/>
                    <a:pt x="515" y="16306"/>
                  </a:cubicBezTo>
                  <a:cubicBezTo>
                    <a:pt x="636" y="16307"/>
                    <a:pt x="758" y="16310"/>
                    <a:pt x="877" y="16313"/>
                  </a:cubicBezTo>
                  <a:cubicBezTo>
                    <a:pt x="898" y="16300"/>
                    <a:pt x="926" y="16297"/>
                    <a:pt x="956" y="16297"/>
                  </a:cubicBezTo>
                  <a:cubicBezTo>
                    <a:pt x="1009" y="16297"/>
                    <a:pt x="1071" y="16308"/>
                    <a:pt x="1124" y="16308"/>
                  </a:cubicBezTo>
                  <a:cubicBezTo>
                    <a:pt x="1138" y="16308"/>
                    <a:pt x="1150" y="16307"/>
                    <a:pt x="1162" y="16306"/>
                  </a:cubicBezTo>
                  <a:cubicBezTo>
                    <a:pt x="1207" y="16298"/>
                    <a:pt x="1254" y="16295"/>
                    <a:pt x="1302" y="16295"/>
                  </a:cubicBezTo>
                  <a:cubicBezTo>
                    <a:pt x="1538" y="16295"/>
                    <a:pt x="1803" y="16373"/>
                    <a:pt x="2060" y="16373"/>
                  </a:cubicBezTo>
                  <a:cubicBezTo>
                    <a:pt x="2128" y="16373"/>
                    <a:pt x="2195" y="16368"/>
                    <a:pt x="2261" y="16354"/>
                  </a:cubicBezTo>
                  <a:cubicBezTo>
                    <a:pt x="2795" y="16243"/>
                    <a:pt x="3128" y="16027"/>
                    <a:pt x="3502" y="15761"/>
                  </a:cubicBezTo>
                  <a:cubicBezTo>
                    <a:pt x="3573" y="15692"/>
                    <a:pt x="3643" y="15625"/>
                    <a:pt x="3712" y="15558"/>
                  </a:cubicBezTo>
                  <a:cubicBezTo>
                    <a:pt x="3929" y="15401"/>
                    <a:pt x="4114" y="15179"/>
                    <a:pt x="4230" y="14925"/>
                  </a:cubicBezTo>
                  <a:cubicBezTo>
                    <a:pt x="4426" y="14496"/>
                    <a:pt x="4489" y="13497"/>
                    <a:pt x="4375" y="12937"/>
                  </a:cubicBezTo>
                  <a:cubicBezTo>
                    <a:pt x="4322" y="12668"/>
                    <a:pt x="4359" y="12421"/>
                    <a:pt x="4301" y="12159"/>
                  </a:cubicBezTo>
                  <a:lnTo>
                    <a:pt x="3946" y="10006"/>
                  </a:lnTo>
                  <a:cubicBezTo>
                    <a:pt x="3897" y="9768"/>
                    <a:pt x="3906" y="9520"/>
                    <a:pt x="3861" y="9294"/>
                  </a:cubicBezTo>
                  <a:cubicBezTo>
                    <a:pt x="3842" y="9096"/>
                    <a:pt x="3826" y="8895"/>
                    <a:pt x="3807" y="8697"/>
                  </a:cubicBezTo>
                  <a:cubicBezTo>
                    <a:pt x="3808" y="8628"/>
                    <a:pt x="3811" y="8559"/>
                    <a:pt x="3811" y="8491"/>
                  </a:cubicBezTo>
                  <a:cubicBezTo>
                    <a:pt x="3782" y="8346"/>
                    <a:pt x="3827" y="8173"/>
                    <a:pt x="3794" y="8013"/>
                  </a:cubicBezTo>
                  <a:cubicBezTo>
                    <a:pt x="3775" y="7912"/>
                    <a:pt x="3798" y="7790"/>
                    <a:pt x="3776" y="7677"/>
                  </a:cubicBezTo>
                  <a:cubicBezTo>
                    <a:pt x="3714" y="7373"/>
                    <a:pt x="3725" y="7053"/>
                    <a:pt x="3640" y="6770"/>
                  </a:cubicBezTo>
                  <a:cubicBezTo>
                    <a:pt x="3493" y="6278"/>
                    <a:pt x="3363" y="5774"/>
                    <a:pt x="3233" y="5260"/>
                  </a:cubicBezTo>
                  <a:cubicBezTo>
                    <a:pt x="3189" y="5089"/>
                    <a:pt x="3193" y="4936"/>
                    <a:pt x="3153" y="4756"/>
                  </a:cubicBezTo>
                  <a:cubicBezTo>
                    <a:pt x="3128" y="4645"/>
                    <a:pt x="3121" y="4497"/>
                    <a:pt x="3096" y="4379"/>
                  </a:cubicBezTo>
                  <a:cubicBezTo>
                    <a:pt x="3099" y="4323"/>
                    <a:pt x="3099" y="4267"/>
                    <a:pt x="3100" y="4212"/>
                  </a:cubicBezTo>
                  <a:cubicBezTo>
                    <a:pt x="3089" y="4156"/>
                    <a:pt x="3071" y="3993"/>
                    <a:pt x="3093" y="3955"/>
                  </a:cubicBezTo>
                  <a:lnTo>
                    <a:pt x="3093" y="3955"/>
                  </a:lnTo>
                  <a:cubicBezTo>
                    <a:pt x="3102" y="4060"/>
                    <a:pt x="3158" y="4161"/>
                    <a:pt x="3189" y="4254"/>
                  </a:cubicBezTo>
                  <a:cubicBezTo>
                    <a:pt x="3240" y="4401"/>
                    <a:pt x="3266" y="4567"/>
                    <a:pt x="3310" y="4708"/>
                  </a:cubicBezTo>
                  <a:cubicBezTo>
                    <a:pt x="3384" y="4952"/>
                    <a:pt x="3400" y="5181"/>
                    <a:pt x="3474" y="5423"/>
                  </a:cubicBezTo>
                  <a:cubicBezTo>
                    <a:pt x="3624" y="5907"/>
                    <a:pt x="3753" y="6393"/>
                    <a:pt x="3881" y="6892"/>
                  </a:cubicBezTo>
                  <a:cubicBezTo>
                    <a:pt x="3954" y="7171"/>
                    <a:pt x="3930" y="7478"/>
                    <a:pt x="3993" y="7773"/>
                  </a:cubicBezTo>
                  <a:cubicBezTo>
                    <a:pt x="4022" y="7917"/>
                    <a:pt x="3958" y="8197"/>
                    <a:pt x="4019" y="8303"/>
                  </a:cubicBezTo>
                  <a:cubicBezTo>
                    <a:pt x="4019" y="7941"/>
                    <a:pt x="4191" y="7577"/>
                    <a:pt x="4313" y="7315"/>
                  </a:cubicBezTo>
                  <a:cubicBezTo>
                    <a:pt x="4339" y="7258"/>
                    <a:pt x="4385" y="7215"/>
                    <a:pt x="4407" y="7149"/>
                  </a:cubicBezTo>
                  <a:lnTo>
                    <a:pt x="4419" y="7149"/>
                  </a:lnTo>
                  <a:lnTo>
                    <a:pt x="4419" y="7187"/>
                  </a:lnTo>
                  <a:cubicBezTo>
                    <a:pt x="4323" y="7309"/>
                    <a:pt x="4310" y="7517"/>
                    <a:pt x="4255" y="7674"/>
                  </a:cubicBezTo>
                  <a:cubicBezTo>
                    <a:pt x="4128" y="8026"/>
                    <a:pt x="3949" y="8401"/>
                    <a:pt x="4047" y="8872"/>
                  </a:cubicBezTo>
                  <a:cubicBezTo>
                    <a:pt x="4077" y="9022"/>
                    <a:pt x="4026" y="9227"/>
                    <a:pt x="4102" y="9339"/>
                  </a:cubicBezTo>
                  <a:cubicBezTo>
                    <a:pt x="4105" y="8910"/>
                    <a:pt x="4346" y="8391"/>
                    <a:pt x="4490" y="8081"/>
                  </a:cubicBezTo>
                  <a:cubicBezTo>
                    <a:pt x="4567" y="7918"/>
                    <a:pt x="4641" y="7700"/>
                    <a:pt x="4785" y="7609"/>
                  </a:cubicBezTo>
                  <a:lnTo>
                    <a:pt x="4785" y="7635"/>
                  </a:lnTo>
                  <a:cubicBezTo>
                    <a:pt x="4746" y="7684"/>
                    <a:pt x="4743" y="7752"/>
                    <a:pt x="4716" y="7815"/>
                  </a:cubicBezTo>
                  <a:cubicBezTo>
                    <a:pt x="4618" y="8035"/>
                    <a:pt x="4543" y="8261"/>
                    <a:pt x="4455" y="8507"/>
                  </a:cubicBezTo>
                  <a:cubicBezTo>
                    <a:pt x="4335" y="8849"/>
                    <a:pt x="4233" y="9233"/>
                    <a:pt x="4135" y="9599"/>
                  </a:cubicBezTo>
                  <a:cubicBezTo>
                    <a:pt x="4103" y="9720"/>
                    <a:pt x="4157" y="9880"/>
                    <a:pt x="4179" y="9975"/>
                  </a:cubicBezTo>
                  <a:cubicBezTo>
                    <a:pt x="4240" y="10240"/>
                    <a:pt x="4243" y="10506"/>
                    <a:pt x="4306" y="10753"/>
                  </a:cubicBezTo>
                  <a:cubicBezTo>
                    <a:pt x="4397" y="11125"/>
                    <a:pt x="4388" y="11489"/>
                    <a:pt x="4476" y="11868"/>
                  </a:cubicBezTo>
                  <a:cubicBezTo>
                    <a:pt x="4525" y="12079"/>
                    <a:pt x="4516" y="12312"/>
                    <a:pt x="4566" y="12543"/>
                  </a:cubicBezTo>
                  <a:cubicBezTo>
                    <a:pt x="4621" y="12803"/>
                    <a:pt x="4641" y="13114"/>
                    <a:pt x="4638" y="13410"/>
                  </a:cubicBezTo>
                  <a:cubicBezTo>
                    <a:pt x="4742" y="13485"/>
                    <a:pt x="4806" y="13619"/>
                    <a:pt x="4890" y="13713"/>
                  </a:cubicBezTo>
                  <a:cubicBezTo>
                    <a:pt x="5171" y="14020"/>
                    <a:pt x="5515" y="14331"/>
                    <a:pt x="5986" y="14448"/>
                  </a:cubicBezTo>
                  <a:cubicBezTo>
                    <a:pt x="6015" y="14455"/>
                    <a:pt x="6043" y="14458"/>
                    <a:pt x="6071" y="14458"/>
                  </a:cubicBezTo>
                  <a:cubicBezTo>
                    <a:pt x="6179" y="14458"/>
                    <a:pt x="6281" y="14414"/>
                    <a:pt x="6350" y="14391"/>
                  </a:cubicBezTo>
                  <a:cubicBezTo>
                    <a:pt x="6552" y="14323"/>
                    <a:pt x="6713" y="14243"/>
                    <a:pt x="6873" y="14132"/>
                  </a:cubicBezTo>
                  <a:cubicBezTo>
                    <a:pt x="6923" y="14086"/>
                    <a:pt x="6969" y="14039"/>
                    <a:pt x="7019" y="13991"/>
                  </a:cubicBezTo>
                  <a:cubicBezTo>
                    <a:pt x="7255" y="13821"/>
                    <a:pt x="7427" y="13581"/>
                    <a:pt x="7602" y="13344"/>
                  </a:cubicBezTo>
                  <a:cubicBezTo>
                    <a:pt x="7767" y="13119"/>
                    <a:pt x="7940" y="12886"/>
                    <a:pt x="8094" y="12645"/>
                  </a:cubicBezTo>
                  <a:cubicBezTo>
                    <a:pt x="8275" y="12361"/>
                    <a:pt x="8385" y="12041"/>
                    <a:pt x="8528" y="11723"/>
                  </a:cubicBezTo>
                  <a:cubicBezTo>
                    <a:pt x="8667" y="11412"/>
                    <a:pt x="8830" y="11076"/>
                    <a:pt x="8872" y="10672"/>
                  </a:cubicBezTo>
                  <a:lnTo>
                    <a:pt x="8859" y="10672"/>
                  </a:lnTo>
                  <a:cubicBezTo>
                    <a:pt x="8814" y="10725"/>
                    <a:pt x="8734" y="10745"/>
                    <a:pt x="8645" y="10745"/>
                  </a:cubicBezTo>
                  <a:cubicBezTo>
                    <a:pt x="8490" y="10745"/>
                    <a:pt x="8305" y="10686"/>
                    <a:pt x="8215" y="10644"/>
                  </a:cubicBezTo>
                  <a:cubicBezTo>
                    <a:pt x="7878" y="10490"/>
                    <a:pt x="7574" y="10231"/>
                    <a:pt x="7376" y="9941"/>
                  </a:cubicBezTo>
                  <a:cubicBezTo>
                    <a:pt x="7306" y="9837"/>
                    <a:pt x="7197" y="9722"/>
                    <a:pt x="7178" y="9576"/>
                  </a:cubicBezTo>
                  <a:lnTo>
                    <a:pt x="7192" y="9576"/>
                  </a:lnTo>
                  <a:lnTo>
                    <a:pt x="7192" y="9600"/>
                  </a:lnTo>
                  <a:cubicBezTo>
                    <a:pt x="7282" y="9667"/>
                    <a:pt x="7351" y="9795"/>
                    <a:pt x="7431" y="9877"/>
                  </a:cubicBezTo>
                  <a:cubicBezTo>
                    <a:pt x="7671" y="10125"/>
                    <a:pt x="7929" y="10378"/>
                    <a:pt x="8270" y="10528"/>
                  </a:cubicBezTo>
                  <a:cubicBezTo>
                    <a:pt x="8361" y="10567"/>
                    <a:pt x="8487" y="10594"/>
                    <a:pt x="8608" y="10594"/>
                  </a:cubicBezTo>
                  <a:cubicBezTo>
                    <a:pt x="8734" y="10594"/>
                    <a:pt x="8853" y="10564"/>
                    <a:pt x="8917" y="10489"/>
                  </a:cubicBezTo>
                  <a:cubicBezTo>
                    <a:pt x="8958" y="10435"/>
                    <a:pt x="9074" y="9964"/>
                    <a:pt x="9009" y="9897"/>
                  </a:cubicBezTo>
                  <a:cubicBezTo>
                    <a:pt x="8946" y="9840"/>
                    <a:pt x="8829" y="9852"/>
                    <a:pt x="8743" y="9826"/>
                  </a:cubicBezTo>
                  <a:cubicBezTo>
                    <a:pt x="8595" y="9781"/>
                    <a:pt x="8429" y="9728"/>
                    <a:pt x="8307" y="9648"/>
                  </a:cubicBezTo>
                  <a:cubicBezTo>
                    <a:pt x="8086" y="9504"/>
                    <a:pt x="7870" y="9298"/>
                    <a:pt x="7725" y="9080"/>
                  </a:cubicBezTo>
                  <a:cubicBezTo>
                    <a:pt x="7629" y="8937"/>
                    <a:pt x="7561" y="8795"/>
                    <a:pt x="7449" y="8673"/>
                  </a:cubicBezTo>
                  <a:cubicBezTo>
                    <a:pt x="7426" y="8680"/>
                    <a:pt x="7437" y="8674"/>
                    <a:pt x="7424" y="8684"/>
                  </a:cubicBezTo>
                  <a:cubicBezTo>
                    <a:pt x="7347" y="8734"/>
                    <a:pt x="7308" y="8815"/>
                    <a:pt x="7251" y="8888"/>
                  </a:cubicBezTo>
                  <a:cubicBezTo>
                    <a:pt x="7202" y="8953"/>
                    <a:pt x="7129" y="9012"/>
                    <a:pt x="7078" y="9080"/>
                  </a:cubicBezTo>
                  <a:cubicBezTo>
                    <a:pt x="6976" y="9214"/>
                    <a:pt x="6882" y="9375"/>
                    <a:pt x="6748" y="9474"/>
                  </a:cubicBezTo>
                  <a:cubicBezTo>
                    <a:pt x="6640" y="9549"/>
                    <a:pt x="6540" y="9641"/>
                    <a:pt x="6434" y="9712"/>
                  </a:cubicBezTo>
                  <a:cubicBezTo>
                    <a:pt x="6254" y="9832"/>
                    <a:pt x="6028" y="9933"/>
                    <a:pt x="5896" y="10100"/>
                  </a:cubicBezTo>
                  <a:cubicBezTo>
                    <a:pt x="5607" y="10465"/>
                    <a:pt x="5434" y="10829"/>
                    <a:pt x="5223" y="11287"/>
                  </a:cubicBezTo>
                  <a:cubicBezTo>
                    <a:pt x="5174" y="11394"/>
                    <a:pt x="5086" y="11496"/>
                    <a:pt x="5048" y="11607"/>
                  </a:cubicBezTo>
                  <a:lnTo>
                    <a:pt x="5035" y="11607"/>
                  </a:lnTo>
                  <a:cubicBezTo>
                    <a:pt x="5035" y="11582"/>
                    <a:pt x="5037" y="11556"/>
                    <a:pt x="5037" y="11530"/>
                  </a:cubicBezTo>
                  <a:cubicBezTo>
                    <a:pt x="5063" y="11489"/>
                    <a:pt x="5050" y="11426"/>
                    <a:pt x="5066" y="11374"/>
                  </a:cubicBezTo>
                  <a:cubicBezTo>
                    <a:pt x="5105" y="11251"/>
                    <a:pt x="5137" y="11109"/>
                    <a:pt x="5192" y="10989"/>
                  </a:cubicBezTo>
                  <a:cubicBezTo>
                    <a:pt x="5441" y="10435"/>
                    <a:pt x="5746" y="9911"/>
                    <a:pt x="6255" y="9629"/>
                  </a:cubicBezTo>
                  <a:cubicBezTo>
                    <a:pt x="6213" y="9410"/>
                    <a:pt x="6169" y="9189"/>
                    <a:pt x="6129" y="8968"/>
                  </a:cubicBezTo>
                  <a:cubicBezTo>
                    <a:pt x="5969" y="8450"/>
                    <a:pt x="5818" y="7936"/>
                    <a:pt x="5658" y="7408"/>
                  </a:cubicBezTo>
                  <a:cubicBezTo>
                    <a:pt x="5581" y="7156"/>
                    <a:pt x="5565" y="6880"/>
                    <a:pt x="5506" y="6630"/>
                  </a:cubicBezTo>
                  <a:cubicBezTo>
                    <a:pt x="5485" y="6536"/>
                    <a:pt x="5501" y="6457"/>
                    <a:pt x="5473" y="6370"/>
                  </a:cubicBezTo>
                  <a:cubicBezTo>
                    <a:pt x="5098" y="5170"/>
                    <a:pt x="4685" y="3978"/>
                    <a:pt x="4085" y="2981"/>
                  </a:cubicBezTo>
                  <a:cubicBezTo>
                    <a:pt x="3885" y="2648"/>
                    <a:pt x="3641" y="2356"/>
                    <a:pt x="3420" y="2047"/>
                  </a:cubicBezTo>
                  <a:cubicBezTo>
                    <a:pt x="3365" y="1972"/>
                    <a:pt x="3266" y="1908"/>
                    <a:pt x="3192" y="1850"/>
                  </a:cubicBezTo>
                  <a:cubicBezTo>
                    <a:pt x="3070" y="1754"/>
                    <a:pt x="2955" y="1632"/>
                    <a:pt x="2823" y="1544"/>
                  </a:cubicBezTo>
                  <a:cubicBezTo>
                    <a:pt x="2635" y="1421"/>
                    <a:pt x="2440" y="1332"/>
                    <a:pt x="2248" y="1208"/>
                  </a:cubicBezTo>
                  <a:cubicBezTo>
                    <a:pt x="1568" y="775"/>
                    <a:pt x="780" y="429"/>
                    <a:pt x="10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65"/>
            <p:cNvSpPr/>
            <p:nvPr/>
          </p:nvSpPr>
          <p:spPr>
            <a:xfrm>
              <a:off x="709818" y="3432257"/>
              <a:ext cx="6281" cy="6875"/>
            </a:xfrm>
            <a:custGeom>
              <a:rect b="b" l="l" r="r" t="t"/>
              <a:pathLst>
                <a:path extrusionOk="0" h="243" w="222">
                  <a:moveTo>
                    <a:pt x="185" y="0"/>
                  </a:moveTo>
                  <a:cubicBezTo>
                    <a:pt x="132" y="80"/>
                    <a:pt x="37" y="144"/>
                    <a:pt x="1" y="243"/>
                  </a:cubicBezTo>
                  <a:lnTo>
                    <a:pt x="12" y="243"/>
                  </a:lnTo>
                  <a:cubicBezTo>
                    <a:pt x="60" y="201"/>
                    <a:pt x="149" y="182"/>
                    <a:pt x="222" y="170"/>
                  </a:cubicBezTo>
                  <a:lnTo>
                    <a:pt x="222" y="157"/>
                  </a:lnTo>
                  <a:cubicBezTo>
                    <a:pt x="199" y="116"/>
                    <a:pt x="212" y="39"/>
                    <a:pt x="18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65"/>
            <p:cNvSpPr/>
            <p:nvPr/>
          </p:nvSpPr>
          <p:spPr>
            <a:xfrm>
              <a:off x="867204" y="3562512"/>
              <a:ext cx="7667" cy="40826"/>
            </a:xfrm>
            <a:custGeom>
              <a:rect b="b" l="l" r="r" t="t"/>
              <a:pathLst>
                <a:path extrusionOk="0" h="1443" w="271">
                  <a:moveTo>
                    <a:pt x="237" y="1"/>
                  </a:moveTo>
                  <a:cubicBezTo>
                    <a:pt x="153" y="168"/>
                    <a:pt x="98" y="357"/>
                    <a:pt x="44" y="565"/>
                  </a:cubicBezTo>
                  <a:cubicBezTo>
                    <a:pt x="38" y="659"/>
                    <a:pt x="31" y="754"/>
                    <a:pt x="25" y="848"/>
                  </a:cubicBezTo>
                  <a:cubicBezTo>
                    <a:pt x="18" y="877"/>
                    <a:pt x="0" y="953"/>
                    <a:pt x="9" y="1004"/>
                  </a:cubicBezTo>
                  <a:cubicBezTo>
                    <a:pt x="35" y="1138"/>
                    <a:pt x="38" y="1297"/>
                    <a:pt x="38" y="1443"/>
                  </a:cubicBezTo>
                  <a:cubicBezTo>
                    <a:pt x="85" y="1375"/>
                    <a:pt x="48" y="1223"/>
                    <a:pt x="70" y="1135"/>
                  </a:cubicBezTo>
                  <a:cubicBezTo>
                    <a:pt x="134" y="876"/>
                    <a:pt x="136" y="565"/>
                    <a:pt x="205" y="309"/>
                  </a:cubicBezTo>
                  <a:cubicBezTo>
                    <a:pt x="226" y="235"/>
                    <a:pt x="271" y="54"/>
                    <a:pt x="2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65"/>
            <p:cNvSpPr/>
            <p:nvPr/>
          </p:nvSpPr>
          <p:spPr>
            <a:xfrm>
              <a:off x="545160" y="3787545"/>
              <a:ext cx="27444" cy="61621"/>
            </a:xfrm>
            <a:custGeom>
              <a:rect b="b" l="l" r="r" t="t"/>
              <a:pathLst>
                <a:path extrusionOk="0" h="2178" w="970">
                  <a:moveTo>
                    <a:pt x="943" y="1"/>
                  </a:moveTo>
                  <a:lnTo>
                    <a:pt x="943" y="1"/>
                  </a:lnTo>
                  <a:cubicBezTo>
                    <a:pt x="896" y="119"/>
                    <a:pt x="771" y="225"/>
                    <a:pt x="703" y="331"/>
                  </a:cubicBezTo>
                  <a:cubicBezTo>
                    <a:pt x="547" y="574"/>
                    <a:pt x="437" y="830"/>
                    <a:pt x="312" y="1099"/>
                  </a:cubicBezTo>
                  <a:cubicBezTo>
                    <a:pt x="169" y="1399"/>
                    <a:pt x="1" y="1730"/>
                    <a:pt x="4" y="2177"/>
                  </a:cubicBezTo>
                  <a:cubicBezTo>
                    <a:pt x="39" y="2132"/>
                    <a:pt x="36" y="2067"/>
                    <a:pt x="59" y="2010"/>
                  </a:cubicBezTo>
                  <a:cubicBezTo>
                    <a:pt x="108" y="1900"/>
                    <a:pt x="153" y="1783"/>
                    <a:pt x="209" y="1666"/>
                  </a:cubicBezTo>
                  <a:cubicBezTo>
                    <a:pt x="380" y="1290"/>
                    <a:pt x="547" y="888"/>
                    <a:pt x="736" y="526"/>
                  </a:cubicBezTo>
                  <a:cubicBezTo>
                    <a:pt x="776" y="452"/>
                    <a:pt x="969" y="52"/>
                    <a:pt x="9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65"/>
            <p:cNvSpPr/>
            <p:nvPr/>
          </p:nvSpPr>
          <p:spPr>
            <a:xfrm>
              <a:off x="552544" y="4276680"/>
              <a:ext cx="481" cy="1867"/>
            </a:xfrm>
            <a:custGeom>
              <a:rect b="b" l="l" r="r" t="t"/>
              <a:pathLst>
                <a:path extrusionOk="0" h="66" w="17">
                  <a:moveTo>
                    <a:pt x="2" y="0"/>
                  </a:moveTo>
                  <a:lnTo>
                    <a:pt x="2" y="0"/>
                  </a:lnTo>
                  <a:cubicBezTo>
                    <a:pt x="0" y="23"/>
                    <a:pt x="0" y="44"/>
                    <a:pt x="0" y="66"/>
                  </a:cubicBezTo>
                  <a:cubicBezTo>
                    <a:pt x="15" y="44"/>
                    <a:pt x="16" y="23"/>
                    <a:pt x="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65"/>
            <p:cNvSpPr/>
            <p:nvPr/>
          </p:nvSpPr>
          <p:spPr>
            <a:xfrm>
              <a:off x="555769" y="4222133"/>
              <a:ext cx="26708" cy="108417"/>
            </a:xfrm>
            <a:custGeom>
              <a:rect b="b" l="l" r="r" t="t"/>
              <a:pathLst>
                <a:path extrusionOk="0" h="3832" w="944">
                  <a:moveTo>
                    <a:pt x="924" y="0"/>
                  </a:moveTo>
                  <a:lnTo>
                    <a:pt x="924" y="0"/>
                  </a:lnTo>
                  <a:cubicBezTo>
                    <a:pt x="899" y="143"/>
                    <a:pt x="841" y="281"/>
                    <a:pt x="798" y="410"/>
                  </a:cubicBezTo>
                  <a:cubicBezTo>
                    <a:pt x="716" y="659"/>
                    <a:pt x="674" y="926"/>
                    <a:pt x="600" y="1168"/>
                  </a:cubicBezTo>
                  <a:cubicBezTo>
                    <a:pt x="455" y="1643"/>
                    <a:pt x="398" y="2139"/>
                    <a:pt x="258" y="2609"/>
                  </a:cubicBezTo>
                  <a:cubicBezTo>
                    <a:pt x="223" y="2725"/>
                    <a:pt x="234" y="2822"/>
                    <a:pt x="200" y="2943"/>
                  </a:cubicBezTo>
                  <a:cubicBezTo>
                    <a:pt x="148" y="3129"/>
                    <a:pt x="129" y="3337"/>
                    <a:pt x="71" y="3535"/>
                  </a:cubicBezTo>
                  <a:cubicBezTo>
                    <a:pt x="45" y="3623"/>
                    <a:pt x="8" y="3725"/>
                    <a:pt x="1" y="3831"/>
                  </a:cubicBezTo>
                  <a:cubicBezTo>
                    <a:pt x="42" y="3782"/>
                    <a:pt x="42" y="3706"/>
                    <a:pt x="69" y="3638"/>
                  </a:cubicBezTo>
                  <a:cubicBezTo>
                    <a:pt x="141" y="3462"/>
                    <a:pt x="194" y="3280"/>
                    <a:pt x="264" y="3088"/>
                  </a:cubicBezTo>
                  <a:cubicBezTo>
                    <a:pt x="497" y="2437"/>
                    <a:pt x="600" y="1687"/>
                    <a:pt x="801" y="980"/>
                  </a:cubicBezTo>
                  <a:cubicBezTo>
                    <a:pt x="840" y="739"/>
                    <a:pt x="881" y="497"/>
                    <a:pt x="918" y="258"/>
                  </a:cubicBezTo>
                  <a:cubicBezTo>
                    <a:pt x="934" y="192"/>
                    <a:pt x="943" y="31"/>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65"/>
            <p:cNvSpPr/>
            <p:nvPr/>
          </p:nvSpPr>
          <p:spPr>
            <a:xfrm>
              <a:off x="555402" y="4330547"/>
              <a:ext cx="396" cy="736"/>
            </a:xfrm>
            <a:custGeom>
              <a:rect b="b" l="l" r="r" t="t"/>
              <a:pathLst>
                <a:path extrusionOk="0" h="26" w="14">
                  <a:moveTo>
                    <a:pt x="1" y="1"/>
                  </a:moveTo>
                  <a:lnTo>
                    <a:pt x="1" y="25"/>
                  </a:lnTo>
                  <a:lnTo>
                    <a:pt x="14" y="25"/>
                  </a:lnTo>
                  <a:cubicBezTo>
                    <a:pt x="7" y="4"/>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65"/>
            <p:cNvSpPr/>
            <p:nvPr/>
          </p:nvSpPr>
          <p:spPr>
            <a:xfrm>
              <a:off x="555034" y="4331622"/>
              <a:ext cx="396" cy="764"/>
            </a:xfrm>
            <a:custGeom>
              <a:rect b="b" l="l" r="r" t="t"/>
              <a:pathLst>
                <a:path extrusionOk="0" h="27" w="14">
                  <a:moveTo>
                    <a:pt x="1" y="1"/>
                  </a:moveTo>
                  <a:lnTo>
                    <a:pt x="1" y="27"/>
                  </a:lnTo>
                  <a:lnTo>
                    <a:pt x="14" y="27"/>
                  </a:lnTo>
                  <a:cubicBezTo>
                    <a:pt x="7" y="5"/>
                    <a:pt x="12"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65"/>
            <p:cNvSpPr/>
            <p:nvPr/>
          </p:nvSpPr>
          <p:spPr>
            <a:xfrm>
              <a:off x="549206" y="3822966"/>
              <a:ext cx="22719" cy="55510"/>
            </a:xfrm>
            <a:custGeom>
              <a:rect b="b" l="l" r="r" t="t"/>
              <a:pathLst>
                <a:path extrusionOk="0" h="1962" w="803">
                  <a:moveTo>
                    <a:pt x="787" y="1"/>
                  </a:moveTo>
                  <a:cubicBezTo>
                    <a:pt x="749" y="124"/>
                    <a:pt x="640" y="230"/>
                    <a:pt x="572" y="332"/>
                  </a:cubicBezTo>
                  <a:cubicBezTo>
                    <a:pt x="498" y="447"/>
                    <a:pt x="455" y="560"/>
                    <a:pt x="396" y="690"/>
                  </a:cubicBezTo>
                  <a:cubicBezTo>
                    <a:pt x="227" y="1050"/>
                    <a:pt x="0" y="1439"/>
                    <a:pt x="58" y="1962"/>
                  </a:cubicBezTo>
                  <a:cubicBezTo>
                    <a:pt x="85" y="1926"/>
                    <a:pt x="70" y="1870"/>
                    <a:pt x="88" y="1819"/>
                  </a:cubicBezTo>
                  <a:cubicBezTo>
                    <a:pt x="120" y="1718"/>
                    <a:pt x="154" y="1606"/>
                    <a:pt x="198" y="1500"/>
                  </a:cubicBezTo>
                  <a:cubicBezTo>
                    <a:pt x="336" y="1152"/>
                    <a:pt x="461" y="789"/>
                    <a:pt x="621" y="462"/>
                  </a:cubicBezTo>
                  <a:cubicBezTo>
                    <a:pt x="655" y="398"/>
                    <a:pt x="803" y="37"/>
                    <a:pt x="7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65"/>
            <p:cNvSpPr/>
            <p:nvPr/>
          </p:nvSpPr>
          <p:spPr>
            <a:xfrm>
              <a:off x="568444" y="3858387"/>
              <a:ext cx="396" cy="764"/>
            </a:xfrm>
            <a:custGeom>
              <a:rect b="b" l="l" r="r" t="t"/>
              <a:pathLst>
                <a:path extrusionOk="0" h="27" w="14">
                  <a:moveTo>
                    <a:pt x="1" y="0"/>
                  </a:moveTo>
                  <a:lnTo>
                    <a:pt x="1" y="27"/>
                  </a:lnTo>
                  <a:lnTo>
                    <a:pt x="14" y="27"/>
                  </a:lnTo>
                  <a:cubicBezTo>
                    <a:pt x="7" y="5"/>
                    <a:pt x="12"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65"/>
            <p:cNvSpPr/>
            <p:nvPr/>
          </p:nvSpPr>
          <p:spPr>
            <a:xfrm>
              <a:off x="557722" y="3859094"/>
              <a:ext cx="11345" cy="23172"/>
            </a:xfrm>
            <a:custGeom>
              <a:rect b="b" l="l" r="r" t="t"/>
              <a:pathLst>
                <a:path extrusionOk="0" h="819" w="401">
                  <a:moveTo>
                    <a:pt x="368" y="0"/>
                  </a:moveTo>
                  <a:cubicBezTo>
                    <a:pt x="333" y="175"/>
                    <a:pt x="182" y="310"/>
                    <a:pt x="111" y="460"/>
                  </a:cubicBezTo>
                  <a:cubicBezTo>
                    <a:pt x="66" y="556"/>
                    <a:pt x="61" y="701"/>
                    <a:pt x="0" y="794"/>
                  </a:cubicBezTo>
                  <a:lnTo>
                    <a:pt x="0" y="819"/>
                  </a:lnTo>
                  <a:cubicBezTo>
                    <a:pt x="220" y="727"/>
                    <a:pt x="246" y="476"/>
                    <a:pt x="324" y="233"/>
                  </a:cubicBezTo>
                  <a:cubicBezTo>
                    <a:pt x="342" y="176"/>
                    <a:pt x="400" y="55"/>
                    <a:pt x="3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65"/>
            <p:cNvSpPr/>
            <p:nvPr/>
          </p:nvSpPr>
          <p:spPr>
            <a:xfrm>
              <a:off x="552912" y="4199500"/>
              <a:ext cx="14090" cy="76956"/>
            </a:xfrm>
            <a:custGeom>
              <a:rect b="b" l="l" r="r" t="t"/>
              <a:pathLst>
                <a:path extrusionOk="0" h="2720" w="498">
                  <a:moveTo>
                    <a:pt x="473" y="1"/>
                  </a:moveTo>
                  <a:cubicBezTo>
                    <a:pt x="455" y="329"/>
                    <a:pt x="368" y="626"/>
                    <a:pt x="285" y="902"/>
                  </a:cubicBezTo>
                  <a:cubicBezTo>
                    <a:pt x="237" y="1056"/>
                    <a:pt x="243" y="1193"/>
                    <a:pt x="198" y="1353"/>
                  </a:cubicBezTo>
                  <a:cubicBezTo>
                    <a:pt x="87" y="1747"/>
                    <a:pt x="3" y="2238"/>
                    <a:pt x="0" y="2719"/>
                  </a:cubicBezTo>
                  <a:cubicBezTo>
                    <a:pt x="68" y="2621"/>
                    <a:pt x="74" y="2349"/>
                    <a:pt x="114" y="2218"/>
                  </a:cubicBezTo>
                  <a:cubicBezTo>
                    <a:pt x="255" y="1755"/>
                    <a:pt x="316" y="1247"/>
                    <a:pt x="444" y="751"/>
                  </a:cubicBezTo>
                  <a:cubicBezTo>
                    <a:pt x="487" y="581"/>
                    <a:pt x="477" y="399"/>
                    <a:pt x="481" y="207"/>
                  </a:cubicBezTo>
                  <a:cubicBezTo>
                    <a:pt x="483" y="146"/>
                    <a:pt x="497" y="40"/>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65"/>
            <p:cNvSpPr/>
            <p:nvPr/>
          </p:nvSpPr>
          <p:spPr>
            <a:xfrm>
              <a:off x="560353" y="4492998"/>
              <a:ext cx="424" cy="1471"/>
            </a:xfrm>
            <a:custGeom>
              <a:rect b="b" l="l" r="r" t="t"/>
              <a:pathLst>
                <a:path extrusionOk="0" h="52" w="15">
                  <a:moveTo>
                    <a:pt x="2" y="0"/>
                  </a:moveTo>
                  <a:lnTo>
                    <a:pt x="2" y="0"/>
                  </a:lnTo>
                  <a:cubicBezTo>
                    <a:pt x="0" y="16"/>
                    <a:pt x="0" y="35"/>
                    <a:pt x="0" y="51"/>
                  </a:cubicBezTo>
                  <a:cubicBezTo>
                    <a:pt x="15" y="29"/>
                    <a:pt x="15" y="22"/>
                    <a:pt x="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65"/>
            <p:cNvSpPr/>
            <p:nvPr/>
          </p:nvSpPr>
          <p:spPr>
            <a:xfrm>
              <a:off x="560749" y="4445270"/>
              <a:ext cx="9704" cy="46994"/>
            </a:xfrm>
            <a:custGeom>
              <a:rect b="b" l="l" r="r" t="t"/>
              <a:pathLst>
                <a:path extrusionOk="0" h="1661" w="343">
                  <a:moveTo>
                    <a:pt x="308" y="1"/>
                  </a:moveTo>
                  <a:lnTo>
                    <a:pt x="308" y="1"/>
                  </a:lnTo>
                  <a:cubicBezTo>
                    <a:pt x="297" y="161"/>
                    <a:pt x="248" y="306"/>
                    <a:pt x="207" y="438"/>
                  </a:cubicBezTo>
                  <a:cubicBezTo>
                    <a:pt x="104" y="778"/>
                    <a:pt x="2" y="1247"/>
                    <a:pt x="1" y="1661"/>
                  </a:cubicBezTo>
                  <a:cubicBezTo>
                    <a:pt x="60" y="1578"/>
                    <a:pt x="40" y="1421"/>
                    <a:pt x="74" y="1313"/>
                  </a:cubicBezTo>
                  <a:cubicBezTo>
                    <a:pt x="159" y="1030"/>
                    <a:pt x="207" y="713"/>
                    <a:pt x="286" y="415"/>
                  </a:cubicBezTo>
                  <a:cubicBezTo>
                    <a:pt x="305" y="345"/>
                    <a:pt x="343" y="57"/>
                    <a:pt x="3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65"/>
            <p:cNvSpPr/>
            <p:nvPr/>
          </p:nvSpPr>
          <p:spPr>
            <a:xfrm>
              <a:off x="586947" y="4446374"/>
              <a:ext cx="424" cy="792"/>
            </a:xfrm>
            <a:custGeom>
              <a:rect b="b" l="l" r="r" t="t"/>
              <a:pathLst>
                <a:path extrusionOk="0" h="28" w="15">
                  <a:moveTo>
                    <a:pt x="1" y="1"/>
                  </a:moveTo>
                  <a:lnTo>
                    <a:pt x="1" y="27"/>
                  </a:lnTo>
                  <a:lnTo>
                    <a:pt x="14" y="27"/>
                  </a:lnTo>
                  <a:cubicBezTo>
                    <a:pt x="5" y="5"/>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65"/>
            <p:cNvSpPr/>
            <p:nvPr/>
          </p:nvSpPr>
          <p:spPr>
            <a:xfrm>
              <a:off x="556760" y="4538633"/>
              <a:ext cx="396" cy="736"/>
            </a:xfrm>
            <a:custGeom>
              <a:rect b="b" l="l" r="r" t="t"/>
              <a:pathLst>
                <a:path extrusionOk="0" h="26" w="14">
                  <a:moveTo>
                    <a:pt x="1" y="1"/>
                  </a:moveTo>
                  <a:lnTo>
                    <a:pt x="1" y="26"/>
                  </a:lnTo>
                  <a:lnTo>
                    <a:pt x="14" y="26"/>
                  </a:lnTo>
                  <a:cubicBezTo>
                    <a:pt x="7" y="4"/>
                    <a:pt x="12" y="1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65"/>
            <p:cNvSpPr/>
            <p:nvPr/>
          </p:nvSpPr>
          <p:spPr>
            <a:xfrm>
              <a:off x="553648" y="4583164"/>
              <a:ext cx="396" cy="764"/>
            </a:xfrm>
            <a:custGeom>
              <a:rect b="b" l="l" r="r" t="t"/>
              <a:pathLst>
                <a:path extrusionOk="0" h="27" w="14">
                  <a:moveTo>
                    <a:pt x="0" y="0"/>
                  </a:moveTo>
                  <a:lnTo>
                    <a:pt x="0" y="26"/>
                  </a:lnTo>
                  <a:lnTo>
                    <a:pt x="13" y="26"/>
                  </a:lnTo>
                  <a:cubicBezTo>
                    <a:pt x="6" y="4"/>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65"/>
            <p:cNvSpPr/>
            <p:nvPr/>
          </p:nvSpPr>
          <p:spPr>
            <a:xfrm>
              <a:off x="555289" y="4386084"/>
              <a:ext cx="396" cy="736"/>
            </a:xfrm>
            <a:custGeom>
              <a:rect b="b" l="l" r="r" t="t"/>
              <a:pathLst>
                <a:path extrusionOk="0" h="26" w="14">
                  <a:moveTo>
                    <a:pt x="0" y="0"/>
                  </a:moveTo>
                  <a:lnTo>
                    <a:pt x="0" y="0"/>
                  </a:lnTo>
                  <a:cubicBezTo>
                    <a:pt x="3" y="9"/>
                    <a:pt x="0" y="19"/>
                    <a:pt x="0" y="25"/>
                  </a:cubicBezTo>
                  <a:lnTo>
                    <a:pt x="14" y="25"/>
                  </a:lnTo>
                  <a:cubicBezTo>
                    <a:pt x="6" y="3"/>
                    <a:pt x="12"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65"/>
            <p:cNvSpPr/>
            <p:nvPr/>
          </p:nvSpPr>
          <p:spPr>
            <a:xfrm>
              <a:off x="557212" y="4447137"/>
              <a:ext cx="30386" cy="91158"/>
            </a:xfrm>
            <a:custGeom>
              <a:rect b="b" l="l" r="r" t="t"/>
              <a:pathLst>
                <a:path extrusionOk="0" h="3222" w="1074">
                  <a:moveTo>
                    <a:pt x="1037" y="0"/>
                  </a:moveTo>
                  <a:cubicBezTo>
                    <a:pt x="965" y="278"/>
                    <a:pt x="844" y="567"/>
                    <a:pt x="750" y="835"/>
                  </a:cubicBezTo>
                  <a:cubicBezTo>
                    <a:pt x="594" y="1268"/>
                    <a:pt x="473" y="1703"/>
                    <a:pt x="321" y="2130"/>
                  </a:cubicBezTo>
                  <a:cubicBezTo>
                    <a:pt x="231" y="2379"/>
                    <a:pt x="183" y="2636"/>
                    <a:pt x="97" y="2874"/>
                  </a:cubicBezTo>
                  <a:cubicBezTo>
                    <a:pt x="60" y="2979"/>
                    <a:pt x="60" y="3104"/>
                    <a:pt x="1" y="3184"/>
                  </a:cubicBezTo>
                  <a:lnTo>
                    <a:pt x="1" y="3222"/>
                  </a:lnTo>
                  <a:lnTo>
                    <a:pt x="12" y="3222"/>
                  </a:lnTo>
                  <a:cubicBezTo>
                    <a:pt x="53" y="3076"/>
                    <a:pt x="132" y="2938"/>
                    <a:pt x="190" y="2813"/>
                  </a:cubicBezTo>
                  <a:cubicBezTo>
                    <a:pt x="292" y="2592"/>
                    <a:pt x="367" y="2364"/>
                    <a:pt x="462" y="2146"/>
                  </a:cubicBezTo>
                  <a:cubicBezTo>
                    <a:pt x="638" y="1740"/>
                    <a:pt x="707" y="1304"/>
                    <a:pt x="863" y="875"/>
                  </a:cubicBezTo>
                  <a:cubicBezTo>
                    <a:pt x="931" y="691"/>
                    <a:pt x="987" y="468"/>
                    <a:pt x="1020" y="257"/>
                  </a:cubicBezTo>
                  <a:cubicBezTo>
                    <a:pt x="1030" y="189"/>
                    <a:pt x="1074" y="55"/>
                    <a:pt x="10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65"/>
            <p:cNvSpPr/>
            <p:nvPr/>
          </p:nvSpPr>
          <p:spPr>
            <a:xfrm>
              <a:off x="555769" y="4278151"/>
              <a:ext cx="30103" cy="107992"/>
            </a:xfrm>
            <a:custGeom>
              <a:rect b="b" l="l" r="r" t="t"/>
              <a:pathLst>
                <a:path extrusionOk="0" h="3817" w="1064">
                  <a:moveTo>
                    <a:pt x="1023" y="0"/>
                  </a:moveTo>
                  <a:cubicBezTo>
                    <a:pt x="1016" y="143"/>
                    <a:pt x="963" y="251"/>
                    <a:pt x="926" y="361"/>
                  </a:cubicBezTo>
                  <a:cubicBezTo>
                    <a:pt x="860" y="547"/>
                    <a:pt x="825" y="746"/>
                    <a:pt x="771" y="927"/>
                  </a:cubicBezTo>
                  <a:cubicBezTo>
                    <a:pt x="600" y="1482"/>
                    <a:pt x="503" y="2053"/>
                    <a:pt x="335" y="2596"/>
                  </a:cubicBezTo>
                  <a:cubicBezTo>
                    <a:pt x="242" y="2894"/>
                    <a:pt x="194" y="3192"/>
                    <a:pt x="97" y="3471"/>
                  </a:cubicBezTo>
                  <a:cubicBezTo>
                    <a:pt x="61" y="3574"/>
                    <a:pt x="61" y="3698"/>
                    <a:pt x="1" y="3779"/>
                  </a:cubicBezTo>
                  <a:lnTo>
                    <a:pt x="1" y="3817"/>
                  </a:lnTo>
                  <a:lnTo>
                    <a:pt x="13" y="3817"/>
                  </a:lnTo>
                  <a:cubicBezTo>
                    <a:pt x="132" y="3532"/>
                    <a:pt x="250" y="3246"/>
                    <a:pt x="367" y="2959"/>
                  </a:cubicBezTo>
                  <a:cubicBezTo>
                    <a:pt x="536" y="2526"/>
                    <a:pt x="628" y="2048"/>
                    <a:pt x="769" y="1584"/>
                  </a:cubicBezTo>
                  <a:cubicBezTo>
                    <a:pt x="860" y="1287"/>
                    <a:pt x="888" y="975"/>
                    <a:pt x="969" y="684"/>
                  </a:cubicBezTo>
                  <a:cubicBezTo>
                    <a:pt x="1004" y="565"/>
                    <a:pt x="985" y="339"/>
                    <a:pt x="1043" y="246"/>
                  </a:cubicBezTo>
                  <a:cubicBezTo>
                    <a:pt x="1048" y="168"/>
                    <a:pt x="1064" y="40"/>
                    <a:pt x="10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65"/>
            <p:cNvSpPr/>
            <p:nvPr/>
          </p:nvSpPr>
          <p:spPr>
            <a:xfrm>
              <a:off x="554949" y="4386876"/>
              <a:ext cx="368" cy="707"/>
            </a:xfrm>
            <a:custGeom>
              <a:rect b="b" l="l" r="r" t="t"/>
              <a:pathLst>
                <a:path extrusionOk="0" h="25" w="13">
                  <a:moveTo>
                    <a:pt x="1" y="0"/>
                  </a:moveTo>
                  <a:lnTo>
                    <a:pt x="1" y="25"/>
                  </a:lnTo>
                  <a:lnTo>
                    <a:pt x="12" y="25"/>
                  </a:lnTo>
                  <a:cubicBezTo>
                    <a:pt x="5" y="3"/>
                    <a:pt x="11" y="12"/>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65"/>
            <p:cNvSpPr/>
            <p:nvPr/>
          </p:nvSpPr>
          <p:spPr>
            <a:xfrm>
              <a:off x="579959" y="4707449"/>
              <a:ext cx="7809" cy="24388"/>
            </a:xfrm>
            <a:custGeom>
              <a:rect b="b" l="l" r="r" t="t"/>
              <a:pathLst>
                <a:path extrusionOk="0" h="862" w="276">
                  <a:moveTo>
                    <a:pt x="257" y="1"/>
                  </a:moveTo>
                  <a:lnTo>
                    <a:pt x="257" y="1"/>
                  </a:lnTo>
                  <a:cubicBezTo>
                    <a:pt x="168" y="169"/>
                    <a:pt x="63" y="350"/>
                    <a:pt x="37" y="578"/>
                  </a:cubicBezTo>
                  <a:cubicBezTo>
                    <a:pt x="28" y="656"/>
                    <a:pt x="1" y="786"/>
                    <a:pt x="44" y="848"/>
                  </a:cubicBezTo>
                  <a:lnTo>
                    <a:pt x="44" y="861"/>
                  </a:lnTo>
                  <a:cubicBezTo>
                    <a:pt x="107" y="781"/>
                    <a:pt x="172" y="332"/>
                    <a:pt x="213" y="206"/>
                  </a:cubicBezTo>
                  <a:cubicBezTo>
                    <a:pt x="233" y="148"/>
                    <a:pt x="276" y="39"/>
                    <a:pt x="2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65"/>
            <p:cNvSpPr/>
            <p:nvPr/>
          </p:nvSpPr>
          <p:spPr>
            <a:xfrm>
              <a:off x="571415" y="4689201"/>
              <a:ext cx="17343" cy="33696"/>
            </a:xfrm>
            <a:custGeom>
              <a:rect b="b" l="l" r="r" t="t"/>
              <a:pathLst>
                <a:path extrusionOk="0" h="1191" w="613">
                  <a:moveTo>
                    <a:pt x="585" y="0"/>
                  </a:moveTo>
                  <a:lnTo>
                    <a:pt x="585" y="0"/>
                  </a:lnTo>
                  <a:cubicBezTo>
                    <a:pt x="556" y="89"/>
                    <a:pt x="492" y="154"/>
                    <a:pt x="451" y="228"/>
                  </a:cubicBezTo>
                  <a:cubicBezTo>
                    <a:pt x="339" y="429"/>
                    <a:pt x="250" y="620"/>
                    <a:pt x="153" y="830"/>
                  </a:cubicBezTo>
                  <a:cubicBezTo>
                    <a:pt x="124" y="894"/>
                    <a:pt x="0" y="1072"/>
                    <a:pt x="54" y="1165"/>
                  </a:cubicBezTo>
                  <a:lnTo>
                    <a:pt x="54" y="1191"/>
                  </a:lnTo>
                  <a:cubicBezTo>
                    <a:pt x="114" y="1114"/>
                    <a:pt x="134" y="999"/>
                    <a:pt x="176" y="909"/>
                  </a:cubicBezTo>
                  <a:cubicBezTo>
                    <a:pt x="269" y="711"/>
                    <a:pt x="376" y="495"/>
                    <a:pt x="474" y="294"/>
                  </a:cubicBezTo>
                  <a:cubicBezTo>
                    <a:pt x="506" y="231"/>
                    <a:pt x="613" y="54"/>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65"/>
            <p:cNvSpPr/>
            <p:nvPr/>
          </p:nvSpPr>
          <p:spPr>
            <a:xfrm>
              <a:off x="568670" y="4676725"/>
              <a:ext cx="17428" cy="28547"/>
            </a:xfrm>
            <a:custGeom>
              <a:rect b="b" l="l" r="r" t="t"/>
              <a:pathLst>
                <a:path extrusionOk="0" h="1009" w="616">
                  <a:moveTo>
                    <a:pt x="602" y="1"/>
                  </a:moveTo>
                  <a:cubicBezTo>
                    <a:pt x="406" y="197"/>
                    <a:pt x="208" y="419"/>
                    <a:pt x="84" y="688"/>
                  </a:cubicBezTo>
                  <a:cubicBezTo>
                    <a:pt x="49" y="764"/>
                    <a:pt x="44" y="905"/>
                    <a:pt x="0" y="970"/>
                  </a:cubicBezTo>
                  <a:lnTo>
                    <a:pt x="0" y="1008"/>
                  </a:lnTo>
                  <a:lnTo>
                    <a:pt x="13" y="1008"/>
                  </a:lnTo>
                  <a:cubicBezTo>
                    <a:pt x="80" y="752"/>
                    <a:pt x="259" y="544"/>
                    <a:pt x="390" y="345"/>
                  </a:cubicBezTo>
                  <a:cubicBezTo>
                    <a:pt x="457" y="238"/>
                    <a:pt x="512" y="98"/>
                    <a:pt x="615" y="27"/>
                  </a:cubicBezTo>
                  <a:cubicBezTo>
                    <a:pt x="608" y="5"/>
                    <a:pt x="614" y="14"/>
                    <a:pt x="6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65"/>
            <p:cNvSpPr/>
            <p:nvPr/>
          </p:nvSpPr>
          <p:spPr>
            <a:xfrm>
              <a:off x="587569" y="4706714"/>
              <a:ext cx="396" cy="764"/>
            </a:xfrm>
            <a:custGeom>
              <a:rect b="b" l="l" r="r" t="t"/>
              <a:pathLst>
                <a:path extrusionOk="0" h="27" w="14">
                  <a:moveTo>
                    <a:pt x="1" y="1"/>
                  </a:moveTo>
                  <a:lnTo>
                    <a:pt x="1" y="27"/>
                  </a:lnTo>
                  <a:lnTo>
                    <a:pt x="14" y="27"/>
                  </a:lnTo>
                  <a:cubicBezTo>
                    <a:pt x="7" y="3"/>
                    <a:pt x="12"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65"/>
            <p:cNvSpPr/>
            <p:nvPr/>
          </p:nvSpPr>
          <p:spPr>
            <a:xfrm>
              <a:off x="563889" y="3634119"/>
              <a:ext cx="17456" cy="45777"/>
            </a:xfrm>
            <a:custGeom>
              <a:rect b="b" l="l" r="r" t="t"/>
              <a:pathLst>
                <a:path extrusionOk="0" h="1618" w="617">
                  <a:moveTo>
                    <a:pt x="604" y="1"/>
                  </a:moveTo>
                  <a:lnTo>
                    <a:pt x="604" y="1"/>
                  </a:lnTo>
                  <a:cubicBezTo>
                    <a:pt x="569" y="116"/>
                    <a:pt x="489" y="206"/>
                    <a:pt x="442" y="308"/>
                  </a:cubicBezTo>
                  <a:cubicBezTo>
                    <a:pt x="325" y="561"/>
                    <a:pt x="211" y="822"/>
                    <a:pt x="115" y="1090"/>
                  </a:cubicBezTo>
                  <a:cubicBezTo>
                    <a:pt x="79" y="1193"/>
                    <a:pt x="0" y="1482"/>
                    <a:pt x="79" y="1593"/>
                  </a:cubicBezTo>
                  <a:lnTo>
                    <a:pt x="79" y="1618"/>
                  </a:lnTo>
                  <a:cubicBezTo>
                    <a:pt x="117" y="1561"/>
                    <a:pt x="122" y="1367"/>
                    <a:pt x="150" y="1296"/>
                  </a:cubicBezTo>
                  <a:cubicBezTo>
                    <a:pt x="264" y="1005"/>
                    <a:pt x="364" y="687"/>
                    <a:pt x="479" y="399"/>
                  </a:cubicBezTo>
                  <a:cubicBezTo>
                    <a:pt x="506" y="331"/>
                    <a:pt x="617" y="28"/>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65"/>
            <p:cNvSpPr/>
            <p:nvPr/>
          </p:nvSpPr>
          <p:spPr>
            <a:xfrm>
              <a:off x="546037" y="3812611"/>
              <a:ext cx="396" cy="707"/>
            </a:xfrm>
            <a:custGeom>
              <a:rect b="b" l="l" r="r" t="t"/>
              <a:pathLst>
                <a:path extrusionOk="0" h="25" w="14">
                  <a:moveTo>
                    <a:pt x="0" y="0"/>
                  </a:moveTo>
                  <a:lnTo>
                    <a:pt x="0" y="25"/>
                  </a:lnTo>
                  <a:lnTo>
                    <a:pt x="13" y="25"/>
                  </a:lnTo>
                  <a:cubicBezTo>
                    <a:pt x="6" y="3"/>
                    <a:pt x="12"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65"/>
            <p:cNvSpPr/>
            <p:nvPr/>
          </p:nvSpPr>
          <p:spPr>
            <a:xfrm>
              <a:off x="588305" y="4688466"/>
              <a:ext cx="424" cy="764"/>
            </a:xfrm>
            <a:custGeom>
              <a:rect b="b" l="l" r="r" t="t"/>
              <a:pathLst>
                <a:path extrusionOk="0" h="27" w="15">
                  <a:moveTo>
                    <a:pt x="1" y="0"/>
                  </a:moveTo>
                  <a:cubicBezTo>
                    <a:pt x="2" y="10"/>
                    <a:pt x="2" y="17"/>
                    <a:pt x="1" y="26"/>
                  </a:cubicBezTo>
                  <a:lnTo>
                    <a:pt x="14" y="26"/>
                  </a:lnTo>
                  <a:cubicBezTo>
                    <a:pt x="7" y="4"/>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65"/>
            <p:cNvSpPr/>
            <p:nvPr/>
          </p:nvSpPr>
          <p:spPr>
            <a:xfrm>
              <a:off x="574980" y="3640371"/>
              <a:ext cx="25293" cy="53303"/>
            </a:xfrm>
            <a:custGeom>
              <a:rect b="b" l="l" r="r" t="t"/>
              <a:pathLst>
                <a:path extrusionOk="0" h="1884" w="894">
                  <a:moveTo>
                    <a:pt x="867" y="1"/>
                  </a:moveTo>
                  <a:cubicBezTo>
                    <a:pt x="805" y="92"/>
                    <a:pt x="705" y="161"/>
                    <a:pt x="642" y="255"/>
                  </a:cubicBezTo>
                  <a:cubicBezTo>
                    <a:pt x="441" y="558"/>
                    <a:pt x="297" y="921"/>
                    <a:pt x="155" y="1279"/>
                  </a:cubicBezTo>
                  <a:cubicBezTo>
                    <a:pt x="101" y="1411"/>
                    <a:pt x="1" y="1745"/>
                    <a:pt x="116" y="1872"/>
                  </a:cubicBezTo>
                  <a:lnTo>
                    <a:pt x="116" y="1884"/>
                  </a:lnTo>
                  <a:cubicBezTo>
                    <a:pt x="138" y="1852"/>
                    <a:pt x="129" y="1782"/>
                    <a:pt x="145" y="1743"/>
                  </a:cubicBezTo>
                  <a:cubicBezTo>
                    <a:pt x="210" y="1574"/>
                    <a:pt x="261" y="1392"/>
                    <a:pt x="337" y="1218"/>
                  </a:cubicBezTo>
                  <a:cubicBezTo>
                    <a:pt x="518" y="803"/>
                    <a:pt x="681" y="374"/>
                    <a:pt x="8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65"/>
            <p:cNvSpPr/>
            <p:nvPr/>
          </p:nvSpPr>
          <p:spPr>
            <a:xfrm>
              <a:off x="581317" y="3633383"/>
              <a:ext cx="396" cy="764"/>
            </a:xfrm>
            <a:custGeom>
              <a:rect b="b" l="l" r="r" t="t"/>
              <a:pathLst>
                <a:path extrusionOk="0" h="27" w="14">
                  <a:moveTo>
                    <a:pt x="1" y="1"/>
                  </a:moveTo>
                  <a:lnTo>
                    <a:pt x="1" y="27"/>
                  </a:lnTo>
                  <a:lnTo>
                    <a:pt x="14" y="27"/>
                  </a:lnTo>
                  <a:cubicBezTo>
                    <a:pt x="7" y="5"/>
                    <a:pt x="11"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65"/>
            <p:cNvSpPr/>
            <p:nvPr/>
          </p:nvSpPr>
          <p:spPr>
            <a:xfrm>
              <a:off x="775851" y="4665210"/>
              <a:ext cx="25124" cy="29141"/>
            </a:xfrm>
            <a:custGeom>
              <a:rect b="b" l="l" r="r" t="t"/>
              <a:pathLst>
                <a:path extrusionOk="0" h="1030" w="888">
                  <a:moveTo>
                    <a:pt x="874" y="1"/>
                  </a:moveTo>
                  <a:cubicBezTo>
                    <a:pt x="819" y="56"/>
                    <a:pt x="752" y="94"/>
                    <a:pt x="691" y="139"/>
                  </a:cubicBezTo>
                  <a:cubicBezTo>
                    <a:pt x="641" y="174"/>
                    <a:pt x="608" y="230"/>
                    <a:pt x="570" y="280"/>
                  </a:cubicBezTo>
                  <a:cubicBezTo>
                    <a:pt x="470" y="405"/>
                    <a:pt x="325" y="502"/>
                    <a:pt x="227" y="633"/>
                  </a:cubicBezTo>
                  <a:cubicBezTo>
                    <a:pt x="146" y="742"/>
                    <a:pt x="95" y="905"/>
                    <a:pt x="0" y="1004"/>
                  </a:cubicBezTo>
                  <a:lnTo>
                    <a:pt x="0" y="1030"/>
                  </a:lnTo>
                  <a:cubicBezTo>
                    <a:pt x="70" y="982"/>
                    <a:pt x="120" y="893"/>
                    <a:pt x="172" y="826"/>
                  </a:cubicBezTo>
                  <a:cubicBezTo>
                    <a:pt x="316" y="640"/>
                    <a:pt x="503" y="477"/>
                    <a:pt x="649" y="294"/>
                  </a:cubicBezTo>
                  <a:cubicBezTo>
                    <a:pt x="720" y="204"/>
                    <a:pt x="793" y="89"/>
                    <a:pt x="887" y="27"/>
                  </a:cubicBezTo>
                  <a:cubicBezTo>
                    <a:pt x="878" y="5"/>
                    <a:pt x="884" y="14"/>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65"/>
            <p:cNvSpPr/>
            <p:nvPr/>
          </p:nvSpPr>
          <p:spPr>
            <a:xfrm>
              <a:off x="783772" y="3858585"/>
              <a:ext cx="453" cy="1471"/>
            </a:xfrm>
            <a:custGeom>
              <a:rect b="b" l="l" r="r" t="t"/>
              <a:pathLst>
                <a:path extrusionOk="0" h="52" w="16">
                  <a:moveTo>
                    <a:pt x="4" y="1"/>
                  </a:moveTo>
                  <a:cubicBezTo>
                    <a:pt x="4" y="18"/>
                    <a:pt x="4" y="36"/>
                    <a:pt x="1" y="52"/>
                  </a:cubicBezTo>
                  <a:cubicBezTo>
                    <a:pt x="15" y="30"/>
                    <a:pt x="15" y="25"/>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65"/>
            <p:cNvSpPr/>
            <p:nvPr/>
          </p:nvSpPr>
          <p:spPr>
            <a:xfrm>
              <a:off x="546405" y="3778180"/>
              <a:ext cx="15816" cy="34460"/>
            </a:xfrm>
            <a:custGeom>
              <a:rect b="b" l="l" r="r" t="t"/>
              <a:pathLst>
                <a:path extrusionOk="0" h="1218" w="559">
                  <a:moveTo>
                    <a:pt x="544" y="0"/>
                  </a:moveTo>
                  <a:cubicBezTo>
                    <a:pt x="362" y="332"/>
                    <a:pt x="3" y="724"/>
                    <a:pt x="0" y="1217"/>
                  </a:cubicBezTo>
                  <a:cubicBezTo>
                    <a:pt x="73" y="1131"/>
                    <a:pt x="101" y="988"/>
                    <a:pt x="150" y="884"/>
                  </a:cubicBezTo>
                  <a:cubicBezTo>
                    <a:pt x="237" y="698"/>
                    <a:pt x="348" y="495"/>
                    <a:pt x="432" y="309"/>
                  </a:cubicBezTo>
                  <a:cubicBezTo>
                    <a:pt x="460" y="250"/>
                    <a:pt x="559" y="32"/>
                    <a:pt x="5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65"/>
            <p:cNvSpPr/>
            <p:nvPr/>
          </p:nvSpPr>
          <p:spPr>
            <a:xfrm>
              <a:off x="565445" y="4596574"/>
              <a:ext cx="368" cy="1132"/>
            </a:xfrm>
            <a:custGeom>
              <a:rect b="b" l="l" r="r" t="t"/>
              <a:pathLst>
                <a:path extrusionOk="0" h="40" w="13">
                  <a:moveTo>
                    <a:pt x="1" y="0"/>
                  </a:moveTo>
                  <a:lnTo>
                    <a:pt x="1" y="39"/>
                  </a:lnTo>
                  <a:lnTo>
                    <a:pt x="12" y="39"/>
                  </a:lnTo>
                  <a:cubicBezTo>
                    <a:pt x="9" y="12"/>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65"/>
            <p:cNvSpPr/>
            <p:nvPr/>
          </p:nvSpPr>
          <p:spPr>
            <a:xfrm>
              <a:off x="666730" y="4613351"/>
              <a:ext cx="396" cy="707"/>
            </a:xfrm>
            <a:custGeom>
              <a:rect b="b" l="l" r="r" t="t"/>
              <a:pathLst>
                <a:path extrusionOk="0" h="25" w="14">
                  <a:moveTo>
                    <a:pt x="0" y="0"/>
                  </a:moveTo>
                  <a:lnTo>
                    <a:pt x="0" y="25"/>
                  </a:lnTo>
                  <a:lnTo>
                    <a:pt x="13" y="25"/>
                  </a:lnTo>
                  <a:cubicBezTo>
                    <a:pt x="6" y="3"/>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65"/>
            <p:cNvSpPr/>
            <p:nvPr/>
          </p:nvSpPr>
          <p:spPr>
            <a:xfrm>
              <a:off x="780292" y="4670925"/>
              <a:ext cx="31150" cy="37431"/>
            </a:xfrm>
            <a:custGeom>
              <a:rect b="b" l="l" r="r" t="t"/>
              <a:pathLst>
                <a:path extrusionOk="0" h="1323" w="1101">
                  <a:moveTo>
                    <a:pt x="1075" y="1"/>
                  </a:moveTo>
                  <a:cubicBezTo>
                    <a:pt x="1030" y="66"/>
                    <a:pt x="956" y="105"/>
                    <a:pt x="892" y="152"/>
                  </a:cubicBezTo>
                  <a:cubicBezTo>
                    <a:pt x="774" y="265"/>
                    <a:pt x="653" y="379"/>
                    <a:pt x="535" y="494"/>
                  </a:cubicBezTo>
                  <a:cubicBezTo>
                    <a:pt x="410" y="653"/>
                    <a:pt x="250" y="793"/>
                    <a:pt x="137" y="962"/>
                  </a:cubicBezTo>
                  <a:cubicBezTo>
                    <a:pt x="80" y="1047"/>
                    <a:pt x="63" y="1159"/>
                    <a:pt x="3" y="1244"/>
                  </a:cubicBezTo>
                  <a:cubicBezTo>
                    <a:pt x="3" y="1268"/>
                    <a:pt x="0" y="1295"/>
                    <a:pt x="0" y="1322"/>
                  </a:cubicBezTo>
                  <a:lnTo>
                    <a:pt x="13" y="1322"/>
                  </a:lnTo>
                  <a:cubicBezTo>
                    <a:pt x="61" y="1170"/>
                    <a:pt x="217" y="1056"/>
                    <a:pt x="306" y="940"/>
                  </a:cubicBezTo>
                  <a:cubicBezTo>
                    <a:pt x="487" y="701"/>
                    <a:pt x="681" y="488"/>
                    <a:pt x="864" y="255"/>
                  </a:cubicBezTo>
                  <a:cubicBezTo>
                    <a:pt x="931" y="166"/>
                    <a:pt x="1036" y="97"/>
                    <a:pt x="11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65"/>
            <p:cNvSpPr/>
            <p:nvPr/>
          </p:nvSpPr>
          <p:spPr>
            <a:xfrm>
              <a:off x="719409" y="3271306"/>
              <a:ext cx="9167" cy="10525"/>
            </a:xfrm>
            <a:custGeom>
              <a:rect b="b" l="l" r="r" t="t"/>
              <a:pathLst>
                <a:path extrusionOk="0" h="372" w="324">
                  <a:moveTo>
                    <a:pt x="255" y="0"/>
                  </a:moveTo>
                  <a:lnTo>
                    <a:pt x="255" y="0"/>
                  </a:lnTo>
                  <a:cubicBezTo>
                    <a:pt x="214" y="140"/>
                    <a:pt x="88" y="236"/>
                    <a:pt x="15" y="356"/>
                  </a:cubicBezTo>
                  <a:cubicBezTo>
                    <a:pt x="8" y="359"/>
                    <a:pt x="5" y="365"/>
                    <a:pt x="1" y="368"/>
                  </a:cubicBezTo>
                  <a:cubicBezTo>
                    <a:pt x="22" y="371"/>
                    <a:pt x="30" y="371"/>
                    <a:pt x="41" y="371"/>
                  </a:cubicBezTo>
                  <a:cubicBezTo>
                    <a:pt x="51" y="371"/>
                    <a:pt x="64" y="371"/>
                    <a:pt x="92" y="371"/>
                  </a:cubicBezTo>
                  <a:cubicBezTo>
                    <a:pt x="142" y="323"/>
                    <a:pt x="323" y="106"/>
                    <a:pt x="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65"/>
            <p:cNvSpPr/>
            <p:nvPr/>
          </p:nvSpPr>
          <p:spPr>
            <a:xfrm>
              <a:off x="795230" y="4687391"/>
              <a:ext cx="16523" cy="22351"/>
            </a:xfrm>
            <a:custGeom>
              <a:rect b="b" l="l" r="r" t="t"/>
              <a:pathLst>
                <a:path extrusionOk="0" h="790" w="584">
                  <a:moveTo>
                    <a:pt x="570" y="0"/>
                  </a:moveTo>
                  <a:cubicBezTo>
                    <a:pt x="481" y="130"/>
                    <a:pt x="327" y="217"/>
                    <a:pt x="228" y="342"/>
                  </a:cubicBezTo>
                  <a:cubicBezTo>
                    <a:pt x="176" y="409"/>
                    <a:pt x="115" y="477"/>
                    <a:pt x="68" y="545"/>
                  </a:cubicBezTo>
                  <a:cubicBezTo>
                    <a:pt x="39" y="591"/>
                    <a:pt x="35" y="646"/>
                    <a:pt x="2" y="685"/>
                  </a:cubicBezTo>
                  <a:cubicBezTo>
                    <a:pt x="2" y="720"/>
                    <a:pt x="0" y="755"/>
                    <a:pt x="0" y="790"/>
                  </a:cubicBezTo>
                  <a:lnTo>
                    <a:pt x="13" y="790"/>
                  </a:lnTo>
                  <a:cubicBezTo>
                    <a:pt x="47" y="691"/>
                    <a:pt x="131" y="625"/>
                    <a:pt x="185" y="547"/>
                  </a:cubicBezTo>
                  <a:cubicBezTo>
                    <a:pt x="301" y="380"/>
                    <a:pt x="416" y="137"/>
                    <a:pt x="583" y="26"/>
                  </a:cubicBezTo>
                  <a:cubicBezTo>
                    <a:pt x="576" y="5"/>
                    <a:pt x="582" y="13"/>
                    <a:pt x="5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65"/>
            <p:cNvSpPr/>
            <p:nvPr/>
          </p:nvSpPr>
          <p:spPr>
            <a:xfrm>
              <a:off x="725746" y="4061748"/>
              <a:ext cx="396" cy="764"/>
            </a:xfrm>
            <a:custGeom>
              <a:rect b="b" l="l" r="r" t="t"/>
              <a:pathLst>
                <a:path extrusionOk="0" h="27" w="14">
                  <a:moveTo>
                    <a:pt x="0" y="1"/>
                  </a:moveTo>
                  <a:lnTo>
                    <a:pt x="0" y="27"/>
                  </a:lnTo>
                  <a:lnTo>
                    <a:pt x="14" y="27"/>
                  </a:lnTo>
                  <a:cubicBezTo>
                    <a:pt x="5" y="5"/>
                    <a:pt x="9"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65"/>
            <p:cNvSpPr/>
            <p:nvPr/>
          </p:nvSpPr>
          <p:spPr>
            <a:xfrm>
              <a:off x="805302" y="3333293"/>
              <a:ext cx="396" cy="764"/>
            </a:xfrm>
            <a:custGeom>
              <a:rect b="b" l="l" r="r" t="t"/>
              <a:pathLst>
                <a:path extrusionOk="0" h="27" w="14">
                  <a:moveTo>
                    <a:pt x="0" y="0"/>
                  </a:moveTo>
                  <a:cubicBezTo>
                    <a:pt x="2" y="9"/>
                    <a:pt x="2" y="16"/>
                    <a:pt x="0" y="26"/>
                  </a:cubicBezTo>
                  <a:lnTo>
                    <a:pt x="13" y="26"/>
                  </a:lnTo>
                  <a:cubicBezTo>
                    <a:pt x="6" y="4"/>
                    <a:pt x="10"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65"/>
            <p:cNvSpPr/>
            <p:nvPr/>
          </p:nvSpPr>
          <p:spPr>
            <a:xfrm>
              <a:off x="565870" y="4595499"/>
              <a:ext cx="340" cy="764"/>
            </a:xfrm>
            <a:custGeom>
              <a:rect b="b" l="l" r="r" t="t"/>
              <a:pathLst>
                <a:path extrusionOk="0" h="27" w="12">
                  <a:moveTo>
                    <a:pt x="0" y="0"/>
                  </a:moveTo>
                  <a:lnTo>
                    <a:pt x="0" y="26"/>
                  </a:lnTo>
                  <a:lnTo>
                    <a:pt x="12" y="26"/>
                  </a:lnTo>
                  <a:cubicBezTo>
                    <a:pt x="4" y="5"/>
                    <a:pt x="10"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65"/>
            <p:cNvSpPr/>
            <p:nvPr/>
          </p:nvSpPr>
          <p:spPr>
            <a:xfrm>
              <a:off x="756725" y="4103421"/>
              <a:ext cx="18984" cy="49314"/>
            </a:xfrm>
            <a:custGeom>
              <a:rect b="b" l="l" r="r" t="t"/>
              <a:pathLst>
                <a:path extrusionOk="0" h="1743" w="671">
                  <a:moveTo>
                    <a:pt x="644" y="0"/>
                  </a:moveTo>
                  <a:lnTo>
                    <a:pt x="644" y="0"/>
                  </a:lnTo>
                  <a:cubicBezTo>
                    <a:pt x="605" y="146"/>
                    <a:pt x="513" y="271"/>
                    <a:pt x="455" y="396"/>
                  </a:cubicBezTo>
                  <a:cubicBezTo>
                    <a:pt x="269" y="800"/>
                    <a:pt x="55" y="1226"/>
                    <a:pt x="0" y="1742"/>
                  </a:cubicBezTo>
                  <a:lnTo>
                    <a:pt x="25" y="1742"/>
                  </a:lnTo>
                  <a:cubicBezTo>
                    <a:pt x="74" y="1652"/>
                    <a:pt x="141" y="1559"/>
                    <a:pt x="186" y="1461"/>
                  </a:cubicBezTo>
                  <a:cubicBezTo>
                    <a:pt x="330" y="1143"/>
                    <a:pt x="394" y="796"/>
                    <a:pt x="518" y="460"/>
                  </a:cubicBezTo>
                  <a:cubicBezTo>
                    <a:pt x="545" y="390"/>
                    <a:pt x="670" y="53"/>
                    <a:pt x="6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65"/>
            <p:cNvSpPr/>
            <p:nvPr/>
          </p:nvSpPr>
          <p:spPr>
            <a:xfrm>
              <a:off x="790110" y="3940320"/>
              <a:ext cx="396" cy="736"/>
            </a:xfrm>
            <a:custGeom>
              <a:rect b="b" l="l" r="r" t="t"/>
              <a:pathLst>
                <a:path extrusionOk="0" h="26" w="14">
                  <a:moveTo>
                    <a:pt x="1" y="1"/>
                  </a:moveTo>
                  <a:lnTo>
                    <a:pt x="1" y="25"/>
                  </a:lnTo>
                  <a:lnTo>
                    <a:pt x="14" y="25"/>
                  </a:lnTo>
                  <a:cubicBezTo>
                    <a:pt x="7" y="4"/>
                    <a:pt x="12" y="1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65"/>
            <p:cNvSpPr/>
            <p:nvPr/>
          </p:nvSpPr>
          <p:spPr>
            <a:xfrm>
              <a:off x="759922" y="4360169"/>
              <a:ext cx="16891" cy="81228"/>
            </a:xfrm>
            <a:custGeom>
              <a:rect b="b" l="l" r="r" t="t"/>
              <a:pathLst>
                <a:path extrusionOk="0" h="2871" w="597">
                  <a:moveTo>
                    <a:pt x="579" y="1"/>
                  </a:moveTo>
                  <a:lnTo>
                    <a:pt x="579" y="1"/>
                  </a:lnTo>
                  <a:cubicBezTo>
                    <a:pt x="563" y="115"/>
                    <a:pt x="501" y="223"/>
                    <a:pt x="459" y="319"/>
                  </a:cubicBezTo>
                  <a:cubicBezTo>
                    <a:pt x="403" y="499"/>
                    <a:pt x="348" y="678"/>
                    <a:pt x="291" y="858"/>
                  </a:cubicBezTo>
                  <a:cubicBezTo>
                    <a:pt x="169" y="1258"/>
                    <a:pt x="163" y="1693"/>
                    <a:pt x="57" y="2120"/>
                  </a:cubicBezTo>
                  <a:cubicBezTo>
                    <a:pt x="1" y="2347"/>
                    <a:pt x="66" y="2661"/>
                    <a:pt x="66" y="2871"/>
                  </a:cubicBezTo>
                  <a:cubicBezTo>
                    <a:pt x="131" y="2777"/>
                    <a:pt x="131" y="2372"/>
                    <a:pt x="169" y="2226"/>
                  </a:cubicBezTo>
                  <a:cubicBezTo>
                    <a:pt x="305" y="1715"/>
                    <a:pt x="321" y="1149"/>
                    <a:pt x="463" y="656"/>
                  </a:cubicBezTo>
                  <a:cubicBezTo>
                    <a:pt x="508" y="496"/>
                    <a:pt x="521" y="328"/>
                    <a:pt x="562" y="181"/>
                  </a:cubicBezTo>
                  <a:cubicBezTo>
                    <a:pt x="579" y="128"/>
                    <a:pt x="597" y="33"/>
                    <a:pt x="5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65"/>
            <p:cNvSpPr/>
            <p:nvPr/>
          </p:nvSpPr>
          <p:spPr>
            <a:xfrm>
              <a:off x="856539" y="3501091"/>
              <a:ext cx="18758" cy="64365"/>
            </a:xfrm>
            <a:custGeom>
              <a:rect b="b" l="l" r="r" t="t"/>
              <a:pathLst>
                <a:path extrusionOk="0" h="2275" w="663">
                  <a:moveTo>
                    <a:pt x="648" y="1"/>
                  </a:moveTo>
                  <a:cubicBezTo>
                    <a:pt x="575" y="140"/>
                    <a:pt x="473" y="277"/>
                    <a:pt x="407" y="423"/>
                  </a:cubicBezTo>
                  <a:cubicBezTo>
                    <a:pt x="300" y="648"/>
                    <a:pt x="217" y="888"/>
                    <a:pt x="132" y="1128"/>
                  </a:cubicBezTo>
                  <a:cubicBezTo>
                    <a:pt x="56" y="1343"/>
                    <a:pt x="59" y="1583"/>
                    <a:pt x="1" y="1823"/>
                  </a:cubicBezTo>
                  <a:lnTo>
                    <a:pt x="17" y="2275"/>
                  </a:lnTo>
                  <a:cubicBezTo>
                    <a:pt x="46" y="2231"/>
                    <a:pt x="20" y="2144"/>
                    <a:pt x="34" y="2081"/>
                  </a:cubicBezTo>
                  <a:cubicBezTo>
                    <a:pt x="58" y="1949"/>
                    <a:pt x="82" y="1817"/>
                    <a:pt x="107" y="1682"/>
                  </a:cubicBezTo>
                  <a:cubicBezTo>
                    <a:pt x="226" y="1279"/>
                    <a:pt x="319" y="865"/>
                    <a:pt x="468" y="501"/>
                  </a:cubicBezTo>
                  <a:cubicBezTo>
                    <a:pt x="501" y="424"/>
                    <a:pt x="662" y="34"/>
                    <a:pt x="6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65"/>
            <p:cNvSpPr/>
            <p:nvPr/>
          </p:nvSpPr>
          <p:spPr>
            <a:xfrm>
              <a:off x="727302" y="3940971"/>
              <a:ext cx="63262" cy="118263"/>
            </a:xfrm>
            <a:custGeom>
              <a:rect b="b" l="l" r="r" t="t"/>
              <a:pathLst>
                <a:path extrusionOk="0" h="4180" w="2236">
                  <a:moveTo>
                    <a:pt x="2211" y="1"/>
                  </a:moveTo>
                  <a:lnTo>
                    <a:pt x="2211" y="1"/>
                  </a:lnTo>
                  <a:cubicBezTo>
                    <a:pt x="2074" y="199"/>
                    <a:pt x="1914" y="386"/>
                    <a:pt x="1782" y="588"/>
                  </a:cubicBezTo>
                  <a:cubicBezTo>
                    <a:pt x="1549" y="940"/>
                    <a:pt x="1370" y="1320"/>
                    <a:pt x="1164" y="1698"/>
                  </a:cubicBezTo>
                  <a:cubicBezTo>
                    <a:pt x="1005" y="1987"/>
                    <a:pt x="832" y="2292"/>
                    <a:pt x="693" y="2592"/>
                  </a:cubicBezTo>
                  <a:cubicBezTo>
                    <a:pt x="534" y="2930"/>
                    <a:pt x="383" y="3266"/>
                    <a:pt x="230" y="3602"/>
                  </a:cubicBezTo>
                  <a:cubicBezTo>
                    <a:pt x="162" y="3758"/>
                    <a:pt x="104" y="4028"/>
                    <a:pt x="1" y="4140"/>
                  </a:cubicBezTo>
                  <a:lnTo>
                    <a:pt x="1" y="4179"/>
                  </a:lnTo>
                  <a:lnTo>
                    <a:pt x="12" y="4179"/>
                  </a:lnTo>
                  <a:cubicBezTo>
                    <a:pt x="63" y="4009"/>
                    <a:pt x="175" y="3852"/>
                    <a:pt x="257" y="3707"/>
                  </a:cubicBezTo>
                  <a:cubicBezTo>
                    <a:pt x="412" y="3420"/>
                    <a:pt x="549" y="3128"/>
                    <a:pt x="701" y="2851"/>
                  </a:cubicBezTo>
                  <a:cubicBezTo>
                    <a:pt x="946" y="2407"/>
                    <a:pt x="1164" y="1948"/>
                    <a:pt x="1404" y="1509"/>
                  </a:cubicBezTo>
                  <a:cubicBezTo>
                    <a:pt x="1487" y="1356"/>
                    <a:pt x="1539" y="1195"/>
                    <a:pt x="1632" y="1049"/>
                  </a:cubicBezTo>
                  <a:cubicBezTo>
                    <a:pt x="1792" y="801"/>
                    <a:pt x="1929" y="534"/>
                    <a:pt x="2075" y="270"/>
                  </a:cubicBezTo>
                  <a:cubicBezTo>
                    <a:pt x="2110" y="210"/>
                    <a:pt x="2235" y="66"/>
                    <a:pt x="22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65"/>
            <p:cNvSpPr/>
            <p:nvPr/>
          </p:nvSpPr>
          <p:spPr>
            <a:xfrm>
              <a:off x="754943" y="4307857"/>
              <a:ext cx="23285" cy="97553"/>
            </a:xfrm>
            <a:custGeom>
              <a:rect b="b" l="l" r="r" t="t"/>
              <a:pathLst>
                <a:path extrusionOk="0" h="3448" w="823">
                  <a:moveTo>
                    <a:pt x="799" y="0"/>
                  </a:moveTo>
                  <a:lnTo>
                    <a:pt x="799" y="0"/>
                  </a:lnTo>
                  <a:cubicBezTo>
                    <a:pt x="623" y="343"/>
                    <a:pt x="508" y="755"/>
                    <a:pt x="386" y="1155"/>
                  </a:cubicBezTo>
                  <a:cubicBezTo>
                    <a:pt x="348" y="1277"/>
                    <a:pt x="351" y="1378"/>
                    <a:pt x="313" y="1502"/>
                  </a:cubicBezTo>
                  <a:cubicBezTo>
                    <a:pt x="228" y="1786"/>
                    <a:pt x="191" y="2113"/>
                    <a:pt x="114" y="2417"/>
                  </a:cubicBezTo>
                  <a:cubicBezTo>
                    <a:pt x="102" y="2520"/>
                    <a:pt x="91" y="2623"/>
                    <a:pt x="81" y="2725"/>
                  </a:cubicBezTo>
                  <a:cubicBezTo>
                    <a:pt x="30" y="2933"/>
                    <a:pt x="5" y="3216"/>
                    <a:pt x="1" y="3447"/>
                  </a:cubicBezTo>
                  <a:cubicBezTo>
                    <a:pt x="47" y="3383"/>
                    <a:pt x="33" y="3274"/>
                    <a:pt x="57" y="3189"/>
                  </a:cubicBezTo>
                  <a:cubicBezTo>
                    <a:pt x="105" y="3021"/>
                    <a:pt x="132" y="2844"/>
                    <a:pt x="184" y="2662"/>
                  </a:cubicBezTo>
                  <a:cubicBezTo>
                    <a:pt x="360" y="2055"/>
                    <a:pt x="437" y="1378"/>
                    <a:pt x="626" y="785"/>
                  </a:cubicBezTo>
                  <a:cubicBezTo>
                    <a:pt x="687" y="589"/>
                    <a:pt x="720" y="391"/>
                    <a:pt x="780" y="207"/>
                  </a:cubicBezTo>
                  <a:cubicBezTo>
                    <a:pt x="799" y="154"/>
                    <a:pt x="822" y="41"/>
                    <a:pt x="7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65"/>
            <p:cNvSpPr/>
            <p:nvPr/>
          </p:nvSpPr>
          <p:spPr>
            <a:xfrm>
              <a:off x="875211" y="3500412"/>
              <a:ext cx="424" cy="707"/>
            </a:xfrm>
            <a:custGeom>
              <a:rect b="b" l="l" r="r" t="t"/>
              <a:pathLst>
                <a:path extrusionOk="0" h="25" w="15">
                  <a:moveTo>
                    <a:pt x="1" y="0"/>
                  </a:moveTo>
                  <a:lnTo>
                    <a:pt x="1" y="25"/>
                  </a:lnTo>
                  <a:lnTo>
                    <a:pt x="14" y="25"/>
                  </a:lnTo>
                  <a:cubicBezTo>
                    <a:pt x="7" y="3"/>
                    <a:pt x="11" y="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65"/>
            <p:cNvSpPr/>
            <p:nvPr/>
          </p:nvSpPr>
          <p:spPr>
            <a:xfrm>
              <a:off x="983823" y="3433276"/>
              <a:ext cx="396" cy="764"/>
            </a:xfrm>
            <a:custGeom>
              <a:rect b="b" l="l" r="r" t="t"/>
              <a:pathLst>
                <a:path extrusionOk="0" h="27" w="14">
                  <a:moveTo>
                    <a:pt x="0" y="0"/>
                  </a:moveTo>
                  <a:lnTo>
                    <a:pt x="0" y="27"/>
                  </a:lnTo>
                  <a:lnTo>
                    <a:pt x="13" y="27"/>
                  </a:lnTo>
                  <a:cubicBezTo>
                    <a:pt x="6" y="5"/>
                    <a:pt x="10"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65"/>
            <p:cNvSpPr/>
            <p:nvPr/>
          </p:nvSpPr>
          <p:spPr>
            <a:xfrm>
              <a:off x="864602" y="3534419"/>
              <a:ext cx="11883" cy="36809"/>
            </a:xfrm>
            <a:custGeom>
              <a:rect b="b" l="l" r="r" t="t"/>
              <a:pathLst>
                <a:path extrusionOk="0" h="1301" w="420">
                  <a:moveTo>
                    <a:pt x="389" y="1"/>
                  </a:moveTo>
                  <a:lnTo>
                    <a:pt x="389" y="1"/>
                  </a:lnTo>
                  <a:cubicBezTo>
                    <a:pt x="363" y="89"/>
                    <a:pt x="305" y="165"/>
                    <a:pt x="268" y="245"/>
                  </a:cubicBezTo>
                  <a:cubicBezTo>
                    <a:pt x="183" y="431"/>
                    <a:pt x="122" y="645"/>
                    <a:pt x="60" y="848"/>
                  </a:cubicBezTo>
                  <a:cubicBezTo>
                    <a:pt x="28" y="960"/>
                    <a:pt x="1" y="1191"/>
                    <a:pt x="65" y="1274"/>
                  </a:cubicBezTo>
                  <a:lnTo>
                    <a:pt x="65" y="1300"/>
                  </a:lnTo>
                  <a:lnTo>
                    <a:pt x="78" y="1287"/>
                  </a:lnTo>
                  <a:cubicBezTo>
                    <a:pt x="122" y="1260"/>
                    <a:pt x="129" y="1021"/>
                    <a:pt x="149" y="953"/>
                  </a:cubicBezTo>
                  <a:cubicBezTo>
                    <a:pt x="213" y="735"/>
                    <a:pt x="245" y="496"/>
                    <a:pt x="318" y="271"/>
                  </a:cubicBezTo>
                  <a:cubicBezTo>
                    <a:pt x="337" y="208"/>
                    <a:pt x="420" y="60"/>
                    <a:pt x="3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65"/>
            <p:cNvSpPr/>
            <p:nvPr/>
          </p:nvSpPr>
          <p:spPr>
            <a:xfrm>
              <a:off x="426872" y="2986069"/>
              <a:ext cx="624189" cy="1765339"/>
            </a:xfrm>
            <a:custGeom>
              <a:rect b="b" l="l" r="r" t="t"/>
              <a:pathLst>
                <a:path extrusionOk="0" h="62396" w="22062">
                  <a:moveTo>
                    <a:pt x="8209" y="191"/>
                  </a:moveTo>
                  <a:cubicBezTo>
                    <a:pt x="8667" y="203"/>
                    <a:pt x="9036" y="232"/>
                    <a:pt x="9356" y="371"/>
                  </a:cubicBezTo>
                  <a:cubicBezTo>
                    <a:pt x="9822" y="575"/>
                    <a:pt x="10191" y="895"/>
                    <a:pt x="10659" y="1084"/>
                  </a:cubicBezTo>
                  <a:cubicBezTo>
                    <a:pt x="10847" y="1160"/>
                    <a:pt x="11070" y="1196"/>
                    <a:pt x="11291" y="1196"/>
                  </a:cubicBezTo>
                  <a:cubicBezTo>
                    <a:pt x="11476" y="1196"/>
                    <a:pt x="11660" y="1171"/>
                    <a:pt x="11822" y="1122"/>
                  </a:cubicBezTo>
                  <a:cubicBezTo>
                    <a:pt x="11911" y="1094"/>
                    <a:pt x="12024" y="1100"/>
                    <a:pt x="12095" y="1050"/>
                  </a:cubicBezTo>
                  <a:cubicBezTo>
                    <a:pt x="12165" y="1050"/>
                    <a:pt x="12209" y="1058"/>
                    <a:pt x="12250" y="1079"/>
                  </a:cubicBezTo>
                  <a:cubicBezTo>
                    <a:pt x="12248" y="1191"/>
                    <a:pt x="12238" y="1279"/>
                    <a:pt x="12204" y="1363"/>
                  </a:cubicBezTo>
                  <a:cubicBezTo>
                    <a:pt x="12168" y="1453"/>
                    <a:pt x="11822" y="1774"/>
                    <a:pt x="11729" y="1818"/>
                  </a:cubicBezTo>
                  <a:lnTo>
                    <a:pt x="11729" y="1843"/>
                  </a:lnTo>
                  <a:cubicBezTo>
                    <a:pt x="11928" y="1840"/>
                    <a:pt x="12049" y="1732"/>
                    <a:pt x="12172" y="1645"/>
                  </a:cubicBezTo>
                  <a:cubicBezTo>
                    <a:pt x="12210" y="1619"/>
                    <a:pt x="12268" y="1545"/>
                    <a:pt x="12333" y="1545"/>
                  </a:cubicBezTo>
                  <a:cubicBezTo>
                    <a:pt x="12349" y="1545"/>
                    <a:pt x="12365" y="1549"/>
                    <a:pt x="12382" y="1559"/>
                  </a:cubicBezTo>
                  <a:cubicBezTo>
                    <a:pt x="12481" y="1600"/>
                    <a:pt x="12473" y="1806"/>
                    <a:pt x="12425" y="1911"/>
                  </a:cubicBezTo>
                  <a:cubicBezTo>
                    <a:pt x="12396" y="1972"/>
                    <a:pt x="12219" y="2152"/>
                    <a:pt x="12161" y="2189"/>
                  </a:cubicBezTo>
                  <a:cubicBezTo>
                    <a:pt x="12112" y="2220"/>
                    <a:pt x="12012" y="2240"/>
                    <a:pt x="11916" y="2240"/>
                  </a:cubicBezTo>
                  <a:cubicBezTo>
                    <a:pt x="11824" y="2240"/>
                    <a:pt x="11736" y="2222"/>
                    <a:pt x="11696" y="2180"/>
                  </a:cubicBezTo>
                  <a:lnTo>
                    <a:pt x="11656" y="2180"/>
                  </a:lnTo>
                  <a:cubicBezTo>
                    <a:pt x="11710" y="2398"/>
                    <a:pt x="11748" y="2669"/>
                    <a:pt x="11797" y="2907"/>
                  </a:cubicBezTo>
                  <a:lnTo>
                    <a:pt x="11802" y="3256"/>
                  </a:lnTo>
                  <a:cubicBezTo>
                    <a:pt x="11824" y="3366"/>
                    <a:pt x="11853" y="3577"/>
                    <a:pt x="11819" y="3721"/>
                  </a:cubicBezTo>
                  <a:cubicBezTo>
                    <a:pt x="11790" y="3888"/>
                    <a:pt x="11761" y="4056"/>
                    <a:pt x="11729" y="4223"/>
                  </a:cubicBezTo>
                  <a:cubicBezTo>
                    <a:pt x="11706" y="4182"/>
                    <a:pt x="11739" y="3747"/>
                    <a:pt x="11717" y="3641"/>
                  </a:cubicBezTo>
                  <a:cubicBezTo>
                    <a:pt x="11620" y="3192"/>
                    <a:pt x="11605" y="2703"/>
                    <a:pt x="11383" y="2379"/>
                  </a:cubicBezTo>
                  <a:cubicBezTo>
                    <a:pt x="11250" y="2188"/>
                    <a:pt x="11058" y="2125"/>
                    <a:pt x="10843" y="2125"/>
                  </a:cubicBezTo>
                  <a:cubicBezTo>
                    <a:pt x="10519" y="2125"/>
                    <a:pt x="10143" y="2269"/>
                    <a:pt x="9845" y="2334"/>
                  </a:cubicBezTo>
                  <a:cubicBezTo>
                    <a:pt x="9782" y="2348"/>
                    <a:pt x="9717" y="2354"/>
                    <a:pt x="9652" y="2354"/>
                  </a:cubicBezTo>
                  <a:cubicBezTo>
                    <a:pt x="9408" y="2354"/>
                    <a:pt x="9159" y="2272"/>
                    <a:pt x="8970" y="2225"/>
                  </a:cubicBezTo>
                  <a:cubicBezTo>
                    <a:pt x="8912" y="2211"/>
                    <a:pt x="8852" y="2204"/>
                    <a:pt x="8792" y="2204"/>
                  </a:cubicBezTo>
                  <a:cubicBezTo>
                    <a:pt x="8555" y="2204"/>
                    <a:pt x="8313" y="2301"/>
                    <a:pt x="8203" y="2376"/>
                  </a:cubicBezTo>
                  <a:cubicBezTo>
                    <a:pt x="8123" y="2432"/>
                    <a:pt x="8078" y="2526"/>
                    <a:pt x="8019" y="2605"/>
                  </a:cubicBezTo>
                  <a:cubicBezTo>
                    <a:pt x="7978" y="2642"/>
                    <a:pt x="7939" y="2682"/>
                    <a:pt x="7901" y="2719"/>
                  </a:cubicBezTo>
                  <a:cubicBezTo>
                    <a:pt x="7882" y="2770"/>
                    <a:pt x="7865" y="2821"/>
                    <a:pt x="7846" y="2874"/>
                  </a:cubicBezTo>
                  <a:cubicBezTo>
                    <a:pt x="7795" y="2987"/>
                    <a:pt x="7721" y="3106"/>
                    <a:pt x="7670" y="3220"/>
                  </a:cubicBezTo>
                  <a:cubicBezTo>
                    <a:pt x="7633" y="3302"/>
                    <a:pt x="7633" y="3388"/>
                    <a:pt x="7598" y="3476"/>
                  </a:cubicBezTo>
                  <a:cubicBezTo>
                    <a:pt x="7495" y="3744"/>
                    <a:pt x="7375" y="3965"/>
                    <a:pt x="7298" y="4269"/>
                  </a:cubicBezTo>
                  <a:cubicBezTo>
                    <a:pt x="7239" y="4496"/>
                    <a:pt x="7314" y="4719"/>
                    <a:pt x="7308" y="4942"/>
                  </a:cubicBezTo>
                  <a:cubicBezTo>
                    <a:pt x="7306" y="5054"/>
                    <a:pt x="7315" y="5191"/>
                    <a:pt x="7263" y="5251"/>
                  </a:cubicBezTo>
                  <a:cubicBezTo>
                    <a:pt x="7245" y="5264"/>
                    <a:pt x="7223" y="5271"/>
                    <a:pt x="7200" y="5271"/>
                  </a:cubicBezTo>
                  <a:cubicBezTo>
                    <a:pt x="7177" y="5271"/>
                    <a:pt x="7153" y="5263"/>
                    <a:pt x="7133" y="5248"/>
                  </a:cubicBezTo>
                  <a:cubicBezTo>
                    <a:pt x="7059" y="5206"/>
                    <a:pt x="7031" y="4931"/>
                    <a:pt x="6986" y="4844"/>
                  </a:cubicBezTo>
                  <a:cubicBezTo>
                    <a:pt x="6922" y="4719"/>
                    <a:pt x="6597" y="4399"/>
                    <a:pt x="6466" y="4342"/>
                  </a:cubicBezTo>
                  <a:cubicBezTo>
                    <a:pt x="6407" y="4316"/>
                    <a:pt x="6349" y="4305"/>
                    <a:pt x="6295" y="4305"/>
                  </a:cubicBezTo>
                  <a:cubicBezTo>
                    <a:pt x="6136" y="4305"/>
                    <a:pt x="6003" y="4401"/>
                    <a:pt x="5934" y="4499"/>
                  </a:cubicBezTo>
                  <a:cubicBezTo>
                    <a:pt x="5650" y="4896"/>
                    <a:pt x="5865" y="5669"/>
                    <a:pt x="6057" y="5999"/>
                  </a:cubicBezTo>
                  <a:cubicBezTo>
                    <a:pt x="6113" y="6094"/>
                    <a:pt x="6168" y="6197"/>
                    <a:pt x="6232" y="6289"/>
                  </a:cubicBezTo>
                  <a:cubicBezTo>
                    <a:pt x="6267" y="6324"/>
                    <a:pt x="6299" y="6360"/>
                    <a:pt x="6334" y="6393"/>
                  </a:cubicBezTo>
                  <a:cubicBezTo>
                    <a:pt x="6334" y="6428"/>
                    <a:pt x="6332" y="6463"/>
                    <a:pt x="6332" y="6498"/>
                  </a:cubicBezTo>
                  <a:cubicBezTo>
                    <a:pt x="6389" y="6763"/>
                    <a:pt x="6302" y="7038"/>
                    <a:pt x="6275" y="7285"/>
                  </a:cubicBezTo>
                  <a:lnTo>
                    <a:pt x="6262" y="7285"/>
                  </a:lnTo>
                  <a:cubicBezTo>
                    <a:pt x="6230" y="7171"/>
                    <a:pt x="6142" y="7123"/>
                    <a:pt x="6085" y="7038"/>
                  </a:cubicBezTo>
                  <a:cubicBezTo>
                    <a:pt x="6020" y="6937"/>
                    <a:pt x="5969" y="6798"/>
                    <a:pt x="5925" y="6684"/>
                  </a:cubicBezTo>
                  <a:cubicBezTo>
                    <a:pt x="5832" y="6444"/>
                    <a:pt x="5810" y="6190"/>
                    <a:pt x="5735" y="5943"/>
                  </a:cubicBezTo>
                  <a:cubicBezTo>
                    <a:pt x="5612" y="5546"/>
                    <a:pt x="5512" y="5114"/>
                    <a:pt x="5412" y="4682"/>
                  </a:cubicBezTo>
                  <a:cubicBezTo>
                    <a:pt x="5357" y="4442"/>
                    <a:pt x="5389" y="4211"/>
                    <a:pt x="5338" y="3957"/>
                  </a:cubicBezTo>
                  <a:cubicBezTo>
                    <a:pt x="5280" y="3663"/>
                    <a:pt x="5343" y="3032"/>
                    <a:pt x="5426" y="2783"/>
                  </a:cubicBezTo>
                  <a:cubicBezTo>
                    <a:pt x="5585" y="2320"/>
                    <a:pt x="5816" y="1955"/>
                    <a:pt x="6174" y="1700"/>
                  </a:cubicBezTo>
                  <a:cubicBezTo>
                    <a:pt x="6424" y="1523"/>
                    <a:pt x="6708" y="1254"/>
                    <a:pt x="7119" y="1254"/>
                  </a:cubicBezTo>
                  <a:cubicBezTo>
                    <a:pt x="7126" y="1254"/>
                    <a:pt x="7133" y="1254"/>
                    <a:pt x="7139" y="1254"/>
                  </a:cubicBezTo>
                  <a:lnTo>
                    <a:pt x="7139" y="1229"/>
                  </a:lnTo>
                  <a:cubicBezTo>
                    <a:pt x="7081" y="1227"/>
                    <a:pt x="7003" y="1219"/>
                    <a:pt x="6933" y="1219"/>
                  </a:cubicBezTo>
                  <a:cubicBezTo>
                    <a:pt x="6869" y="1219"/>
                    <a:pt x="6811" y="1225"/>
                    <a:pt x="6777" y="1247"/>
                  </a:cubicBezTo>
                  <a:cubicBezTo>
                    <a:pt x="6761" y="1247"/>
                    <a:pt x="6742" y="1247"/>
                    <a:pt x="6726" y="1245"/>
                  </a:cubicBezTo>
                  <a:cubicBezTo>
                    <a:pt x="6856" y="715"/>
                    <a:pt x="7219" y="462"/>
                    <a:pt x="7690" y="297"/>
                  </a:cubicBezTo>
                  <a:cubicBezTo>
                    <a:pt x="7802" y="270"/>
                    <a:pt x="7915" y="241"/>
                    <a:pt x="8027" y="213"/>
                  </a:cubicBezTo>
                  <a:cubicBezTo>
                    <a:pt x="8051" y="207"/>
                    <a:pt x="8076" y="207"/>
                    <a:pt x="8101" y="207"/>
                  </a:cubicBezTo>
                  <a:cubicBezTo>
                    <a:pt x="8106" y="207"/>
                    <a:pt x="8112" y="207"/>
                    <a:pt x="8117" y="207"/>
                  </a:cubicBezTo>
                  <a:cubicBezTo>
                    <a:pt x="8152" y="207"/>
                    <a:pt x="8184" y="206"/>
                    <a:pt x="8209" y="191"/>
                  </a:cubicBezTo>
                  <a:close/>
                  <a:moveTo>
                    <a:pt x="10775" y="2276"/>
                  </a:moveTo>
                  <a:cubicBezTo>
                    <a:pt x="11537" y="2283"/>
                    <a:pt x="11444" y="3191"/>
                    <a:pt x="11569" y="3804"/>
                  </a:cubicBezTo>
                  <a:cubicBezTo>
                    <a:pt x="11627" y="4088"/>
                    <a:pt x="11473" y="4332"/>
                    <a:pt x="11525" y="4604"/>
                  </a:cubicBezTo>
                  <a:cubicBezTo>
                    <a:pt x="11712" y="5547"/>
                    <a:pt x="11430" y="6558"/>
                    <a:pt x="11172" y="7288"/>
                  </a:cubicBezTo>
                  <a:cubicBezTo>
                    <a:pt x="11085" y="7538"/>
                    <a:pt x="10964" y="8003"/>
                    <a:pt x="10780" y="8134"/>
                  </a:cubicBezTo>
                  <a:cubicBezTo>
                    <a:pt x="10639" y="8231"/>
                    <a:pt x="10489" y="8236"/>
                    <a:pt x="10285" y="8279"/>
                  </a:cubicBezTo>
                  <a:cubicBezTo>
                    <a:pt x="10200" y="8297"/>
                    <a:pt x="10119" y="8305"/>
                    <a:pt x="10041" y="8305"/>
                  </a:cubicBezTo>
                  <a:cubicBezTo>
                    <a:pt x="9620" y="8305"/>
                    <a:pt x="9294" y="8077"/>
                    <a:pt x="9000" y="7940"/>
                  </a:cubicBezTo>
                  <a:cubicBezTo>
                    <a:pt x="8849" y="7869"/>
                    <a:pt x="8637" y="7796"/>
                    <a:pt x="8541" y="7671"/>
                  </a:cubicBezTo>
                  <a:lnTo>
                    <a:pt x="8514" y="7671"/>
                  </a:lnTo>
                  <a:cubicBezTo>
                    <a:pt x="8564" y="7747"/>
                    <a:pt x="8977" y="8041"/>
                    <a:pt x="9074" y="8071"/>
                  </a:cubicBezTo>
                  <a:cubicBezTo>
                    <a:pt x="9039" y="8128"/>
                    <a:pt x="9131" y="8253"/>
                    <a:pt x="9160" y="8332"/>
                  </a:cubicBezTo>
                  <a:cubicBezTo>
                    <a:pt x="9240" y="8555"/>
                    <a:pt x="9348" y="8868"/>
                    <a:pt x="9336" y="9149"/>
                  </a:cubicBezTo>
                  <a:cubicBezTo>
                    <a:pt x="9387" y="9076"/>
                    <a:pt x="9380" y="8919"/>
                    <a:pt x="9381" y="8801"/>
                  </a:cubicBezTo>
                  <a:cubicBezTo>
                    <a:pt x="9387" y="8554"/>
                    <a:pt x="9268" y="8224"/>
                    <a:pt x="9125" y="8124"/>
                  </a:cubicBezTo>
                  <a:lnTo>
                    <a:pt x="9125" y="8111"/>
                  </a:lnTo>
                  <a:cubicBezTo>
                    <a:pt x="9337" y="8246"/>
                    <a:pt x="9566" y="8462"/>
                    <a:pt x="9894" y="8464"/>
                  </a:cubicBezTo>
                  <a:cubicBezTo>
                    <a:pt x="9872" y="8516"/>
                    <a:pt x="9829" y="8535"/>
                    <a:pt x="9801" y="8579"/>
                  </a:cubicBezTo>
                  <a:lnTo>
                    <a:pt x="9664" y="8872"/>
                  </a:lnTo>
                  <a:cubicBezTo>
                    <a:pt x="9573" y="9136"/>
                    <a:pt x="9567" y="9538"/>
                    <a:pt x="9567" y="9865"/>
                  </a:cubicBezTo>
                  <a:cubicBezTo>
                    <a:pt x="9611" y="9807"/>
                    <a:pt x="9599" y="9710"/>
                    <a:pt x="9624" y="9634"/>
                  </a:cubicBezTo>
                  <a:cubicBezTo>
                    <a:pt x="9670" y="9489"/>
                    <a:pt x="9756" y="9329"/>
                    <a:pt x="9776" y="9173"/>
                  </a:cubicBezTo>
                  <a:lnTo>
                    <a:pt x="9788" y="9173"/>
                  </a:lnTo>
                  <a:cubicBezTo>
                    <a:pt x="9846" y="9487"/>
                    <a:pt x="9872" y="9995"/>
                    <a:pt x="9788" y="10348"/>
                  </a:cubicBezTo>
                  <a:cubicBezTo>
                    <a:pt x="9769" y="10435"/>
                    <a:pt x="9787" y="10562"/>
                    <a:pt x="9771" y="10632"/>
                  </a:cubicBezTo>
                  <a:cubicBezTo>
                    <a:pt x="9742" y="10755"/>
                    <a:pt x="9807" y="10965"/>
                    <a:pt x="9736" y="11044"/>
                  </a:cubicBezTo>
                  <a:lnTo>
                    <a:pt x="9723" y="11058"/>
                  </a:lnTo>
                  <a:cubicBezTo>
                    <a:pt x="9596" y="10848"/>
                    <a:pt x="9377" y="10700"/>
                    <a:pt x="9205" y="10528"/>
                  </a:cubicBezTo>
                  <a:lnTo>
                    <a:pt x="8523" y="9803"/>
                  </a:lnTo>
                  <a:cubicBezTo>
                    <a:pt x="8304" y="9631"/>
                    <a:pt x="8064" y="9476"/>
                    <a:pt x="7824" y="9323"/>
                  </a:cubicBezTo>
                  <a:cubicBezTo>
                    <a:pt x="7719" y="9256"/>
                    <a:pt x="7603" y="9221"/>
                    <a:pt x="7491" y="9162"/>
                  </a:cubicBezTo>
                  <a:cubicBezTo>
                    <a:pt x="7234" y="9021"/>
                    <a:pt x="6966" y="8875"/>
                    <a:pt x="6726" y="8718"/>
                  </a:cubicBezTo>
                  <a:cubicBezTo>
                    <a:pt x="6578" y="8622"/>
                    <a:pt x="6386" y="8521"/>
                    <a:pt x="6294" y="8374"/>
                  </a:cubicBezTo>
                  <a:cubicBezTo>
                    <a:pt x="6245" y="8297"/>
                    <a:pt x="6267" y="8055"/>
                    <a:pt x="6290" y="7959"/>
                  </a:cubicBezTo>
                  <a:cubicBezTo>
                    <a:pt x="6296" y="7874"/>
                    <a:pt x="6303" y="7786"/>
                    <a:pt x="6309" y="7701"/>
                  </a:cubicBezTo>
                  <a:cubicBezTo>
                    <a:pt x="6384" y="7462"/>
                    <a:pt x="6495" y="7219"/>
                    <a:pt x="6520" y="6917"/>
                  </a:cubicBezTo>
                  <a:cubicBezTo>
                    <a:pt x="6528" y="6793"/>
                    <a:pt x="6539" y="6607"/>
                    <a:pt x="6488" y="6529"/>
                  </a:cubicBezTo>
                  <a:lnTo>
                    <a:pt x="6488" y="6503"/>
                  </a:lnTo>
                  <a:cubicBezTo>
                    <a:pt x="6536" y="6510"/>
                    <a:pt x="6591" y="6516"/>
                    <a:pt x="6645" y="6516"/>
                  </a:cubicBezTo>
                  <a:cubicBezTo>
                    <a:pt x="6719" y="6516"/>
                    <a:pt x="6790" y="6505"/>
                    <a:pt x="6837" y="6472"/>
                  </a:cubicBezTo>
                  <a:cubicBezTo>
                    <a:pt x="7023" y="6481"/>
                    <a:pt x="6988" y="6753"/>
                    <a:pt x="7061" y="6878"/>
                  </a:cubicBezTo>
                  <a:cubicBezTo>
                    <a:pt x="7159" y="7045"/>
                    <a:pt x="7431" y="7247"/>
                    <a:pt x="7606" y="7341"/>
                  </a:cubicBezTo>
                  <a:cubicBezTo>
                    <a:pt x="7646" y="7363"/>
                    <a:pt x="7687" y="7357"/>
                    <a:pt x="7722" y="7382"/>
                  </a:cubicBezTo>
                  <a:lnTo>
                    <a:pt x="7748" y="7382"/>
                  </a:lnTo>
                  <a:lnTo>
                    <a:pt x="7748" y="7357"/>
                  </a:lnTo>
                  <a:cubicBezTo>
                    <a:pt x="7677" y="7277"/>
                    <a:pt x="7604" y="7199"/>
                    <a:pt x="7533" y="7119"/>
                  </a:cubicBezTo>
                  <a:cubicBezTo>
                    <a:pt x="7444" y="7048"/>
                    <a:pt x="7319" y="6974"/>
                    <a:pt x="7254" y="6881"/>
                  </a:cubicBezTo>
                  <a:cubicBezTo>
                    <a:pt x="7133" y="6709"/>
                    <a:pt x="7053" y="6433"/>
                    <a:pt x="6970" y="6229"/>
                  </a:cubicBezTo>
                  <a:cubicBezTo>
                    <a:pt x="6921" y="6109"/>
                    <a:pt x="6840" y="5970"/>
                    <a:pt x="6822" y="5825"/>
                  </a:cubicBezTo>
                  <a:lnTo>
                    <a:pt x="6822" y="5825"/>
                  </a:lnTo>
                  <a:cubicBezTo>
                    <a:pt x="6800" y="5861"/>
                    <a:pt x="6876" y="6225"/>
                    <a:pt x="6905" y="6267"/>
                  </a:cubicBezTo>
                  <a:lnTo>
                    <a:pt x="6905" y="6292"/>
                  </a:lnTo>
                  <a:cubicBezTo>
                    <a:pt x="6902" y="6292"/>
                    <a:pt x="6899" y="6292"/>
                    <a:pt x="6896" y="6292"/>
                  </a:cubicBezTo>
                  <a:cubicBezTo>
                    <a:pt x="6759" y="6292"/>
                    <a:pt x="6686" y="6324"/>
                    <a:pt x="6559" y="6324"/>
                  </a:cubicBezTo>
                  <a:cubicBezTo>
                    <a:pt x="6554" y="6324"/>
                    <a:pt x="6548" y="6324"/>
                    <a:pt x="6543" y="6324"/>
                  </a:cubicBezTo>
                  <a:cubicBezTo>
                    <a:pt x="6479" y="6261"/>
                    <a:pt x="6392" y="6223"/>
                    <a:pt x="6339" y="6151"/>
                  </a:cubicBezTo>
                  <a:cubicBezTo>
                    <a:pt x="6153" y="5890"/>
                    <a:pt x="6040" y="5571"/>
                    <a:pt x="5960" y="5211"/>
                  </a:cubicBezTo>
                  <a:cubicBezTo>
                    <a:pt x="5896" y="4928"/>
                    <a:pt x="5985" y="4553"/>
                    <a:pt x="6168" y="4479"/>
                  </a:cubicBezTo>
                  <a:cubicBezTo>
                    <a:pt x="6197" y="4467"/>
                    <a:pt x="6228" y="4461"/>
                    <a:pt x="6260" y="4461"/>
                  </a:cubicBezTo>
                  <a:cubicBezTo>
                    <a:pt x="6500" y="4461"/>
                    <a:pt x="6807" y="4759"/>
                    <a:pt x="6857" y="4880"/>
                  </a:cubicBezTo>
                  <a:cubicBezTo>
                    <a:pt x="6909" y="5005"/>
                    <a:pt x="6893" y="5185"/>
                    <a:pt x="6965" y="5296"/>
                  </a:cubicBezTo>
                  <a:cubicBezTo>
                    <a:pt x="6997" y="5348"/>
                    <a:pt x="7083" y="5379"/>
                    <a:pt x="7165" y="5379"/>
                  </a:cubicBezTo>
                  <a:cubicBezTo>
                    <a:pt x="7215" y="5379"/>
                    <a:pt x="7264" y="5368"/>
                    <a:pt x="7299" y="5342"/>
                  </a:cubicBezTo>
                  <a:cubicBezTo>
                    <a:pt x="7475" y="5214"/>
                    <a:pt x="7316" y="4608"/>
                    <a:pt x="7385" y="4348"/>
                  </a:cubicBezTo>
                  <a:cubicBezTo>
                    <a:pt x="7459" y="4063"/>
                    <a:pt x="7636" y="3862"/>
                    <a:pt x="7750" y="3606"/>
                  </a:cubicBezTo>
                  <a:cubicBezTo>
                    <a:pt x="7814" y="3457"/>
                    <a:pt x="7818" y="3304"/>
                    <a:pt x="7875" y="3143"/>
                  </a:cubicBezTo>
                  <a:cubicBezTo>
                    <a:pt x="7939" y="2961"/>
                    <a:pt x="8071" y="2751"/>
                    <a:pt x="8184" y="2606"/>
                  </a:cubicBezTo>
                  <a:cubicBezTo>
                    <a:pt x="8312" y="2442"/>
                    <a:pt x="8523" y="2387"/>
                    <a:pt x="8756" y="2387"/>
                  </a:cubicBezTo>
                  <a:cubicBezTo>
                    <a:pt x="8987" y="2387"/>
                    <a:pt x="9239" y="2441"/>
                    <a:pt x="9452" y="2493"/>
                  </a:cubicBezTo>
                  <a:cubicBezTo>
                    <a:pt x="9511" y="2507"/>
                    <a:pt x="9575" y="2513"/>
                    <a:pt x="9642" y="2513"/>
                  </a:cubicBezTo>
                  <a:cubicBezTo>
                    <a:pt x="9918" y="2513"/>
                    <a:pt x="10235" y="2408"/>
                    <a:pt x="10399" y="2357"/>
                  </a:cubicBezTo>
                  <a:lnTo>
                    <a:pt x="10775" y="2276"/>
                  </a:lnTo>
                  <a:close/>
                  <a:moveTo>
                    <a:pt x="9939" y="8710"/>
                  </a:moveTo>
                  <a:cubicBezTo>
                    <a:pt x="10120" y="8797"/>
                    <a:pt x="10278" y="8864"/>
                    <a:pt x="10423" y="8978"/>
                  </a:cubicBezTo>
                  <a:cubicBezTo>
                    <a:pt x="10841" y="9307"/>
                    <a:pt x="11027" y="10057"/>
                    <a:pt x="11203" y="10623"/>
                  </a:cubicBezTo>
                  <a:cubicBezTo>
                    <a:pt x="11254" y="10787"/>
                    <a:pt x="11290" y="10947"/>
                    <a:pt x="11335" y="11104"/>
                  </a:cubicBezTo>
                  <a:cubicBezTo>
                    <a:pt x="11355" y="11175"/>
                    <a:pt x="11336" y="11255"/>
                    <a:pt x="11370" y="11312"/>
                  </a:cubicBezTo>
                  <a:cubicBezTo>
                    <a:pt x="11370" y="11345"/>
                    <a:pt x="11367" y="11380"/>
                    <a:pt x="11367" y="11415"/>
                  </a:cubicBezTo>
                  <a:cubicBezTo>
                    <a:pt x="11300" y="11366"/>
                    <a:pt x="11265" y="11286"/>
                    <a:pt x="11217" y="11219"/>
                  </a:cubicBezTo>
                  <a:cubicBezTo>
                    <a:pt x="11087" y="11038"/>
                    <a:pt x="10740" y="10771"/>
                    <a:pt x="10388" y="10771"/>
                  </a:cubicBezTo>
                  <a:cubicBezTo>
                    <a:pt x="10326" y="10771"/>
                    <a:pt x="10265" y="10779"/>
                    <a:pt x="10204" y="10797"/>
                  </a:cubicBezTo>
                  <a:cubicBezTo>
                    <a:pt x="10090" y="10832"/>
                    <a:pt x="10018" y="10903"/>
                    <a:pt x="9931" y="10959"/>
                  </a:cubicBezTo>
                  <a:lnTo>
                    <a:pt x="9931" y="10985"/>
                  </a:lnTo>
                  <a:lnTo>
                    <a:pt x="9917" y="10985"/>
                  </a:lnTo>
                  <a:cubicBezTo>
                    <a:pt x="9949" y="10499"/>
                    <a:pt x="9981" y="10012"/>
                    <a:pt x="10013" y="9527"/>
                  </a:cubicBezTo>
                  <a:cubicBezTo>
                    <a:pt x="9984" y="9374"/>
                    <a:pt x="9983" y="9218"/>
                    <a:pt x="9932" y="9085"/>
                  </a:cubicBezTo>
                  <a:cubicBezTo>
                    <a:pt x="9912" y="9032"/>
                    <a:pt x="9848" y="8951"/>
                    <a:pt x="9872" y="8864"/>
                  </a:cubicBezTo>
                  <a:cubicBezTo>
                    <a:pt x="9887" y="8813"/>
                    <a:pt x="9925" y="8769"/>
                    <a:pt x="9939" y="8710"/>
                  </a:cubicBezTo>
                  <a:close/>
                  <a:moveTo>
                    <a:pt x="10368" y="10941"/>
                  </a:moveTo>
                  <a:cubicBezTo>
                    <a:pt x="10394" y="10941"/>
                    <a:pt x="10419" y="10943"/>
                    <a:pt x="10447" y="10943"/>
                  </a:cubicBezTo>
                  <a:cubicBezTo>
                    <a:pt x="10375" y="11116"/>
                    <a:pt x="10500" y="11546"/>
                    <a:pt x="10431" y="11654"/>
                  </a:cubicBezTo>
                  <a:lnTo>
                    <a:pt x="10431" y="11678"/>
                  </a:lnTo>
                  <a:cubicBezTo>
                    <a:pt x="10420" y="11678"/>
                    <a:pt x="10410" y="11678"/>
                    <a:pt x="10400" y="11678"/>
                  </a:cubicBezTo>
                  <a:cubicBezTo>
                    <a:pt x="10272" y="11678"/>
                    <a:pt x="10163" y="11686"/>
                    <a:pt x="10056" y="11697"/>
                  </a:cubicBezTo>
                  <a:cubicBezTo>
                    <a:pt x="10028" y="11494"/>
                    <a:pt x="9874" y="11434"/>
                    <a:pt x="9897" y="11203"/>
                  </a:cubicBezTo>
                  <a:cubicBezTo>
                    <a:pt x="9986" y="11114"/>
                    <a:pt x="10047" y="11024"/>
                    <a:pt x="10173" y="10976"/>
                  </a:cubicBezTo>
                  <a:cubicBezTo>
                    <a:pt x="10232" y="10954"/>
                    <a:pt x="10317" y="10970"/>
                    <a:pt x="10368" y="10941"/>
                  </a:cubicBezTo>
                  <a:close/>
                  <a:moveTo>
                    <a:pt x="10548" y="10972"/>
                  </a:moveTo>
                  <a:cubicBezTo>
                    <a:pt x="10594" y="10979"/>
                    <a:pt x="10636" y="10991"/>
                    <a:pt x="10665" y="11014"/>
                  </a:cubicBezTo>
                  <a:lnTo>
                    <a:pt x="10689" y="11014"/>
                  </a:lnTo>
                  <a:cubicBezTo>
                    <a:pt x="10694" y="11223"/>
                    <a:pt x="10729" y="11470"/>
                    <a:pt x="10726" y="11699"/>
                  </a:cubicBezTo>
                  <a:cubicBezTo>
                    <a:pt x="10672" y="11697"/>
                    <a:pt x="10615" y="11697"/>
                    <a:pt x="10559" y="11696"/>
                  </a:cubicBezTo>
                  <a:cubicBezTo>
                    <a:pt x="10578" y="11568"/>
                    <a:pt x="10605" y="11078"/>
                    <a:pt x="10548" y="10985"/>
                  </a:cubicBezTo>
                  <a:lnTo>
                    <a:pt x="10548" y="10972"/>
                  </a:lnTo>
                  <a:close/>
                  <a:moveTo>
                    <a:pt x="8740" y="10854"/>
                  </a:moveTo>
                  <a:cubicBezTo>
                    <a:pt x="8772" y="10854"/>
                    <a:pt x="8808" y="10859"/>
                    <a:pt x="8846" y="10870"/>
                  </a:cubicBezTo>
                  <a:cubicBezTo>
                    <a:pt x="8988" y="10914"/>
                    <a:pt x="9103" y="11012"/>
                    <a:pt x="9217" y="11085"/>
                  </a:cubicBezTo>
                  <a:cubicBezTo>
                    <a:pt x="9464" y="11245"/>
                    <a:pt x="9845" y="11388"/>
                    <a:pt x="9887" y="11732"/>
                  </a:cubicBezTo>
                  <a:cubicBezTo>
                    <a:pt x="9689" y="11747"/>
                    <a:pt x="9560" y="11851"/>
                    <a:pt x="9393" y="11889"/>
                  </a:cubicBezTo>
                  <a:cubicBezTo>
                    <a:pt x="9320" y="11816"/>
                    <a:pt x="9199" y="11786"/>
                    <a:pt x="9111" y="11728"/>
                  </a:cubicBezTo>
                  <a:cubicBezTo>
                    <a:pt x="8958" y="11626"/>
                    <a:pt x="8805" y="11497"/>
                    <a:pt x="8653" y="11395"/>
                  </a:cubicBezTo>
                  <a:cubicBezTo>
                    <a:pt x="8551" y="11328"/>
                    <a:pt x="8407" y="11276"/>
                    <a:pt x="8334" y="11181"/>
                  </a:cubicBezTo>
                  <a:cubicBezTo>
                    <a:pt x="8312" y="11152"/>
                    <a:pt x="8392" y="11097"/>
                    <a:pt x="8414" y="11068"/>
                  </a:cubicBezTo>
                  <a:cubicBezTo>
                    <a:pt x="8480" y="10982"/>
                    <a:pt x="8575" y="10854"/>
                    <a:pt x="8740" y="10854"/>
                  </a:cubicBezTo>
                  <a:close/>
                  <a:moveTo>
                    <a:pt x="6229" y="7504"/>
                  </a:moveTo>
                  <a:cubicBezTo>
                    <a:pt x="6193" y="7613"/>
                    <a:pt x="6150" y="7746"/>
                    <a:pt x="6117" y="7876"/>
                  </a:cubicBezTo>
                  <a:cubicBezTo>
                    <a:pt x="6095" y="7961"/>
                    <a:pt x="6126" y="8071"/>
                    <a:pt x="6086" y="8135"/>
                  </a:cubicBezTo>
                  <a:lnTo>
                    <a:pt x="6073" y="8148"/>
                  </a:lnTo>
                  <a:cubicBezTo>
                    <a:pt x="6030" y="8057"/>
                    <a:pt x="5973" y="7952"/>
                    <a:pt x="5964" y="7836"/>
                  </a:cubicBezTo>
                  <a:lnTo>
                    <a:pt x="5951" y="7836"/>
                  </a:lnTo>
                  <a:cubicBezTo>
                    <a:pt x="5831" y="8384"/>
                    <a:pt x="6383" y="8675"/>
                    <a:pt x="6691" y="8872"/>
                  </a:cubicBezTo>
                  <a:cubicBezTo>
                    <a:pt x="7200" y="9198"/>
                    <a:pt x="7809" y="9428"/>
                    <a:pt x="8314" y="9762"/>
                  </a:cubicBezTo>
                  <a:cubicBezTo>
                    <a:pt x="8618" y="9961"/>
                    <a:pt x="8862" y="10300"/>
                    <a:pt x="9073" y="10592"/>
                  </a:cubicBezTo>
                  <a:cubicBezTo>
                    <a:pt x="9220" y="10746"/>
                    <a:pt x="9366" y="10899"/>
                    <a:pt x="9513" y="11053"/>
                  </a:cubicBezTo>
                  <a:cubicBezTo>
                    <a:pt x="9356" y="10941"/>
                    <a:pt x="9223" y="10794"/>
                    <a:pt x="9031" y="10707"/>
                  </a:cubicBezTo>
                  <a:cubicBezTo>
                    <a:pt x="8921" y="10658"/>
                    <a:pt x="8823" y="10636"/>
                    <a:pt x="8736" y="10636"/>
                  </a:cubicBezTo>
                  <a:cubicBezTo>
                    <a:pt x="8284" y="10636"/>
                    <a:pt x="8095" y="11206"/>
                    <a:pt x="7902" y="11497"/>
                  </a:cubicBezTo>
                  <a:cubicBezTo>
                    <a:pt x="7774" y="11689"/>
                    <a:pt x="7613" y="11827"/>
                    <a:pt x="7453" y="11979"/>
                  </a:cubicBezTo>
                  <a:cubicBezTo>
                    <a:pt x="7263" y="11974"/>
                    <a:pt x="7190" y="11863"/>
                    <a:pt x="7110" y="11751"/>
                  </a:cubicBezTo>
                  <a:cubicBezTo>
                    <a:pt x="6914" y="11479"/>
                    <a:pt x="6739" y="11177"/>
                    <a:pt x="6546" y="10899"/>
                  </a:cubicBezTo>
                  <a:cubicBezTo>
                    <a:pt x="6357" y="10624"/>
                    <a:pt x="6124" y="10382"/>
                    <a:pt x="5929" y="10111"/>
                  </a:cubicBezTo>
                  <a:cubicBezTo>
                    <a:pt x="5688" y="9777"/>
                    <a:pt x="5287" y="9418"/>
                    <a:pt x="5439" y="8755"/>
                  </a:cubicBezTo>
                  <a:cubicBezTo>
                    <a:pt x="5458" y="8675"/>
                    <a:pt x="5444" y="8560"/>
                    <a:pt x="5458" y="8497"/>
                  </a:cubicBezTo>
                  <a:cubicBezTo>
                    <a:pt x="5498" y="8327"/>
                    <a:pt x="5485" y="8204"/>
                    <a:pt x="5544" y="8071"/>
                  </a:cubicBezTo>
                  <a:cubicBezTo>
                    <a:pt x="5601" y="7948"/>
                    <a:pt x="5756" y="7676"/>
                    <a:pt x="5865" y="7613"/>
                  </a:cubicBezTo>
                  <a:cubicBezTo>
                    <a:pt x="5964" y="7557"/>
                    <a:pt x="6120" y="7575"/>
                    <a:pt x="6203" y="7504"/>
                  </a:cubicBezTo>
                  <a:close/>
                  <a:moveTo>
                    <a:pt x="8229" y="11296"/>
                  </a:moveTo>
                  <a:cubicBezTo>
                    <a:pt x="8455" y="11421"/>
                    <a:pt x="8679" y="11575"/>
                    <a:pt x="8891" y="11725"/>
                  </a:cubicBezTo>
                  <a:cubicBezTo>
                    <a:pt x="9002" y="11802"/>
                    <a:pt x="9112" y="11911"/>
                    <a:pt x="9262" y="11952"/>
                  </a:cubicBezTo>
                  <a:lnTo>
                    <a:pt x="9262" y="11965"/>
                  </a:lnTo>
                  <a:cubicBezTo>
                    <a:pt x="9166" y="11990"/>
                    <a:pt x="9115" y="12061"/>
                    <a:pt x="9028" y="12088"/>
                  </a:cubicBezTo>
                  <a:cubicBezTo>
                    <a:pt x="8959" y="12013"/>
                    <a:pt x="8860" y="11984"/>
                    <a:pt x="8773" y="11928"/>
                  </a:cubicBezTo>
                  <a:cubicBezTo>
                    <a:pt x="8610" y="11822"/>
                    <a:pt x="8439" y="11712"/>
                    <a:pt x="8275" y="11606"/>
                  </a:cubicBezTo>
                  <a:cubicBezTo>
                    <a:pt x="8213" y="11566"/>
                    <a:pt x="8141" y="11553"/>
                    <a:pt x="8097" y="11500"/>
                  </a:cubicBezTo>
                  <a:lnTo>
                    <a:pt x="8084" y="11486"/>
                  </a:lnTo>
                  <a:cubicBezTo>
                    <a:pt x="8142" y="11449"/>
                    <a:pt x="8199" y="11359"/>
                    <a:pt x="8229" y="11296"/>
                  </a:cubicBezTo>
                  <a:close/>
                  <a:moveTo>
                    <a:pt x="10376" y="11842"/>
                  </a:moveTo>
                  <a:cubicBezTo>
                    <a:pt x="10584" y="11842"/>
                    <a:pt x="10828" y="11850"/>
                    <a:pt x="10905" y="11910"/>
                  </a:cubicBezTo>
                  <a:cubicBezTo>
                    <a:pt x="10992" y="11944"/>
                    <a:pt x="10977" y="12037"/>
                    <a:pt x="11002" y="12132"/>
                  </a:cubicBezTo>
                  <a:cubicBezTo>
                    <a:pt x="11041" y="12273"/>
                    <a:pt x="11063" y="12440"/>
                    <a:pt x="11097" y="12586"/>
                  </a:cubicBezTo>
                  <a:cubicBezTo>
                    <a:pt x="11111" y="12648"/>
                    <a:pt x="11092" y="12718"/>
                    <a:pt x="11118" y="12767"/>
                  </a:cubicBezTo>
                  <a:cubicBezTo>
                    <a:pt x="11117" y="12831"/>
                    <a:pt x="11115" y="12897"/>
                    <a:pt x="11114" y="12961"/>
                  </a:cubicBezTo>
                  <a:cubicBezTo>
                    <a:pt x="10854" y="13009"/>
                    <a:pt x="10650" y="13028"/>
                    <a:pt x="10463" y="13140"/>
                  </a:cubicBezTo>
                  <a:cubicBezTo>
                    <a:pt x="10317" y="13227"/>
                    <a:pt x="10173" y="13406"/>
                    <a:pt x="9967" y="13414"/>
                  </a:cubicBezTo>
                  <a:cubicBezTo>
                    <a:pt x="9766" y="13193"/>
                    <a:pt x="9595" y="12946"/>
                    <a:pt x="9387" y="12730"/>
                  </a:cubicBezTo>
                  <a:cubicBezTo>
                    <a:pt x="9262" y="12599"/>
                    <a:pt x="9080" y="12488"/>
                    <a:pt x="8981" y="12333"/>
                  </a:cubicBezTo>
                  <a:lnTo>
                    <a:pt x="8970" y="12321"/>
                  </a:lnTo>
                  <a:cubicBezTo>
                    <a:pt x="9044" y="12285"/>
                    <a:pt x="9097" y="12222"/>
                    <a:pt x="9166" y="12183"/>
                  </a:cubicBezTo>
                  <a:cubicBezTo>
                    <a:pt x="9316" y="12091"/>
                    <a:pt x="9497" y="12013"/>
                    <a:pt x="9662" y="11947"/>
                  </a:cubicBezTo>
                  <a:cubicBezTo>
                    <a:pt x="9765" y="11915"/>
                    <a:pt x="9871" y="11885"/>
                    <a:pt x="9974" y="11851"/>
                  </a:cubicBezTo>
                  <a:cubicBezTo>
                    <a:pt x="9987" y="11849"/>
                    <a:pt x="10000" y="11848"/>
                    <a:pt x="10013" y="11848"/>
                  </a:cubicBezTo>
                  <a:cubicBezTo>
                    <a:pt x="10041" y="11848"/>
                    <a:pt x="10070" y="11852"/>
                    <a:pt x="10095" y="11852"/>
                  </a:cubicBezTo>
                  <a:cubicBezTo>
                    <a:pt x="10113" y="11852"/>
                    <a:pt x="10129" y="11850"/>
                    <a:pt x="10143" y="11843"/>
                  </a:cubicBezTo>
                  <a:cubicBezTo>
                    <a:pt x="10157" y="11843"/>
                    <a:pt x="10174" y="11843"/>
                    <a:pt x="10191" y="11843"/>
                  </a:cubicBezTo>
                  <a:cubicBezTo>
                    <a:pt x="10244" y="11843"/>
                    <a:pt x="10308" y="11842"/>
                    <a:pt x="10376" y="11842"/>
                  </a:cubicBezTo>
                  <a:close/>
                  <a:moveTo>
                    <a:pt x="11165" y="13116"/>
                  </a:moveTo>
                  <a:cubicBezTo>
                    <a:pt x="11169" y="13209"/>
                    <a:pt x="11226" y="13283"/>
                    <a:pt x="11225" y="13363"/>
                  </a:cubicBezTo>
                  <a:cubicBezTo>
                    <a:pt x="11217" y="13456"/>
                    <a:pt x="11088" y="13647"/>
                    <a:pt x="11046" y="13721"/>
                  </a:cubicBezTo>
                  <a:cubicBezTo>
                    <a:pt x="10903" y="13981"/>
                    <a:pt x="10753" y="14214"/>
                    <a:pt x="10592" y="14448"/>
                  </a:cubicBezTo>
                  <a:cubicBezTo>
                    <a:pt x="10535" y="14531"/>
                    <a:pt x="10500" y="14623"/>
                    <a:pt x="10432" y="14691"/>
                  </a:cubicBezTo>
                  <a:cubicBezTo>
                    <a:pt x="10429" y="14692"/>
                    <a:pt x="10422" y="14693"/>
                    <a:pt x="10412" y="14693"/>
                  </a:cubicBezTo>
                  <a:cubicBezTo>
                    <a:pt x="10371" y="14693"/>
                    <a:pt x="10279" y="14681"/>
                    <a:pt x="10252" y="14662"/>
                  </a:cubicBezTo>
                  <a:cubicBezTo>
                    <a:pt x="10178" y="14615"/>
                    <a:pt x="10216" y="14423"/>
                    <a:pt x="10194" y="14323"/>
                  </a:cubicBezTo>
                  <a:cubicBezTo>
                    <a:pt x="10166" y="14166"/>
                    <a:pt x="10140" y="14012"/>
                    <a:pt x="10114" y="13856"/>
                  </a:cubicBezTo>
                  <a:cubicBezTo>
                    <a:pt x="10089" y="13769"/>
                    <a:pt x="10041" y="13683"/>
                    <a:pt x="10043" y="13571"/>
                  </a:cubicBezTo>
                  <a:cubicBezTo>
                    <a:pt x="10246" y="13539"/>
                    <a:pt x="10389" y="13377"/>
                    <a:pt x="10541" y="13283"/>
                  </a:cubicBezTo>
                  <a:cubicBezTo>
                    <a:pt x="10707" y="13183"/>
                    <a:pt x="10922" y="13135"/>
                    <a:pt x="11165" y="13116"/>
                  </a:cubicBezTo>
                  <a:close/>
                  <a:moveTo>
                    <a:pt x="10186" y="15771"/>
                  </a:moveTo>
                  <a:cubicBezTo>
                    <a:pt x="10213" y="15810"/>
                    <a:pt x="10200" y="15887"/>
                    <a:pt x="10223" y="15928"/>
                  </a:cubicBezTo>
                  <a:lnTo>
                    <a:pt x="10223" y="15941"/>
                  </a:lnTo>
                  <a:cubicBezTo>
                    <a:pt x="10150" y="15953"/>
                    <a:pt x="10061" y="15972"/>
                    <a:pt x="10013" y="16014"/>
                  </a:cubicBezTo>
                  <a:lnTo>
                    <a:pt x="10002" y="16014"/>
                  </a:lnTo>
                  <a:cubicBezTo>
                    <a:pt x="10038" y="15915"/>
                    <a:pt x="10133" y="15851"/>
                    <a:pt x="10186" y="15771"/>
                  </a:cubicBezTo>
                  <a:close/>
                  <a:moveTo>
                    <a:pt x="11255" y="13478"/>
                  </a:moveTo>
                  <a:cubicBezTo>
                    <a:pt x="11319" y="13688"/>
                    <a:pt x="11384" y="13894"/>
                    <a:pt x="11448" y="14103"/>
                  </a:cubicBezTo>
                  <a:cubicBezTo>
                    <a:pt x="11457" y="14149"/>
                    <a:pt x="11297" y="14531"/>
                    <a:pt x="11274" y="14592"/>
                  </a:cubicBezTo>
                  <a:cubicBezTo>
                    <a:pt x="11145" y="14921"/>
                    <a:pt x="11021" y="15197"/>
                    <a:pt x="10878" y="15501"/>
                  </a:cubicBezTo>
                  <a:cubicBezTo>
                    <a:pt x="10799" y="15671"/>
                    <a:pt x="10647" y="15837"/>
                    <a:pt x="10595" y="16024"/>
                  </a:cubicBezTo>
                  <a:cubicBezTo>
                    <a:pt x="10521" y="15996"/>
                    <a:pt x="10479" y="15950"/>
                    <a:pt x="10377" y="15943"/>
                  </a:cubicBezTo>
                  <a:cubicBezTo>
                    <a:pt x="10377" y="15851"/>
                    <a:pt x="10374" y="15704"/>
                    <a:pt x="10332" y="15645"/>
                  </a:cubicBezTo>
                  <a:cubicBezTo>
                    <a:pt x="10362" y="15566"/>
                    <a:pt x="10442" y="15528"/>
                    <a:pt x="10490" y="15466"/>
                  </a:cubicBezTo>
                  <a:cubicBezTo>
                    <a:pt x="10551" y="15386"/>
                    <a:pt x="10620" y="15275"/>
                    <a:pt x="10652" y="15172"/>
                  </a:cubicBezTo>
                  <a:cubicBezTo>
                    <a:pt x="10682" y="15072"/>
                    <a:pt x="10660" y="14932"/>
                    <a:pt x="10620" y="14861"/>
                  </a:cubicBezTo>
                  <a:cubicBezTo>
                    <a:pt x="10614" y="14852"/>
                    <a:pt x="10528" y="14758"/>
                    <a:pt x="10530" y="14756"/>
                  </a:cubicBezTo>
                  <a:cubicBezTo>
                    <a:pt x="10547" y="14698"/>
                    <a:pt x="10643" y="14617"/>
                    <a:pt x="10675" y="14564"/>
                  </a:cubicBezTo>
                  <a:cubicBezTo>
                    <a:pt x="10825" y="14336"/>
                    <a:pt x="10932" y="14092"/>
                    <a:pt x="11066" y="13849"/>
                  </a:cubicBezTo>
                  <a:cubicBezTo>
                    <a:pt x="11126" y="13739"/>
                    <a:pt x="11223" y="13624"/>
                    <a:pt x="11242" y="13478"/>
                  </a:cubicBezTo>
                  <a:close/>
                  <a:moveTo>
                    <a:pt x="20657" y="15195"/>
                  </a:moveTo>
                  <a:cubicBezTo>
                    <a:pt x="20839" y="15203"/>
                    <a:pt x="20924" y="15325"/>
                    <a:pt x="21054" y="15384"/>
                  </a:cubicBezTo>
                  <a:cubicBezTo>
                    <a:pt x="21402" y="15544"/>
                    <a:pt x="22062" y="15614"/>
                    <a:pt x="21874" y="16229"/>
                  </a:cubicBezTo>
                  <a:cubicBezTo>
                    <a:pt x="21847" y="16321"/>
                    <a:pt x="21823" y="16389"/>
                    <a:pt x="21767" y="16447"/>
                  </a:cubicBezTo>
                  <a:lnTo>
                    <a:pt x="21767" y="16473"/>
                  </a:lnTo>
                  <a:cubicBezTo>
                    <a:pt x="21738" y="16428"/>
                    <a:pt x="21752" y="16361"/>
                    <a:pt x="21732" y="16305"/>
                  </a:cubicBezTo>
                  <a:cubicBezTo>
                    <a:pt x="21697" y="16204"/>
                    <a:pt x="21613" y="16065"/>
                    <a:pt x="21533" y="16002"/>
                  </a:cubicBezTo>
                  <a:cubicBezTo>
                    <a:pt x="21283" y="15809"/>
                    <a:pt x="20871" y="15845"/>
                    <a:pt x="20689" y="15584"/>
                  </a:cubicBezTo>
                  <a:cubicBezTo>
                    <a:pt x="20643" y="15518"/>
                    <a:pt x="20530" y="15373"/>
                    <a:pt x="20618" y="15259"/>
                  </a:cubicBezTo>
                  <a:cubicBezTo>
                    <a:pt x="20631" y="15224"/>
                    <a:pt x="20641" y="15220"/>
                    <a:pt x="20657" y="15195"/>
                  </a:cubicBezTo>
                  <a:close/>
                  <a:moveTo>
                    <a:pt x="20194" y="15828"/>
                  </a:moveTo>
                  <a:cubicBezTo>
                    <a:pt x="20647" y="15839"/>
                    <a:pt x="21322" y="15946"/>
                    <a:pt x="21499" y="16220"/>
                  </a:cubicBezTo>
                  <a:cubicBezTo>
                    <a:pt x="21549" y="16294"/>
                    <a:pt x="21671" y="16520"/>
                    <a:pt x="21569" y="16648"/>
                  </a:cubicBezTo>
                  <a:cubicBezTo>
                    <a:pt x="21566" y="16649"/>
                    <a:pt x="21562" y="16650"/>
                    <a:pt x="21557" y="16650"/>
                  </a:cubicBezTo>
                  <a:cubicBezTo>
                    <a:pt x="21486" y="16650"/>
                    <a:pt x="21231" y="16544"/>
                    <a:pt x="21158" y="16523"/>
                  </a:cubicBezTo>
                  <a:cubicBezTo>
                    <a:pt x="20990" y="16494"/>
                    <a:pt x="20823" y="16465"/>
                    <a:pt x="20656" y="16433"/>
                  </a:cubicBezTo>
                  <a:cubicBezTo>
                    <a:pt x="20524" y="16436"/>
                    <a:pt x="20390" y="16437"/>
                    <a:pt x="20256" y="16437"/>
                  </a:cubicBezTo>
                  <a:cubicBezTo>
                    <a:pt x="20179" y="16409"/>
                    <a:pt x="20086" y="16329"/>
                    <a:pt x="20041" y="16264"/>
                  </a:cubicBezTo>
                  <a:cubicBezTo>
                    <a:pt x="19987" y="16190"/>
                    <a:pt x="19899" y="16018"/>
                    <a:pt x="19997" y="15914"/>
                  </a:cubicBezTo>
                  <a:cubicBezTo>
                    <a:pt x="20034" y="15825"/>
                    <a:pt x="20115" y="15870"/>
                    <a:pt x="20194" y="15828"/>
                  </a:cubicBezTo>
                  <a:close/>
                  <a:moveTo>
                    <a:pt x="20058" y="17158"/>
                  </a:moveTo>
                  <a:cubicBezTo>
                    <a:pt x="20089" y="17173"/>
                    <a:pt x="20124" y="17189"/>
                    <a:pt x="20147" y="17213"/>
                  </a:cubicBezTo>
                  <a:cubicBezTo>
                    <a:pt x="20099" y="17237"/>
                    <a:pt x="20048" y="17269"/>
                    <a:pt x="20016" y="17312"/>
                  </a:cubicBezTo>
                  <a:lnTo>
                    <a:pt x="20005" y="17312"/>
                  </a:lnTo>
                  <a:cubicBezTo>
                    <a:pt x="20024" y="17269"/>
                    <a:pt x="20038" y="17210"/>
                    <a:pt x="20058" y="17158"/>
                  </a:cubicBezTo>
                  <a:close/>
                  <a:moveTo>
                    <a:pt x="20434" y="16598"/>
                  </a:moveTo>
                  <a:cubicBezTo>
                    <a:pt x="20785" y="16610"/>
                    <a:pt x="21424" y="16723"/>
                    <a:pt x="21629" y="16869"/>
                  </a:cubicBezTo>
                  <a:cubicBezTo>
                    <a:pt x="21694" y="16917"/>
                    <a:pt x="21723" y="17007"/>
                    <a:pt x="21780" y="17068"/>
                  </a:cubicBezTo>
                  <a:cubicBezTo>
                    <a:pt x="21773" y="17237"/>
                    <a:pt x="21691" y="17282"/>
                    <a:pt x="21669" y="17414"/>
                  </a:cubicBezTo>
                  <a:cubicBezTo>
                    <a:pt x="21613" y="17383"/>
                    <a:pt x="21604" y="17308"/>
                    <a:pt x="21556" y="17269"/>
                  </a:cubicBezTo>
                  <a:cubicBezTo>
                    <a:pt x="21469" y="17202"/>
                    <a:pt x="21342" y="17152"/>
                    <a:pt x="21223" y="17120"/>
                  </a:cubicBezTo>
                  <a:cubicBezTo>
                    <a:pt x="21154" y="17101"/>
                    <a:pt x="21082" y="17094"/>
                    <a:pt x="21010" y="17094"/>
                  </a:cubicBezTo>
                  <a:cubicBezTo>
                    <a:pt x="20843" y="17094"/>
                    <a:pt x="20670" y="17130"/>
                    <a:pt x="20504" y="17130"/>
                  </a:cubicBezTo>
                  <a:cubicBezTo>
                    <a:pt x="20428" y="17130"/>
                    <a:pt x="20353" y="17122"/>
                    <a:pt x="20281" y="17100"/>
                  </a:cubicBezTo>
                  <a:cubicBezTo>
                    <a:pt x="20144" y="17058"/>
                    <a:pt x="20104" y="16984"/>
                    <a:pt x="20026" y="16888"/>
                  </a:cubicBezTo>
                  <a:cubicBezTo>
                    <a:pt x="20028" y="16686"/>
                    <a:pt x="20162" y="16646"/>
                    <a:pt x="20317" y="16610"/>
                  </a:cubicBezTo>
                  <a:cubicBezTo>
                    <a:pt x="20331" y="16606"/>
                    <a:pt x="20345" y="16605"/>
                    <a:pt x="20359" y="16605"/>
                  </a:cubicBezTo>
                  <a:cubicBezTo>
                    <a:pt x="20371" y="16605"/>
                    <a:pt x="20382" y="16606"/>
                    <a:pt x="20393" y="16606"/>
                  </a:cubicBezTo>
                  <a:cubicBezTo>
                    <a:pt x="20408" y="16606"/>
                    <a:pt x="20422" y="16605"/>
                    <a:pt x="20434" y="16598"/>
                  </a:cubicBezTo>
                  <a:close/>
                  <a:moveTo>
                    <a:pt x="11488" y="14314"/>
                  </a:moveTo>
                  <a:cubicBezTo>
                    <a:pt x="11544" y="14365"/>
                    <a:pt x="11536" y="14464"/>
                    <a:pt x="11560" y="14548"/>
                  </a:cubicBezTo>
                  <a:cubicBezTo>
                    <a:pt x="11617" y="14732"/>
                    <a:pt x="11656" y="14926"/>
                    <a:pt x="11716" y="15121"/>
                  </a:cubicBezTo>
                  <a:cubicBezTo>
                    <a:pt x="11764" y="15271"/>
                    <a:pt x="11825" y="15450"/>
                    <a:pt x="11861" y="15602"/>
                  </a:cubicBezTo>
                  <a:cubicBezTo>
                    <a:pt x="11880" y="15694"/>
                    <a:pt x="11757" y="16191"/>
                    <a:pt x="11728" y="16283"/>
                  </a:cubicBezTo>
                  <a:cubicBezTo>
                    <a:pt x="11685" y="16417"/>
                    <a:pt x="11675" y="16527"/>
                    <a:pt x="11629" y="16655"/>
                  </a:cubicBezTo>
                  <a:cubicBezTo>
                    <a:pt x="11472" y="17093"/>
                    <a:pt x="11273" y="17522"/>
                    <a:pt x="11086" y="17923"/>
                  </a:cubicBezTo>
                  <a:cubicBezTo>
                    <a:pt x="10982" y="18144"/>
                    <a:pt x="10886" y="18356"/>
                    <a:pt x="10762" y="18551"/>
                  </a:cubicBezTo>
                  <a:cubicBezTo>
                    <a:pt x="10710" y="18632"/>
                    <a:pt x="10692" y="18737"/>
                    <a:pt x="10628" y="18807"/>
                  </a:cubicBezTo>
                  <a:lnTo>
                    <a:pt x="10628" y="18832"/>
                  </a:lnTo>
                  <a:lnTo>
                    <a:pt x="10602" y="18832"/>
                  </a:lnTo>
                  <a:cubicBezTo>
                    <a:pt x="10608" y="18504"/>
                    <a:pt x="10605" y="18129"/>
                    <a:pt x="10547" y="17836"/>
                  </a:cubicBezTo>
                  <a:cubicBezTo>
                    <a:pt x="10508" y="17644"/>
                    <a:pt x="10543" y="17443"/>
                    <a:pt x="10506" y="17267"/>
                  </a:cubicBezTo>
                  <a:cubicBezTo>
                    <a:pt x="10468" y="17078"/>
                    <a:pt x="10524" y="16819"/>
                    <a:pt x="10428" y="16684"/>
                  </a:cubicBezTo>
                  <a:cubicBezTo>
                    <a:pt x="10470" y="16578"/>
                    <a:pt x="10633" y="16513"/>
                    <a:pt x="10694" y="16393"/>
                  </a:cubicBezTo>
                  <a:cubicBezTo>
                    <a:pt x="10746" y="16286"/>
                    <a:pt x="10659" y="16168"/>
                    <a:pt x="10673" y="16107"/>
                  </a:cubicBezTo>
                  <a:cubicBezTo>
                    <a:pt x="10697" y="16018"/>
                    <a:pt x="10826" y="15853"/>
                    <a:pt x="10876" y="15762"/>
                  </a:cubicBezTo>
                  <a:cubicBezTo>
                    <a:pt x="11034" y="15474"/>
                    <a:pt x="11155" y="15187"/>
                    <a:pt x="11296" y="14878"/>
                  </a:cubicBezTo>
                  <a:cubicBezTo>
                    <a:pt x="11366" y="14723"/>
                    <a:pt x="11475" y="14515"/>
                    <a:pt x="11488" y="14314"/>
                  </a:cubicBezTo>
                  <a:close/>
                  <a:moveTo>
                    <a:pt x="20868" y="14591"/>
                  </a:moveTo>
                  <a:cubicBezTo>
                    <a:pt x="20869" y="14591"/>
                    <a:pt x="20870" y="14591"/>
                    <a:pt x="20871" y="14591"/>
                  </a:cubicBezTo>
                  <a:lnTo>
                    <a:pt x="20947" y="14656"/>
                  </a:lnTo>
                  <a:cubicBezTo>
                    <a:pt x="20973" y="14759"/>
                    <a:pt x="21019" y="14998"/>
                    <a:pt x="20938" y="15095"/>
                  </a:cubicBezTo>
                  <a:lnTo>
                    <a:pt x="20938" y="15121"/>
                  </a:lnTo>
                  <a:cubicBezTo>
                    <a:pt x="20872" y="15085"/>
                    <a:pt x="20773" y="15042"/>
                    <a:pt x="20682" y="15042"/>
                  </a:cubicBezTo>
                  <a:cubicBezTo>
                    <a:pt x="20622" y="15042"/>
                    <a:pt x="20566" y="15061"/>
                    <a:pt x="20525" y="15112"/>
                  </a:cubicBezTo>
                  <a:cubicBezTo>
                    <a:pt x="20426" y="15238"/>
                    <a:pt x="20407" y="15528"/>
                    <a:pt x="20540" y="15630"/>
                  </a:cubicBezTo>
                  <a:cubicBezTo>
                    <a:pt x="20512" y="15680"/>
                    <a:pt x="20459" y="15693"/>
                    <a:pt x="20394" y="15693"/>
                  </a:cubicBezTo>
                  <a:cubicBezTo>
                    <a:pt x="20321" y="15693"/>
                    <a:pt x="20233" y="15676"/>
                    <a:pt x="20153" y="15676"/>
                  </a:cubicBezTo>
                  <a:cubicBezTo>
                    <a:pt x="20125" y="15676"/>
                    <a:pt x="20098" y="15678"/>
                    <a:pt x="20073" y="15684"/>
                  </a:cubicBezTo>
                  <a:cubicBezTo>
                    <a:pt x="19942" y="15713"/>
                    <a:pt x="19848" y="15796"/>
                    <a:pt x="19810" y="15924"/>
                  </a:cubicBezTo>
                  <a:cubicBezTo>
                    <a:pt x="19762" y="15908"/>
                    <a:pt x="19731" y="15870"/>
                    <a:pt x="19708" y="15832"/>
                  </a:cubicBezTo>
                  <a:lnTo>
                    <a:pt x="19695" y="15832"/>
                  </a:lnTo>
                  <a:cubicBezTo>
                    <a:pt x="19695" y="15880"/>
                    <a:pt x="19696" y="15908"/>
                    <a:pt x="19718" y="15935"/>
                  </a:cubicBezTo>
                  <a:cubicBezTo>
                    <a:pt x="19730" y="15970"/>
                    <a:pt x="19740" y="15973"/>
                    <a:pt x="19757" y="16001"/>
                  </a:cubicBezTo>
                  <a:lnTo>
                    <a:pt x="19795" y="16001"/>
                  </a:lnTo>
                  <a:cubicBezTo>
                    <a:pt x="19785" y="16236"/>
                    <a:pt x="19884" y="16440"/>
                    <a:pt x="20054" y="16497"/>
                  </a:cubicBezTo>
                  <a:cubicBezTo>
                    <a:pt x="20022" y="16568"/>
                    <a:pt x="19936" y="16597"/>
                    <a:pt x="19897" y="16662"/>
                  </a:cubicBezTo>
                  <a:cubicBezTo>
                    <a:pt x="19811" y="16800"/>
                    <a:pt x="19877" y="17020"/>
                    <a:pt x="19978" y="17091"/>
                  </a:cubicBezTo>
                  <a:cubicBezTo>
                    <a:pt x="19930" y="17344"/>
                    <a:pt x="19702" y="17497"/>
                    <a:pt x="19579" y="17676"/>
                  </a:cubicBezTo>
                  <a:lnTo>
                    <a:pt x="19566" y="17676"/>
                  </a:lnTo>
                  <a:lnTo>
                    <a:pt x="19566" y="17689"/>
                  </a:lnTo>
                  <a:cubicBezTo>
                    <a:pt x="19664" y="17658"/>
                    <a:pt x="19878" y="17482"/>
                    <a:pt x="19935" y="17399"/>
                  </a:cubicBezTo>
                  <a:lnTo>
                    <a:pt x="19948" y="17399"/>
                  </a:lnTo>
                  <a:cubicBezTo>
                    <a:pt x="19869" y="17724"/>
                    <a:pt x="20093" y="17846"/>
                    <a:pt x="20364" y="17913"/>
                  </a:cubicBezTo>
                  <a:cubicBezTo>
                    <a:pt x="20404" y="17923"/>
                    <a:pt x="20446" y="17927"/>
                    <a:pt x="20488" y="17927"/>
                  </a:cubicBezTo>
                  <a:cubicBezTo>
                    <a:pt x="20620" y="17927"/>
                    <a:pt x="20756" y="17888"/>
                    <a:pt x="20868" y="17885"/>
                  </a:cubicBezTo>
                  <a:cubicBezTo>
                    <a:pt x="20930" y="17883"/>
                    <a:pt x="20999" y="17879"/>
                    <a:pt x="21065" y="17879"/>
                  </a:cubicBezTo>
                  <a:cubicBezTo>
                    <a:pt x="21177" y="17879"/>
                    <a:pt x="21283" y="17891"/>
                    <a:pt x="21345" y="17948"/>
                  </a:cubicBezTo>
                  <a:lnTo>
                    <a:pt x="21371" y="17948"/>
                  </a:lnTo>
                  <a:lnTo>
                    <a:pt x="21371" y="17934"/>
                  </a:lnTo>
                  <a:cubicBezTo>
                    <a:pt x="21293" y="17876"/>
                    <a:pt x="21258" y="17805"/>
                    <a:pt x="21142" y="17775"/>
                  </a:cubicBezTo>
                  <a:cubicBezTo>
                    <a:pt x="21078" y="17757"/>
                    <a:pt x="21009" y="17752"/>
                    <a:pt x="20938" y="17752"/>
                  </a:cubicBezTo>
                  <a:cubicBezTo>
                    <a:pt x="20798" y="17752"/>
                    <a:pt x="20650" y="17774"/>
                    <a:pt x="20512" y="17774"/>
                  </a:cubicBezTo>
                  <a:cubicBezTo>
                    <a:pt x="20418" y="17774"/>
                    <a:pt x="20330" y="17764"/>
                    <a:pt x="20252" y="17729"/>
                  </a:cubicBezTo>
                  <a:cubicBezTo>
                    <a:pt x="20160" y="17689"/>
                    <a:pt x="20131" y="17628"/>
                    <a:pt x="20073" y="17556"/>
                  </a:cubicBezTo>
                  <a:cubicBezTo>
                    <a:pt x="20080" y="17356"/>
                    <a:pt x="20298" y="17295"/>
                    <a:pt x="20455" y="17254"/>
                  </a:cubicBezTo>
                  <a:cubicBezTo>
                    <a:pt x="20524" y="17257"/>
                    <a:pt x="20593" y="17258"/>
                    <a:pt x="20662" y="17258"/>
                  </a:cubicBezTo>
                  <a:cubicBezTo>
                    <a:pt x="20757" y="17240"/>
                    <a:pt x="20851" y="17230"/>
                    <a:pt x="20939" y="17230"/>
                  </a:cubicBezTo>
                  <a:cubicBezTo>
                    <a:pt x="21228" y="17230"/>
                    <a:pt x="21467" y="17331"/>
                    <a:pt x="21560" y="17549"/>
                  </a:cubicBezTo>
                  <a:cubicBezTo>
                    <a:pt x="21589" y="17616"/>
                    <a:pt x="21664" y="17732"/>
                    <a:pt x="21633" y="17840"/>
                  </a:cubicBezTo>
                  <a:cubicBezTo>
                    <a:pt x="21579" y="18023"/>
                    <a:pt x="21402" y="18158"/>
                    <a:pt x="21262" y="18257"/>
                  </a:cubicBezTo>
                  <a:cubicBezTo>
                    <a:pt x="20967" y="18467"/>
                    <a:pt x="20675" y="18686"/>
                    <a:pt x="20381" y="18897"/>
                  </a:cubicBezTo>
                  <a:cubicBezTo>
                    <a:pt x="20255" y="18989"/>
                    <a:pt x="20125" y="19154"/>
                    <a:pt x="19949" y="19185"/>
                  </a:cubicBezTo>
                  <a:cubicBezTo>
                    <a:pt x="19943" y="19186"/>
                    <a:pt x="19937" y="19187"/>
                    <a:pt x="19931" y="19187"/>
                  </a:cubicBezTo>
                  <a:cubicBezTo>
                    <a:pt x="19868" y="19187"/>
                    <a:pt x="19804" y="19131"/>
                    <a:pt x="19757" y="19115"/>
                  </a:cubicBezTo>
                  <a:cubicBezTo>
                    <a:pt x="19563" y="19054"/>
                    <a:pt x="19394" y="19047"/>
                    <a:pt x="19244" y="18951"/>
                  </a:cubicBezTo>
                  <a:cubicBezTo>
                    <a:pt x="19020" y="18807"/>
                    <a:pt x="18808" y="18599"/>
                    <a:pt x="18663" y="18381"/>
                  </a:cubicBezTo>
                  <a:cubicBezTo>
                    <a:pt x="18589" y="18270"/>
                    <a:pt x="18517" y="18065"/>
                    <a:pt x="18386" y="18014"/>
                  </a:cubicBezTo>
                  <a:cubicBezTo>
                    <a:pt x="18401" y="17942"/>
                    <a:pt x="18443" y="17916"/>
                    <a:pt x="18466" y="17862"/>
                  </a:cubicBezTo>
                  <a:cubicBezTo>
                    <a:pt x="18510" y="17767"/>
                    <a:pt x="18536" y="17657"/>
                    <a:pt x="18562" y="17552"/>
                  </a:cubicBezTo>
                  <a:cubicBezTo>
                    <a:pt x="18580" y="17351"/>
                    <a:pt x="18597" y="17149"/>
                    <a:pt x="18613" y="16946"/>
                  </a:cubicBezTo>
                  <a:cubicBezTo>
                    <a:pt x="18721" y="16510"/>
                    <a:pt x="18772" y="16135"/>
                    <a:pt x="18999" y="15842"/>
                  </a:cubicBezTo>
                  <a:cubicBezTo>
                    <a:pt x="19224" y="15552"/>
                    <a:pt x="19707" y="15483"/>
                    <a:pt x="20006" y="15269"/>
                  </a:cubicBezTo>
                  <a:cubicBezTo>
                    <a:pt x="20050" y="15239"/>
                    <a:pt x="20197" y="15120"/>
                    <a:pt x="20230" y="15080"/>
                  </a:cubicBezTo>
                  <a:cubicBezTo>
                    <a:pt x="20253" y="15054"/>
                    <a:pt x="20255" y="15014"/>
                    <a:pt x="20282" y="14992"/>
                  </a:cubicBezTo>
                  <a:cubicBezTo>
                    <a:pt x="20365" y="14928"/>
                    <a:pt x="20457" y="14875"/>
                    <a:pt x="20531" y="14803"/>
                  </a:cubicBezTo>
                  <a:cubicBezTo>
                    <a:pt x="20622" y="14716"/>
                    <a:pt x="20697" y="14591"/>
                    <a:pt x="20868" y="14591"/>
                  </a:cubicBezTo>
                  <a:close/>
                  <a:moveTo>
                    <a:pt x="9516" y="14543"/>
                  </a:moveTo>
                  <a:cubicBezTo>
                    <a:pt x="9563" y="14545"/>
                    <a:pt x="9611" y="14545"/>
                    <a:pt x="9657" y="14547"/>
                  </a:cubicBezTo>
                  <a:cubicBezTo>
                    <a:pt x="9701" y="14592"/>
                    <a:pt x="9742" y="14633"/>
                    <a:pt x="9785" y="14679"/>
                  </a:cubicBezTo>
                  <a:cubicBezTo>
                    <a:pt x="9782" y="14723"/>
                    <a:pt x="9782" y="14765"/>
                    <a:pt x="9781" y="14809"/>
                  </a:cubicBezTo>
                  <a:cubicBezTo>
                    <a:pt x="9615" y="14971"/>
                    <a:pt x="9445" y="15137"/>
                    <a:pt x="9254" y="15275"/>
                  </a:cubicBezTo>
                  <a:cubicBezTo>
                    <a:pt x="9161" y="15342"/>
                    <a:pt x="9084" y="15448"/>
                    <a:pt x="8990" y="15515"/>
                  </a:cubicBezTo>
                  <a:cubicBezTo>
                    <a:pt x="8789" y="15658"/>
                    <a:pt x="8574" y="15774"/>
                    <a:pt x="8375" y="15915"/>
                  </a:cubicBezTo>
                  <a:cubicBezTo>
                    <a:pt x="8295" y="15972"/>
                    <a:pt x="8193" y="16075"/>
                    <a:pt x="8136" y="16155"/>
                  </a:cubicBezTo>
                  <a:cubicBezTo>
                    <a:pt x="8103" y="16200"/>
                    <a:pt x="8100" y="16249"/>
                    <a:pt x="8056" y="16283"/>
                  </a:cubicBezTo>
                  <a:lnTo>
                    <a:pt x="8056" y="16308"/>
                  </a:lnTo>
                  <a:cubicBezTo>
                    <a:pt x="8150" y="16276"/>
                    <a:pt x="8305" y="16094"/>
                    <a:pt x="8411" y="16031"/>
                  </a:cubicBezTo>
                  <a:cubicBezTo>
                    <a:pt x="8654" y="15886"/>
                    <a:pt x="8894" y="15778"/>
                    <a:pt x="9118" y="15621"/>
                  </a:cubicBezTo>
                  <a:cubicBezTo>
                    <a:pt x="9346" y="15459"/>
                    <a:pt x="9523" y="15216"/>
                    <a:pt x="9750" y="15051"/>
                  </a:cubicBezTo>
                  <a:cubicBezTo>
                    <a:pt x="9849" y="14981"/>
                    <a:pt x="10026" y="14829"/>
                    <a:pt x="10221" y="14829"/>
                  </a:cubicBezTo>
                  <a:cubicBezTo>
                    <a:pt x="10267" y="14829"/>
                    <a:pt x="10315" y="14838"/>
                    <a:pt x="10362" y="14858"/>
                  </a:cubicBezTo>
                  <a:cubicBezTo>
                    <a:pt x="10426" y="14884"/>
                    <a:pt x="10447" y="14942"/>
                    <a:pt x="10490" y="14990"/>
                  </a:cubicBezTo>
                  <a:cubicBezTo>
                    <a:pt x="10479" y="15354"/>
                    <a:pt x="10160" y="15477"/>
                    <a:pt x="9997" y="15690"/>
                  </a:cubicBezTo>
                  <a:cubicBezTo>
                    <a:pt x="9901" y="15815"/>
                    <a:pt x="9790" y="15943"/>
                    <a:pt x="9705" y="16072"/>
                  </a:cubicBezTo>
                  <a:cubicBezTo>
                    <a:pt x="9670" y="16124"/>
                    <a:pt x="9662" y="16184"/>
                    <a:pt x="9622" y="16236"/>
                  </a:cubicBezTo>
                  <a:cubicBezTo>
                    <a:pt x="9571" y="16308"/>
                    <a:pt x="9470" y="16363"/>
                    <a:pt x="9400" y="16414"/>
                  </a:cubicBezTo>
                  <a:cubicBezTo>
                    <a:pt x="9368" y="16447"/>
                    <a:pt x="9337" y="16481"/>
                    <a:pt x="9307" y="16515"/>
                  </a:cubicBezTo>
                  <a:cubicBezTo>
                    <a:pt x="9183" y="16604"/>
                    <a:pt x="9063" y="16702"/>
                    <a:pt x="8952" y="16803"/>
                  </a:cubicBezTo>
                  <a:cubicBezTo>
                    <a:pt x="8878" y="16875"/>
                    <a:pt x="8804" y="16947"/>
                    <a:pt x="8728" y="17019"/>
                  </a:cubicBezTo>
                  <a:cubicBezTo>
                    <a:pt x="8687" y="17072"/>
                    <a:pt x="8663" y="17142"/>
                    <a:pt x="8609" y="17184"/>
                  </a:cubicBezTo>
                  <a:lnTo>
                    <a:pt x="8609" y="17196"/>
                  </a:lnTo>
                  <a:cubicBezTo>
                    <a:pt x="8734" y="17157"/>
                    <a:pt x="8844" y="17051"/>
                    <a:pt x="8949" y="16984"/>
                  </a:cubicBezTo>
                  <a:cubicBezTo>
                    <a:pt x="9292" y="16766"/>
                    <a:pt x="9585" y="16501"/>
                    <a:pt x="9920" y="16280"/>
                  </a:cubicBezTo>
                  <a:cubicBezTo>
                    <a:pt x="10043" y="16201"/>
                    <a:pt x="10168" y="16131"/>
                    <a:pt x="10290" y="16131"/>
                  </a:cubicBezTo>
                  <a:cubicBezTo>
                    <a:pt x="10376" y="16131"/>
                    <a:pt x="10461" y="16165"/>
                    <a:pt x="10543" y="16255"/>
                  </a:cubicBezTo>
                  <a:cubicBezTo>
                    <a:pt x="10519" y="16452"/>
                    <a:pt x="10317" y="16520"/>
                    <a:pt x="10186" y="16610"/>
                  </a:cubicBezTo>
                  <a:cubicBezTo>
                    <a:pt x="9989" y="16742"/>
                    <a:pt x="9775" y="16911"/>
                    <a:pt x="9634" y="17101"/>
                  </a:cubicBezTo>
                  <a:cubicBezTo>
                    <a:pt x="9475" y="17312"/>
                    <a:pt x="9332" y="17567"/>
                    <a:pt x="9218" y="17817"/>
                  </a:cubicBezTo>
                  <a:cubicBezTo>
                    <a:pt x="9093" y="18090"/>
                    <a:pt x="9023" y="18376"/>
                    <a:pt x="8852" y="18596"/>
                  </a:cubicBezTo>
                  <a:cubicBezTo>
                    <a:pt x="8433" y="19140"/>
                    <a:pt x="7776" y="19460"/>
                    <a:pt x="7350" y="19999"/>
                  </a:cubicBezTo>
                  <a:cubicBezTo>
                    <a:pt x="7282" y="20082"/>
                    <a:pt x="7162" y="20110"/>
                    <a:pt x="7098" y="20201"/>
                  </a:cubicBezTo>
                  <a:cubicBezTo>
                    <a:pt x="6464" y="20198"/>
                    <a:pt x="6303" y="19631"/>
                    <a:pt x="6179" y="19096"/>
                  </a:cubicBezTo>
                  <a:cubicBezTo>
                    <a:pt x="6147" y="18962"/>
                    <a:pt x="6129" y="18747"/>
                    <a:pt x="6165" y="18590"/>
                  </a:cubicBezTo>
                  <a:cubicBezTo>
                    <a:pt x="6166" y="18531"/>
                    <a:pt x="6166" y="18471"/>
                    <a:pt x="6168" y="18408"/>
                  </a:cubicBezTo>
                  <a:cubicBezTo>
                    <a:pt x="6280" y="18086"/>
                    <a:pt x="6510" y="17809"/>
                    <a:pt x="6653" y="17501"/>
                  </a:cubicBezTo>
                  <a:cubicBezTo>
                    <a:pt x="6786" y="17216"/>
                    <a:pt x="6883" y="16908"/>
                    <a:pt x="7008" y="16617"/>
                  </a:cubicBezTo>
                  <a:cubicBezTo>
                    <a:pt x="7037" y="16549"/>
                    <a:pt x="7033" y="16489"/>
                    <a:pt x="7065" y="16424"/>
                  </a:cubicBezTo>
                  <a:cubicBezTo>
                    <a:pt x="7219" y="16082"/>
                    <a:pt x="7533" y="15716"/>
                    <a:pt x="7758" y="15429"/>
                  </a:cubicBezTo>
                  <a:cubicBezTo>
                    <a:pt x="7888" y="15268"/>
                    <a:pt x="8128" y="15095"/>
                    <a:pt x="8311" y="14990"/>
                  </a:cubicBezTo>
                  <a:cubicBezTo>
                    <a:pt x="8407" y="14934"/>
                    <a:pt x="8542" y="14913"/>
                    <a:pt x="8623" y="14841"/>
                  </a:cubicBezTo>
                  <a:lnTo>
                    <a:pt x="8661" y="14841"/>
                  </a:lnTo>
                  <a:lnTo>
                    <a:pt x="8661" y="14854"/>
                  </a:lnTo>
                  <a:cubicBezTo>
                    <a:pt x="8506" y="14942"/>
                    <a:pt x="8388" y="15131"/>
                    <a:pt x="8279" y="15272"/>
                  </a:cubicBezTo>
                  <a:cubicBezTo>
                    <a:pt x="8104" y="15498"/>
                    <a:pt x="7854" y="15658"/>
                    <a:pt x="7684" y="15879"/>
                  </a:cubicBezTo>
                  <a:cubicBezTo>
                    <a:pt x="7617" y="15966"/>
                    <a:pt x="7569" y="16120"/>
                    <a:pt x="7497" y="16199"/>
                  </a:cubicBezTo>
                  <a:lnTo>
                    <a:pt x="7497" y="16236"/>
                  </a:lnTo>
                  <a:cubicBezTo>
                    <a:pt x="7494" y="16244"/>
                    <a:pt x="7498" y="16244"/>
                    <a:pt x="7503" y="16244"/>
                  </a:cubicBezTo>
                  <a:cubicBezTo>
                    <a:pt x="7606" y="16053"/>
                    <a:pt x="7873" y="15900"/>
                    <a:pt x="8029" y="15752"/>
                  </a:cubicBezTo>
                  <a:cubicBezTo>
                    <a:pt x="8302" y="15490"/>
                    <a:pt x="8530" y="15107"/>
                    <a:pt x="8836" y="14890"/>
                  </a:cubicBezTo>
                  <a:cubicBezTo>
                    <a:pt x="8959" y="14803"/>
                    <a:pt x="9112" y="14700"/>
                    <a:pt x="9256" y="14641"/>
                  </a:cubicBezTo>
                  <a:cubicBezTo>
                    <a:pt x="9342" y="14607"/>
                    <a:pt x="9445" y="14596"/>
                    <a:pt x="9516" y="14543"/>
                  </a:cubicBezTo>
                  <a:close/>
                  <a:moveTo>
                    <a:pt x="11941" y="15963"/>
                  </a:moveTo>
                  <a:cubicBezTo>
                    <a:pt x="12026" y="16088"/>
                    <a:pt x="12037" y="16360"/>
                    <a:pt x="12085" y="16523"/>
                  </a:cubicBezTo>
                  <a:cubicBezTo>
                    <a:pt x="12142" y="16712"/>
                    <a:pt x="12213" y="16924"/>
                    <a:pt x="12255" y="17120"/>
                  </a:cubicBezTo>
                  <a:cubicBezTo>
                    <a:pt x="12280" y="17253"/>
                    <a:pt x="12090" y="17674"/>
                    <a:pt x="12045" y="17776"/>
                  </a:cubicBezTo>
                  <a:cubicBezTo>
                    <a:pt x="11973" y="17940"/>
                    <a:pt x="11925" y="18081"/>
                    <a:pt x="11853" y="18238"/>
                  </a:cubicBezTo>
                  <a:cubicBezTo>
                    <a:pt x="11690" y="18592"/>
                    <a:pt x="11453" y="18930"/>
                    <a:pt x="11288" y="19285"/>
                  </a:cubicBezTo>
                  <a:cubicBezTo>
                    <a:pt x="11168" y="19541"/>
                    <a:pt x="11024" y="19779"/>
                    <a:pt x="10910" y="20027"/>
                  </a:cubicBezTo>
                  <a:cubicBezTo>
                    <a:pt x="10841" y="20173"/>
                    <a:pt x="10755" y="20429"/>
                    <a:pt x="10653" y="20537"/>
                  </a:cubicBezTo>
                  <a:lnTo>
                    <a:pt x="10653" y="20562"/>
                  </a:lnTo>
                  <a:lnTo>
                    <a:pt x="10642" y="20562"/>
                  </a:lnTo>
                  <a:cubicBezTo>
                    <a:pt x="10634" y="20072"/>
                    <a:pt x="10628" y="19579"/>
                    <a:pt x="10621" y="19089"/>
                  </a:cubicBezTo>
                  <a:cubicBezTo>
                    <a:pt x="10637" y="19039"/>
                    <a:pt x="10689" y="18981"/>
                    <a:pt x="10716" y="18936"/>
                  </a:cubicBezTo>
                  <a:cubicBezTo>
                    <a:pt x="10809" y="18765"/>
                    <a:pt x="10896" y="18602"/>
                    <a:pt x="10985" y="18438"/>
                  </a:cubicBezTo>
                  <a:cubicBezTo>
                    <a:pt x="11227" y="17994"/>
                    <a:pt x="11408" y="17543"/>
                    <a:pt x="11623" y="17055"/>
                  </a:cubicBezTo>
                  <a:cubicBezTo>
                    <a:pt x="11762" y="16734"/>
                    <a:pt x="11896" y="16377"/>
                    <a:pt x="11941" y="15963"/>
                  </a:cubicBezTo>
                  <a:close/>
                  <a:moveTo>
                    <a:pt x="12312" y="17392"/>
                  </a:moveTo>
                  <a:cubicBezTo>
                    <a:pt x="12363" y="17468"/>
                    <a:pt x="12354" y="17581"/>
                    <a:pt x="12383" y="17679"/>
                  </a:cubicBezTo>
                  <a:cubicBezTo>
                    <a:pt x="12443" y="17879"/>
                    <a:pt x="12478" y="18097"/>
                    <a:pt x="12537" y="18314"/>
                  </a:cubicBezTo>
                  <a:cubicBezTo>
                    <a:pt x="12619" y="18599"/>
                    <a:pt x="12651" y="18903"/>
                    <a:pt x="12725" y="19210"/>
                  </a:cubicBezTo>
                  <a:cubicBezTo>
                    <a:pt x="12745" y="19295"/>
                    <a:pt x="12817" y="19464"/>
                    <a:pt x="12796" y="19561"/>
                  </a:cubicBezTo>
                  <a:cubicBezTo>
                    <a:pt x="12776" y="19646"/>
                    <a:pt x="12705" y="19755"/>
                    <a:pt x="12673" y="19832"/>
                  </a:cubicBezTo>
                  <a:cubicBezTo>
                    <a:pt x="12564" y="20078"/>
                    <a:pt x="12453" y="20307"/>
                    <a:pt x="12347" y="20536"/>
                  </a:cubicBezTo>
                  <a:cubicBezTo>
                    <a:pt x="12071" y="21133"/>
                    <a:pt x="11774" y="21735"/>
                    <a:pt x="11431" y="22273"/>
                  </a:cubicBezTo>
                  <a:cubicBezTo>
                    <a:pt x="11374" y="22362"/>
                    <a:pt x="11354" y="22452"/>
                    <a:pt x="11297" y="22542"/>
                  </a:cubicBezTo>
                  <a:cubicBezTo>
                    <a:pt x="11140" y="22786"/>
                    <a:pt x="10974" y="23041"/>
                    <a:pt x="10815" y="23280"/>
                  </a:cubicBezTo>
                  <a:cubicBezTo>
                    <a:pt x="10739" y="23397"/>
                    <a:pt x="10687" y="23542"/>
                    <a:pt x="10588" y="23637"/>
                  </a:cubicBezTo>
                  <a:cubicBezTo>
                    <a:pt x="10579" y="23658"/>
                    <a:pt x="10585" y="23650"/>
                    <a:pt x="10575" y="23663"/>
                  </a:cubicBezTo>
                  <a:cubicBezTo>
                    <a:pt x="10559" y="23563"/>
                    <a:pt x="10573" y="23436"/>
                    <a:pt x="10595" y="23353"/>
                  </a:cubicBezTo>
                  <a:cubicBezTo>
                    <a:pt x="10601" y="23112"/>
                    <a:pt x="10607" y="22872"/>
                    <a:pt x="10611" y="22631"/>
                  </a:cubicBezTo>
                  <a:cubicBezTo>
                    <a:pt x="10621" y="22203"/>
                    <a:pt x="10630" y="21779"/>
                    <a:pt x="10639" y="21351"/>
                  </a:cubicBezTo>
                  <a:cubicBezTo>
                    <a:pt x="10639" y="21175"/>
                    <a:pt x="10637" y="20998"/>
                    <a:pt x="10637" y="20820"/>
                  </a:cubicBezTo>
                  <a:cubicBezTo>
                    <a:pt x="10659" y="20746"/>
                    <a:pt x="10723" y="20669"/>
                    <a:pt x="10759" y="20604"/>
                  </a:cubicBezTo>
                  <a:cubicBezTo>
                    <a:pt x="10861" y="20416"/>
                    <a:pt x="10967" y="20217"/>
                    <a:pt x="11054" y="20028"/>
                  </a:cubicBezTo>
                  <a:cubicBezTo>
                    <a:pt x="11379" y="19332"/>
                    <a:pt x="11777" y="18698"/>
                    <a:pt x="12093" y="18009"/>
                  </a:cubicBezTo>
                  <a:cubicBezTo>
                    <a:pt x="12184" y="17811"/>
                    <a:pt x="12236" y="17603"/>
                    <a:pt x="12312" y="17392"/>
                  </a:cubicBezTo>
                  <a:close/>
                  <a:moveTo>
                    <a:pt x="12841" y="19782"/>
                  </a:moveTo>
                  <a:cubicBezTo>
                    <a:pt x="12883" y="20054"/>
                    <a:pt x="12926" y="20328"/>
                    <a:pt x="12968" y="20598"/>
                  </a:cubicBezTo>
                  <a:cubicBezTo>
                    <a:pt x="12984" y="20669"/>
                    <a:pt x="13038" y="20822"/>
                    <a:pt x="13026" y="20896"/>
                  </a:cubicBezTo>
                  <a:cubicBezTo>
                    <a:pt x="13014" y="20960"/>
                    <a:pt x="12965" y="21039"/>
                    <a:pt x="12943" y="21091"/>
                  </a:cubicBezTo>
                  <a:cubicBezTo>
                    <a:pt x="12870" y="21257"/>
                    <a:pt x="12827" y="21405"/>
                    <a:pt x="12753" y="21565"/>
                  </a:cubicBezTo>
                  <a:cubicBezTo>
                    <a:pt x="12693" y="21696"/>
                    <a:pt x="12598" y="21832"/>
                    <a:pt x="12539" y="21962"/>
                  </a:cubicBezTo>
                  <a:cubicBezTo>
                    <a:pt x="12284" y="22510"/>
                    <a:pt x="11981" y="23030"/>
                    <a:pt x="11664" y="23519"/>
                  </a:cubicBezTo>
                  <a:cubicBezTo>
                    <a:pt x="11486" y="23797"/>
                    <a:pt x="11291" y="24166"/>
                    <a:pt x="11065" y="24385"/>
                  </a:cubicBezTo>
                  <a:lnTo>
                    <a:pt x="11065" y="24399"/>
                  </a:lnTo>
                  <a:cubicBezTo>
                    <a:pt x="10896" y="24335"/>
                    <a:pt x="10762" y="24003"/>
                    <a:pt x="10623" y="23884"/>
                  </a:cubicBezTo>
                  <a:cubicBezTo>
                    <a:pt x="10642" y="23750"/>
                    <a:pt x="10748" y="23661"/>
                    <a:pt x="10810" y="23564"/>
                  </a:cubicBezTo>
                  <a:cubicBezTo>
                    <a:pt x="10956" y="23343"/>
                    <a:pt x="11097" y="23121"/>
                    <a:pt x="11238" y="22901"/>
                  </a:cubicBezTo>
                  <a:cubicBezTo>
                    <a:pt x="11668" y="22231"/>
                    <a:pt x="12034" y="21498"/>
                    <a:pt x="12382" y="20755"/>
                  </a:cubicBezTo>
                  <a:cubicBezTo>
                    <a:pt x="12482" y="20538"/>
                    <a:pt x="12590" y="20320"/>
                    <a:pt x="12693" y="20089"/>
                  </a:cubicBezTo>
                  <a:cubicBezTo>
                    <a:pt x="12735" y="19996"/>
                    <a:pt x="12801" y="19899"/>
                    <a:pt x="12817" y="19782"/>
                  </a:cubicBezTo>
                  <a:close/>
                  <a:moveTo>
                    <a:pt x="5240" y="9175"/>
                  </a:moveTo>
                  <a:cubicBezTo>
                    <a:pt x="5338" y="9730"/>
                    <a:pt x="5535" y="9865"/>
                    <a:pt x="5800" y="10235"/>
                  </a:cubicBezTo>
                  <a:cubicBezTo>
                    <a:pt x="6020" y="10541"/>
                    <a:pt x="6280" y="10818"/>
                    <a:pt x="6492" y="11129"/>
                  </a:cubicBezTo>
                  <a:cubicBezTo>
                    <a:pt x="6662" y="11377"/>
                    <a:pt x="6822" y="11777"/>
                    <a:pt x="7055" y="11955"/>
                  </a:cubicBezTo>
                  <a:cubicBezTo>
                    <a:pt x="7180" y="12050"/>
                    <a:pt x="7289" y="12092"/>
                    <a:pt x="7388" y="12092"/>
                  </a:cubicBezTo>
                  <a:cubicBezTo>
                    <a:pt x="7553" y="12092"/>
                    <a:pt x="7689" y="11975"/>
                    <a:pt x="7821" y="11805"/>
                  </a:cubicBezTo>
                  <a:cubicBezTo>
                    <a:pt x="7866" y="11747"/>
                    <a:pt x="7939" y="11705"/>
                    <a:pt x="7966" y="11626"/>
                  </a:cubicBezTo>
                  <a:cubicBezTo>
                    <a:pt x="8048" y="11642"/>
                    <a:pt x="8090" y="11684"/>
                    <a:pt x="8144" y="11721"/>
                  </a:cubicBezTo>
                  <a:cubicBezTo>
                    <a:pt x="8304" y="11822"/>
                    <a:pt x="8469" y="11888"/>
                    <a:pt x="8629" y="11990"/>
                  </a:cubicBezTo>
                  <a:cubicBezTo>
                    <a:pt x="8715" y="12045"/>
                    <a:pt x="8802" y="12122"/>
                    <a:pt x="8911" y="12151"/>
                  </a:cubicBezTo>
                  <a:cubicBezTo>
                    <a:pt x="8887" y="12213"/>
                    <a:pt x="8821" y="12229"/>
                    <a:pt x="8804" y="12292"/>
                  </a:cubicBezTo>
                  <a:cubicBezTo>
                    <a:pt x="8769" y="12408"/>
                    <a:pt x="8894" y="12478"/>
                    <a:pt x="8940" y="12527"/>
                  </a:cubicBezTo>
                  <a:cubicBezTo>
                    <a:pt x="9102" y="12696"/>
                    <a:pt x="9308" y="12853"/>
                    <a:pt x="9445" y="13042"/>
                  </a:cubicBezTo>
                  <a:cubicBezTo>
                    <a:pt x="9541" y="13176"/>
                    <a:pt x="9638" y="13302"/>
                    <a:pt x="9734" y="13436"/>
                  </a:cubicBezTo>
                  <a:cubicBezTo>
                    <a:pt x="9765" y="13478"/>
                    <a:pt x="9832" y="13502"/>
                    <a:pt x="9861" y="13542"/>
                  </a:cubicBezTo>
                  <a:cubicBezTo>
                    <a:pt x="9926" y="13637"/>
                    <a:pt x="9912" y="13794"/>
                    <a:pt x="9944" y="13917"/>
                  </a:cubicBezTo>
                  <a:cubicBezTo>
                    <a:pt x="9999" y="14147"/>
                    <a:pt x="10061" y="14422"/>
                    <a:pt x="10056" y="14695"/>
                  </a:cubicBezTo>
                  <a:cubicBezTo>
                    <a:pt x="10011" y="14701"/>
                    <a:pt x="9977" y="14708"/>
                    <a:pt x="9952" y="14732"/>
                  </a:cubicBezTo>
                  <a:cubicBezTo>
                    <a:pt x="9875" y="14614"/>
                    <a:pt x="9910" y="14521"/>
                    <a:pt x="9778" y="14431"/>
                  </a:cubicBezTo>
                  <a:cubicBezTo>
                    <a:pt x="9727" y="14396"/>
                    <a:pt x="9665" y="14382"/>
                    <a:pt x="9597" y="14382"/>
                  </a:cubicBezTo>
                  <a:cubicBezTo>
                    <a:pt x="9367" y="14382"/>
                    <a:pt x="9072" y="14543"/>
                    <a:pt x="8948" y="14620"/>
                  </a:cubicBezTo>
                  <a:cubicBezTo>
                    <a:pt x="8920" y="14636"/>
                    <a:pt x="8884" y="14685"/>
                    <a:pt x="8855" y="14695"/>
                  </a:cubicBezTo>
                  <a:cubicBezTo>
                    <a:pt x="8776" y="14689"/>
                    <a:pt x="8701" y="14684"/>
                    <a:pt x="8622" y="14678"/>
                  </a:cubicBezTo>
                  <a:cubicBezTo>
                    <a:pt x="8520" y="14702"/>
                    <a:pt x="8420" y="14771"/>
                    <a:pt x="8334" y="14814"/>
                  </a:cubicBezTo>
                  <a:cubicBezTo>
                    <a:pt x="7772" y="15105"/>
                    <a:pt x="7488" y="15473"/>
                    <a:pt x="7146" y="15989"/>
                  </a:cubicBezTo>
                  <a:cubicBezTo>
                    <a:pt x="7039" y="16153"/>
                    <a:pt x="6912" y="16328"/>
                    <a:pt x="6825" y="16513"/>
                  </a:cubicBezTo>
                  <a:cubicBezTo>
                    <a:pt x="6691" y="16796"/>
                    <a:pt x="6616" y="17094"/>
                    <a:pt x="6483" y="17385"/>
                  </a:cubicBezTo>
                  <a:cubicBezTo>
                    <a:pt x="6347" y="17682"/>
                    <a:pt x="6187" y="17961"/>
                    <a:pt x="6050" y="18269"/>
                  </a:cubicBezTo>
                  <a:cubicBezTo>
                    <a:pt x="6040" y="18269"/>
                    <a:pt x="6030" y="18269"/>
                    <a:pt x="6020" y="18269"/>
                  </a:cubicBezTo>
                  <a:cubicBezTo>
                    <a:pt x="5622" y="18269"/>
                    <a:pt x="5482" y="18440"/>
                    <a:pt x="5242" y="18599"/>
                  </a:cubicBezTo>
                  <a:cubicBezTo>
                    <a:pt x="5120" y="18682"/>
                    <a:pt x="4983" y="18752"/>
                    <a:pt x="4862" y="18824"/>
                  </a:cubicBezTo>
                  <a:cubicBezTo>
                    <a:pt x="4691" y="18925"/>
                    <a:pt x="4506" y="19000"/>
                    <a:pt x="4339" y="19098"/>
                  </a:cubicBezTo>
                  <a:cubicBezTo>
                    <a:pt x="4285" y="19128"/>
                    <a:pt x="4225" y="19134"/>
                    <a:pt x="4182" y="19172"/>
                  </a:cubicBezTo>
                  <a:lnTo>
                    <a:pt x="4169" y="19172"/>
                  </a:lnTo>
                  <a:cubicBezTo>
                    <a:pt x="4201" y="18978"/>
                    <a:pt x="4252" y="18759"/>
                    <a:pt x="4234" y="18526"/>
                  </a:cubicBezTo>
                  <a:cubicBezTo>
                    <a:pt x="4237" y="18449"/>
                    <a:pt x="4239" y="18372"/>
                    <a:pt x="4240" y="18294"/>
                  </a:cubicBezTo>
                  <a:cubicBezTo>
                    <a:pt x="4196" y="18074"/>
                    <a:pt x="4159" y="17639"/>
                    <a:pt x="4220" y="17389"/>
                  </a:cubicBezTo>
                  <a:cubicBezTo>
                    <a:pt x="4332" y="16939"/>
                    <a:pt x="4393" y="16482"/>
                    <a:pt x="4507" y="16011"/>
                  </a:cubicBezTo>
                  <a:cubicBezTo>
                    <a:pt x="4515" y="15848"/>
                    <a:pt x="4523" y="15684"/>
                    <a:pt x="4531" y="15521"/>
                  </a:cubicBezTo>
                  <a:cubicBezTo>
                    <a:pt x="4547" y="15453"/>
                    <a:pt x="4529" y="15333"/>
                    <a:pt x="4548" y="15251"/>
                  </a:cubicBezTo>
                  <a:cubicBezTo>
                    <a:pt x="4574" y="15146"/>
                    <a:pt x="4567" y="14989"/>
                    <a:pt x="4571" y="14862"/>
                  </a:cubicBezTo>
                  <a:cubicBezTo>
                    <a:pt x="4576" y="14650"/>
                    <a:pt x="4582" y="14420"/>
                    <a:pt x="4585" y="14178"/>
                  </a:cubicBezTo>
                  <a:lnTo>
                    <a:pt x="4585" y="14178"/>
                  </a:lnTo>
                  <a:cubicBezTo>
                    <a:pt x="4532" y="14258"/>
                    <a:pt x="4555" y="14445"/>
                    <a:pt x="4551" y="14564"/>
                  </a:cubicBezTo>
                  <a:lnTo>
                    <a:pt x="4486" y="15197"/>
                  </a:lnTo>
                  <a:cubicBezTo>
                    <a:pt x="4417" y="15470"/>
                    <a:pt x="4426" y="15770"/>
                    <a:pt x="4350" y="16047"/>
                  </a:cubicBezTo>
                  <a:cubicBezTo>
                    <a:pt x="4218" y="16539"/>
                    <a:pt x="4137" y="17024"/>
                    <a:pt x="4047" y="17540"/>
                  </a:cubicBezTo>
                  <a:cubicBezTo>
                    <a:pt x="3965" y="18016"/>
                    <a:pt x="4182" y="18449"/>
                    <a:pt x="4070" y="18910"/>
                  </a:cubicBezTo>
                  <a:cubicBezTo>
                    <a:pt x="4044" y="19018"/>
                    <a:pt x="4076" y="19130"/>
                    <a:pt x="4023" y="19207"/>
                  </a:cubicBezTo>
                  <a:cubicBezTo>
                    <a:pt x="4000" y="19282"/>
                    <a:pt x="3919" y="19275"/>
                    <a:pt x="3853" y="19307"/>
                  </a:cubicBezTo>
                  <a:cubicBezTo>
                    <a:pt x="3679" y="19390"/>
                    <a:pt x="3497" y="19452"/>
                    <a:pt x="3307" y="19528"/>
                  </a:cubicBezTo>
                  <a:cubicBezTo>
                    <a:pt x="2750" y="19747"/>
                    <a:pt x="2155" y="19906"/>
                    <a:pt x="1701" y="20230"/>
                  </a:cubicBezTo>
                  <a:cubicBezTo>
                    <a:pt x="1629" y="20283"/>
                    <a:pt x="1581" y="20371"/>
                    <a:pt x="1515" y="20434"/>
                  </a:cubicBezTo>
                  <a:lnTo>
                    <a:pt x="1515" y="20458"/>
                  </a:lnTo>
                  <a:cubicBezTo>
                    <a:pt x="1840" y="20259"/>
                    <a:pt x="2196" y="20073"/>
                    <a:pt x="2574" y="19926"/>
                  </a:cubicBezTo>
                  <a:cubicBezTo>
                    <a:pt x="2939" y="19784"/>
                    <a:pt x="3323" y="19710"/>
                    <a:pt x="3680" y="19563"/>
                  </a:cubicBezTo>
                  <a:cubicBezTo>
                    <a:pt x="4317" y="19301"/>
                    <a:pt x="4922" y="18970"/>
                    <a:pt x="5483" y="18632"/>
                  </a:cubicBezTo>
                  <a:cubicBezTo>
                    <a:pt x="5599" y="18561"/>
                    <a:pt x="5713" y="18487"/>
                    <a:pt x="5823" y="18420"/>
                  </a:cubicBezTo>
                  <a:cubicBezTo>
                    <a:pt x="5865" y="18394"/>
                    <a:pt x="5916" y="18398"/>
                    <a:pt x="5954" y="18371"/>
                  </a:cubicBezTo>
                  <a:lnTo>
                    <a:pt x="5954" y="18371"/>
                  </a:lnTo>
                  <a:cubicBezTo>
                    <a:pt x="5985" y="18394"/>
                    <a:pt x="5967" y="18487"/>
                    <a:pt x="5950" y="18552"/>
                  </a:cubicBezTo>
                  <a:cubicBezTo>
                    <a:pt x="5912" y="18698"/>
                    <a:pt x="5903" y="18910"/>
                    <a:pt x="5940" y="19069"/>
                  </a:cubicBezTo>
                  <a:cubicBezTo>
                    <a:pt x="6052" y="19569"/>
                    <a:pt x="6209" y="20002"/>
                    <a:pt x="6573" y="20259"/>
                  </a:cubicBezTo>
                  <a:cubicBezTo>
                    <a:pt x="6634" y="20301"/>
                    <a:pt x="6828" y="20420"/>
                    <a:pt x="6982" y="20420"/>
                  </a:cubicBezTo>
                  <a:cubicBezTo>
                    <a:pt x="7026" y="20420"/>
                    <a:pt x="7067" y="20410"/>
                    <a:pt x="7101" y="20386"/>
                  </a:cubicBezTo>
                  <a:lnTo>
                    <a:pt x="7126" y="20386"/>
                  </a:lnTo>
                  <a:cubicBezTo>
                    <a:pt x="7084" y="20554"/>
                    <a:pt x="6986" y="20642"/>
                    <a:pt x="6899" y="20756"/>
                  </a:cubicBezTo>
                  <a:cubicBezTo>
                    <a:pt x="6854" y="20815"/>
                    <a:pt x="6815" y="20895"/>
                    <a:pt x="6754" y="20935"/>
                  </a:cubicBezTo>
                  <a:cubicBezTo>
                    <a:pt x="6685" y="20979"/>
                    <a:pt x="6595" y="20997"/>
                    <a:pt x="6502" y="20997"/>
                  </a:cubicBezTo>
                  <a:cubicBezTo>
                    <a:pt x="6392" y="20997"/>
                    <a:pt x="6280" y="20972"/>
                    <a:pt x="6197" y="20937"/>
                  </a:cubicBezTo>
                  <a:cubicBezTo>
                    <a:pt x="5833" y="20777"/>
                    <a:pt x="5642" y="20456"/>
                    <a:pt x="5453" y="20131"/>
                  </a:cubicBezTo>
                  <a:cubicBezTo>
                    <a:pt x="5393" y="20028"/>
                    <a:pt x="5368" y="19884"/>
                    <a:pt x="5293" y="19791"/>
                  </a:cubicBezTo>
                  <a:lnTo>
                    <a:pt x="5293" y="19766"/>
                  </a:lnTo>
                  <a:lnTo>
                    <a:pt x="5280" y="19766"/>
                  </a:lnTo>
                  <a:cubicBezTo>
                    <a:pt x="5287" y="19905"/>
                    <a:pt x="5346" y="20022"/>
                    <a:pt x="5389" y="20130"/>
                  </a:cubicBezTo>
                  <a:cubicBezTo>
                    <a:pt x="5553" y="20557"/>
                    <a:pt x="5626" y="20771"/>
                    <a:pt x="5990" y="21009"/>
                  </a:cubicBezTo>
                  <a:cubicBezTo>
                    <a:pt x="6048" y="21046"/>
                    <a:pt x="6275" y="21172"/>
                    <a:pt x="6434" y="21172"/>
                  </a:cubicBezTo>
                  <a:cubicBezTo>
                    <a:pt x="6470" y="21172"/>
                    <a:pt x="6503" y="21165"/>
                    <a:pt x="6530" y="21149"/>
                  </a:cubicBezTo>
                  <a:cubicBezTo>
                    <a:pt x="6552" y="21149"/>
                    <a:pt x="6573" y="21151"/>
                    <a:pt x="6595" y="21151"/>
                  </a:cubicBezTo>
                  <a:cubicBezTo>
                    <a:pt x="6515" y="21299"/>
                    <a:pt x="6392" y="21430"/>
                    <a:pt x="6290" y="21558"/>
                  </a:cubicBezTo>
                  <a:cubicBezTo>
                    <a:pt x="6229" y="21613"/>
                    <a:pt x="6166" y="21667"/>
                    <a:pt x="6107" y="21722"/>
                  </a:cubicBezTo>
                  <a:cubicBezTo>
                    <a:pt x="6076" y="21761"/>
                    <a:pt x="6054" y="21809"/>
                    <a:pt x="6014" y="21837"/>
                  </a:cubicBezTo>
                  <a:cubicBezTo>
                    <a:pt x="5889" y="21924"/>
                    <a:pt x="5758" y="21986"/>
                    <a:pt x="5634" y="22074"/>
                  </a:cubicBezTo>
                  <a:cubicBezTo>
                    <a:pt x="5466" y="22193"/>
                    <a:pt x="5316" y="22343"/>
                    <a:pt x="5147" y="22465"/>
                  </a:cubicBezTo>
                  <a:cubicBezTo>
                    <a:pt x="5089" y="22524"/>
                    <a:pt x="5032" y="22583"/>
                    <a:pt x="4974" y="22644"/>
                  </a:cubicBezTo>
                  <a:cubicBezTo>
                    <a:pt x="4820" y="22790"/>
                    <a:pt x="4660" y="22929"/>
                    <a:pt x="4525" y="23099"/>
                  </a:cubicBezTo>
                  <a:cubicBezTo>
                    <a:pt x="4473" y="23145"/>
                    <a:pt x="4420" y="23192"/>
                    <a:pt x="4368" y="23237"/>
                  </a:cubicBezTo>
                  <a:cubicBezTo>
                    <a:pt x="4086" y="23593"/>
                    <a:pt x="3689" y="23898"/>
                    <a:pt x="3288" y="24131"/>
                  </a:cubicBezTo>
                  <a:cubicBezTo>
                    <a:pt x="2991" y="24308"/>
                    <a:pt x="2628" y="24367"/>
                    <a:pt x="2221" y="24454"/>
                  </a:cubicBezTo>
                  <a:cubicBezTo>
                    <a:pt x="2152" y="24468"/>
                    <a:pt x="2080" y="24470"/>
                    <a:pt x="2007" y="24470"/>
                  </a:cubicBezTo>
                  <a:cubicBezTo>
                    <a:pt x="1988" y="24470"/>
                    <a:pt x="1970" y="24470"/>
                    <a:pt x="1952" y="24470"/>
                  </a:cubicBezTo>
                  <a:cubicBezTo>
                    <a:pt x="1885" y="24470"/>
                    <a:pt x="1818" y="24471"/>
                    <a:pt x="1755" y="24483"/>
                  </a:cubicBezTo>
                  <a:cubicBezTo>
                    <a:pt x="1747" y="24484"/>
                    <a:pt x="1740" y="24485"/>
                    <a:pt x="1733" y="24485"/>
                  </a:cubicBezTo>
                  <a:cubicBezTo>
                    <a:pt x="1701" y="24485"/>
                    <a:pt x="1680" y="24471"/>
                    <a:pt x="1652" y="24468"/>
                  </a:cubicBezTo>
                  <a:cubicBezTo>
                    <a:pt x="1331" y="24433"/>
                    <a:pt x="1113" y="24391"/>
                    <a:pt x="908" y="24259"/>
                  </a:cubicBezTo>
                  <a:cubicBezTo>
                    <a:pt x="771" y="24170"/>
                    <a:pt x="642" y="24084"/>
                    <a:pt x="551" y="23954"/>
                  </a:cubicBezTo>
                  <a:cubicBezTo>
                    <a:pt x="293" y="23581"/>
                    <a:pt x="102" y="22719"/>
                    <a:pt x="293" y="22087"/>
                  </a:cubicBezTo>
                  <a:cubicBezTo>
                    <a:pt x="370" y="21838"/>
                    <a:pt x="502" y="21597"/>
                    <a:pt x="631" y="21396"/>
                  </a:cubicBezTo>
                  <a:cubicBezTo>
                    <a:pt x="735" y="21235"/>
                    <a:pt x="820" y="21017"/>
                    <a:pt x="977" y="20914"/>
                  </a:cubicBezTo>
                  <a:lnTo>
                    <a:pt x="977" y="20887"/>
                  </a:lnTo>
                  <a:cubicBezTo>
                    <a:pt x="849" y="20967"/>
                    <a:pt x="450" y="21393"/>
                    <a:pt x="421" y="21561"/>
                  </a:cubicBezTo>
                  <a:cubicBezTo>
                    <a:pt x="373" y="21470"/>
                    <a:pt x="511" y="21024"/>
                    <a:pt x="537" y="20916"/>
                  </a:cubicBezTo>
                  <a:lnTo>
                    <a:pt x="569" y="20567"/>
                  </a:lnTo>
                  <a:cubicBezTo>
                    <a:pt x="684" y="20111"/>
                    <a:pt x="634" y="19551"/>
                    <a:pt x="692" y="19045"/>
                  </a:cubicBezTo>
                  <a:cubicBezTo>
                    <a:pt x="735" y="18670"/>
                    <a:pt x="672" y="18278"/>
                    <a:pt x="755" y="17934"/>
                  </a:cubicBezTo>
                  <a:lnTo>
                    <a:pt x="759" y="17689"/>
                  </a:lnTo>
                  <a:cubicBezTo>
                    <a:pt x="793" y="17362"/>
                    <a:pt x="825" y="17035"/>
                    <a:pt x="858" y="16709"/>
                  </a:cubicBezTo>
                  <a:cubicBezTo>
                    <a:pt x="903" y="16527"/>
                    <a:pt x="887" y="16322"/>
                    <a:pt x="934" y="16130"/>
                  </a:cubicBezTo>
                  <a:cubicBezTo>
                    <a:pt x="1078" y="15557"/>
                    <a:pt x="1094" y="14931"/>
                    <a:pt x="1243" y="14365"/>
                  </a:cubicBezTo>
                  <a:cubicBezTo>
                    <a:pt x="1264" y="14227"/>
                    <a:pt x="1283" y="14090"/>
                    <a:pt x="1303" y="13952"/>
                  </a:cubicBezTo>
                  <a:cubicBezTo>
                    <a:pt x="1432" y="13480"/>
                    <a:pt x="1475" y="12980"/>
                    <a:pt x="1630" y="12539"/>
                  </a:cubicBezTo>
                  <a:cubicBezTo>
                    <a:pt x="1719" y="12286"/>
                    <a:pt x="1819" y="12010"/>
                    <a:pt x="1956" y="11795"/>
                  </a:cubicBezTo>
                  <a:cubicBezTo>
                    <a:pt x="2005" y="11719"/>
                    <a:pt x="2074" y="11648"/>
                    <a:pt x="2116" y="11566"/>
                  </a:cubicBezTo>
                  <a:cubicBezTo>
                    <a:pt x="2327" y="11590"/>
                    <a:pt x="2488" y="11757"/>
                    <a:pt x="2626" y="11860"/>
                  </a:cubicBezTo>
                  <a:cubicBezTo>
                    <a:pt x="2923" y="12083"/>
                    <a:pt x="3198" y="12366"/>
                    <a:pt x="3410" y="12666"/>
                  </a:cubicBezTo>
                  <a:cubicBezTo>
                    <a:pt x="3504" y="12798"/>
                    <a:pt x="3584" y="12969"/>
                    <a:pt x="3699" y="13086"/>
                  </a:cubicBezTo>
                  <a:lnTo>
                    <a:pt x="3699" y="13099"/>
                  </a:lnTo>
                  <a:lnTo>
                    <a:pt x="3711" y="13099"/>
                  </a:lnTo>
                  <a:cubicBezTo>
                    <a:pt x="3667" y="12921"/>
                    <a:pt x="3536" y="12760"/>
                    <a:pt x="3449" y="12615"/>
                  </a:cubicBezTo>
                  <a:cubicBezTo>
                    <a:pt x="3248" y="12274"/>
                    <a:pt x="3097" y="11965"/>
                    <a:pt x="2783" y="11735"/>
                  </a:cubicBezTo>
                  <a:cubicBezTo>
                    <a:pt x="2671" y="11654"/>
                    <a:pt x="2539" y="11565"/>
                    <a:pt x="2412" y="11508"/>
                  </a:cubicBezTo>
                  <a:cubicBezTo>
                    <a:pt x="2354" y="11482"/>
                    <a:pt x="2282" y="11486"/>
                    <a:pt x="2232" y="11452"/>
                  </a:cubicBezTo>
                  <a:lnTo>
                    <a:pt x="2219" y="11452"/>
                  </a:lnTo>
                  <a:cubicBezTo>
                    <a:pt x="2257" y="11350"/>
                    <a:pt x="2370" y="11300"/>
                    <a:pt x="2430" y="11223"/>
                  </a:cubicBezTo>
                  <a:cubicBezTo>
                    <a:pt x="2641" y="10956"/>
                    <a:pt x="2936" y="10784"/>
                    <a:pt x="3231" y="10607"/>
                  </a:cubicBezTo>
                  <a:cubicBezTo>
                    <a:pt x="3375" y="10520"/>
                    <a:pt x="3526" y="10418"/>
                    <a:pt x="3664" y="10319"/>
                  </a:cubicBezTo>
                  <a:cubicBezTo>
                    <a:pt x="3714" y="10272"/>
                    <a:pt x="3760" y="10227"/>
                    <a:pt x="3810" y="10179"/>
                  </a:cubicBezTo>
                  <a:cubicBezTo>
                    <a:pt x="4143" y="9967"/>
                    <a:pt x="4486" y="9793"/>
                    <a:pt x="4806" y="9567"/>
                  </a:cubicBezTo>
                  <a:cubicBezTo>
                    <a:pt x="4907" y="9496"/>
                    <a:pt x="5018" y="9402"/>
                    <a:pt x="5109" y="9314"/>
                  </a:cubicBezTo>
                  <a:cubicBezTo>
                    <a:pt x="5150" y="9275"/>
                    <a:pt x="5179" y="9220"/>
                    <a:pt x="5227" y="9188"/>
                  </a:cubicBezTo>
                  <a:lnTo>
                    <a:pt x="5227" y="9175"/>
                  </a:lnTo>
                  <a:close/>
                  <a:moveTo>
                    <a:pt x="13048" y="21081"/>
                  </a:moveTo>
                  <a:cubicBezTo>
                    <a:pt x="13109" y="21175"/>
                    <a:pt x="13118" y="21513"/>
                    <a:pt x="13151" y="21651"/>
                  </a:cubicBezTo>
                  <a:cubicBezTo>
                    <a:pt x="13260" y="22098"/>
                    <a:pt x="13283" y="22625"/>
                    <a:pt x="13392" y="23065"/>
                  </a:cubicBezTo>
                  <a:cubicBezTo>
                    <a:pt x="13426" y="23198"/>
                    <a:pt x="13484" y="23522"/>
                    <a:pt x="13418" y="23647"/>
                  </a:cubicBezTo>
                  <a:cubicBezTo>
                    <a:pt x="13356" y="23765"/>
                    <a:pt x="13232" y="23849"/>
                    <a:pt x="13152" y="23952"/>
                  </a:cubicBezTo>
                  <a:cubicBezTo>
                    <a:pt x="12979" y="24172"/>
                    <a:pt x="12774" y="24362"/>
                    <a:pt x="12609" y="24586"/>
                  </a:cubicBezTo>
                  <a:cubicBezTo>
                    <a:pt x="12471" y="24774"/>
                    <a:pt x="12331" y="24958"/>
                    <a:pt x="12197" y="25146"/>
                  </a:cubicBezTo>
                  <a:cubicBezTo>
                    <a:pt x="12139" y="25227"/>
                    <a:pt x="12085" y="25352"/>
                    <a:pt x="11983" y="25387"/>
                  </a:cubicBezTo>
                  <a:cubicBezTo>
                    <a:pt x="11981" y="25388"/>
                    <a:pt x="11978" y="25388"/>
                    <a:pt x="11975" y="25388"/>
                  </a:cubicBezTo>
                  <a:cubicBezTo>
                    <a:pt x="11910" y="25388"/>
                    <a:pt x="11817" y="25225"/>
                    <a:pt x="11770" y="25176"/>
                  </a:cubicBezTo>
                  <a:cubicBezTo>
                    <a:pt x="11562" y="24960"/>
                    <a:pt x="11357" y="24746"/>
                    <a:pt x="11150" y="24529"/>
                  </a:cubicBezTo>
                  <a:cubicBezTo>
                    <a:pt x="11179" y="24409"/>
                    <a:pt x="11297" y="24326"/>
                    <a:pt x="11363" y="24237"/>
                  </a:cubicBezTo>
                  <a:cubicBezTo>
                    <a:pt x="11531" y="24007"/>
                    <a:pt x="11690" y="23765"/>
                    <a:pt x="11842" y="23522"/>
                  </a:cubicBezTo>
                  <a:cubicBezTo>
                    <a:pt x="11995" y="23285"/>
                    <a:pt x="12111" y="23027"/>
                    <a:pt x="12234" y="22769"/>
                  </a:cubicBezTo>
                  <a:cubicBezTo>
                    <a:pt x="12296" y="22632"/>
                    <a:pt x="12398" y="22495"/>
                    <a:pt x="12462" y="22359"/>
                  </a:cubicBezTo>
                  <a:cubicBezTo>
                    <a:pt x="12662" y="21934"/>
                    <a:pt x="12869" y="21529"/>
                    <a:pt x="13048" y="21081"/>
                  </a:cubicBezTo>
                  <a:close/>
                  <a:moveTo>
                    <a:pt x="10926" y="9442"/>
                  </a:moveTo>
                  <a:cubicBezTo>
                    <a:pt x="11603" y="9871"/>
                    <a:pt x="12393" y="10217"/>
                    <a:pt x="13071" y="10650"/>
                  </a:cubicBezTo>
                  <a:cubicBezTo>
                    <a:pt x="13263" y="10774"/>
                    <a:pt x="13458" y="10861"/>
                    <a:pt x="13645" y="10986"/>
                  </a:cubicBezTo>
                  <a:cubicBezTo>
                    <a:pt x="13776" y="11074"/>
                    <a:pt x="13892" y="11196"/>
                    <a:pt x="14015" y="11292"/>
                  </a:cubicBezTo>
                  <a:cubicBezTo>
                    <a:pt x="14089" y="11350"/>
                    <a:pt x="14189" y="11415"/>
                    <a:pt x="14243" y="11489"/>
                  </a:cubicBezTo>
                  <a:cubicBezTo>
                    <a:pt x="14465" y="11798"/>
                    <a:pt x="14708" y="12090"/>
                    <a:pt x="14909" y="12423"/>
                  </a:cubicBezTo>
                  <a:cubicBezTo>
                    <a:pt x="15506" y="13420"/>
                    <a:pt x="15921" y="14612"/>
                    <a:pt x="16297" y="15812"/>
                  </a:cubicBezTo>
                  <a:cubicBezTo>
                    <a:pt x="16323" y="15899"/>
                    <a:pt x="16307" y="15975"/>
                    <a:pt x="16329" y="16072"/>
                  </a:cubicBezTo>
                  <a:cubicBezTo>
                    <a:pt x="16389" y="16322"/>
                    <a:pt x="16403" y="16598"/>
                    <a:pt x="16480" y="16850"/>
                  </a:cubicBezTo>
                  <a:cubicBezTo>
                    <a:pt x="16640" y="17378"/>
                    <a:pt x="16792" y="17892"/>
                    <a:pt x="16951" y="18410"/>
                  </a:cubicBezTo>
                  <a:cubicBezTo>
                    <a:pt x="16992" y="18631"/>
                    <a:pt x="17036" y="18852"/>
                    <a:pt x="17078" y="19071"/>
                  </a:cubicBezTo>
                  <a:cubicBezTo>
                    <a:pt x="16569" y="19355"/>
                    <a:pt x="16264" y="19877"/>
                    <a:pt x="16015" y="20431"/>
                  </a:cubicBezTo>
                  <a:cubicBezTo>
                    <a:pt x="15960" y="20551"/>
                    <a:pt x="15929" y="20691"/>
                    <a:pt x="15890" y="20816"/>
                  </a:cubicBezTo>
                  <a:cubicBezTo>
                    <a:pt x="15873" y="20870"/>
                    <a:pt x="15886" y="20931"/>
                    <a:pt x="15861" y="20972"/>
                  </a:cubicBezTo>
                  <a:cubicBezTo>
                    <a:pt x="15861" y="20996"/>
                    <a:pt x="15858" y="21023"/>
                    <a:pt x="15858" y="21049"/>
                  </a:cubicBezTo>
                  <a:lnTo>
                    <a:pt x="15871" y="21049"/>
                  </a:lnTo>
                  <a:cubicBezTo>
                    <a:pt x="15909" y="20938"/>
                    <a:pt x="15996" y="20836"/>
                    <a:pt x="16046" y="20729"/>
                  </a:cubicBezTo>
                  <a:cubicBezTo>
                    <a:pt x="16255" y="20269"/>
                    <a:pt x="16429" y="19907"/>
                    <a:pt x="16719" y="19542"/>
                  </a:cubicBezTo>
                  <a:cubicBezTo>
                    <a:pt x="16851" y="19375"/>
                    <a:pt x="17076" y="19274"/>
                    <a:pt x="17257" y="19154"/>
                  </a:cubicBezTo>
                  <a:cubicBezTo>
                    <a:pt x="17363" y="19082"/>
                    <a:pt x="17465" y="18991"/>
                    <a:pt x="17571" y="18916"/>
                  </a:cubicBezTo>
                  <a:cubicBezTo>
                    <a:pt x="17705" y="18820"/>
                    <a:pt x="17802" y="18656"/>
                    <a:pt x="17901" y="18522"/>
                  </a:cubicBezTo>
                  <a:cubicBezTo>
                    <a:pt x="17950" y="18456"/>
                    <a:pt x="18023" y="18395"/>
                    <a:pt x="18074" y="18330"/>
                  </a:cubicBezTo>
                  <a:cubicBezTo>
                    <a:pt x="18129" y="18257"/>
                    <a:pt x="18170" y="18176"/>
                    <a:pt x="18247" y="18126"/>
                  </a:cubicBezTo>
                  <a:cubicBezTo>
                    <a:pt x="18260" y="18116"/>
                    <a:pt x="18250" y="18122"/>
                    <a:pt x="18272" y="18115"/>
                  </a:cubicBezTo>
                  <a:cubicBezTo>
                    <a:pt x="18384" y="18238"/>
                    <a:pt x="18452" y="18378"/>
                    <a:pt x="18548" y="18522"/>
                  </a:cubicBezTo>
                  <a:cubicBezTo>
                    <a:pt x="18693" y="18740"/>
                    <a:pt x="18908" y="18946"/>
                    <a:pt x="19129" y="19090"/>
                  </a:cubicBezTo>
                  <a:cubicBezTo>
                    <a:pt x="19252" y="19169"/>
                    <a:pt x="19417" y="19223"/>
                    <a:pt x="19566" y="19268"/>
                  </a:cubicBezTo>
                  <a:cubicBezTo>
                    <a:pt x="19651" y="19294"/>
                    <a:pt x="19769" y="19282"/>
                    <a:pt x="19823" y="19339"/>
                  </a:cubicBezTo>
                  <a:cubicBezTo>
                    <a:pt x="19897" y="19406"/>
                    <a:pt x="19781" y="19875"/>
                    <a:pt x="19740" y="19932"/>
                  </a:cubicBezTo>
                  <a:cubicBezTo>
                    <a:pt x="19676" y="20007"/>
                    <a:pt x="19557" y="20036"/>
                    <a:pt x="19432" y="20036"/>
                  </a:cubicBezTo>
                  <a:cubicBezTo>
                    <a:pt x="19311" y="20036"/>
                    <a:pt x="19184" y="20009"/>
                    <a:pt x="19093" y="19970"/>
                  </a:cubicBezTo>
                  <a:cubicBezTo>
                    <a:pt x="18751" y="19820"/>
                    <a:pt x="18494" y="19569"/>
                    <a:pt x="18254" y="19319"/>
                  </a:cubicBezTo>
                  <a:cubicBezTo>
                    <a:pt x="18174" y="19237"/>
                    <a:pt x="18104" y="19111"/>
                    <a:pt x="18014" y="19042"/>
                  </a:cubicBezTo>
                  <a:lnTo>
                    <a:pt x="18014" y="19018"/>
                  </a:lnTo>
                  <a:lnTo>
                    <a:pt x="18001" y="19018"/>
                  </a:lnTo>
                  <a:cubicBezTo>
                    <a:pt x="18020" y="19166"/>
                    <a:pt x="18131" y="19281"/>
                    <a:pt x="18199" y="19383"/>
                  </a:cubicBezTo>
                  <a:cubicBezTo>
                    <a:pt x="18398" y="19673"/>
                    <a:pt x="18700" y="19932"/>
                    <a:pt x="19038" y="20086"/>
                  </a:cubicBezTo>
                  <a:cubicBezTo>
                    <a:pt x="19127" y="20128"/>
                    <a:pt x="19313" y="20187"/>
                    <a:pt x="19468" y="20187"/>
                  </a:cubicBezTo>
                  <a:cubicBezTo>
                    <a:pt x="19558" y="20187"/>
                    <a:pt x="19637" y="20167"/>
                    <a:pt x="19682" y="20114"/>
                  </a:cubicBezTo>
                  <a:lnTo>
                    <a:pt x="19695" y="20114"/>
                  </a:lnTo>
                  <a:cubicBezTo>
                    <a:pt x="19651" y="20518"/>
                    <a:pt x="19489" y="20855"/>
                    <a:pt x="19350" y="21165"/>
                  </a:cubicBezTo>
                  <a:cubicBezTo>
                    <a:pt x="19208" y="21483"/>
                    <a:pt x="19097" y="21803"/>
                    <a:pt x="18917" y="22087"/>
                  </a:cubicBezTo>
                  <a:cubicBezTo>
                    <a:pt x="18763" y="22328"/>
                    <a:pt x="18590" y="22561"/>
                    <a:pt x="18424" y="22786"/>
                  </a:cubicBezTo>
                  <a:cubicBezTo>
                    <a:pt x="18250" y="23023"/>
                    <a:pt x="18078" y="23263"/>
                    <a:pt x="17841" y="23433"/>
                  </a:cubicBezTo>
                  <a:cubicBezTo>
                    <a:pt x="17792" y="23481"/>
                    <a:pt x="17745" y="23526"/>
                    <a:pt x="17696" y="23574"/>
                  </a:cubicBezTo>
                  <a:cubicBezTo>
                    <a:pt x="17536" y="23685"/>
                    <a:pt x="17375" y="23765"/>
                    <a:pt x="17172" y="23833"/>
                  </a:cubicBezTo>
                  <a:cubicBezTo>
                    <a:pt x="17105" y="23856"/>
                    <a:pt x="17003" y="23900"/>
                    <a:pt x="16895" y="23900"/>
                  </a:cubicBezTo>
                  <a:cubicBezTo>
                    <a:pt x="16867" y="23900"/>
                    <a:pt x="16838" y="23897"/>
                    <a:pt x="16809" y="23890"/>
                  </a:cubicBezTo>
                  <a:cubicBezTo>
                    <a:pt x="16338" y="23773"/>
                    <a:pt x="15993" y="23462"/>
                    <a:pt x="15713" y="23155"/>
                  </a:cubicBezTo>
                  <a:cubicBezTo>
                    <a:pt x="15628" y="23061"/>
                    <a:pt x="15566" y="22927"/>
                    <a:pt x="15461" y="22852"/>
                  </a:cubicBezTo>
                  <a:cubicBezTo>
                    <a:pt x="15466" y="22554"/>
                    <a:pt x="15444" y="22244"/>
                    <a:pt x="15389" y="21985"/>
                  </a:cubicBezTo>
                  <a:cubicBezTo>
                    <a:pt x="15339" y="21754"/>
                    <a:pt x="15348" y="21521"/>
                    <a:pt x="15298" y="21310"/>
                  </a:cubicBezTo>
                  <a:cubicBezTo>
                    <a:pt x="15214" y="20932"/>
                    <a:pt x="15223" y="20567"/>
                    <a:pt x="15128" y="20195"/>
                  </a:cubicBezTo>
                  <a:cubicBezTo>
                    <a:pt x="15066" y="19948"/>
                    <a:pt x="15063" y="19682"/>
                    <a:pt x="15003" y="19417"/>
                  </a:cubicBezTo>
                  <a:cubicBezTo>
                    <a:pt x="14981" y="19322"/>
                    <a:pt x="14926" y="19162"/>
                    <a:pt x="14958" y="19041"/>
                  </a:cubicBezTo>
                  <a:cubicBezTo>
                    <a:pt x="15057" y="18675"/>
                    <a:pt x="15159" y="18291"/>
                    <a:pt x="15278" y="17949"/>
                  </a:cubicBezTo>
                  <a:cubicBezTo>
                    <a:pt x="15365" y="17703"/>
                    <a:pt x="15441" y="17477"/>
                    <a:pt x="15538" y="17257"/>
                  </a:cubicBezTo>
                  <a:cubicBezTo>
                    <a:pt x="15566" y="17194"/>
                    <a:pt x="15569" y="17126"/>
                    <a:pt x="15608" y="17077"/>
                  </a:cubicBezTo>
                  <a:lnTo>
                    <a:pt x="15608" y="17051"/>
                  </a:lnTo>
                  <a:cubicBezTo>
                    <a:pt x="15464" y="17142"/>
                    <a:pt x="15390" y="17360"/>
                    <a:pt x="15313" y="17523"/>
                  </a:cubicBezTo>
                  <a:cubicBezTo>
                    <a:pt x="15169" y="17833"/>
                    <a:pt x="14928" y="18352"/>
                    <a:pt x="14925" y="18781"/>
                  </a:cubicBezTo>
                  <a:cubicBezTo>
                    <a:pt x="14849" y="18670"/>
                    <a:pt x="14900" y="18464"/>
                    <a:pt x="14869" y="18314"/>
                  </a:cubicBezTo>
                  <a:cubicBezTo>
                    <a:pt x="14769" y="17843"/>
                    <a:pt x="14951" y="17468"/>
                    <a:pt x="15077" y="17116"/>
                  </a:cubicBezTo>
                  <a:cubicBezTo>
                    <a:pt x="15133" y="16959"/>
                    <a:pt x="15146" y="16751"/>
                    <a:pt x="15242" y="16629"/>
                  </a:cubicBezTo>
                  <a:lnTo>
                    <a:pt x="15242" y="16591"/>
                  </a:lnTo>
                  <a:lnTo>
                    <a:pt x="15230" y="16591"/>
                  </a:lnTo>
                  <a:cubicBezTo>
                    <a:pt x="15208" y="16657"/>
                    <a:pt x="15162" y="16700"/>
                    <a:pt x="15136" y="16757"/>
                  </a:cubicBezTo>
                  <a:cubicBezTo>
                    <a:pt x="15013" y="17019"/>
                    <a:pt x="14842" y="17383"/>
                    <a:pt x="14842" y="17745"/>
                  </a:cubicBezTo>
                  <a:cubicBezTo>
                    <a:pt x="14779" y="17639"/>
                    <a:pt x="14845" y="17359"/>
                    <a:pt x="14816" y="17215"/>
                  </a:cubicBezTo>
                  <a:cubicBezTo>
                    <a:pt x="14753" y="16920"/>
                    <a:pt x="14779" y="16613"/>
                    <a:pt x="14704" y="16334"/>
                  </a:cubicBezTo>
                  <a:cubicBezTo>
                    <a:pt x="14573" y="15835"/>
                    <a:pt x="14446" y="15349"/>
                    <a:pt x="14297" y="14865"/>
                  </a:cubicBezTo>
                  <a:cubicBezTo>
                    <a:pt x="14222" y="14623"/>
                    <a:pt x="14206" y="14394"/>
                    <a:pt x="14132" y="14150"/>
                  </a:cubicBezTo>
                  <a:cubicBezTo>
                    <a:pt x="14089" y="14008"/>
                    <a:pt x="14064" y="13843"/>
                    <a:pt x="14012" y="13696"/>
                  </a:cubicBezTo>
                  <a:cubicBezTo>
                    <a:pt x="13980" y="13605"/>
                    <a:pt x="13924" y="13503"/>
                    <a:pt x="13916" y="13397"/>
                  </a:cubicBezTo>
                  <a:lnTo>
                    <a:pt x="13916" y="13397"/>
                  </a:lnTo>
                  <a:cubicBezTo>
                    <a:pt x="13894" y="13435"/>
                    <a:pt x="13911" y="13598"/>
                    <a:pt x="13923" y="13654"/>
                  </a:cubicBezTo>
                  <a:cubicBezTo>
                    <a:pt x="13922" y="13711"/>
                    <a:pt x="13922" y="13768"/>
                    <a:pt x="13919" y="13821"/>
                  </a:cubicBezTo>
                  <a:cubicBezTo>
                    <a:pt x="13943" y="13939"/>
                    <a:pt x="13951" y="14087"/>
                    <a:pt x="13975" y="14198"/>
                  </a:cubicBezTo>
                  <a:cubicBezTo>
                    <a:pt x="14016" y="14378"/>
                    <a:pt x="14012" y="14532"/>
                    <a:pt x="14055" y="14702"/>
                  </a:cubicBezTo>
                  <a:cubicBezTo>
                    <a:pt x="14186" y="15216"/>
                    <a:pt x="14316" y="15720"/>
                    <a:pt x="14462" y="16212"/>
                  </a:cubicBezTo>
                  <a:cubicBezTo>
                    <a:pt x="14548" y="16497"/>
                    <a:pt x="14537" y="16815"/>
                    <a:pt x="14599" y="17119"/>
                  </a:cubicBezTo>
                  <a:cubicBezTo>
                    <a:pt x="14622" y="17232"/>
                    <a:pt x="14598" y="17354"/>
                    <a:pt x="14618" y="17455"/>
                  </a:cubicBezTo>
                  <a:cubicBezTo>
                    <a:pt x="14650" y="17616"/>
                    <a:pt x="14605" y="17788"/>
                    <a:pt x="14634" y="17933"/>
                  </a:cubicBezTo>
                  <a:cubicBezTo>
                    <a:pt x="14632" y="18001"/>
                    <a:pt x="14630" y="18071"/>
                    <a:pt x="14630" y="18139"/>
                  </a:cubicBezTo>
                  <a:cubicBezTo>
                    <a:pt x="14648" y="18337"/>
                    <a:pt x="14664" y="18538"/>
                    <a:pt x="14683" y="18736"/>
                  </a:cubicBezTo>
                  <a:cubicBezTo>
                    <a:pt x="14730" y="18962"/>
                    <a:pt x="14720" y="19210"/>
                    <a:pt x="14771" y="19448"/>
                  </a:cubicBezTo>
                  <a:lnTo>
                    <a:pt x="15124" y="21601"/>
                  </a:lnTo>
                  <a:cubicBezTo>
                    <a:pt x="15181" y="21863"/>
                    <a:pt x="15144" y="22110"/>
                    <a:pt x="15199" y="22379"/>
                  </a:cubicBezTo>
                  <a:cubicBezTo>
                    <a:pt x="15311" y="22942"/>
                    <a:pt x="15249" y="23938"/>
                    <a:pt x="15054" y="24367"/>
                  </a:cubicBezTo>
                  <a:cubicBezTo>
                    <a:pt x="14936" y="24622"/>
                    <a:pt x="14752" y="24846"/>
                    <a:pt x="14535" y="25000"/>
                  </a:cubicBezTo>
                  <a:cubicBezTo>
                    <a:pt x="14464" y="25067"/>
                    <a:pt x="14395" y="25134"/>
                    <a:pt x="14324" y="25203"/>
                  </a:cubicBezTo>
                  <a:cubicBezTo>
                    <a:pt x="13951" y="25469"/>
                    <a:pt x="13618" y="25684"/>
                    <a:pt x="13084" y="25796"/>
                  </a:cubicBezTo>
                  <a:cubicBezTo>
                    <a:pt x="13018" y="25810"/>
                    <a:pt x="12951" y="25815"/>
                    <a:pt x="12883" y="25815"/>
                  </a:cubicBezTo>
                  <a:cubicBezTo>
                    <a:pt x="12627" y="25815"/>
                    <a:pt x="12363" y="25737"/>
                    <a:pt x="12127" y="25737"/>
                  </a:cubicBezTo>
                  <a:cubicBezTo>
                    <a:pt x="12079" y="25737"/>
                    <a:pt x="12032" y="25740"/>
                    <a:pt x="11986" y="25748"/>
                  </a:cubicBezTo>
                  <a:cubicBezTo>
                    <a:pt x="11974" y="25750"/>
                    <a:pt x="11960" y="25751"/>
                    <a:pt x="11946" y="25751"/>
                  </a:cubicBezTo>
                  <a:cubicBezTo>
                    <a:pt x="11893" y="25751"/>
                    <a:pt x="11832" y="25739"/>
                    <a:pt x="11779" y="25739"/>
                  </a:cubicBezTo>
                  <a:cubicBezTo>
                    <a:pt x="11749" y="25739"/>
                    <a:pt x="11721" y="25743"/>
                    <a:pt x="11700" y="25755"/>
                  </a:cubicBezTo>
                  <a:cubicBezTo>
                    <a:pt x="11581" y="25752"/>
                    <a:pt x="11459" y="25749"/>
                    <a:pt x="11339" y="25748"/>
                  </a:cubicBezTo>
                  <a:cubicBezTo>
                    <a:pt x="11400" y="25658"/>
                    <a:pt x="11492" y="25588"/>
                    <a:pt x="11539" y="25480"/>
                  </a:cubicBezTo>
                  <a:cubicBezTo>
                    <a:pt x="11565" y="25424"/>
                    <a:pt x="11550" y="25336"/>
                    <a:pt x="11582" y="25287"/>
                  </a:cubicBezTo>
                  <a:lnTo>
                    <a:pt x="11595" y="25275"/>
                  </a:lnTo>
                  <a:cubicBezTo>
                    <a:pt x="11675" y="25402"/>
                    <a:pt x="11806" y="25476"/>
                    <a:pt x="11911" y="25578"/>
                  </a:cubicBezTo>
                  <a:cubicBezTo>
                    <a:pt x="11912" y="25578"/>
                    <a:pt x="11914" y="25578"/>
                    <a:pt x="11915" y="25578"/>
                  </a:cubicBezTo>
                  <a:cubicBezTo>
                    <a:pt x="12214" y="25578"/>
                    <a:pt x="12419" y="25123"/>
                    <a:pt x="12558" y="24934"/>
                  </a:cubicBezTo>
                  <a:cubicBezTo>
                    <a:pt x="12760" y="24657"/>
                    <a:pt x="12998" y="24412"/>
                    <a:pt x="13209" y="24146"/>
                  </a:cubicBezTo>
                  <a:cubicBezTo>
                    <a:pt x="13340" y="23981"/>
                    <a:pt x="13535" y="23862"/>
                    <a:pt x="13607" y="23637"/>
                  </a:cubicBezTo>
                  <a:cubicBezTo>
                    <a:pt x="13660" y="23480"/>
                    <a:pt x="13571" y="23046"/>
                    <a:pt x="13532" y="22900"/>
                  </a:cubicBezTo>
                  <a:cubicBezTo>
                    <a:pt x="13434" y="22523"/>
                    <a:pt x="13386" y="22080"/>
                    <a:pt x="13299" y="21693"/>
                  </a:cubicBezTo>
                  <a:cubicBezTo>
                    <a:pt x="13285" y="21546"/>
                    <a:pt x="13270" y="21398"/>
                    <a:pt x="13259" y="21252"/>
                  </a:cubicBezTo>
                  <a:cubicBezTo>
                    <a:pt x="13209" y="21033"/>
                    <a:pt x="13211" y="20797"/>
                    <a:pt x="13157" y="20566"/>
                  </a:cubicBezTo>
                  <a:cubicBezTo>
                    <a:pt x="13000" y="19896"/>
                    <a:pt x="12956" y="19198"/>
                    <a:pt x="12786" y="18541"/>
                  </a:cubicBezTo>
                  <a:cubicBezTo>
                    <a:pt x="12460" y="17293"/>
                    <a:pt x="12193" y="16028"/>
                    <a:pt x="11819" y="14825"/>
                  </a:cubicBezTo>
                  <a:cubicBezTo>
                    <a:pt x="11735" y="14556"/>
                    <a:pt x="11698" y="14300"/>
                    <a:pt x="11616" y="14032"/>
                  </a:cubicBezTo>
                  <a:cubicBezTo>
                    <a:pt x="11540" y="13797"/>
                    <a:pt x="11466" y="13544"/>
                    <a:pt x="11371" y="13317"/>
                  </a:cubicBezTo>
                  <a:cubicBezTo>
                    <a:pt x="11336" y="13233"/>
                    <a:pt x="11261" y="13154"/>
                    <a:pt x="11235" y="13067"/>
                  </a:cubicBezTo>
                  <a:cubicBezTo>
                    <a:pt x="11235" y="13067"/>
                    <a:pt x="11284" y="12831"/>
                    <a:pt x="11268" y="12759"/>
                  </a:cubicBezTo>
                  <a:cubicBezTo>
                    <a:pt x="11190" y="12413"/>
                    <a:pt x="11223" y="11751"/>
                    <a:pt x="10825" y="11728"/>
                  </a:cubicBezTo>
                  <a:cubicBezTo>
                    <a:pt x="10831" y="11601"/>
                    <a:pt x="10881" y="11281"/>
                    <a:pt x="10823" y="11184"/>
                  </a:cubicBezTo>
                  <a:cubicBezTo>
                    <a:pt x="10823" y="11159"/>
                    <a:pt x="10825" y="11133"/>
                    <a:pt x="10825" y="11107"/>
                  </a:cubicBezTo>
                  <a:cubicBezTo>
                    <a:pt x="10951" y="11175"/>
                    <a:pt x="11046" y="11297"/>
                    <a:pt x="11129" y="11409"/>
                  </a:cubicBezTo>
                  <a:cubicBezTo>
                    <a:pt x="11177" y="11479"/>
                    <a:pt x="11259" y="11523"/>
                    <a:pt x="11319" y="11582"/>
                  </a:cubicBezTo>
                  <a:cubicBezTo>
                    <a:pt x="11392" y="11582"/>
                    <a:pt x="11406" y="11569"/>
                    <a:pt x="11450" y="11546"/>
                  </a:cubicBezTo>
                  <a:cubicBezTo>
                    <a:pt x="11502" y="11329"/>
                    <a:pt x="11450" y="11108"/>
                    <a:pt x="11399" y="10925"/>
                  </a:cubicBezTo>
                  <a:cubicBezTo>
                    <a:pt x="11307" y="10600"/>
                    <a:pt x="11239" y="10302"/>
                    <a:pt x="11133" y="10002"/>
                  </a:cubicBezTo>
                  <a:cubicBezTo>
                    <a:pt x="11072" y="9822"/>
                    <a:pt x="11041" y="9588"/>
                    <a:pt x="10926" y="9454"/>
                  </a:cubicBezTo>
                  <a:lnTo>
                    <a:pt x="10926" y="9442"/>
                  </a:lnTo>
                  <a:close/>
                  <a:moveTo>
                    <a:pt x="10338" y="16731"/>
                  </a:moveTo>
                  <a:cubicBezTo>
                    <a:pt x="10332" y="17081"/>
                    <a:pt x="10306" y="17455"/>
                    <a:pt x="10367" y="17764"/>
                  </a:cubicBezTo>
                  <a:cubicBezTo>
                    <a:pt x="10390" y="17885"/>
                    <a:pt x="10364" y="18010"/>
                    <a:pt x="10384" y="18113"/>
                  </a:cubicBezTo>
                  <a:cubicBezTo>
                    <a:pt x="10434" y="18366"/>
                    <a:pt x="10374" y="18635"/>
                    <a:pt x="10419" y="18877"/>
                  </a:cubicBezTo>
                  <a:cubicBezTo>
                    <a:pt x="10429" y="19609"/>
                    <a:pt x="10439" y="20342"/>
                    <a:pt x="10450" y="21075"/>
                  </a:cubicBezTo>
                  <a:cubicBezTo>
                    <a:pt x="10441" y="21712"/>
                    <a:pt x="10432" y="22349"/>
                    <a:pt x="10422" y="22987"/>
                  </a:cubicBezTo>
                  <a:cubicBezTo>
                    <a:pt x="10418" y="23205"/>
                    <a:pt x="10364" y="23679"/>
                    <a:pt x="10418" y="23852"/>
                  </a:cubicBezTo>
                  <a:cubicBezTo>
                    <a:pt x="10511" y="24157"/>
                    <a:pt x="10947" y="24574"/>
                    <a:pt x="11159" y="24798"/>
                  </a:cubicBezTo>
                  <a:cubicBezTo>
                    <a:pt x="11258" y="24903"/>
                    <a:pt x="11342" y="25044"/>
                    <a:pt x="11463" y="25127"/>
                  </a:cubicBezTo>
                  <a:cubicBezTo>
                    <a:pt x="11447" y="25658"/>
                    <a:pt x="11065" y="25754"/>
                    <a:pt x="10580" y="25754"/>
                  </a:cubicBezTo>
                  <a:cubicBezTo>
                    <a:pt x="10337" y="25754"/>
                    <a:pt x="10069" y="25730"/>
                    <a:pt x="9808" y="25724"/>
                  </a:cubicBezTo>
                  <a:cubicBezTo>
                    <a:pt x="9526" y="25720"/>
                    <a:pt x="9103" y="25727"/>
                    <a:pt x="8852" y="25665"/>
                  </a:cubicBezTo>
                  <a:lnTo>
                    <a:pt x="8608" y="25659"/>
                  </a:lnTo>
                  <a:cubicBezTo>
                    <a:pt x="8480" y="25637"/>
                    <a:pt x="8305" y="25642"/>
                    <a:pt x="8182" y="25613"/>
                  </a:cubicBezTo>
                  <a:cubicBezTo>
                    <a:pt x="7979" y="25599"/>
                    <a:pt x="7777" y="25586"/>
                    <a:pt x="7575" y="25575"/>
                  </a:cubicBezTo>
                  <a:cubicBezTo>
                    <a:pt x="7477" y="25551"/>
                    <a:pt x="7325" y="25538"/>
                    <a:pt x="7180" y="25538"/>
                  </a:cubicBezTo>
                  <a:cubicBezTo>
                    <a:pt x="7070" y="25538"/>
                    <a:pt x="6965" y="25545"/>
                    <a:pt x="6889" y="25560"/>
                  </a:cubicBezTo>
                  <a:cubicBezTo>
                    <a:pt x="6821" y="25557"/>
                    <a:pt x="6751" y="25556"/>
                    <a:pt x="6683" y="25556"/>
                  </a:cubicBezTo>
                  <a:cubicBezTo>
                    <a:pt x="6492" y="25575"/>
                    <a:pt x="6303" y="25591"/>
                    <a:pt x="6113" y="25608"/>
                  </a:cubicBezTo>
                  <a:cubicBezTo>
                    <a:pt x="5918" y="25652"/>
                    <a:pt x="5724" y="25662"/>
                    <a:pt x="5528" y="25713"/>
                  </a:cubicBezTo>
                  <a:cubicBezTo>
                    <a:pt x="5224" y="25793"/>
                    <a:pt x="4920" y="25877"/>
                    <a:pt x="4605" y="25950"/>
                  </a:cubicBezTo>
                  <a:cubicBezTo>
                    <a:pt x="4534" y="25966"/>
                    <a:pt x="4435" y="25974"/>
                    <a:pt x="4330" y="25974"/>
                  </a:cubicBezTo>
                  <a:cubicBezTo>
                    <a:pt x="4155" y="25974"/>
                    <a:pt x="3965" y="25952"/>
                    <a:pt x="3869" y="25909"/>
                  </a:cubicBezTo>
                  <a:cubicBezTo>
                    <a:pt x="3507" y="25748"/>
                    <a:pt x="3474" y="25265"/>
                    <a:pt x="3376" y="24840"/>
                  </a:cubicBezTo>
                  <a:cubicBezTo>
                    <a:pt x="3343" y="24694"/>
                    <a:pt x="3379" y="24502"/>
                    <a:pt x="3309" y="24385"/>
                  </a:cubicBezTo>
                  <a:cubicBezTo>
                    <a:pt x="3325" y="24282"/>
                    <a:pt x="3578" y="24202"/>
                    <a:pt x="3664" y="24148"/>
                  </a:cubicBezTo>
                  <a:cubicBezTo>
                    <a:pt x="3894" y="24000"/>
                    <a:pt x="4100" y="23807"/>
                    <a:pt x="4297" y="23619"/>
                  </a:cubicBezTo>
                  <a:cubicBezTo>
                    <a:pt x="4358" y="23564"/>
                    <a:pt x="4420" y="23510"/>
                    <a:pt x="4480" y="23455"/>
                  </a:cubicBezTo>
                  <a:cubicBezTo>
                    <a:pt x="4667" y="23219"/>
                    <a:pt x="4897" y="23017"/>
                    <a:pt x="5114" y="22811"/>
                  </a:cubicBezTo>
                  <a:cubicBezTo>
                    <a:pt x="5229" y="22702"/>
                    <a:pt x="5343" y="22590"/>
                    <a:pt x="5457" y="22481"/>
                  </a:cubicBezTo>
                  <a:cubicBezTo>
                    <a:pt x="5569" y="22401"/>
                    <a:pt x="5700" y="22325"/>
                    <a:pt x="5799" y="22231"/>
                  </a:cubicBezTo>
                  <a:cubicBezTo>
                    <a:pt x="5874" y="22160"/>
                    <a:pt x="5921" y="22059"/>
                    <a:pt x="5999" y="21988"/>
                  </a:cubicBezTo>
                  <a:cubicBezTo>
                    <a:pt x="6108" y="21891"/>
                    <a:pt x="6275" y="21840"/>
                    <a:pt x="6366" y="21725"/>
                  </a:cubicBezTo>
                  <a:cubicBezTo>
                    <a:pt x="6539" y="21508"/>
                    <a:pt x="6700" y="21287"/>
                    <a:pt x="6872" y="21063"/>
                  </a:cubicBezTo>
                  <a:cubicBezTo>
                    <a:pt x="6976" y="20925"/>
                    <a:pt x="7119" y="20807"/>
                    <a:pt x="7216" y="20658"/>
                  </a:cubicBezTo>
                  <a:cubicBezTo>
                    <a:pt x="7267" y="20581"/>
                    <a:pt x="7271" y="20466"/>
                    <a:pt x="7325" y="20389"/>
                  </a:cubicBezTo>
                  <a:cubicBezTo>
                    <a:pt x="7331" y="20166"/>
                    <a:pt x="7434" y="20175"/>
                    <a:pt x="7527" y="20057"/>
                  </a:cubicBezTo>
                  <a:cubicBezTo>
                    <a:pt x="7760" y="19762"/>
                    <a:pt x="8091" y="19521"/>
                    <a:pt x="8397" y="19301"/>
                  </a:cubicBezTo>
                  <a:cubicBezTo>
                    <a:pt x="8666" y="19106"/>
                    <a:pt x="9073" y="18641"/>
                    <a:pt x="9218" y="18323"/>
                  </a:cubicBezTo>
                  <a:cubicBezTo>
                    <a:pt x="9352" y="18032"/>
                    <a:pt x="9422" y="17721"/>
                    <a:pt x="9585" y="17465"/>
                  </a:cubicBezTo>
                  <a:cubicBezTo>
                    <a:pt x="9678" y="17321"/>
                    <a:pt x="9836" y="17078"/>
                    <a:pt x="9970" y="16982"/>
                  </a:cubicBezTo>
                  <a:cubicBezTo>
                    <a:pt x="10074" y="16907"/>
                    <a:pt x="10232" y="16831"/>
                    <a:pt x="10311" y="16731"/>
                  </a:cubicBezTo>
                  <a:close/>
                  <a:moveTo>
                    <a:pt x="14848" y="25075"/>
                  </a:moveTo>
                  <a:cubicBezTo>
                    <a:pt x="14849" y="25409"/>
                    <a:pt x="14968" y="25650"/>
                    <a:pt x="14970" y="25982"/>
                  </a:cubicBezTo>
                  <a:cubicBezTo>
                    <a:pt x="14970" y="26070"/>
                    <a:pt x="15013" y="26278"/>
                    <a:pt x="14963" y="26355"/>
                  </a:cubicBezTo>
                  <a:cubicBezTo>
                    <a:pt x="14922" y="26421"/>
                    <a:pt x="14808" y="26403"/>
                    <a:pt x="14728" y="26428"/>
                  </a:cubicBezTo>
                  <a:cubicBezTo>
                    <a:pt x="14628" y="26460"/>
                    <a:pt x="14379" y="26518"/>
                    <a:pt x="14300" y="26574"/>
                  </a:cubicBezTo>
                  <a:lnTo>
                    <a:pt x="14273" y="26574"/>
                  </a:lnTo>
                  <a:cubicBezTo>
                    <a:pt x="14292" y="26289"/>
                    <a:pt x="14343" y="25713"/>
                    <a:pt x="14166" y="25563"/>
                  </a:cubicBezTo>
                  <a:cubicBezTo>
                    <a:pt x="14186" y="25483"/>
                    <a:pt x="14289" y="25451"/>
                    <a:pt x="14350" y="25413"/>
                  </a:cubicBezTo>
                  <a:cubicBezTo>
                    <a:pt x="14500" y="25314"/>
                    <a:pt x="14717" y="25220"/>
                    <a:pt x="14823" y="25075"/>
                  </a:cubicBezTo>
                  <a:close/>
                  <a:moveTo>
                    <a:pt x="13670" y="25796"/>
                  </a:moveTo>
                  <a:cubicBezTo>
                    <a:pt x="13689" y="25940"/>
                    <a:pt x="13762" y="26433"/>
                    <a:pt x="13667" y="26572"/>
                  </a:cubicBezTo>
                  <a:cubicBezTo>
                    <a:pt x="13667" y="26607"/>
                    <a:pt x="13664" y="26642"/>
                    <a:pt x="13664" y="26675"/>
                  </a:cubicBezTo>
                  <a:cubicBezTo>
                    <a:pt x="13610" y="26669"/>
                    <a:pt x="13555" y="26666"/>
                    <a:pt x="13499" y="26666"/>
                  </a:cubicBezTo>
                  <a:cubicBezTo>
                    <a:pt x="13247" y="26666"/>
                    <a:pt x="12976" y="26720"/>
                    <a:pt x="12700" y="26720"/>
                  </a:cubicBezTo>
                  <a:cubicBezTo>
                    <a:pt x="12681" y="26720"/>
                    <a:pt x="12662" y="26719"/>
                    <a:pt x="12644" y="26719"/>
                  </a:cubicBezTo>
                  <a:cubicBezTo>
                    <a:pt x="12645" y="26514"/>
                    <a:pt x="12628" y="26098"/>
                    <a:pt x="12555" y="25980"/>
                  </a:cubicBezTo>
                  <a:lnTo>
                    <a:pt x="12555" y="25954"/>
                  </a:lnTo>
                  <a:cubicBezTo>
                    <a:pt x="12687" y="25958"/>
                    <a:pt x="12837" y="25977"/>
                    <a:pt x="12979" y="25977"/>
                  </a:cubicBezTo>
                  <a:cubicBezTo>
                    <a:pt x="13057" y="25977"/>
                    <a:pt x="13133" y="25971"/>
                    <a:pt x="13202" y="25954"/>
                  </a:cubicBezTo>
                  <a:cubicBezTo>
                    <a:pt x="13350" y="25918"/>
                    <a:pt x="13538" y="25806"/>
                    <a:pt x="13670" y="25796"/>
                  </a:cubicBezTo>
                  <a:close/>
                  <a:moveTo>
                    <a:pt x="8887" y="25876"/>
                  </a:moveTo>
                  <a:cubicBezTo>
                    <a:pt x="9409" y="25902"/>
                    <a:pt x="9967" y="25929"/>
                    <a:pt x="10500" y="25937"/>
                  </a:cubicBezTo>
                  <a:cubicBezTo>
                    <a:pt x="10498" y="26098"/>
                    <a:pt x="10515" y="26243"/>
                    <a:pt x="10543" y="26376"/>
                  </a:cubicBezTo>
                  <a:cubicBezTo>
                    <a:pt x="10559" y="26463"/>
                    <a:pt x="10522" y="26581"/>
                    <a:pt x="10563" y="26649"/>
                  </a:cubicBezTo>
                  <a:cubicBezTo>
                    <a:pt x="10563" y="26683"/>
                    <a:pt x="10562" y="26717"/>
                    <a:pt x="10562" y="26752"/>
                  </a:cubicBezTo>
                  <a:cubicBezTo>
                    <a:pt x="10390" y="26783"/>
                    <a:pt x="10179" y="26755"/>
                    <a:pt x="9992" y="26792"/>
                  </a:cubicBezTo>
                  <a:cubicBezTo>
                    <a:pt x="9733" y="26843"/>
                    <a:pt x="9422" y="26818"/>
                    <a:pt x="9163" y="26864"/>
                  </a:cubicBezTo>
                  <a:cubicBezTo>
                    <a:pt x="9079" y="26854"/>
                    <a:pt x="8991" y="26843"/>
                    <a:pt x="8906" y="26834"/>
                  </a:cubicBezTo>
                  <a:cubicBezTo>
                    <a:pt x="8863" y="26842"/>
                    <a:pt x="8817" y="26856"/>
                    <a:pt x="8757" y="26856"/>
                  </a:cubicBezTo>
                  <a:cubicBezTo>
                    <a:pt x="8755" y="26856"/>
                    <a:pt x="8752" y="26856"/>
                    <a:pt x="8749" y="26856"/>
                  </a:cubicBezTo>
                  <a:cubicBezTo>
                    <a:pt x="8756" y="26636"/>
                    <a:pt x="8738" y="26417"/>
                    <a:pt x="8789" y="26223"/>
                  </a:cubicBezTo>
                  <a:cubicBezTo>
                    <a:pt x="8817" y="26120"/>
                    <a:pt x="8863" y="26002"/>
                    <a:pt x="8875" y="25889"/>
                  </a:cubicBezTo>
                  <a:lnTo>
                    <a:pt x="8887" y="25876"/>
                  </a:lnTo>
                  <a:close/>
                  <a:moveTo>
                    <a:pt x="11831" y="25887"/>
                  </a:moveTo>
                  <a:cubicBezTo>
                    <a:pt x="11953" y="25887"/>
                    <a:pt x="12274" y="25889"/>
                    <a:pt x="12347" y="25937"/>
                  </a:cubicBezTo>
                  <a:cubicBezTo>
                    <a:pt x="12398" y="25969"/>
                    <a:pt x="12379" y="26039"/>
                    <a:pt x="12395" y="26105"/>
                  </a:cubicBezTo>
                  <a:cubicBezTo>
                    <a:pt x="12424" y="26225"/>
                    <a:pt x="12529" y="26690"/>
                    <a:pt x="12418" y="26803"/>
                  </a:cubicBezTo>
                  <a:cubicBezTo>
                    <a:pt x="12385" y="26827"/>
                    <a:pt x="12322" y="26835"/>
                    <a:pt x="12251" y="26835"/>
                  </a:cubicBezTo>
                  <a:cubicBezTo>
                    <a:pt x="12157" y="26835"/>
                    <a:pt x="12048" y="26822"/>
                    <a:pt x="11978" y="26819"/>
                  </a:cubicBezTo>
                  <a:cubicBezTo>
                    <a:pt x="11906" y="26818"/>
                    <a:pt x="11835" y="26816"/>
                    <a:pt x="11766" y="26816"/>
                  </a:cubicBezTo>
                  <a:cubicBezTo>
                    <a:pt x="11593" y="26816"/>
                    <a:pt x="11428" y="26824"/>
                    <a:pt x="11281" y="26856"/>
                  </a:cubicBezTo>
                  <a:cubicBezTo>
                    <a:pt x="11251" y="26862"/>
                    <a:pt x="11218" y="26863"/>
                    <a:pt x="11185" y="26863"/>
                  </a:cubicBezTo>
                  <a:cubicBezTo>
                    <a:pt x="11166" y="26863"/>
                    <a:pt x="11148" y="26863"/>
                    <a:pt x="11129" y="26863"/>
                  </a:cubicBezTo>
                  <a:cubicBezTo>
                    <a:pt x="11079" y="26863"/>
                    <a:pt x="11031" y="26866"/>
                    <a:pt x="10995" y="26888"/>
                  </a:cubicBezTo>
                  <a:lnTo>
                    <a:pt x="10749" y="26883"/>
                  </a:lnTo>
                  <a:cubicBezTo>
                    <a:pt x="10740" y="26713"/>
                    <a:pt x="10732" y="26546"/>
                    <a:pt x="10723" y="26377"/>
                  </a:cubicBezTo>
                  <a:cubicBezTo>
                    <a:pt x="10691" y="26229"/>
                    <a:pt x="10644" y="26062"/>
                    <a:pt x="10628" y="25924"/>
                  </a:cubicBezTo>
                  <a:lnTo>
                    <a:pt x="10628" y="25924"/>
                  </a:lnTo>
                  <a:cubicBezTo>
                    <a:pt x="10653" y="25924"/>
                    <a:pt x="10678" y="25924"/>
                    <a:pt x="10703" y="25924"/>
                  </a:cubicBezTo>
                  <a:cubicBezTo>
                    <a:pt x="11069" y="25924"/>
                    <a:pt x="11480" y="25887"/>
                    <a:pt x="11831" y="25887"/>
                  </a:cubicBezTo>
                  <a:close/>
                  <a:moveTo>
                    <a:pt x="7167" y="25740"/>
                  </a:moveTo>
                  <a:cubicBezTo>
                    <a:pt x="7252" y="25740"/>
                    <a:pt x="7350" y="25755"/>
                    <a:pt x="7402" y="25767"/>
                  </a:cubicBezTo>
                  <a:lnTo>
                    <a:pt x="7686" y="25772"/>
                  </a:lnTo>
                  <a:cubicBezTo>
                    <a:pt x="7847" y="25810"/>
                    <a:pt x="8046" y="25818"/>
                    <a:pt x="8228" y="25823"/>
                  </a:cubicBezTo>
                  <a:cubicBezTo>
                    <a:pt x="8200" y="26068"/>
                    <a:pt x="8068" y="26363"/>
                    <a:pt x="8120" y="26649"/>
                  </a:cubicBezTo>
                  <a:cubicBezTo>
                    <a:pt x="8131" y="26709"/>
                    <a:pt x="8104" y="26789"/>
                    <a:pt x="8129" y="26831"/>
                  </a:cubicBezTo>
                  <a:lnTo>
                    <a:pt x="8129" y="26843"/>
                  </a:lnTo>
                  <a:cubicBezTo>
                    <a:pt x="8081" y="26842"/>
                    <a:pt x="8032" y="26841"/>
                    <a:pt x="7984" y="26841"/>
                  </a:cubicBezTo>
                  <a:cubicBezTo>
                    <a:pt x="7345" y="26841"/>
                    <a:pt x="6761" y="26901"/>
                    <a:pt x="6134" y="26901"/>
                  </a:cubicBezTo>
                  <a:cubicBezTo>
                    <a:pt x="6050" y="26901"/>
                    <a:pt x="5965" y="26900"/>
                    <a:pt x="5880" y="26898"/>
                  </a:cubicBezTo>
                  <a:cubicBezTo>
                    <a:pt x="5844" y="26767"/>
                    <a:pt x="5807" y="26638"/>
                    <a:pt x="5772" y="26507"/>
                  </a:cubicBezTo>
                  <a:cubicBezTo>
                    <a:pt x="5727" y="26309"/>
                    <a:pt x="5765" y="26086"/>
                    <a:pt x="5772" y="25874"/>
                  </a:cubicBezTo>
                  <a:cubicBezTo>
                    <a:pt x="5990" y="25851"/>
                    <a:pt x="6259" y="25818"/>
                    <a:pt x="6485" y="25772"/>
                  </a:cubicBezTo>
                  <a:cubicBezTo>
                    <a:pt x="6545" y="25761"/>
                    <a:pt x="6608" y="25757"/>
                    <a:pt x="6672" y="25757"/>
                  </a:cubicBezTo>
                  <a:cubicBezTo>
                    <a:pt x="6748" y="25757"/>
                    <a:pt x="6825" y="25762"/>
                    <a:pt x="6901" y="25762"/>
                  </a:cubicBezTo>
                  <a:cubicBezTo>
                    <a:pt x="6962" y="25762"/>
                    <a:pt x="7022" y="25759"/>
                    <a:pt x="7079" y="25748"/>
                  </a:cubicBezTo>
                  <a:cubicBezTo>
                    <a:pt x="7105" y="25743"/>
                    <a:pt x="7135" y="25740"/>
                    <a:pt x="7167" y="25740"/>
                  </a:cubicBezTo>
                  <a:close/>
                  <a:moveTo>
                    <a:pt x="14048" y="25588"/>
                  </a:moveTo>
                  <a:cubicBezTo>
                    <a:pt x="14095" y="25662"/>
                    <a:pt x="14061" y="25791"/>
                    <a:pt x="14081" y="25884"/>
                  </a:cubicBezTo>
                  <a:cubicBezTo>
                    <a:pt x="14127" y="26101"/>
                    <a:pt x="14118" y="26712"/>
                    <a:pt x="14009" y="26866"/>
                  </a:cubicBezTo>
                  <a:cubicBezTo>
                    <a:pt x="14001" y="26924"/>
                    <a:pt x="13990" y="26921"/>
                    <a:pt x="13968" y="26956"/>
                  </a:cubicBezTo>
                  <a:cubicBezTo>
                    <a:pt x="13901" y="26953"/>
                    <a:pt x="13866" y="26946"/>
                    <a:pt x="13827" y="26927"/>
                  </a:cubicBezTo>
                  <a:cubicBezTo>
                    <a:pt x="13782" y="26799"/>
                    <a:pt x="13818" y="26603"/>
                    <a:pt x="13849" y="26473"/>
                  </a:cubicBezTo>
                  <a:cubicBezTo>
                    <a:pt x="13908" y="26228"/>
                    <a:pt x="13892" y="25893"/>
                    <a:pt x="13799" y="25723"/>
                  </a:cubicBezTo>
                  <a:cubicBezTo>
                    <a:pt x="13878" y="25690"/>
                    <a:pt x="13996" y="25649"/>
                    <a:pt x="14048" y="25588"/>
                  </a:cubicBezTo>
                  <a:close/>
                  <a:moveTo>
                    <a:pt x="8392" y="25839"/>
                  </a:moveTo>
                  <a:cubicBezTo>
                    <a:pt x="8456" y="25844"/>
                    <a:pt x="8638" y="25838"/>
                    <a:pt x="8689" y="25873"/>
                  </a:cubicBezTo>
                  <a:cubicBezTo>
                    <a:pt x="8711" y="25873"/>
                    <a:pt x="8733" y="25873"/>
                    <a:pt x="8754" y="25874"/>
                  </a:cubicBezTo>
                  <a:cubicBezTo>
                    <a:pt x="8653" y="26076"/>
                    <a:pt x="8635" y="26319"/>
                    <a:pt x="8571" y="26581"/>
                  </a:cubicBezTo>
                  <a:cubicBezTo>
                    <a:pt x="8535" y="26741"/>
                    <a:pt x="8602" y="26941"/>
                    <a:pt x="8523" y="27058"/>
                  </a:cubicBezTo>
                  <a:cubicBezTo>
                    <a:pt x="8519" y="27071"/>
                    <a:pt x="8514" y="27082"/>
                    <a:pt x="8509" y="27095"/>
                  </a:cubicBezTo>
                  <a:cubicBezTo>
                    <a:pt x="8413" y="27081"/>
                    <a:pt x="8378" y="27043"/>
                    <a:pt x="8317" y="27001"/>
                  </a:cubicBezTo>
                  <a:cubicBezTo>
                    <a:pt x="8225" y="26562"/>
                    <a:pt x="8293" y="26236"/>
                    <a:pt x="8392" y="25839"/>
                  </a:cubicBezTo>
                  <a:close/>
                  <a:moveTo>
                    <a:pt x="5069" y="26050"/>
                  </a:moveTo>
                  <a:cubicBezTo>
                    <a:pt x="5054" y="26284"/>
                    <a:pt x="5029" y="26824"/>
                    <a:pt x="5127" y="26970"/>
                  </a:cubicBezTo>
                  <a:lnTo>
                    <a:pt x="5127" y="26984"/>
                  </a:lnTo>
                  <a:cubicBezTo>
                    <a:pt x="5122" y="26983"/>
                    <a:pt x="5117" y="26983"/>
                    <a:pt x="5113" y="26983"/>
                  </a:cubicBezTo>
                  <a:cubicBezTo>
                    <a:pt x="4808" y="26983"/>
                    <a:pt x="4601" y="27076"/>
                    <a:pt x="4375" y="27136"/>
                  </a:cubicBezTo>
                  <a:cubicBezTo>
                    <a:pt x="4241" y="27170"/>
                    <a:pt x="4100" y="27130"/>
                    <a:pt x="3999" y="27191"/>
                  </a:cubicBezTo>
                  <a:cubicBezTo>
                    <a:pt x="3961" y="27191"/>
                    <a:pt x="3920" y="27190"/>
                    <a:pt x="3882" y="27190"/>
                  </a:cubicBezTo>
                  <a:cubicBezTo>
                    <a:pt x="3839" y="26957"/>
                    <a:pt x="3869" y="26648"/>
                    <a:pt x="3823" y="26399"/>
                  </a:cubicBezTo>
                  <a:cubicBezTo>
                    <a:pt x="3804" y="26315"/>
                    <a:pt x="3839" y="26220"/>
                    <a:pt x="3801" y="26155"/>
                  </a:cubicBezTo>
                  <a:cubicBezTo>
                    <a:pt x="3801" y="26133"/>
                    <a:pt x="3802" y="26111"/>
                    <a:pt x="3802" y="26089"/>
                  </a:cubicBezTo>
                  <a:cubicBezTo>
                    <a:pt x="3926" y="26147"/>
                    <a:pt x="4138" y="26174"/>
                    <a:pt x="4344" y="26174"/>
                  </a:cubicBezTo>
                  <a:cubicBezTo>
                    <a:pt x="4487" y="26174"/>
                    <a:pt x="4627" y="26161"/>
                    <a:pt x="4731" y="26134"/>
                  </a:cubicBezTo>
                  <a:cubicBezTo>
                    <a:pt x="4838" y="26107"/>
                    <a:pt x="4947" y="26057"/>
                    <a:pt x="5069" y="26050"/>
                  </a:cubicBezTo>
                  <a:close/>
                  <a:moveTo>
                    <a:pt x="5630" y="25896"/>
                  </a:moveTo>
                  <a:lnTo>
                    <a:pt x="5630" y="25896"/>
                  </a:lnTo>
                  <a:cubicBezTo>
                    <a:pt x="5672" y="25973"/>
                    <a:pt x="5576" y="26246"/>
                    <a:pt x="5605" y="26387"/>
                  </a:cubicBezTo>
                  <a:cubicBezTo>
                    <a:pt x="5647" y="26598"/>
                    <a:pt x="5685" y="26784"/>
                    <a:pt x="5749" y="26959"/>
                  </a:cubicBezTo>
                  <a:cubicBezTo>
                    <a:pt x="5768" y="27011"/>
                    <a:pt x="5810" y="27109"/>
                    <a:pt x="5783" y="27154"/>
                  </a:cubicBezTo>
                  <a:cubicBezTo>
                    <a:pt x="5764" y="27207"/>
                    <a:pt x="5620" y="27295"/>
                    <a:pt x="5515" y="27295"/>
                  </a:cubicBezTo>
                  <a:cubicBezTo>
                    <a:pt x="5488" y="27295"/>
                    <a:pt x="5464" y="27289"/>
                    <a:pt x="5445" y="27276"/>
                  </a:cubicBezTo>
                  <a:cubicBezTo>
                    <a:pt x="5258" y="27206"/>
                    <a:pt x="5237" y="26651"/>
                    <a:pt x="5205" y="26405"/>
                  </a:cubicBezTo>
                  <a:cubicBezTo>
                    <a:pt x="5191" y="26293"/>
                    <a:pt x="5202" y="26084"/>
                    <a:pt x="5252" y="26018"/>
                  </a:cubicBezTo>
                  <a:cubicBezTo>
                    <a:pt x="5307" y="25927"/>
                    <a:pt x="5538" y="25954"/>
                    <a:pt x="5630" y="25896"/>
                  </a:cubicBezTo>
                  <a:close/>
                  <a:moveTo>
                    <a:pt x="12617" y="30881"/>
                  </a:moveTo>
                  <a:lnTo>
                    <a:pt x="12617" y="30881"/>
                  </a:lnTo>
                  <a:cubicBezTo>
                    <a:pt x="12577" y="30929"/>
                    <a:pt x="12577" y="31006"/>
                    <a:pt x="12549" y="31073"/>
                  </a:cubicBezTo>
                  <a:cubicBezTo>
                    <a:pt x="12487" y="31226"/>
                    <a:pt x="12440" y="31387"/>
                    <a:pt x="12370" y="31547"/>
                  </a:cubicBezTo>
                  <a:cubicBezTo>
                    <a:pt x="12170" y="32010"/>
                    <a:pt x="11953" y="32469"/>
                    <a:pt x="11748" y="32918"/>
                  </a:cubicBezTo>
                  <a:cubicBezTo>
                    <a:pt x="11683" y="33059"/>
                    <a:pt x="11629" y="33205"/>
                    <a:pt x="11571" y="33341"/>
                  </a:cubicBezTo>
                  <a:cubicBezTo>
                    <a:pt x="11530" y="33437"/>
                    <a:pt x="11523" y="33546"/>
                    <a:pt x="11462" y="33623"/>
                  </a:cubicBezTo>
                  <a:lnTo>
                    <a:pt x="11462" y="33647"/>
                  </a:lnTo>
                  <a:lnTo>
                    <a:pt x="11462" y="33647"/>
                  </a:lnTo>
                  <a:cubicBezTo>
                    <a:pt x="11491" y="33603"/>
                    <a:pt x="11529" y="33558"/>
                    <a:pt x="11553" y="33520"/>
                  </a:cubicBezTo>
                  <a:cubicBezTo>
                    <a:pt x="11661" y="33353"/>
                    <a:pt x="11744" y="33173"/>
                    <a:pt x="11847" y="33008"/>
                  </a:cubicBezTo>
                  <a:cubicBezTo>
                    <a:pt x="11908" y="32914"/>
                    <a:pt x="11934" y="32818"/>
                    <a:pt x="11983" y="32715"/>
                  </a:cubicBezTo>
                  <a:cubicBezTo>
                    <a:pt x="12145" y="32367"/>
                    <a:pt x="12280" y="32031"/>
                    <a:pt x="12420" y="31639"/>
                  </a:cubicBezTo>
                  <a:cubicBezTo>
                    <a:pt x="12497" y="31422"/>
                    <a:pt x="12609" y="31143"/>
                    <a:pt x="12617" y="30881"/>
                  </a:cubicBezTo>
                  <a:close/>
                  <a:moveTo>
                    <a:pt x="11462" y="33647"/>
                  </a:moveTo>
                  <a:lnTo>
                    <a:pt x="11462" y="33647"/>
                  </a:lnTo>
                  <a:cubicBezTo>
                    <a:pt x="11461" y="33647"/>
                    <a:pt x="11461" y="33648"/>
                    <a:pt x="11460" y="33648"/>
                  </a:cubicBezTo>
                  <a:lnTo>
                    <a:pt x="11462" y="33648"/>
                  </a:lnTo>
                  <a:lnTo>
                    <a:pt x="11462" y="33647"/>
                  </a:lnTo>
                  <a:close/>
                  <a:moveTo>
                    <a:pt x="15028" y="26550"/>
                  </a:moveTo>
                  <a:cubicBezTo>
                    <a:pt x="15114" y="26591"/>
                    <a:pt x="15140" y="26738"/>
                    <a:pt x="15186" y="26812"/>
                  </a:cubicBezTo>
                  <a:cubicBezTo>
                    <a:pt x="15351" y="27090"/>
                    <a:pt x="15377" y="27257"/>
                    <a:pt x="15454" y="27632"/>
                  </a:cubicBezTo>
                  <a:cubicBezTo>
                    <a:pt x="15454" y="27814"/>
                    <a:pt x="15454" y="27994"/>
                    <a:pt x="15455" y="28176"/>
                  </a:cubicBezTo>
                  <a:cubicBezTo>
                    <a:pt x="15531" y="28568"/>
                    <a:pt x="15377" y="29074"/>
                    <a:pt x="15454" y="29467"/>
                  </a:cubicBezTo>
                  <a:cubicBezTo>
                    <a:pt x="15451" y="29558"/>
                    <a:pt x="15450" y="29649"/>
                    <a:pt x="15448" y="29739"/>
                  </a:cubicBezTo>
                  <a:cubicBezTo>
                    <a:pt x="15467" y="30048"/>
                    <a:pt x="15486" y="30359"/>
                    <a:pt x="15506" y="30671"/>
                  </a:cubicBezTo>
                  <a:cubicBezTo>
                    <a:pt x="15541" y="30845"/>
                    <a:pt x="15521" y="31041"/>
                    <a:pt x="15559" y="31226"/>
                  </a:cubicBezTo>
                  <a:cubicBezTo>
                    <a:pt x="15653" y="31688"/>
                    <a:pt x="15650" y="32190"/>
                    <a:pt x="15748" y="32639"/>
                  </a:cubicBezTo>
                  <a:cubicBezTo>
                    <a:pt x="15762" y="32789"/>
                    <a:pt x="15775" y="32940"/>
                    <a:pt x="15790" y="33091"/>
                  </a:cubicBezTo>
                  <a:cubicBezTo>
                    <a:pt x="15825" y="33253"/>
                    <a:pt x="15822" y="33456"/>
                    <a:pt x="15855" y="33622"/>
                  </a:cubicBezTo>
                  <a:cubicBezTo>
                    <a:pt x="15857" y="33708"/>
                    <a:pt x="15861" y="33795"/>
                    <a:pt x="15862" y="33879"/>
                  </a:cubicBezTo>
                  <a:cubicBezTo>
                    <a:pt x="15890" y="34020"/>
                    <a:pt x="15861" y="34176"/>
                    <a:pt x="15892" y="34333"/>
                  </a:cubicBezTo>
                  <a:cubicBezTo>
                    <a:pt x="15945" y="34611"/>
                    <a:pt x="15928" y="35024"/>
                    <a:pt x="15922" y="35329"/>
                  </a:cubicBezTo>
                  <a:cubicBezTo>
                    <a:pt x="15913" y="35751"/>
                    <a:pt x="15905" y="36171"/>
                    <a:pt x="15894" y="36595"/>
                  </a:cubicBezTo>
                  <a:cubicBezTo>
                    <a:pt x="15928" y="36765"/>
                    <a:pt x="15858" y="37002"/>
                    <a:pt x="15894" y="37188"/>
                  </a:cubicBezTo>
                  <a:cubicBezTo>
                    <a:pt x="15916" y="37297"/>
                    <a:pt x="15902" y="37460"/>
                    <a:pt x="15899" y="37591"/>
                  </a:cubicBezTo>
                  <a:cubicBezTo>
                    <a:pt x="15893" y="37863"/>
                    <a:pt x="15897" y="38139"/>
                    <a:pt x="15844" y="38365"/>
                  </a:cubicBezTo>
                  <a:cubicBezTo>
                    <a:pt x="15803" y="38542"/>
                    <a:pt x="15833" y="38731"/>
                    <a:pt x="15793" y="38894"/>
                  </a:cubicBezTo>
                  <a:cubicBezTo>
                    <a:pt x="15767" y="39394"/>
                    <a:pt x="15737" y="39891"/>
                    <a:pt x="15710" y="40391"/>
                  </a:cubicBezTo>
                  <a:cubicBezTo>
                    <a:pt x="15701" y="40826"/>
                    <a:pt x="15691" y="41262"/>
                    <a:pt x="15682" y="41695"/>
                  </a:cubicBezTo>
                  <a:cubicBezTo>
                    <a:pt x="15679" y="41885"/>
                    <a:pt x="15650" y="42123"/>
                    <a:pt x="15682" y="42290"/>
                  </a:cubicBezTo>
                  <a:cubicBezTo>
                    <a:pt x="15705" y="42412"/>
                    <a:pt x="15666" y="42572"/>
                    <a:pt x="15688" y="42677"/>
                  </a:cubicBezTo>
                  <a:cubicBezTo>
                    <a:pt x="15705" y="42770"/>
                    <a:pt x="15679" y="42898"/>
                    <a:pt x="15695" y="42975"/>
                  </a:cubicBezTo>
                  <a:cubicBezTo>
                    <a:pt x="15694" y="43061"/>
                    <a:pt x="15691" y="43148"/>
                    <a:pt x="15689" y="43234"/>
                  </a:cubicBezTo>
                  <a:cubicBezTo>
                    <a:pt x="15713" y="43357"/>
                    <a:pt x="15695" y="43526"/>
                    <a:pt x="15719" y="43648"/>
                  </a:cubicBezTo>
                  <a:cubicBezTo>
                    <a:pt x="15717" y="43705"/>
                    <a:pt x="15717" y="43761"/>
                    <a:pt x="15716" y="43815"/>
                  </a:cubicBezTo>
                  <a:cubicBezTo>
                    <a:pt x="15735" y="44054"/>
                    <a:pt x="15756" y="44289"/>
                    <a:pt x="15777" y="44528"/>
                  </a:cubicBezTo>
                  <a:lnTo>
                    <a:pt x="15767" y="45019"/>
                  </a:lnTo>
                  <a:cubicBezTo>
                    <a:pt x="15781" y="45351"/>
                    <a:pt x="15796" y="45682"/>
                    <a:pt x="15810" y="46015"/>
                  </a:cubicBezTo>
                  <a:cubicBezTo>
                    <a:pt x="15894" y="46855"/>
                    <a:pt x="15980" y="47699"/>
                    <a:pt x="16066" y="48540"/>
                  </a:cubicBezTo>
                  <a:cubicBezTo>
                    <a:pt x="16120" y="48807"/>
                    <a:pt x="16088" y="49081"/>
                    <a:pt x="16139" y="49331"/>
                  </a:cubicBezTo>
                  <a:cubicBezTo>
                    <a:pt x="16197" y="49619"/>
                    <a:pt x="16155" y="49917"/>
                    <a:pt x="16211" y="50198"/>
                  </a:cubicBezTo>
                  <a:cubicBezTo>
                    <a:pt x="16214" y="50406"/>
                    <a:pt x="16220" y="50612"/>
                    <a:pt x="16224" y="50817"/>
                  </a:cubicBezTo>
                  <a:cubicBezTo>
                    <a:pt x="16246" y="50926"/>
                    <a:pt x="16219" y="51060"/>
                    <a:pt x="16242" y="51179"/>
                  </a:cubicBezTo>
                  <a:cubicBezTo>
                    <a:pt x="16302" y="51485"/>
                    <a:pt x="16277" y="51828"/>
                    <a:pt x="16338" y="52137"/>
                  </a:cubicBezTo>
                  <a:cubicBezTo>
                    <a:pt x="16336" y="52184"/>
                    <a:pt x="16336" y="52232"/>
                    <a:pt x="16335" y="52278"/>
                  </a:cubicBezTo>
                  <a:cubicBezTo>
                    <a:pt x="16382" y="52524"/>
                    <a:pt x="16348" y="52850"/>
                    <a:pt x="16342" y="53132"/>
                  </a:cubicBezTo>
                  <a:cubicBezTo>
                    <a:pt x="16338" y="53337"/>
                    <a:pt x="16358" y="53594"/>
                    <a:pt x="16315" y="53776"/>
                  </a:cubicBezTo>
                  <a:cubicBezTo>
                    <a:pt x="16300" y="54059"/>
                    <a:pt x="16286" y="54344"/>
                    <a:pt x="16271" y="54629"/>
                  </a:cubicBezTo>
                  <a:cubicBezTo>
                    <a:pt x="16224" y="54827"/>
                    <a:pt x="16197" y="55416"/>
                    <a:pt x="16236" y="55622"/>
                  </a:cubicBezTo>
                  <a:cubicBezTo>
                    <a:pt x="16280" y="55846"/>
                    <a:pt x="16206" y="56092"/>
                    <a:pt x="16248" y="56309"/>
                  </a:cubicBezTo>
                  <a:cubicBezTo>
                    <a:pt x="16270" y="56499"/>
                    <a:pt x="16291" y="56688"/>
                    <a:pt x="16313" y="56879"/>
                  </a:cubicBezTo>
                  <a:cubicBezTo>
                    <a:pt x="16373" y="57139"/>
                    <a:pt x="16428" y="57396"/>
                    <a:pt x="16517" y="57620"/>
                  </a:cubicBezTo>
                  <a:cubicBezTo>
                    <a:pt x="16560" y="57729"/>
                    <a:pt x="16600" y="57832"/>
                    <a:pt x="16639" y="57933"/>
                  </a:cubicBezTo>
                  <a:cubicBezTo>
                    <a:pt x="16661" y="57991"/>
                    <a:pt x="16655" y="58055"/>
                    <a:pt x="16685" y="58101"/>
                  </a:cubicBezTo>
                  <a:cubicBezTo>
                    <a:pt x="16685" y="58136"/>
                    <a:pt x="16684" y="58171"/>
                    <a:pt x="16684" y="58206"/>
                  </a:cubicBezTo>
                  <a:cubicBezTo>
                    <a:pt x="16443" y="58078"/>
                    <a:pt x="16233" y="57934"/>
                    <a:pt x="15929" y="57853"/>
                  </a:cubicBezTo>
                  <a:cubicBezTo>
                    <a:pt x="15867" y="57836"/>
                    <a:pt x="15801" y="57830"/>
                    <a:pt x="15733" y="57830"/>
                  </a:cubicBezTo>
                  <a:cubicBezTo>
                    <a:pt x="15593" y="57830"/>
                    <a:pt x="15452" y="57857"/>
                    <a:pt x="15348" y="57879"/>
                  </a:cubicBezTo>
                  <a:cubicBezTo>
                    <a:pt x="15275" y="57873"/>
                    <a:pt x="15202" y="57867"/>
                    <a:pt x="15128" y="57860"/>
                  </a:cubicBezTo>
                  <a:cubicBezTo>
                    <a:pt x="14672" y="57959"/>
                    <a:pt x="14105" y="58029"/>
                    <a:pt x="13763" y="58258"/>
                  </a:cubicBezTo>
                  <a:cubicBezTo>
                    <a:pt x="13561" y="58392"/>
                    <a:pt x="13372" y="58587"/>
                    <a:pt x="13222" y="58776"/>
                  </a:cubicBezTo>
                  <a:cubicBezTo>
                    <a:pt x="13165" y="58831"/>
                    <a:pt x="13107" y="58885"/>
                    <a:pt x="13051" y="58940"/>
                  </a:cubicBezTo>
                  <a:cubicBezTo>
                    <a:pt x="12968" y="59046"/>
                    <a:pt x="12869" y="59177"/>
                    <a:pt x="12760" y="59256"/>
                  </a:cubicBezTo>
                  <a:cubicBezTo>
                    <a:pt x="12459" y="59474"/>
                    <a:pt x="12133" y="59679"/>
                    <a:pt x="11866" y="59933"/>
                  </a:cubicBezTo>
                  <a:cubicBezTo>
                    <a:pt x="11809" y="59988"/>
                    <a:pt x="11751" y="60042"/>
                    <a:pt x="11696" y="60097"/>
                  </a:cubicBezTo>
                  <a:cubicBezTo>
                    <a:pt x="11597" y="60244"/>
                    <a:pt x="11617" y="60535"/>
                    <a:pt x="11515" y="60675"/>
                  </a:cubicBezTo>
                  <a:lnTo>
                    <a:pt x="11502" y="60688"/>
                  </a:lnTo>
                  <a:lnTo>
                    <a:pt x="11502" y="60675"/>
                  </a:lnTo>
                  <a:cubicBezTo>
                    <a:pt x="11175" y="60407"/>
                    <a:pt x="11347" y="59712"/>
                    <a:pt x="11453" y="59317"/>
                  </a:cubicBezTo>
                  <a:cubicBezTo>
                    <a:pt x="11492" y="59181"/>
                    <a:pt x="11493" y="59033"/>
                    <a:pt x="11525" y="58905"/>
                  </a:cubicBezTo>
                  <a:cubicBezTo>
                    <a:pt x="11572" y="58726"/>
                    <a:pt x="11544" y="58561"/>
                    <a:pt x="11589" y="58376"/>
                  </a:cubicBezTo>
                  <a:cubicBezTo>
                    <a:pt x="11635" y="58193"/>
                    <a:pt x="11594" y="57965"/>
                    <a:pt x="11640" y="57768"/>
                  </a:cubicBezTo>
                  <a:cubicBezTo>
                    <a:pt x="11671" y="57640"/>
                    <a:pt x="11656" y="57460"/>
                    <a:pt x="11687" y="57331"/>
                  </a:cubicBezTo>
                  <a:cubicBezTo>
                    <a:pt x="11690" y="57252"/>
                    <a:pt x="11691" y="57177"/>
                    <a:pt x="11693" y="57098"/>
                  </a:cubicBezTo>
                  <a:cubicBezTo>
                    <a:pt x="11764" y="56806"/>
                    <a:pt x="11755" y="56458"/>
                    <a:pt x="11803" y="56169"/>
                  </a:cubicBezTo>
                  <a:cubicBezTo>
                    <a:pt x="11800" y="56118"/>
                    <a:pt x="11796" y="56066"/>
                    <a:pt x="11794" y="56015"/>
                  </a:cubicBezTo>
                  <a:cubicBezTo>
                    <a:pt x="11799" y="55926"/>
                    <a:pt x="11808" y="55776"/>
                    <a:pt x="11828" y="55694"/>
                  </a:cubicBezTo>
                  <a:cubicBezTo>
                    <a:pt x="11831" y="55561"/>
                    <a:pt x="11832" y="55426"/>
                    <a:pt x="11837" y="55294"/>
                  </a:cubicBezTo>
                  <a:cubicBezTo>
                    <a:pt x="12101" y="54195"/>
                    <a:pt x="12049" y="52831"/>
                    <a:pt x="12072" y="51524"/>
                  </a:cubicBezTo>
                  <a:lnTo>
                    <a:pt x="12072" y="51524"/>
                  </a:lnTo>
                  <a:cubicBezTo>
                    <a:pt x="12036" y="51579"/>
                    <a:pt x="12058" y="51727"/>
                    <a:pt x="12055" y="51807"/>
                  </a:cubicBezTo>
                  <a:cubicBezTo>
                    <a:pt x="12049" y="51906"/>
                    <a:pt x="12043" y="52075"/>
                    <a:pt x="12021" y="52169"/>
                  </a:cubicBezTo>
                  <a:lnTo>
                    <a:pt x="12017" y="52415"/>
                  </a:lnTo>
                  <a:cubicBezTo>
                    <a:pt x="11963" y="52635"/>
                    <a:pt x="12005" y="52895"/>
                    <a:pt x="11949" y="53123"/>
                  </a:cubicBezTo>
                  <a:cubicBezTo>
                    <a:pt x="11912" y="53274"/>
                    <a:pt x="11940" y="53449"/>
                    <a:pt x="11901" y="53615"/>
                  </a:cubicBezTo>
                  <a:cubicBezTo>
                    <a:pt x="11853" y="53814"/>
                    <a:pt x="11837" y="54064"/>
                    <a:pt x="11835" y="54285"/>
                  </a:cubicBezTo>
                  <a:cubicBezTo>
                    <a:pt x="11773" y="54199"/>
                    <a:pt x="11778" y="53744"/>
                    <a:pt x="11745" y="53599"/>
                  </a:cubicBezTo>
                  <a:cubicBezTo>
                    <a:pt x="11677" y="53203"/>
                    <a:pt x="11607" y="52811"/>
                    <a:pt x="11539" y="52417"/>
                  </a:cubicBezTo>
                  <a:cubicBezTo>
                    <a:pt x="11530" y="52248"/>
                    <a:pt x="11520" y="52081"/>
                    <a:pt x="11511" y="51912"/>
                  </a:cubicBezTo>
                  <a:cubicBezTo>
                    <a:pt x="11446" y="51588"/>
                    <a:pt x="11509" y="51204"/>
                    <a:pt x="11443" y="50875"/>
                  </a:cubicBezTo>
                  <a:cubicBezTo>
                    <a:pt x="11444" y="50810"/>
                    <a:pt x="11446" y="50746"/>
                    <a:pt x="11446" y="50681"/>
                  </a:cubicBezTo>
                  <a:cubicBezTo>
                    <a:pt x="11392" y="50410"/>
                    <a:pt x="11428" y="50092"/>
                    <a:pt x="11373" y="49827"/>
                  </a:cubicBezTo>
                  <a:cubicBezTo>
                    <a:pt x="11371" y="49736"/>
                    <a:pt x="11367" y="49645"/>
                    <a:pt x="11366" y="49557"/>
                  </a:cubicBezTo>
                  <a:cubicBezTo>
                    <a:pt x="11338" y="49429"/>
                    <a:pt x="11290" y="49011"/>
                    <a:pt x="11329" y="48859"/>
                  </a:cubicBezTo>
                  <a:cubicBezTo>
                    <a:pt x="11501" y="48197"/>
                    <a:pt x="11632" y="47536"/>
                    <a:pt x="11837" y="46905"/>
                  </a:cubicBezTo>
                  <a:cubicBezTo>
                    <a:pt x="11934" y="46605"/>
                    <a:pt x="11985" y="46294"/>
                    <a:pt x="12075" y="46005"/>
                  </a:cubicBezTo>
                  <a:cubicBezTo>
                    <a:pt x="12113" y="45883"/>
                    <a:pt x="12113" y="45665"/>
                    <a:pt x="12174" y="45567"/>
                  </a:cubicBezTo>
                  <a:cubicBezTo>
                    <a:pt x="12174" y="45551"/>
                    <a:pt x="12174" y="45532"/>
                    <a:pt x="12177" y="45516"/>
                  </a:cubicBezTo>
                  <a:lnTo>
                    <a:pt x="12164" y="45516"/>
                  </a:lnTo>
                  <a:cubicBezTo>
                    <a:pt x="12119" y="45643"/>
                    <a:pt x="12024" y="45765"/>
                    <a:pt x="11975" y="45900"/>
                  </a:cubicBezTo>
                  <a:cubicBezTo>
                    <a:pt x="11653" y="46784"/>
                    <a:pt x="11437" y="47793"/>
                    <a:pt x="11316" y="48870"/>
                  </a:cubicBezTo>
                  <a:cubicBezTo>
                    <a:pt x="11271" y="48795"/>
                    <a:pt x="11319" y="48660"/>
                    <a:pt x="11297" y="48561"/>
                  </a:cubicBezTo>
                  <a:cubicBezTo>
                    <a:pt x="11249" y="48331"/>
                    <a:pt x="11294" y="48042"/>
                    <a:pt x="11248" y="47809"/>
                  </a:cubicBezTo>
                  <a:lnTo>
                    <a:pt x="11254" y="47565"/>
                  </a:lnTo>
                  <a:cubicBezTo>
                    <a:pt x="11217" y="47386"/>
                    <a:pt x="11227" y="47132"/>
                    <a:pt x="11227" y="46943"/>
                  </a:cubicBezTo>
                  <a:cubicBezTo>
                    <a:pt x="11229" y="46852"/>
                    <a:pt x="11232" y="46761"/>
                    <a:pt x="11233" y="46672"/>
                  </a:cubicBezTo>
                  <a:cubicBezTo>
                    <a:pt x="11198" y="46501"/>
                    <a:pt x="11214" y="46275"/>
                    <a:pt x="11220" y="46091"/>
                  </a:cubicBezTo>
                  <a:cubicBezTo>
                    <a:pt x="11222" y="46018"/>
                    <a:pt x="11225" y="45944"/>
                    <a:pt x="11226" y="45871"/>
                  </a:cubicBezTo>
                  <a:cubicBezTo>
                    <a:pt x="11206" y="45769"/>
                    <a:pt x="11243" y="45612"/>
                    <a:pt x="11220" y="45496"/>
                  </a:cubicBezTo>
                  <a:cubicBezTo>
                    <a:pt x="11147" y="45138"/>
                    <a:pt x="11232" y="44696"/>
                    <a:pt x="11155" y="44344"/>
                  </a:cubicBezTo>
                  <a:cubicBezTo>
                    <a:pt x="11082" y="44010"/>
                    <a:pt x="11066" y="43663"/>
                    <a:pt x="10970" y="43344"/>
                  </a:cubicBezTo>
                  <a:cubicBezTo>
                    <a:pt x="10764" y="42662"/>
                    <a:pt x="10534" y="42018"/>
                    <a:pt x="10327" y="41352"/>
                  </a:cubicBezTo>
                  <a:cubicBezTo>
                    <a:pt x="10281" y="41200"/>
                    <a:pt x="10268" y="41066"/>
                    <a:pt x="10221" y="40910"/>
                  </a:cubicBezTo>
                  <a:cubicBezTo>
                    <a:pt x="10149" y="40671"/>
                    <a:pt x="10115" y="40384"/>
                    <a:pt x="10057" y="40118"/>
                  </a:cubicBezTo>
                  <a:cubicBezTo>
                    <a:pt x="10047" y="39984"/>
                    <a:pt x="10037" y="39852"/>
                    <a:pt x="10027" y="39717"/>
                  </a:cubicBezTo>
                  <a:cubicBezTo>
                    <a:pt x="10000" y="39595"/>
                    <a:pt x="9960" y="39377"/>
                    <a:pt x="9997" y="39224"/>
                  </a:cubicBezTo>
                  <a:cubicBezTo>
                    <a:pt x="10144" y="38639"/>
                    <a:pt x="10194" y="38058"/>
                    <a:pt x="10383" y="37527"/>
                  </a:cubicBezTo>
                  <a:cubicBezTo>
                    <a:pt x="10582" y="36963"/>
                    <a:pt x="10829" y="36475"/>
                    <a:pt x="11011" y="35886"/>
                  </a:cubicBezTo>
                  <a:cubicBezTo>
                    <a:pt x="11168" y="35378"/>
                    <a:pt x="11174" y="34775"/>
                    <a:pt x="11316" y="34265"/>
                  </a:cubicBezTo>
                  <a:cubicBezTo>
                    <a:pt x="11371" y="34073"/>
                    <a:pt x="11357" y="33876"/>
                    <a:pt x="11432" y="33698"/>
                  </a:cubicBezTo>
                  <a:cubicBezTo>
                    <a:pt x="11439" y="33682"/>
                    <a:pt x="11449" y="33665"/>
                    <a:pt x="11460" y="33648"/>
                  </a:cubicBezTo>
                  <a:lnTo>
                    <a:pt x="11450" y="33648"/>
                  </a:lnTo>
                  <a:cubicBezTo>
                    <a:pt x="11520" y="33365"/>
                    <a:pt x="11605" y="33086"/>
                    <a:pt x="11687" y="32815"/>
                  </a:cubicBezTo>
                  <a:cubicBezTo>
                    <a:pt x="11777" y="32521"/>
                    <a:pt x="11745" y="32190"/>
                    <a:pt x="11824" y="31873"/>
                  </a:cubicBezTo>
                  <a:cubicBezTo>
                    <a:pt x="11873" y="31671"/>
                    <a:pt x="11861" y="31448"/>
                    <a:pt x="11915" y="31227"/>
                  </a:cubicBezTo>
                  <a:cubicBezTo>
                    <a:pt x="12007" y="30848"/>
                    <a:pt x="12031" y="30377"/>
                    <a:pt x="12033" y="29925"/>
                  </a:cubicBezTo>
                  <a:lnTo>
                    <a:pt x="12033" y="29925"/>
                  </a:lnTo>
                  <a:cubicBezTo>
                    <a:pt x="11983" y="29997"/>
                    <a:pt x="12011" y="30274"/>
                    <a:pt x="11983" y="30375"/>
                  </a:cubicBezTo>
                  <a:lnTo>
                    <a:pt x="11755" y="31416"/>
                  </a:lnTo>
                  <a:cubicBezTo>
                    <a:pt x="11496" y="32270"/>
                    <a:pt x="11297" y="33107"/>
                    <a:pt x="11053" y="33974"/>
                  </a:cubicBezTo>
                  <a:cubicBezTo>
                    <a:pt x="10948" y="34350"/>
                    <a:pt x="10945" y="34763"/>
                    <a:pt x="10848" y="35146"/>
                  </a:cubicBezTo>
                  <a:cubicBezTo>
                    <a:pt x="10836" y="35245"/>
                    <a:pt x="10826" y="35345"/>
                    <a:pt x="10815" y="35442"/>
                  </a:cubicBezTo>
                  <a:cubicBezTo>
                    <a:pt x="10756" y="35708"/>
                    <a:pt x="10701" y="35974"/>
                    <a:pt x="10643" y="36240"/>
                  </a:cubicBezTo>
                  <a:cubicBezTo>
                    <a:pt x="10487" y="36719"/>
                    <a:pt x="10311" y="37202"/>
                    <a:pt x="10146" y="37665"/>
                  </a:cubicBezTo>
                  <a:cubicBezTo>
                    <a:pt x="10050" y="37936"/>
                    <a:pt x="9992" y="38225"/>
                    <a:pt x="9909" y="38500"/>
                  </a:cubicBezTo>
                  <a:cubicBezTo>
                    <a:pt x="9782" y="38914"/>
                    <a:pt x="9794" y="39379"/>
                    <a:pt x="9686" y="39813"/>
                  </a:cubicBezTo>
                  <a:cubicBezTo>
                    <a:pt x="9650" y="39958"/>
                    <a:pt x="9670" y="40118"/>
                    <a:pt x="9640" y="40252"/>
                  </a:cubicBezTo>
                  <a:cubicBezTo>
                    <a:pt x="9621" y="40500"/>
                    <a:pt x="9603" y="40750"/>
                    <a:pt x="9585" y="41001"/>
                  </a:cubicBezTo>
                  <a:lnTo>
                    <a:pt x="9579" y="41284"/>
                  </a:lnTo>
                  <a:cubicBezTo>
                    <a:pt x="9541" y="41441"/>
                    <a:pt x="9535" y="41745"/>
                    <a:pt x="9567" y="41903"/>
                  </a:cubicBezTo>
                  <a:cubicBezTo>
                    <a:pt x="9599" y="42074"/>
                    <a:pt x="9553" y="42255"/>
                    <a:pt x="9582" y="42408"/>
                  </a:cubicBezTo>
                  <a:cubicBezTo>
                    <a:pt x="9585" y="42603"/>
                    <a:pt x="9590" y="42796"/>
                    <a:pt x="9593" y="42989"/>
                  </a:cubicBezTo>
                  <a:cubicBezTo>
                    <a:pt x="9619" y="43117"/>
                    <a:pt x="9583" y="43272"/>
                    <a:pt x="9611" y="43417"/>
                  </a:cubicBezTo>
                  <a:cubicBezTo>
                    <a:pt x="9622" y="43481"/>
                    <a:pt x="9601" y="43596"/>
                    <a:pt x="9618" y="43676"/>
                  </a:cubicBezTo>
                  <a:cubicBezTo>
                    <a:pt x="9670" y="43946"/>
                    <a:pt x="9630" y="44326"/>
                    <a:pt x="9622" y="44631"/>
                  </a:cubicBezTo>
                  <a:cubicBezTo>
                    <a:pt x="9614" y="45034"/>
                    <a:pt x="9627" y="45548"/>
                    <a:pt x="9545" y="45896"/>
                  </a:cubicBezTo>
                  <a:cubicBezTo>
                    <a:pt x="9503" y="46070"/>
                    <a:pt x="9532" y="46256"/>
                    <a:pt x="9496" y="46412"/>
                  </a:cubicBezTo>
                  <a:cubicBezTo>
                    <a:pt x="9490" y="46506"/>
                    <a:pt x="9483" y="46601"/>
                    <a:pt x="9477" y="46695"/>
                  </a:cubicBezTo>
                  <a:cubicBezTo>
                    <a:pt x="9412" y="46962"/>
                    <a:pt x="9397" y="47261"/>
                    <a:pt x="9330" y="47518"/>
                  </a:cubicBezTo>
                  <a:cubicBezTo>
                    <a:pt x="9254" y="47815"/>
                    <a:pt x="9266" y="48135"/>
                    <a:pt x="9193" y="48420"/>
                  </a:cubicBezTo>
                  <a:cubicBezTo>
                    <a:pt x="9121" y="48709"/>
                    <a:pt x="9157" y="49016"/>
                    <a:pt x="9084" y="49310"/>
                  </a:cubicBezTo>
                  <a:cubicBezTo>
                    <a:pt x="9038" y="49501"/>
                    <a:pt x="9047" y="49722"/>
                    <a:pt x="8994" y="49927"/>
                  </a:cubicBezTo>
                  <a:cubicBezTo>
                    <a:pt x="8895" y="50313"/>
                    <a:pt x="8865" y="50743"/>
                    <a:pt x="8762" y="51124"/>
                  </a:cubicBezTo>
                  <a:cubicBezTo>
                    <a:pt x="8655" y="51512"/>
                    <a:pt x="8666" y="51928"/>
                    <a:pt x="8567" y="52322"/>
                  </a:cubicBezTo>
                  <a:cubicBezTo>
                    <a:pt x="8535" y="52459"/>
                    <a:pt x="8549" y="52600"/>
                    <a:pt x="8520" y="52722"/>
                  </a:cubicBezTo>
                  <a:cubicBezTo>
                    <a:pt x="8513" y="52886"/>
                    <a:pt x="8503" y="53049"/>
                    <a:pt x="8496" y="53213"/>
                  </a:cubicBezTo>
                  <a:cubicBezTo>
                    <a:pt x="8456" y="53383"/>
                    <a:pt x="8449" y="53712"/>
                    <a:pt x="8481" y="53885"/>
                  </a:cubicBezTo>
                  <a:cubicBezTo>
                    <a:pt x="8520" y="54089"/>
                    <a:pt x="8456" y="54276"/>
                    <a:pt x="8494" y="54467"/>
                  </a:cubicBezTo>
                  <a:cubicBezTo>
                    <a:pt x="8638" y="55183"/>
                    <a:pt x="8769" y="55833"/>
                    <a:pt x="8929" y="56531"/>
                  </a:cubicBezTo>
                  <a:cubicBezTo>
                    <a:pt x="9000" y="56842"/>
                    <a:pt x="8913" y="57214"/>
                    <a:pt x="8843" y="57473"/>
                  </a:cubicBezTo>
                  <a:lnTo>
                    <a:pt x="8827" y="57652"/>
                  </a:lnTo>
                  <a:cubicBezTo>
                    <a:pt x="8808" y="57722"/>
                    <a:pt x="8757" y="58020"/>
                    <a:pt x="8792" y="58078"/>
                  </a:cubicBezTo>
                  <a:lnTo>
                    <a:pt x="8792" y="58091"/>
                  </a:lnTo>
                  <a:cubicBezTo>
                    <a:pt x="8725" y="58042"/>
                    <a:pt x="8517" y="57633"/>
                    <a:pt x="8507" y="57528"/>
                  </a:cubicBezTo>
                  <a:lnTo>
                    <a:pt x="8494" y="57528"/>
                  </a:lnTo>
                  <a:cubicBezTo>
                    <a:pt x="8506" y="57680"/>
                    <a:pt x="8571" y="57819"/>
                    <a:pt x="8615" y="57946"/>
                  </a:cubicBezTo>
                  <a:cubicBezTo>
                    <a:pt x="8654" y="58101"/>
                    <a:pt x="8695" y="58258"/>
                    <a:pt x="8734" y="58412"/>
                  </a:cubicBezTo>
                  <a:cubicBezTo>
                    <a:pt x="8770" y="58507"/>
                    <a:pt x="8833" y="58607"/>
                    <a:pt x="8871" y="58699"/>
                  </a:cubicBezTo>
                  <a:cubicBezTo>
                    <a:pt x="8906" y="58789"/>
                    <a:pt x="8892" y="58917"/>
                    <a:pt x="8942" y="58997"/>
                  </a:cubicBezTo>
                  <a:cubicBezTo>
                    <a:pt x="8939" y="59054"/>
                    <a:pt x="8939" y="59110"/>
                    <a:pt x="8938" y="59164"/>
                  </a:cubicBezTo>
                  <a:cubicBezTo>
                    <a:pt x="8814" y="59072"/>
                    <a:pt x="8753" y="58870"/>
                    <a:pt x="8661" y="58745"/>
                  </a:cubicBezTo>
                  <a:cubicBezTo>
                    <a:pt x="8517" y="58543"/>
                    <a:pt x="8168" y="58318"/>
                    <a:pt x="7924" y="58212"/>
                  </a:cubicBezTo>
                  <a:cubicBezTo>
                    <a:pt x="7696" y="58113"/>
                    <a:pt x="7418" y="58070"/>
                    <a:pt x="7141" y="58070"/>
                  </a:cubicBezTo>
                  <a:cubicBezTo>
                    <a:pt x="6839" y="58070"/>
                    <a:pt x="6537" y="58120"/>
                    <a:pt x="6296" y="58203"/>
                  </a:cubicBezTo>
                  <a:cubicBezTo>
                    <a:pt x="5399" y="58508"/>
                    <a:pt x="4743" y="58776"/>
                    <a:pt x="4643" y="59913"/>
                  </a:cubicBezTo>
                  <a:cubicBezTo>
                    <a:pt x="4585" y="59818"/>
                    <a:pt x="4606" y="59506"/>
                    <a:pt x="4577" y="59371"/>
                  </a:cubicBezTo>
                  <a:cubicBezTo>
                    <a:pt x="4494" y="58972"/>
                    <a:pt x="4561" y="58514"/>
                    <a:pt x="4656" y="58171"/>
                  </a:cubicBezTo>
                  <a:cubicBezTo>
                    <a:pt x="4699" y="58011"/>
                    <a:pt x="4704" y="57841"/>
                    <a:pt x="4743" y="57694"/>
                  </a:cubicBezTo>
                  <a:cubicBezTo>
                    <a:pt x="4794" y="57505"/>
                    <a:pt x="4807" y="57129"/>
                    <a:pt x="4900" y="57001"/>
                  </a:cubicBezTo>
                  <a:cubicBezTo>
                    <a:pt x="4900" y="56983"/>
                    <a:pt x="4900" y="56966"/>
                    <a:pt x="4902" y="56950"/>
                  </a:cubicBezTo>
                  <a:lnTo>
                    <a:pt x="4888" y="56950"/>
                  </a:lnTo>
                  <a:cubicBezTo>
                    <a:pt x="4778" y="57265"/>
                    <a:pt x="4669" y="57582"/>
                    <a:pt x="4558" y="57898"/>
                  </a:cubicBezTo>
                  <a:lnTo>
                    <a:pt x="4558" y="57911"/>
                  </a:lnTo>
                  <a:lnTo>
                    <a:pt x="4545" y="57911"/>
                  </a:lnTo>
                  <a:cubicBezTo>
                    <a:pt x="4551" y="57568"/>
                    <a:pt x="4490" y="57252"/>
                    <a:pt x="4423" y="56964"/>
                  </a:cubicBezTo>
                  <a:cubicBezTo>
                    <a:pt x="4409" y="56829"/>
                    <a:pt x="4394" y="56697"/>
                    <a:pt x="4380" y="56562"/>
                  </a:cubicBezTo>
                  <a:cubicBezTo>
                    <a:pt x="4334" y="56355"/>
                    <a:pt x="4307" y="56121"/>
                    <a:pt x="4265" y="55913"/>
                  </a:cubicBezTo>
                  <a:cubicBezTo>
                    <a:pt x="4263" y="55794"/>
                    <a:pt x="4262" y="55672"/>
                    <a:pt x="4260" y="55551"/>
                  </a:cubicBezTo>
                  <a:cubicBezTo>
                    <a:pt x="4188" y="55191"/>
                    <a:pt x="4265" y="54754"/>
                    <a:pt x="4195" y="54400"/>
                  </a:cubicBezTo>
                  <a:cubicBezTo>
                    <a:pt x="4195" y="54167"/>
                    <a:pt x="4196" y="53934"/>
                    <a:pt x="4196" y="53702"/>
                  </a:cubicBezTo>
                  <a:cubicBezTo>
                    <a:pt x="4202" y="53433"/>
                    <a:pt x="4183" y="53135"/>
                    <a:pt x="4240" y="52902"/>
                  </a:cubicBezTo>
                  <a:cubicBezTo>
                    <a:pt x="4276" y="52745"/>
                    <a:pt x="4241" y="52579"/>
                    <a:pt x="4276" y="52437"/>
                  </a:cubicBezTo>
                  <a:cubicBezTo>
                    <a:pt x="4297" y="52072"/>
                    <a:pt x="4318" y="51704"/>
                    <a:pt x="4337" y="51339"/>
                  </a:cubicBezTo>
                  <a:cubicBezTo>
                    <a:pt x="4387" y="51140"/>
                    <a:pt x="4362" y="50854"/>
                    <a:pt x="4365" y="50628"/>
                  </a:cubicBezTo>
                  <a:cubicBezTo>
                    <a:pt x="4366" y="50512"/>
                    <a:pt x="4371" y="50396"/>
                    <a:pt x="4372" y="50279"/>
                  </a:cubicBezTo>
                  <a:cubicBezTo>
                    <a:pt x="4311" y="49967"/>
                    <a:pt x="4350" y="49638"/>
                    <a:pt x="4276" y="49347"/>
                  </a:cubicBezTo>
                  <a:cubicBezTo>
                    <a:pt x="4138" y="48814"/>
                    <a:pt x="3972" y="48331"/>
                    <a:pt x="3818" y="47812"/>
                  </a:cubicBezTo>
                  <a:cubicBezTo>
                    <a:pt x="3751" y="47584"/>
                    <a:pt x="3782" y="47318"/>
                    <a:pt x="3731" y="47062"/>
                  </a:cubicBezTo>
                  <a:cubicBezTo>
                    <a:pt x="3731" y="46841"/>
                    <a:pt x="3731" y="46621"/>
                    <a:pt x="3733" y="46402"/>
                  </a:cubicBezTo>
                  <a:cubicBezTo>
                    <a:pt x="3722" y="46076"/>
                    <a:pt x="3734" y="45700"/>
                    <a:pt x="3741" y="45355"/>
                  </a:cubicBezTo>
                  <a:cubicBezTo>
                    <a:pt x="3754" y="44759"/>
                    <a:pt x="3769" y="44147"/>
                    <a:pt x="3894" y="43639"/>
                  </a:cubicBezTo>
                  <a:cubicBezTo>
                    <a:pt x="3959" y="43378"/>
                    <a:pt x="3951" y="43101"/>
                    <a:pt x="4015" y="42854"/>
                  </a:cubicBezTo>
                  <a:cubicBezTo>
                    <a:pt x="4097" y="42526"/>
                    <a:pt x="4086" y="42180"/>
                    <a:pt x="4166" y="41861"/>
                  </a:cubicBezTo>
                  <a:cubicBezTo>
                    <a:pt x="4170" y="41789"/>
                    <a:pt x="4176" y="41716"/>
                    <a:pt x="4183" y="41642"/>
                  </a:cubicBezTo>
                  <a:cubicBezTo>
                    <a:pt x="4282" y="41254"/>
                    <a:pt x="4305" y="40753"/>
                    <a:pt x="4316" y="40301"/>
                  </a:cubicBezTo>
                  <a:cubicBezTo>
                    <a:pt x="4320" y="40106"/>
                    <a:pt x="4326" y="39913"/>
                    <a:pt x="4329" y="39720"/>
                  </a:cubicBezTo>
                  <a:cubicBezTo>
                    <a:pt x="4257" y="39359"/>
                    <a:pt x="4304" y="38974"/>
                    <a:pt x="4224" y="38631"/>
                  </a:cubicBezTo>
                  <a:cubicBezTo>
                    <a:pt x="4095" y="38077"/>
                    <a:pt x="3981" y="37548"/>
                    <a:pt x="3843" y="37020"/>
                  </a:cubicBezTo>
                  <a:cubicBezTo>
                    <a:pt x="3781" y="36771"/>
                    <a:pt x="3810" y="36492"/>
                    <a:pt x="3756" y="36230"/>
                  </a:cubicBezTo>
                  <a:cubicBezTo>
                    <a:pt x="3754" y="35947"/>
                    <a:pt x="3751" y="35660"/>
                    <a:pt x="3749" y="35377"/>
                  </a:cubicBezTo>
                  <a:cubicBezTo>
                    <a:pt x="3719" y="35230"/>
                    <a:pt x="3781" y="35024"/>
                    <a:pt x="3747" y="34861"/>
                  </a:cubicBezTo>
                  <a:cubicBezTo>
                    <a:pt x="3719" y="34723"/>
                    <a:pt x="3776" y="34525"/>
                    <a:pt x="3746" y="34371"/>
                  </a:cubicBezTo>
                  <a:cubicBezTo>
                    <a:pt x="3703" y="34167"/>
                    <a:pt x="3731" y="33860"/>
                    <a:pt x="3734" y="33635"/>
                  </a:cubicBezTo>
                  <a:cubicBezTo>
                    <a:pt x="3737" y="33324"/>
                    <a:pt x="3740" y="33014"/>
                    <a:pt x="3741" y="32705"/>
                  </a:cubicBezTo>
                  <a:cubicBezTo>
                    <a:pt x="3718" y="32591"/>
                    <a:pt x="3749" y="32455"/>
                    <a:pt x="3724" y="32330"/>
                  </a:cubicBezTo>
                  <a:cubicBezTo>
                    <a:pt x="3661" y="32026"/>
                    <a:pt x="3705" y="31709"/>
                    <a:pt x="3640" y="31398"/>
                  </a:cubicBezTo>
                  <a:cubicBezTo>
                    <a:pt x="3581" y="31117"/>
                    <a:pt x="3615" y="30783"/>
                    <a:pt x="3557" y="30490"/>
                  </a:cubicBezTo>
                  <a:cubicBezTo>
                    <a:pt x="3558" y="30418"/>
                    <a:pt x="3560" y="30343"/>
                    <a:pt x="3562" y="30271"/>
                  </a:cubicBezTo>
                  <a:cubicBezTo>
                    <a:pt x="3545" y="30185"/>
                    <a:pt x="3533" y="29887"/>
                    <a:pt x="3545" y="29806"/>
                  </a:cubicBezTo>
                  <a:cubicBezTo>
                    <a:pt x="3600" y="29465"/>
                    <a:pt x="3557" y="29002"/>
                    <a:pt x="3647" y="28657"/>
                  </a:cubicBezTo>
                  <a:cubicBezTo>
                    <a:pt x="3683" y="28519"/>
                    <a:pt x="3690" y="28365"/>
                    <a:pt x="3734" y="28219"/>
                  </a:cubicBezTo>
                  <a:cubicBezTo>
                    <a:pt x="3817" y="27952"/>
                    <a:pt x="3892" y="27667"/>
                    <a:pt x="3897" y="27330"/>
                  </a:cubicBezTo>
                  <a:cubicBezTo>
                    <a:pt x="3900" y="27330"/>
                    <a:pt x="3902" y="27330"/>
                    <a:pt x="3905" y="27330"/>
                  </a:cubicBezTo>
                  <a:cubicBezTo>
                    <a:pt x="4325" y="27330"/>
                    <a:pt x="4602" y="27137"/>
                    <a:pt x="4996" y="27137"/>
                  </a:cubicBezTo>
                  <a:cubicBezTo>
                    <a:pt x="5054" y="27137"/>
                    <a:pt x="5115" y="27141"/>
                    <a:pt x="5179" y="27151"/>
                  </a:cubicBezTo>
                  <a:cubicBezTo>
                    <a:pt x="5214" y="27231"/>
                    <a:pt x="5261" y="27337"/>
                    <a:pt x="5330" y="27386"/>
                  </a:cubicBezTo>
                  <a:cubicBezTo>
                    <a:pt x="5382" y="27423"/>
                    <a:pt x="5437" y="27437"/>
                    <a:pt x="5493" y="27437"/>
                  </a:cubicBezTo>
                  <a:cubicBezTo>
                    <a:pt x="5665" y="27437"/>
                    <a:pt x="5841" y="27297"/>
                    <a:pt x="5928" y="27232"/>
                  </a:cubicBezTo>
                  <a:cubicBezTo>
                    <a:pt x="5942" y="27133"/>
                    <a:pt x="5944" y="27088"/>
                    <a:pt x="5934" y="26986"/>
                  </a:cubicBezTo>
                  <a:lnTo>
                    <a:pt x="5934" y="26986"/>
                  </a:lnTo>
                  <a:cubicBezTo>
                    <a:pt x="6134" y="26990"/>
                    <a:pt x="6350" y="27009"/>
                    <a:pt x="6553" y="27009"/>
                  </a:cubicBezTo>
                  <a:cubicBezTo>
                    <a:pt x="6676" y="27009"/>
                    <a:pt x="6795" y="27002"/>
                    <a:pt x="6902" y="26981"/>
                  </a:cubicBezTo>
                  <a:cubicBezTo>
                    <a:pt x="6975" y="26984"/>
                    <a:pt x="7049" y="26985"/>
                    <a:pt x="7122" y="26986"/>
                  </a:cubicBezTo>
                  <a:cubicBezTo>
                    <a:pt x="7319" y="26950"/>
                    <a:pt x="7580" y="26939"/>
                    <a:pt x="7829" y="26939"/>
                  </a:cubicBezTo>
                  <a:cubicBezTo>
                    <a:pt x="7943" y="26939"/>
                    <a:pt x="8055" y="26942"/>
                    <a:pt x="8157" y="26944"/>
                  </a:cubicBezTo>
                  <a:cubicBezTo>
                    <a:pt x="8166" y="27052"/>
                    <a:pt x="8348" y="27255"/>
                    <a:pt x="8506" y="27255"/>
                  </a:cubicBezTo>
                  <a:cubicBezTo>
                    <a:pt x="8546" y="27255"/>
                    <a:pt x="8583" y="27243"/>
                    <a:pt x="8616" y="27213"/>
                  </a:cubicBezTo>
                  <a:cubicBezTo>
                    <a:pt x="8703" y="27187"/>
                    <a:pt x="8735" y="27059"/>
                    <a:pt x="8738" y="26944"/>
                  </a:cubicBezTo>
                  <a:cubicBezTo>
                    <a:pt x="8933" y="26954"/>
                    <a:pt x="9158" y="26966"/>
                    <a:pt x="9382" y="26966"/>
                  </a:cubicBezTo>
                  <a:cubicBezTo>
                    <a:pt x="9598" y="26966"/>
                    <a:pt x="9811" y="26955"/>
                    <a:pt x="9992" y="26920"/>
                  </a:cubicBezTo>
                  <a:cubicBezTo>
                    <a:pt x="10022" y="26914"/>
                    <a:pt x="10057" y="26912"/>
                    <a:pt x="10096" y="26912"/>
                  </a:cubicBezTo>
                  <a:cubicBezTo>
                    <a:pt x="10185" y="26912"/>
                    <a:pt x="10291" y="26922"/>
                    <a:pt x="10383" y="26922"/>
                  </a:cubicBezTo>
                  <a:cubicBezTo>
                    <a:pt x="10456" y="26922"/>
                    <a:pt x="10520" y="26916"/>
                    <a:pt x="10560" y="26892"/>
                  </a:cubicBezTo>
                  <a:cubicBezTo>
                    <a:pt x="10588" y="26921"/>
                    <a:pt x="10615" y="26976"/>
                    <a:pt x="10636" y="27010"/>
                  </a:cubicBezTo>
                  <a:cubicBezTo>
                    <a:pt x="10737" y="27035"/>
                    <a:pt x="10841" y="27044"/>
                    <a:pt x="10947" y="27044"/>
                  </a:cubicBezTo>
                  <a:cubicBezTo>
                    <a:pt x="11243" y="27044"/>
                    <a:pt x="11560" y="26973"/>
                    <a:pt x="11883" y="26973"/>
                  </a:cubicBezTo>
                  <a:cubicBezTo>
                    <a:pt x="11898" y="26973"/>
                    <a:pt x="11914" y="26973"/>
                    <a:pt x="11930" y="26973"/>
                  </a:cubicBezTo>
                  <a:cubicBezTo>
                    <a:pt x="12050" y="26976"/>
                    <a:pt x="12170" y="26991"/>
                    <a:pt x="12278" y="26991"/>
                  </a:cubicBezTo>
                  <a:cubicBezTo>
                    <a:pt x="12411" y="26991"/>
                    <a:pt x="12524" y="26968"/>
                    <a:pt x="12591" y="26872"/>
                  </a:cubicBezTo>
                  <a:cubicBezTo>
                    <a:pt x="12664" y="26876"/>
                    <a:pt x="12738" y="26879"/>
                    <a:pt x="12812" y="26879"/>
                  </a:cubicBezTo>
                  <a:cubicBezTo>
                    <a:pt x="13013" y="26879"/>
                    <a:pt x="13212" y="26861"/>
                    <a:pt x="13392" y="26825"/>
                  </a:cubicBezTo>
                  <a:cubicBezTo>
                    <a:pt x="13412" y="26822"/>
                    <a:pt x="13431" y="26820"/>
                    <a:pt x="13451" y="26820"/>
                  </a:cubicBezTo>
                  <a:cubicBezTo>
                    <a:pt x="13484" y="26820"/>
                    <a:pt x="13517" y="26824"/>
                    <a:pt x="13548" y="26824"/>
                  </a:cubicBezTo>
                  <a:cubicBezTo>
                    <a:pt x="13582" y="26824"/>
                    <a:pt x="13612" y="26820"/>
                    <a:pt x="13638" y="26805"/>
                  </a:cubicBezTo>
                  <a:cubicBezTo>
                    <a:pt x="13657" y="26838"/>
                    <a:pt x="13647" y="26879"/>
                    <a:pt x="13661" y="26921"/>
                  </a:cubicBezTo>
                  <a:cubicBezTo>
                    <a:pt x="13711" y="27061"/>
                    <a:pt x="13820" y="27109"/>
                    <a:pt x="14019" y="27110"/>
                  </a:cubicBezTo>
                  <a:cubicBezTo>
                    <a:pt x="14064" y="27068"/>
                    <a:pt x="14129" y="27052"/>
                    <a:pt x="14164" y="26997"/>
                  </a:cubicBezTo>
                  <a:cubicBezTo>
                    <a:pt x="14188" y="26921"/>
                    <a:pt x="14212" y="26843"/>
                    <a:pt x="14234" y="26767"/>
                  </a:cubicBezTo>
                  <a:cubicBezTo>
                    <a:pt x="14268" y="26715"/>
                    <a:pt x="14398" y="26725"/>
                    <a:pt x="14468" y="26706"/>
                  </a:cubicBezTo>
                  <a:cubicBezTo>
                    <a:pt x="14612" y="26668"/>
                    <a:pt x="14928" y="26632"/>
                    <a:pt x="15028" y="26550"/>
                  </a:cubicBezTo>
                  <a:close/>
                  <a:moveTo>
                    <a:pt x="15695" y="58026"/>
                  </a:moveTo>
                  <a:cubicBezTo>
                    <a:pt x="16366" y="58093"/>
                    <a:pt x="16778" y="58600"/>
                    <a:pt x="17303" y="58846"/>
                  </a:cubicBezTo>
                  <a:cubicBezTo>
                    <a:pt x="18022" y="59179"/>
                    <a:pt x="18852" y="59394"/>
                    <a:pt x="19467" y="59823"/>
                  </a:cubicBezTo>
                  <a:cubicBezTo>
                    <a:pt x="19679" y="59972"/>
                    <a:pt x="19897" y="60122"/>
                    <a:pt x="20102" y="60275"/>
                  </a:cubicBezTo>
                  <a:cubicBezTo>
                    <a:pt x="20189" y="60340"/>
                    <a:pt x="20293" y="60388"/>
                    <a:pt x="20329" y="60500"/>
                  </a:cubicBezTo>
                  <a:cubicBezTo>
                    <a:pt x="20343" y="60522"/>
                    <a:pt x="20342" y="60564"/>
                    <a:pt x="20340" y="60603"/>
                  </a:cubicBezTo>
                  <a:cubicBezTo>
                    <a:pt x="20261" y="60686"/>
                    <a:pt x="20199" y="60782"/>
                    <a:pt x="20102" y="60845"/>
                  </a:cubicBezTo>
                  <a:cubicBezTo>
                    <a:pt x="19852" y="61003"/>
                    <a:pt x="19519" y="61073"/>
                    <a:pt x="19192" y="61147"/>
                  </a:cubicBezTo>
                  <a:cubicBezTo>
                    <a:pt x="19070" y="61162"/>
                    <a:pt x="18951" y="61176"/>
                    <a:pt x="18828" y="61191"/>
                  </a:cubicBezTo>
                  <a:cubicBezTo>
                    <a:pt x="18265" y="61329"/>
                    <a:pt x="17647" y="61366"/>
                    <a:pt x="16979" y="61366"/>
                  </a:cubicBezTo>
                  <a:cubicBezTo>
                    <a:pt x="16784" y="61366"/>
                    <a:pt x="16585" y="61363"/>
                    <a:pt x="16382" y="61358"/>
                  </a:cubicBezTo>
                  <a:cubicBezTo>
                    <a:pt x="16364" y="61358"/>
                    <a:pt x="16346" y="61358"/>
                    <a:pt x="16329" y="61358"/>
                  </a:cubicBezTo>
                  <a:cubicBezTo>
                    <a:pt x="16205" y="61358"/>
                    <a:pt x="16084" y="61364"/>
                    <a:pt x="15964" y="61364"/>
                  </a:cubicBezTo>
                  <a:cubicBezTo>
                    <a:pt x="15838" y="61364"/>
                    <a:pt x="15714" y="61357"/>
                    <a:pt x="15595" y="61329"/>
                  </a:cubicBezTo>
                  <a:cubicBezTo>
                    <a:pt x="15519" y="61311"/>
                    <a:pt x="15439" y="61309"/>
                    <a:pt x="15360" y="61309"/>
                  </a:cubicBezTo>
                  <a:cubicBezTo>
                    <a:pt x="15329" y="61309"/>
                    <a:pt x="15299" y="61309"/>
                    <a:pt x="15268" y="61309"/>
                  </a:cubicBezTo>
                  <a:cubicBezTo>
                    <a:pt x="15196" y="61309"/>
                    <a:pt x="15127" y="61307"/>
                    <a:pt x="15066" y="61293"/>
                  </a:cubicBezTo>
                  <a:lnTo>
                    <a:pt x="14782" y="61288"/>
                  </a:lnTo>
                  <a:cubicBezTo>
                    <a:pt x="14467" y="61210"/>
                    <a:pt x="14102" y="61252"/>
                    <a:pt x="13791" y="61176"/>
                  </a:cubicBezTo>
                  <a:cubicBezTo>
                    <a:pt x="13623" y="61165"/>
                    <a:pt x="13455" y="61153"/>
                    <a:pt x="13288" y="61140"/>
                  </a:cubicBezTo>
                  <a:cubicBezTo>
                    <a:pt x="13152" y="61108"/>
                    <a:pt x="12992" y="61128"/>
                    <a:pt x="12849" y="61092"/>
                  </a:cubicBezTo>
                  <a:cubicBezTo>
                    <a:pt x="12462" y="60995"/>
                    <a:pt x="11991" y="60971"/>
                    <a:pt x="11693" y="60782"/>
                  </a:cubicBezTo>
                  <a:cubicBezTo>
                    <a:pt x="11735" y="60602"/>
                    <a:pt x="11778" y="60423"/>
                    <a:pt x="11821" y="60243"/>
                  </a:cubicBezTo>
                  <a:cubicBezTo>
                    <a:pt x="11857" y="60179"/>
                    <a:pt x="12005" y="60074"/>
                    <a:pt x="12071" y="60028"/>
                  </a:cubicBezTo>
                  <a:cubicBezTo>
                    <a:pt x="12142" y="59977"/>
                    <a:pt x="12207" y="59901"/>
                    <a:pt x="12282" y="59852"/>
                  </a:cubicBezTo>
                  <a:cubicBezTo>
                    <a:pt x="12439" y="59747"/>
                    <a:pt x="12600" y="59658"/>
                    <a:pt x="12754" y="59552"/>
                  </a:cubicBezTo>
                  <a:cubicBezTo>
                    <a:pt x="13283" y="59181"/>
                    <a:pt x="13587" y="58537"/>
                    <a:pt x="14228" y="58290"/>
                  </a:cubicBezTo>
                  <a:cubicBezTo>
                    <a:pt x="14531" y="58174"/>
                    <a:pt x="14955" y="58181"/>
                    <a:pt x="15279" y="58107"/>
                  </a:cubicBezTo>
                  <a:cubicBezTo>
                    <a:pt x="15418" y="58075"/>
                    <a:pt x="15588" y="58094"/>
                    <a:pt x="15695" y="58026"/>
                  </a:cubicBezTo>
                  <a:close/>
                  <a:moveTo>
                    <a:pt x="20428" y="60811"/>
                  </a:moveTo>
                  <a:cubicBezTo>
                    <a:pt x="20551" y="61013"/>
                    <a:pt x="20261" y="61194"/>
                    <a:pt x="20173" y="61246"/>
                  </a:cubicBezTo>
                  <a:cubicBezTo>
                    <a:pt x="19900" y="61409"/>
                    <a:pt x="19555" y="61514"/>
                    <a:pt x="19222" y="61612"/>
                  </a:cubicBezTo>
                  <a:cubicBezTo>
                    <a:pt x="19097" y="61637"/>
                    <a:pt x="18972" y="61659"/>
                    <a:pt x="18846" y="61682"/>
                  </a:cubicBezTo>
                  <a:cubicBezTo>
                    <a:pt x="18628" y="61742"/>
                    <a:pt x="18363" y="61759"/>
                    <a:pt x="18132" y="61809"/>
                  </a:cubicBezTo>
                  <a:cubicBezTo>
                    <a:pt x="18088" y="61819"/>
                    <a:pt x="18041" y="61821"/>
                    <a:pt x="17993" y="61821"/>
                  </a:cubicBezTo>
                  <a:cubicBezTo>
                    <a:pt x="17929" y="61821"/>
                    <a:pt x="17863" y="61816"/>
                    <a:pt x="17800" y="61816"/>
                  </a:cubicBezTo>
                  <a:cubicBezTo>
                    <a:pt x="17758" y="61816"/>
                    <a:pt x="17718" y="61818"/>
                    <a:pt x="17680" y="61826"/>
                  </a:cubicBezTo>
                  <a:cubicBezTo>
                    <a:pt x="17396" y="61823"/>
                    <a:pt x="17111" y="61822"/>
                    <a:pt x="16828" y="61820"/>
                  </a:cubicBezTo>
                  <a:cubicBezTo>
                    <a:pt x="16769" y="61831"/>
                    <a:pt x="16702" y="61835"/>
                    <a:pt x="16631" y="61835"/>
                  </a:cubicBezTo>
                  <a:cubicBezTo>
                    <a:pt x="16500" y="61835"/>
                    <a:pt x="16356" y="61822"/>
                    <a:pt x="16233" y="61820"/>
                  </a:cubicBezTo>
                  <a:cubicBezTo>
                    <a:pt x="16208" y="61820"/>
                    <a:pt x="16182" y="61820"/>
                    <a:pt x="16155" y="61820"/>
                  </a:cubicBezTo>
                  <a:cubicBezTo>
                    <a:pt x="16051" y="61820"/>
                    <a:pt x="15939" y="61823"/>
                    <a:pt x="15829" y="61823"/>
                  </a:cubicBezTo>
                  <a:cubicBezTo>
                    <a:pt x="15687" y="61823"/>
                    <a:pt x="15547" y="61817"/>
                    <a:pt x="15431" y="61790"/>
                  </a:cubicBezTo>
                  <a:cubicBezTo>
                    <a:pt x="15211" y="61780"/>
                    <a:pt x="14992" y="61771"/>
                    <a:pt x="14774" y="61762"/>
                  </a:cubicBezTo>
                  <a:cubicBezTo>
                    <a:pt x="14637" y="61729"/>
                    <a:pt x="14473" y="61762"/>
                    <a:pt x="14323" y="61726"/>
                  </a:cubicBezTo>
                  <a:cubicBezTo>
                    <a:pt x="14003" y="61649"/>
                    <a:pt x="13631" y="61676"/>
                    <a:pt x="13318" y="61601"/>
                  </a:cubicBezTo>
                  <a:cubicBezTo>
                    <a:pt x="13245" y="61595"/>
                    <a:pt x="13173" y="61589"/>
                    <a:pt x="13099" y="61582"/>
                  </a:cubicBezTo>
                  <a:cubicBezTo>
                    <a:pt x="12818" y="61511"/>
                    <a:pt x="12498" y="61503"/>
                    <a:pt x="12222" y="61435"/>
                  </a:cubicBezTo>
                  <a:cubicBezTo>
                    <a:pt x="12078" y="61399"/>
                    <a:pt x="11813" y="61428"/>
                    <a:pt x="11706" y="61358"/>
                  </a:cubicBezTo>
                  <a:lnTo>
                    <a:pt x="11680" y="61358"/>
                  </a:lnTo>
                  <a:cubicBezTo>
                    <a:pt x="11678" y="61314"/>
                    <a:pt x="11677" y="61234"/>
                    <a:pt x="11658" y="61202"/>
                  </a:cubicBezTo>
                  <a:cubicBezTo>
                    <a:pt x="11661" y="61124"/>
                    <a:pt x="11662" y="61047"/>
                    <a:pt x="11664" y="60970"/>
                  </a:cubicBezTo>
                  <a:cubicBezTo>
                    <a:pt x="11720" y="60986"/>
                    <a:pt x="11767" y="61021"/>
                    <a:pt x="11818" y="61037"/>
                  </a:cubicBezTo>
                  <a:cubicBezTo>
                    <a:pt x="12093" y="61102"/>
                    <a:pt x="12367" y="61169"/>
                    <a:pt x="12642" y="61234"/>
                  </a:cubicBezTo>
                  <a:cubicBezTo>
                    <a:pt x="12913" y="61266"/>
                    <a:pt x="13183" y="61298"/>
                    <a:pt x="13453" y="61329"/>
                  </a:cubicBezTo>
                  <a:cubicBezTo>
                    <a:pt x="13567" y="61336"/>
                    <a:pt x="13677" y="61342"/>
                    <a:pt x="13791" y="61349"/>
                  </a:cubicBezTo>
                  <a:cubicBezTo>
                    <a:pt x="14064" y="61416"/>
                    <a:pt x="14398" y="61378"/>
                    <a:pt x="14680" y="61445"/>
                  </a:cubicBezTo>
                  <a:cubicBezTo>
                    <a:pt x="14766" y="61448"/>
                    <a:pt x="14853" y="61450"/>
                    <a:pt x="14939" y="61451"/>
                  </a:cubicBezTo>
                  <a:cubicBezTo>
                    <a:pt x="15067" y="61482"/>
                    <a:pt x="15223" y="61451"/>
                    <a:pt x="15364" y="61486"/>
                  </a:cubicBezTo>
                  <a:cubicBezTo>
                    <a:pt x="15492" y="61517"/>
                    <a:pt x="15726" y="61538"/>
                    <a:pt x="15935" y="61538"/>
                  </a:cubicBezTo>
                  <a:cubicBezTo>
                    <a:pt x="16053" y="61538"/>
                    <a:pt x="16164" y="61532"/>
                    <a:pt x="16242" y="61516"/>
                  </a:cubicBezTo>
                  <a:cubicBezTo>
                    <a:pt x="16531" y="61522"/>
                    <a:pt x="16819" y="61530"/>
                    <a:pt x="17107" y="61535"/>
                  </a:cubicBezTo>
                  <a:cubicBezTo>
                    <a:pt x="17325" y="61492"/>
                    <a:pt x="17585" y="61515"/>
                    <a:pt x="17806" y="61473"/>
                  </a:cubicBezTo>
                  <a:cubicBezTo>
                    <a:pt x="17863" y="61474"/>
                    <a:pt x="17920" y="61474"/>
                    <a:pt x="17974" y="61477"/>
                  </a:cubicBezTo>
                  <a:cubicBezTo>
                    <a:pt x="18261" y="61419"/>
                    <a:pt x="18554" y="61391"/>
                    <a:pt x="18817" y="61326"/>
                  </a:cubicBezTo>
                  <a:cubicBezTo>
                    <a:pt x="18955" y="61317"/>
                    <a:pt x="19093" y="61306"/>
                    <a:pt x="19231" y="61297"/>
                  </a:cubicBezTo>
                  <a:cubicBezTo>
                    <a:pt x="19563" y="61224"/>
                    <a:pt x="19900" y="61169"/>
                    <a:pt x="20154" y="61019"/>
                  </a:cubicBezTo>
                  <a:cubicBezTo>
                    <a:pt x="20252" y="60968"/>
                    <a:pt x="20383" y="60923"/>
                    <a:pt x="20428" y="60811"/>
                  </a:cubicBezTo>
                  <a:close/>
                  <a:moveTo>
                    <a:pt x="6992" y="58289"/>
                  </a:moveTo>
                  <a:cubicBezTo>
                    <a:pt x="8094" y="58311"/>
                    <a:pt x="8571" y="58821"/>
                    <a:pt x="8904" y="59570"/>
                  </a:cubicBezTo>
                  <a:cubicBezTo>
                    <a:pt x="8836" y="59498"/>
                    <a:pt x="8769" y="59430"/>
                    <a:pt x="8702" y="59359"/>
                  </a:cubicBezTo>
                  <a:cubicBezTo>
                    <a:pt x="8573" y="59257"/>
                    <a:pt x="8448" y="59142"/>
                    <a:pt x="8308" y="59054"/>
                  </a:cubicBezTo>
                  <a:cubicBezTo>
                    <a:pt x="7976" y="58841"/>
                    <a:pt x="7501" y="58719"/>
                    <a:pt x="7029" y="58719"/>
                  </a:cubicBezTo>
                  <a:cubicBezTo>
                    <a:pt x="6738" y="58719"/>
                    <a:pt x="6448" y="58765"/>
                    <a:pt x="6193" y="58866"/>
                  </a:cubicBezTo>
                  <a:cubicBezTo>
                    <a:pt x="5977" y="58952"/>
                    <a:pt x="5793" y="59075"/>
                    <a:pt x="5615" y="59203"/>
                  </a:cubicBezTo>
                  <a:cubicBezTo>
                    <a:pt x="5560" y="59243"/>
                    <a:pt x="5531" y="59317"/>
                    <a:pt x="5470" y="59356"/>
                  </a:cubicBezTo>
                  <a:lnTo>
                    <a:pt x="5470" y="59381"/>
                  </a:lnTo>
                  <a:cubicBezTo>
                    <a:pt x="5562" y="59323"/>
                    <a:pt x="5633" y="59227"/>
                    <a:pt x="5722" y="59167"/>
                  </a:cubicBezTo>
                  <a:cubicBezTo>
                    <a:pt x="5883" y="59055"/>
                    <a:pt x="6081" y="58956"/>
                    <a:pt x="6283" y="58894"/>
                  </a:cubicBezTo>
                  <a:cubicBezTo>
                    <a:pt x="6440" y="58846"/>
                    <a:pt x="6625" y="58823"/>
                    <a:pt x="6812" y="58823"/>
                  </a:cubicBezTo>
                  <a:cubicBezTo>
                    <a:pt x="7044" y="58823"/>
                    <a:pt x="7280" y="58858"/>
                    <a:pt x="7471" y="58920"/>
                  </a:cubicBezTo>
                  <a:cubicBezTo>
                    <a:pt x="8203" y="59155"/>
                    <a:pt x="8641" y="59535"/>
                    <a:pt x="9009" y="60115"/>
                  </a:cubicBezTo>
                  <a:cubicBezTo>
                    <a:pt x="9127" y="60308"/>
                    <a:pt x="9183" y="60483"/>
                    <a:pt x="9276" y="60715"/>
                  </a:cubicBezTo>
                  <a:cubicBezTo>
                    <a:pt x="9301" y="60776"/>
                    <a:pt x="9369" y="60839"/>
                    <a:pt x="9388" y="60899"/>
                  </a:cubicBezTo>
                  <a:cubicBezTo>
                    <a:pt x="9416" y="60984"/>
                    <a:pt x="9416" y="61294"/>
                    <a:pt x="9391" y="61377"/>
                  </a:cubicBezTo>
                  <a:cubicBezTo>
                    <a:pt x="9292" y="61711"/>
                    <a:pt x="8908" y="61727"/>
                    <a:pt x="8593" y="61838"/>
                  </a:cubicBezTo>
                  <a:cubicBezTo>
                    <a:pt x="8218" y="61969"/>
                    <a:pt x="7796" y="62050"/>
                    <a:pt x="7385" y="62149"/>
                  </a:cubicBezTo>
                  <a:cubicBezTo>
                    <a:pt x="7220" y="62166"/>
                    <a:pt x="7055" y="62185"/>
                    <a:pt x="6892" y="62203"/>
                  </a:cubicBezTo>
                  <a:cubicBezTo>
                    <a:pt x="6832" y="62201"/>
                    <a:pt x="6771" y="62201"/>
                    <a:pt x="6710" y="62200"/>
                  </a:cubicBezTo>
                  <a:cubicBezTo>
                    <a:pt x="6642" y="62213"/>
                    <a:pt x="6515" y="62219"/>
                    <a:pt x="6375" y="62219"/>
                  </a:cubicBezTo>
                  <a:cubicBezTo>
                    <a:pt x="6154" y="62219"/>
                    <a:pt x="5899" y="62204"/>
                    <a:pt x="5793" y="62179"/>
                  </a:cubicBezTo>
                  <a:cubicBezTo>
                    <a:pt x="5707" y="62178"/>
                    <a:pt x="5620" y="62177"/>
                    <a:pt x="5534" y="62174"/>
                  </a:cubicBezTo>
                  <a:cubicBezTo>
                    <a:pt x="5375" y="62136"/>
                    <a:pt x="5162" y="62162"/>
                    <a:pt x="5005" y="62123"/>
                  </a:cubicBezTo>
                  <a:cubicBezTo>
                    <a:pt x="4976" y="62116"/>
                    <a:pt x="4946" y="62114"/>
                    <a:pt x="4916" y="62114"/>
                  </a:cubicBezTo>
                  <a:cubicBezTo>
                    <a:pt x="4890" y="62114"/>
                    <a:pt x="4864" y="62116"/>
                    <a:pt x="4839" y="62116"/>
                  </a:cubicBezTo>
                  <a:cubicBezTo>
                    <a:pt x="4795" y="62116"/>
                    <a:pt x="4753" y="62112"/>
                    <a:pt x="4721" y="62091"/>
                  </a:cubicBezTo>
                  <a:cubicBezTo>
                    <a:pt x="4596" y="62041"/>
                    <a:pt x="4602" y="61889"/>
                    <a:pt x="4561" y="61751"/>
                  </a:cubicBezTo>
                  <a:cubicBezTo>
                    <a:pt x="4484" y="61489"/>
                    <a:pt x="4493" y="61269"/>
                    <a:pt x="4566" y="60987"/>
                  </a:cubicBezTo>
                  <a:cubicBezTo>
                    <a:pt x="4596" y="60865"/>
                    <a:pt x="4590" y="60731"/>
                    <a:pt x="4625" y="60628"/>
                  </a:cubicBezTo>
                  <a:cubicBezTo>
                    <a:pt x="4714" y="60353"/>
                    <a:pt x="4787" y="60090"/>
                    <a:pt x="4877" y="59820"/>
                  </a:cubicBezTo>
                  <a:cubicBezTo>
                    <a:pt x="4963" y="59551"/>
                    <a:pt x="4987" y="59298"/>
                    <a:pt x="5125" y="59088"/>
                  </a:cubicBezTo>
                  <a:cubicBezTo>
                    <a:pt x="5240" y="58914"/>
                    <a:pt x="5553" y="58706"/>
                    <a:pt x="5756" y="58623"/>
                  </a:cubicBezTo>
                  <a:cubicBezTo>
                    <a:pt x="6008" y="58519"/>
                    <a:pt x="6275" y="58434"/>
                    <a:pt x="6550" y="58356"/>
                  </a:cubicBezTo>
                  <a:cubicBezTo>
                    <a:pt x="6697" y="58334"/>
                    <a:pt x="6844" y="58311"/>
                    <a:pt x="6992" y="58289"/>
                  </a:cubicBezTo>
                  <a:close/>
                  <a:moveTo>
                    <a:pt x="8304" y="1"/>
                  </a:moveTo>
                  <a:cubicBezTo>
                    <a:pt x="8291" y="8"/>
                    <a:pt x="8275" y="10"/>
                    <a:pt x="8258" y="10"/>
                  </a:cubicBezTo>
                  <a:cubicBezTo>
                    <a:pt x="8237" y="10"/>
                    <a:pt x="8214" y="7"/>
                    <a:pt x="8192" y="7"/>
                  </a:cubicBezTo>
                  <a:cubicBezTo>
                    <a:pt x="8182" y="7"/>
                    <a:pt x="8172" y="8"/>
                    <a:pt x="8163" y="9"/>
                  </a:cubicBezTo>
                  <a:cubicBezTo>
                    <a:pt x="8020" y="38"/>
                    <a:pt x="7869" y="50"/>
                    <a:pt x="7734" y="91"/>
                  </a:cubicBezTo>
                  <a:cubicBezTo>
                    <a:pt x="7447" y="178"/>
                    <a:pt x="7184" y="329"/>
                    <a:pt x="6963" y="488"/>
                  </a:cubicBezTo>
                  <a:cubicBezTo>
                    <a:pt x="6810" y="597"/>
                    <a:pt x="6703" y="780"/>
                    <a:pt x="6630" y="970"/>
                  </a:cubicBezTo>
                  <a:cubicBezTo>
                    <a:pt x="6595" y="1062"/>
                    <a:pt x="6603" y="1196"/>
                    <a:pt x="6546" y="1267"/>
                  </a:cubicBezTo>
                  <a:cubicBezTo>
                    <a:pt x="6478" y="1356"/>
                    <a:pt x="6185" y="1405"/>
                    <a:pt x="6078" y="1476"/>
                  </a:cubicBezTo>
                  <a:cubicBezTo>
                    <a:pt x="5794" y="1665"/>
                    <a:pt x="5550" y="1988"/>
                    <a:pt x="5400" y="2314"/>
                  </a:cubicBezTo>
                  <a:cubicBezTo>
                    <a:pt x="4877" y="3448"/>
                    <a:pt x="5301" y="5155"/>
                    <a:pt x="5601" y="6130"/>
                  </a:cubicBezTo>
                  <a:cubicBezTo>
                    <a:pt x="5746" y="6603"/>
                    <a:pt x="5796" y="7084"/>
                    <a:pt x="6158" y="7344"/>
                  </a:cubicBezTo>
                  <a:cubicBezTo>
                    <a:pt x="6114" y="7410"/>
                    <a:pt x="5964" y="7388"/>
                    <a:pt x="5884" y="7416"/>
                  </a:cubicBezTo>
                  <a:cubicBezTo>
                    <a:pt x="5783" y="7450"/>
                    <a:pt x="5681" y="7523"/>
                    <a:pt x="5623" y="7605"/>
                  </a:cubicBezTo>
                  <a:cubicBezTo>
                    <a:pt x="5506" y="7764"/>
                    <a:pt x="5389" y="7975"/>
                    <a:pt x="5327" y="8179"/>
                  </a:cubicBezTo>
                  <a:cubicBezTo>
                    <a:pt x="5307" y="8324"/>
                    <a:pt x="5287" y="8471"/>
                    <a:pt x="5265" y="8616"/>
                  </a:cubicBezTo>
                  <a:cubicBezTo>
                    <a:pt x="5262" y="8749"/>
                    <a:pt x="5259" y="8884"/>
                    <a:pt x="5256" y="9016"/>
                  </a:cubicBezTo>
                  <a:cubicBezTo>
                    <a:pt x="5237" y="9044"/>
                    <a:pt x="5024" y="9162"/>
                    <a:pt x="4981" y="9191"/>
                  </a:cubicBezTo>
                  <a:cubicBezTo>
                    <a:pt x="4739" y="9358"/>
                    <a:pt x="4496" y="9522"/>
                    <a:pt x="4234" y="9679"/>
                  </a:cubicBezTo>
                  <a:cubicBezTo>
                    <a:pt x="3972" y="9838"/>
                    <a:pt x="3722" y="10031"/>
                    <a:pt x="3474" y="10207"/>
                  </a:cubicBezTo>
                  <a:cubicBezTo>
                    <a:pt x="3379" y="10274"/>
                    <a:pt x="3293" y="10373"/>
                    <a:pt x="3198" y="10434"/>
                  </a:cubicBezTo>
                  <a:cubicBezTo>
                    <a:pt x="3052" y="10527"/>
                    <a:pt x="2895" y="10587"/>
                    <a:pt x="2751" y="10682"/>
                  </a:cubicBezTo>
                  <a:cubicBezTo>
                    <a:pt x="2450" y="10885"/>
                    <a:pt x="2094" y="11226"/>
                    <a:pt x="1893" y="11530"/>
                  </a:cubicBezTo>
                  <a:cubicBezTo>
                    <a:pt x="1566" y="12024"/>
                    <a:pt x="1431" y="12644"/>
                    <a:pt x="1249" y="13299"/>
                  </a:cubicBezTo>
                  <a:cubicBezTo>
                    <a:pt x="1180" y="13550"/>
                    <a:pt x="1166" y="13807"/>
                    <a:pt x="1104" y="14047"/>
                  </a:cubicBezTo>
                  <a:cubicBezTo>
                    <a:pt x="1024" y="14352"/>
                    <a:pt x="1018" y="14670"/>
                    <a:pt x="941" y="14961"/>
                  </a:cubicBezTo>
                  <a:cubicBezTo>
                    <a:pt x="852" y="15301"/>
                    <a:pt x="849" y="15661"/>
                    <a:pt x="765" y="15992"/>
                  </a:cubicBezTo>
                  <a:cubicBezTo>
                    <a:pt x="714" y="16395"/>
                    <a:pt x="662" y="16799"/>
                    <a:pt x="611" y="17203"/>
                  </a:cubicBezTo>
                  <a:cubicBezTo>
                    <a:pt x="581" y="17657"/>
                    <a:pt x="549" y="18108"/>
                    <a:pt x="517" y="18560"/>
                  </a:cubicBezTo>
                  <a:cubicBezTo>
                    <a:pt x="482" y="18759"/>
                    <a:pt x="533" y="18999"/>
                    <a:pt x="490" y="19179"/>
                  </a:cubicBezTo>
                  <a:cubicBezTo>
                    <a:pt x="487" y="19339"/>
                    <a:pt x="483" y="19497"/>
                    <a:pt x="480" y="19657"/>
                  </a:cubicBezTo>
                  <a:cubicBezTo>
                    <a:pt x="453" y="19944"/>
                    <a:pt x="423" y="20233"/>
                    <a:pt x="396" y="20521"/>
                  </a:cubicBezTo>
                  <a:cubicBezTo>
                    <a:pt x="335" y="20772"/>
                    <a:pt x="348" y="21055"/>
                    <a:pt x="277" y="21318"/>
                  </a:cubicBezTo>
                  <a:cubicBezTo>
                    <a:pt x="191" y="21635"/>
                    <a:pt x="131" y="21947"/>
                    <a:pt x="50" y="22283"/>
                  </a:cubicBezTo>
                  <a:cubicBezTo>
                    <a:pt x="0" y="22487"/>
                    <a:pt x="35" y="22886"/>
                    <a:pt x="72" y="23059"/>
                  </a:cubicBezTo>
                  <a:cubicBezTo>
                    <a:pt x="104" y="23212"/>
                    <a:pt x="98" y="23334"/>
                    <a:pt x="140" y="23474"/>
                  </a:cubicBezTo>
                  <a:cubicBezTo>
                    <a:pt x="307" y="24032"/>
                    <a:pt x="595" y="24362"/>
                    <a:pt x="1150" y="24556"/>
                  </a:cubicBezTo>
                  <a:cubicBezTo>
                    <a:pt x="1312" y="24611"/>
                    <a:pt x="1556" y="24651"/>
                    <a:pt x="1788" y="24651"/>
                  </a:cubicBezTo>
                  <a:cubicBezTo>
                    <a:pt x="1890" y="24651"/>
                    <a:pt x="1990" y="24643"/>
                    <a:pt x="2079" y="24625"/>
                  </a:cubicBezTo>
                  <a:cubicBezTo>
                    <a:pt x="2152" y="24624"/>
                    <a:pt x="2226" y="24621"/>
                    <a:pt x="2299" y="24617"/>
                  </a:cubicBezTo>
                  <a:cubicBezTo>
                    <a:pt x="2575" y="24560"/>
                    <a:pt x="3004" y="24522"/>
                    <a:pt x="3198" y="24377"/>
                  </a:cubicBezTo>
                  <a:lnTo>
                    <a:pt x="3209" y="24377"/>
                  </a:lnTo>
                  <a:cubicBezTo>
                    <a:pt x="3184" y="24817"/>
                    <a:pt x="3216" y="25265"/>
                    <a:pt x="3352" y="25595"/>
                  </a:cubicBezTo>
                  <a:cubicBezTo>
                    <a:pt x="3391" y="25692"/>
                    <a:pt x="3467" y="25799"/>
                    <a:pt x="3526" y="25881"/>
                  </a:cubicBezTo>
                  <a:cubicBezTo>
                    <a:pt x="3561" y="25916"/>
                    <a:pt x="3593" y="25953"/>
                    <a:pt x="3628" y="25988"/>
                  </a:cubicBezTo>
                  <a:cubicBezTo>
                    <a:pt x="3638" y="26267"/>
                    <a:pt x="3650" y="26547"/>
                    <a:pt x="3663" y="26828"/>
                  </a:cubicBezTo>
                  <a:cubicBezTo>
                    <a:pt x="3680" y="26944"/>
                    <a:pt x="3701" y="27061"/>
                    <a:pt x="3718" y="27180"/>
                  </a:cubicBezTo>
                  <a:cubicBezTo>
                    <a:pt x="3733" y="27226"/>
                    <a:pt x="3794" y="27270"/>
                    <a:pt x="3781" y="27335"/>
                  </a:cubicBezTo>
                  <a:lnTo>
                    <a:pt x="3503" y="28273"/>
                  </a:lnTo>
                  <a:lnTo>
                    <a:pt x="3372" y="28983"/>
                  </a:lnTo>
                  <a:cubicBezTo>
                    <a:pt x="3365" y="29089"/>
                    <a:pt x="3359" y="29196"/>
                    <a:pt x="3352" y="29305"/>
                  </a:cubicBezTo>
                  <a:cubicBezTo>
                    <a:pt x="3311" y="29465"/>
                    <a:pt x="3293" y="29827"/>
                    <a:pt x="3324" y="29990"/>
                  </a:cubicBezTo>
                  <a:lnTo>
                    <a:pt x="3324" y="30585"/>
                  </a:lnTo>
                  <a:cubicBezTo>
                    <a:pt x="3352" y="30723"/>
                    <a:pt x="3323" y="30877"/>
                    <a:pt x="3353" y="31025"/>
                  </a:cubicBezTo>
                  <a:cubicBezTo>
                    <a:pt x="3417" y="31332"/>
                    <a:pt x="3411" y="31681"/>
                    <a:pt x="3475" y="31985"/>
                  </a:cubicBezTo>
                  <a:cubicBezTo>
                    <a:pt x="3503" y="32356"/>
                    <a:pt x="3528" y="32726"/>
                    <a:pt x="3555" y="33099"/>
                  </a:cubicBezTo>
                  <a:cubicBezTo>
                    <a:pt x="3583" y="33238"/>
                    <a:pt x="3555" y="33766"/>
                    <a:pt x="3526" y="33885"/>
                  </a:cubicBezTo>
                  <a:cubicBezTo>
                    <a:pt x="3519" y="34221"/>
                    <a:pt x="3512" y="34558"/>
                    <a:pt x="3504" y="34893"/>
                  </a:cubicBezTo>
                  <a:cubicBezTo>
                    <a:pt x="3498" y="35184"/>
                    <a:pt x="3491" y="35490"/>
                    <a:pt x="3484" y="35783"/>
                  </a:cubicBezTo>
                  <a:cubicBezTo>
                    <a:pt x="3481" y="35929"/>
                    <a:pt x="3478" y="36075"/>
                    <a:pt x="3475" y="36223"/>
                  </a:cubicBezTo>
                  <a:cubicBezTo>
                    <a:pt x="3526" y="36473"/>
                    <a:pt x="3481" y="36746"/>
                    <a:pt x="3536" y="36986"/>
                  </a:cubicBezTo>
                  <a:cubicBezTo>
                    <a:pt x="3621" y="37345"/>
                    <a:pt x="3702" y="37699"/>
                    <a:pt x="3798" y="38037"/>
                  </a:cubicBezTo>
                  <a:cubicBezTo>
                    <a:pt x="3853" y="38302"/>
                    <a:pt x="3907" y="38567"/>
                    <a:pt x="3962" y="38830"/>
                  </a:cubicBezTo>
                  <a:cubicBezTo>
                    <a:pt x="4034" y="39116"/>
                    <a:pt x="3999" y="39426"/>
                    <a:pt x="4058" y="39724"/>
                  </a:cubicBezTo>
                  <a:cubicBezTo>
                    <a:pt x="4057" y="39816"/>
                    <a:pt x="4055" y="39906"/>
                    <a:pt x="4052" y="39996"/>
                  </a:cubicBezTo>
                  <a:cubicBezTo>
                    <a:pt x="4077" y="40114"/>
                    <a:pt x="4071" y="40342"/>
                    <a:pt x="4044" y="40461"/>
                  </a:cubicBezTo>
                  <a:cubicBezTo>
                    <a:pt x="4042" y="40559"/>
                    <a:pt x="4041" y="40659"/>
                    <a:pt x="4038" y="40756"/>
                  </a:cubicBezTo>
                  <a:cubicBezTo>
                    <a:pt x="3980" y="40993"/>
                    <a:pt x="4000" y="41275"/>
                    <a:pt x="3946" y="41504"/>
                  </a:cubicBezTo>
                  <a:cubicBezTo>
                    <a:pt x="3924" y="41684"/>
                    <a:pt x="3904" y="41866"/>
                    <a:pt x="3882" y="42046"/>
                  </a:cubicBezTo>
                  <a:cubicBezTo>
                    <a:pt x="3782" y="42651"/>
                    <a:pt x="3685" y="43256"/>
                    <a:pt x="3584" y="43860"/>
                  </a:cubicBezTo>
                  <a:cubicBezTo>
                    <a:pt x="3528" y="44081"/>
                    <a:pt x="3557" y="44318"/>
                    <a:pt x="3506" y="44532"/>
                  </a:cubicBezTo>
                  <a:cubicBezTo>
                    <a:pt x="3504" y="44616"/>
                    <a:pt x="3503" y="44704"/>
                    <a:pt x="3500" y="44789"/>
                  </a:cubicBezTo>
                  <a:cubicBezTo>
                    <a:pt x="3420" y="45118"/>
                    <a:pt x="3497" y="45564"/>
                    <a:pt x="3490" y="45900"/>
                  </a:cubicBezTo>
                  <a:cubicBezTo>
                    <a:pt x="3478" y="46429"/>
                    <a:pt x="3453" y="46969"/>
                    <a:pt x="3548" y="47414"/>
                  </a:cubicBezTo>
                  <a:lnTo>
                    <a:pt x="3592" y="47790"/>
                  </a:lnTo>
                  <a:cubicBezTo>
                    <a:pt x="3730" y="48330"/>
                    <a:pt x="3885" y="48818"/>
                    <a:pt x="4023" y="49349"/>
                  </a:cubicBezTo>
                  <a:cubicBezTo>
                    <a:pt x="4102" y="49647"/>
                    <a:pt x="4067" y="49977"/>
                    <a:pt x="4132" y="50294"/>
                  </a:cubicBezTo>
                  <a:cubicBezTo>
                    <a:pt x="4131" y="50399"/>
                    <a:pt x="4129" y="50502"/>
                    <a:pt x="4125" y="50605"/>
                  </a:cubicBezTo>
                  <a:cubicBezTo>
                    <a:pt x="4153" y="50743"/>
                    <a:pt x="4145" y="51011"/>
                    <a:pt x="4115" y="51149"/>
                  </a:cubicBezTo>
                  <a:cubicBezTo>
                    <a:pt x="4113" y="51252"/>
                    <a:pt x="4111" y="51355"/>
                    <a:pt x="4108" y="51460"/>
                  </a:cubicBezTo>
                  <a:cubicBezTo>
                    <a:pt x="4102" y="51704"/>
                    <a:pt x="4106" y="52049"/>
                    <a:pt x="4051" y="52271"/>
                  </a:cubicBezTo>
                  <a:cubicBezTo>
                    <a:pt x="4031" y="52620"/>
                    <a:pt x="4012" y="52969"/>
                    <a:pt x="3990" y="53316"/>
                  </a:cubicBezTo>
                  <a:cubicBezTo>
                    <a:pt x="3962" y="53427"/>
                    <a:pt x="3935" y="53924"/>
                    <a:pt x="3961" y="54052"/>
                  </a:cubicBezTo>
                  <a:cubicBezTo>
                    <a:pt x="3977" y="54333"/>
                    <a:pt x="3991" y="54615"/>
                    <a:pt x="4007" y="54894"/>
                  </a:cubicBezTo>
                  <a:cubicBezTo>
                    <a:pt x="4058" y="55132"/>
                    <a:pt x="4060" y="55409"/>
                    <a:pt x="4108" y="55647"/>
                  </a:cubicBezTo>
                  <a:lnTo>
                    <a:pt x="4113" y="55996"/>
                  </a:lnTo>
                  <a:cubicBezTo>
                    <a:pt x="4153" y="56194"/>
                    <a:pt x="4132" y="56407"/>
                    <a:pt x="4176" y="56617"/>
                  </a:cubicBezTo>
                  <a:cubicBezTo>
                    <a:pt x="4271" y="57065"/>
                    <a:pt x="4275" y="57518"/>
                    <a:pt x="4368" y="57978"/>
                  </a:cubicBezTo>
                  <a:cubicBezTo>
                    <a:pt x="4365" y="58305"/>
                    <a:pt x="4362" y="58632"/>
                    <a:pt x="4361" y="58959"/>
                  </a:cubicBezTo>
                  <a:cubicBezTo>
                    <a:pt x="4343" y="59027"/>
                    <a:pt x="4321" y="59181"/>
                    <a:pt x="4340" y="59269"/>
                  </a:cubicBezTo>
                  <a:cubicBezTo>
                    <a:pt x="4369" y="59410"/>
                    <a:pt x="4339" y="59576"/>
                    <a:pt x="4369" y="59721"/>
                  </a:cubicBezTo>
                  <a:cubicBezTo>
                    <a:pt x="4407" y="59903"/>
                    <a:pt x="4462" y="60063"/>
                    <a:pt x="4500" y="60228"/>
                  </a:cubicBezTo>
                  <a:cubicBezTo>
                    <a:pt x="4560" y="60486"/>
                    <a:pt x="4387" y="60765"/>
                    <a:pt x="4355" y="60987"/>
                  </a:cubicBezTo>
                  <a:cubicBezTo>
                    <a:pt x="4321" y="61213"/>
                    <a:pt x="4291" y="61579"/>
                    <a:pt x="4377" y="61790"/>
                  </a:cubicBezTo>
                  <a:cubicBezTo>
                    <a:pt x="4394" y="61833"/>
                    <a:pt x="4444" y="61870"/>
                    <a:pt x="4464" y="61908"/>
                  </a:cubicBezTo>
                  <a:cubicBezTo>
                    <a:pt x="4484" y="61973"/>
                    <a:pt x="4503" y="62038"/>
                    <a:pt x="4523" y="62102"/>
                  </a:cubicBezTo>
                  <a:cubicBezTo>
                    <a:pt x="4675" y="62374"/>
                    <a:pt x="5165" y="62258"/>
                    <a:pt x="5514" y="62344"/>
                  </a:cubicBezTo>
                  <a:cubicBezTo>
                    <a:pt x="5599" y="62345"/>
                    <a:pt x="5687" y="62347"/>
                    <a:pt x="5772" y="62350"/>
                  </a:cubicBezTo>
                  <a:cubicBezTo>
                    <a:pt x="5803" y="62357"/>
                    <a:pt x="5841" y="62359"/>
                    <a:pt x="5880" y="62359"/>
                  </a:cubicBezTo>
                  <a:cubicBezTo>
                    <a:pt x="5920" y="62359"/>
                    <a:pt x="5963" y="62357"/>
                    <a:pt x="6005" y="62357"/>
                  </a:cubicBezTo>
                  <a:cubicBezTo>
                    <a:pt x="6050" y="62357"/>
                    <a:pt x="6095" y="62359"/>
                    <a:pt x="6134" y="62368"/>
                  </a:cubicBezTo>
                  <a:cubicBezTo>
                    <a:pt x="6208" y="62387"/>
                    <a:pt x="6322" y="62395"/>
                    <a:pt x="6439" y="62395"/>
                  </a:cubicBezTo>
                  <a:cubicBezTo>
                    <a:pt x="6567" y="62395"/>
                    <a:pt x="6699" y="62385"/>
                    <a:pt x="6781" y="62368"/>
                  </a:cubicBezTo>
                  <a:cubicBezTo>
                    <a:pt x="6863" y="62352"/>
                    <a:pt x="6941" y="62350"/>
                    <a:pt x="7018" y="62350"/>
                  </a:cubicBezTo>
                  <a:cubicBezTo>
                    <a:pt x="7049" y="62350"/>
                    <a:pt x="7079" y="62351"/>
                    <a:pt x="7109" y="62351"/>
                  </a:cubicBezTo>
                  <a:cubicBezTo>
                    <a:pt x="7190" y="62351"/>
                    <a:pt x="7270" y="62348"/>
                    <a:pt x="7350" y="62329"/>
                  </a:cubicBezTo>
                  <a:cubicBezTo>
                    <a:pt x="7793" y="62226"/>
                    <a:pt x="8237" y="62146"/>
                    <a:pt x="8637" y="62008"/>
                  </a:cubicBezTo>
                  <a:cubicBezTo>
                    <a:pt x="8927" y="61908"/>
                    <a:pt x="9298" y="61873"/>
                    <a:pt x="9471" y="61652"/>
                  </a:cubicBezTo>
                  <a:cubicBezTo>
                    <a:pt x="9577" y="61514"/>
                    <a:pt x="9679" y="61140"/>
                    <a:pt x="9603" y="60891"/>
                  </a:cubicBezTo>
                  <a:cubicBezTo>
                    <a:pt x="9544" y="60694"/>
                    <a:pt x="9398" y="60525"/>
                    <a:pt x="9330" y="60343"/>
                  </a:cubicBezTo>
                  <a:cubicBezTo>
                    <a:pt x="9263" y="60159"/>
                    <a:pt x="9247" y="59980"/>
                    <a:pt x="9188" y="59785"/>
                  </a:cubicBezTo>
                  <a:cubicBezTo>
                    <a:pt x="9138" y="59647"/>
                    <a:pt x="9089" y="59507"/>
                    <a:pt x="9042" y="59369"/>
                  </a:cubicBezTo>
                  <a:cubicBezTo>
                    <a:pt x="9015" y="59292"/>
                    <a:pt x="9156" y="59158"/>
                    <a:pt x="9127" y="59008"/>
                  </a:cubicBezTo>
                  <a:cubicBezTo>
                    <a:pt x="9064" y="58681"/>
                    <a:pt x="8943" y="58516"/>
                    <a:pt x="8952" y="58113"/>
                  </a:cubicBezTo>
                  <a:cubicBezTo>
                    <a:pt x="8955" y="58040"/>
                    <a:pt x="8956" y="57966"/>
                    <a:pt x="8958" y="57893"/>
                  </a:cubicBezTo>
                  <a:cubicBezTo>
                    <a:pt x="8987" y="57777"/>
                    <a:pt x="8984" y="57643"/>
                    <a:pt x="9018" y="57518"/>
                  </a:cubicBezTo>
                  <a:cubicBezTo>
                    <a:pt x="9079" y="57300"/>
                    <a:pt x="9183" y="56915"/>
                    <a:pt x="9127" y="56643"/>
                  </a:cubicBezTo>
                  <a:cubicBezTo>
                    <a:pt x="9003" y="56048"/>
                    <a:pt x="8897" y="55465"/>
                    <a:pt x="8751" y="54903"/>
                  </a:cubicBezTo>
                  <a:cubicBezTo>
                    <a:pt x="8725" y="54708"/>
                    <a:pt x="8698" y="54514"/>
                    <a:pt x="8673" y="54320"/>
                  </a:cubicBezTo>
                  <a:cubicBezTo>
                    <a:pt x="8674" y="54254"/>
                    <a:pt x="8676" y="54190"/>
                    <a:pt x="8676" y="54125"/>
                  </a:cubicBezTo>
                  <a:cubicBezTo>
                    <a:pt x="8639" y="53939"/>
                    <a:pt x="8654" y="53303"/>
                    <a:pt x="8698" y="53119"/>
                  </a:cubicBezTo>
                  <a:cubicBezTo>
                    <a:pt x="8711" y="52941"/>
                    <a:pt x="8724" y="52765"/>
                    <a:pt x="8734" y="52590"/>
                  </a:cubicBezTo>
                  <a:cubicBezTo>
                    <a:pt x="8770" y="52440"/>
                    <a:pt x="8756" y="52273"/>
                    <a:pt x="8797" y="52113"/>
                  </a:cubicBezTo>
                  <a:cubicBezTo>
                    <a:pt x="8882" y="51771"/>
                    <a:pt x="8904" y="51392"/>
                    <a:pt x="8987" y="51070"/>
                  </a:cubicBezTo>
                  <a:cubicBezTo>
                    <a:pt x="9044" y="50636"/>
                    <a:pt x="9100" y="50201"/>
                    <a:pt x="9159" y="49769"/>
                  </a:cubicBezTo>
                  <a:cubicBezTo>
                    <a:pt x="9228" y="49487"/>
                    <a:pt x="9218" y="49157"/>
                    <a:pt x="9294" y="48868"/>
                  </a:cubicBezTo>
                  <a:lnTo>
                    <a:pt x="9611" y="47363"/>
                  </a:lnTo>
                  <a:cubicBezTo>
                    <a:pt x="9664" y="47155"/>
                    <a:pt x="9653" y="46934"/>
                    <a:pt x="9701" y="46732"/>
                  </a:cubicBezTo>
                  <a:cubicBezTo>
                    <a:pt x="9766" y="46469"/>
                    <a:pt x="9721" y="46163"/>
                    <a:pt x="9784" y="45907"/>
                  </a:cubicBezTo>
                  <a:cubicBezTo>
                    <a:pt x="9785" y="45835"/>
                    <a:pt x="9787" y="45759"/>
                    <a:pt x="9788" y="45686"/>
                  </a:cubicBezTo>
                  <a:cubicBezTo>
                    <a:pt x="9835" y="45497"/>
                    <a:pt x="9778" y="45263"/>
                    <a:pt x="9829" y="45054"/>
                  </a:cubicBezTo>
                  <a:cubicBezTo>
                    <a:pt x="9874" y="44868"/>
                    <a:pt x="9887" y="44224"/>
                    <a:pt x="9851" y="44033"/>
                  </a:cubicBezTo>
                  <a:cubicBezTo>
                    <a:pt x="9810" y="43825"/>
                    <a:pt x="9874" y="43603"/>
                    <a:pt x="9838" y="43414"/>
                  </a:cubicBezTo>
                  <a:cubicBezTo>
                    <a:pt x="9839" y="43341"/>
                    <a:pt x="9842" y="43266"/>
                    <a:pt x="9843" y="43193"/>
                  </a:cubicBezTo>
                  <a:cubicBezTo>
                    <a:pt x="9778" y="42869"/>
                    <a:pt x="9852" y="42485"/>
                    <a:pt x="9788" y="42158"/>
                  </a:cubicBezTo>
                  <a:cubicBezTo>
                    <a:pt x="9791" y="42042"/>
                    <a:pt x="9794" y="41925"/>
                    <a:pt x="9795" y="41809"/>
                  </a:cubicBezTo>
                  <a:cubicBezTo>
                    <a:pt x="9778" y="41720"/>
                    <a:pt x="9781" y="41549"/>
                    <a:pt x="9803" y="41460"/>
                  </a:cubicBezTo>
                  <a:cubicBezTo>
                    <a:pt x="9807" y="41309"/>
                    <a:pt x="9810" y="41158"/>
                    <a:pt x="9813" y="41008"/>
                  </a:cubicBezTo>
                  <a:cubicBezTo>
                    <a:pt x="9856" y="40823"/>
                    <a:pt x="9859" y="40586"/>
                    <a:pt x="9865" y="40387"/>
                  </a:cubicBezTo>
                  <a:cubicBezTo>
                    <a:pt x="9919" y="40473"/>
                    <a:pt x="9923" y="40820"/>
                    <a:pt x="9955" y="40945"/>
                  </a:cubicBezTo>
                  <a:cubicBezTo>
                    <a:pt x="10047" y="41294"/>
                    <a:pt x="10118" y="41656"/>
                    <a:pt x="10243" y="41985"/>
                  </a:cubicBezTo>
                  <a:cubicBezTo>
                    <a:pt x="10483" y="42609"/>
                    <a:pt x="10653" y="43251"/>
                    <a:pt x="10833" y="43949"/>
                  </a:cubicBezTo>
                  <a:cubicBezTo>
                    <a:pt x="10908" y="44237"/>
                    <a:pt x="10883" y="44555"/>
                    <a:pt x="10942" y="44856"/>
                  </a:cubicBezTo>
                  <a:cubicBezTo>
                    <a:pt x="10967" y="45916"/>
                    <a:pt x="10992" y="46977"/>
                    <a:pt x="11017" y="48037"/>
                  </a:cubicBezTo>
                  <a:cubicBezTo>
                    <a:pt x="11053" y="48577"/>
                    <a:pt x="11088" y="49115"/>
                    <a:pt x="11124" y="49654"/>
                  </a:cubicBezTo>
                  <a:cubicBezTo>
                    <a:pt x="11190" y="49986"/>
                    <a:pt x="11147" y="50351"/>
                    <a:pt x="11219" y="50691"/>
                  </a:cubicBezTo>
                  <a:cubicBezTo>
                    <a:pt x="11291" y="51041"/>
                    <a:pt x="11293" y="51432"/>
                    <a:pt x="11364" y="51778"/>
                  </a:cubicBezTo>
                  <a:cubicBezTo>
                    <a:pt x="11364" y="51951"/>
                    <a:pt x="11366" y="52124"/>
                    <a:pt x="11366" y="52294"/>
                  </a:cubicBezTo>
                  <a:cubicBezTo>
                    <a:pt x="11473" y="52838"/>
                    <a:pt x="11492" y="53369"/>
                    <a:pt x="11603" y="53904"/>
                  </a:cubicBezTo>
                  <a:cubicBezTo>
                    <a:pt x="11623" y="54202"/>
                    <a:pt x="11640" y="54500"/>
                    <a:pt x="11661" y="54795"/>
                  </a:cubicBezTo>
                  <a:cubicBezTo>
                    <a:pt x="11685" y="54926"/>
                    <a:pt x="11659" y="55381"/>
                    <a:pt x="11633" y="55493"/>
                  </a:cubicBezTo>
                  <a:cubicBezTo>
                    <a:pt x="11632" y="55579"/>
                    <a:pt x="11630" y="55666"/>
                    <a:pt x="11627" y="55752"/>
                  </a:cubicBezTo>
                  <a:cubicBezTo>
                    <a:pt x="11597" y="55881"/>
                    <a:pt x="11610" y="56060"/>
                    <a:pt x="11581" y="56189"/>
                  </a:cubicBezTo>
                  <a:cubicBezTo>
                    <a:pt x="11579" y="56259"/>
                    <a:pt x="11576" y="56328"/>
                    <a:pt x="11576" y="56397"/>
                  </a:cubicBezTo>
                  <a:cubicBezTo>
                    <a:pt x="11546" y="56530"/>
                    <a:pt x="11537" y="56720"/>
                    <a:pt x="11528" y="56860"/>
                  </a:cubicBezTo>
                  <a:lnTo>
                    <a:pt x="11523" y="57143"/>
                  </a:lnTo>
                  <a:cubicBezTo>
                    <a:pt x="11467" y="57368"/>
                    <a:pt x="11508" y="57655"/>
                    <a:pt x="11456" y="57880"/>
                  </a:cubicBezTo>
                  <a:cubicBezTo>
                    <a:pt x="11453" y="57949"/>
                    <a:pt x="11451" y="58018"/>
                    <a:pt x="11451" y="58087"/>
                  </a:cubicBezTo>
                  <a:cubicBezTo>
                    <a:pt x="11364" y="58444"/>
                    <a:pt x="11335" y="58866"/>
                    <a:pt x="11233" y="59219"/>
                  </a:cubicBezTo>
                  <a:cubicBezTo>
                    <a:pt x="11166" y="59455"/>
                    <a:pt x="11014" y="60033"/>
                    <a:pt x="11081" y="60316"/>
                  </a:cubicBezTo>
                  <a:cubicBezTo>
                    <a:pt x="11123" y="60486"/>
                    <a:pt x="11206" y="60599"/>
                    <a:pt x="11291" y="60720"/>
                  </a:cubicBezTo>
                  <a:cubicBezTo>
                    <a:pt x="11339" y="60788"/>
                    <a:pt x="11390" y="60869"/>
                    <a:pt x="11456" y="60919"/>
                  </a:cubicBezTo>
                  <a:cubicBezTo>
                    <a:pt x="11448" y="61124"/>
                    <a:pt x="11428" y="61384"/>
                    <a:pt x="11521" y="61502"/>
                  </a:cubicBezTo>
                  <a:cubicBezTo>
                    <a:pt x="11619" y="61627"/>
                    <a:pt x="11903" y="61583"/>
                    <a:pt x="12085" y="61631"/>
                  </a:cubicBezTo>
                  <a:cubicBezTo>
                    <a:pt x="12437" y="61720"/>
                    <a:pt x="12837" y="61733"/>
                    <a:pt x="13193" y="61822"/>
                  </a:cubicBezTo>
                  <a:cubicBezTo>
                    <a:pt x="13312" y="61832"/>
                    <a:pt x="13433" y="61844"/>
                    <a:pt x="13554" y="61854"/>
                  </a:cubicBezTo>
                  <a:cubicBezTo>
                    <a:pt x="13901" y="61940"/>
                    <a:pt x="14330" y="61894"/>
                    <a:pt x="14688" y="61982"/>
                  </a:cubicBezTo>
                  <a:lnTo>
                    <a:pt x="14971" y="61988"/>
                  </a:lnTo>
                  <a:cubicBezTo>
                    <a:pt x="15152" y="62031"/>
                    <a:pt x="15378" y="62021"/>
                    <a:pt x="15579" y="62025"/>
                  </a:cubicBezTo>
                  <a:cubicBezTo>
                    <a:pt x="15652" y="62027"/>
                    <a:pt x="15726" y="62028"/>
                    <a:pt x="15799" y="62031"/>
                  </a:cubicBezTo>
                  <a:cubicBezTo>
                    <a:pt x="15889" y="62053"/>
                    <a:pt x="16028" y="62064"/>
                    <a:pt x="16161" y="62064"/>
                  </a:cubicBezTo>
                  <a:cubicBezTo>
                    <a:pt x="16263" y="62064"/>
                    <a:pt x="16361" y="62057"/>
                    <a:pt x="16431" y="62043"/>
                  </a:cubicBezTo>
                  <a:cubicBezTo>
                    <a:pt x="16547" y="62046"/>
                    <a:pt x="16664" y="62049"/>
                    <a:pt x="16780" y="62050"/>
                  </a:cubicBezTo>
                  <a:cubicBezTo>
                    <a:pt x="17120" y="61983"/>
                    <a:pt x="17484" y="62021"/>
                    <a:pt x="17817" y="61956"/>
                  </a:cubicBezTo>
                  <a:cubicBezTo>
                    <a:pt x="17876" y="61958"/>
                    <a:pt x="17936" y="61958"/>
                    <a:pt x="17998" y="61960"/>
                  </a:cubicBezTo>
                  <a:cubicBezTo>
                    <a:pt x="18250" y="61909"/>
                    <a:pt x="18529" y="61954"/>
                    <a:pt x="18788" y="61900"/>
                  </a:cubicBezTo>
                  <a:cubicBezTo>
                    <a:pt x="19365" y="61778"/>
                    <a:pt x="19926" y="61662"/>
                    <a:pt x="20351" y="61378"/>
                  </a:cubicBezTo>
                  <a:cubicBezTo>
                    <a:pt x="20582" y="61226"/>
                    <a:pt x="20713" y="60992"/>
                    <a:pt x="20625" y="60595"/>
                  </a:cubicBezTo>
                  <a:cubicBezTo>
                    <a:pt x="20604" y="60491"/>
                    <a:pt x="20612" y="60411"/>
                    <a:pt x="20566" y="60334"/>
                  </a:cubicBezTo>
                  <a:cubicBezTo>
                    <a:pt x="20514" y="60246"/>
                    <a:pt x="20422" y="60222"/>
                    <a:pt x="20336" y="60163"/>
                  </a:cubicBezTo>
                  <a:cubicBezTo>
                    <a:pt x="20304" y="60122"/>
                    <a:pt x="20269" y="60084"/>
                    <a:pt x="20234" y="60044"/>
                  </a:cubicBezTo>
                  <a:cubicBezTo>
                    <a:pt x="20135" y="59952"/>
                    <a:pt x="20005" y="59897"/>
                    <a:pt x="19891" y="59817"/>
                  </a:cubicBezTo>
                  <a:cubicBezTo>
                    <a:pt x="19506" y="59548"/>
                    <a:pt x="19077" y="59321"/>
                    <a:pt x="18613" y="59118"/>
                  </a:cubicBezTo>
                  <a:cubicBezTo>
                    <a:pt x="18327" y="58992"/>
                    <a:pt x="18027" y="58930"/>
                    <a:pt x="17741" y="58801"/>
                  </a:cubicBezTo>
                  <a:cubicBezTo>
                    <a:pt x="17543" y="58712"/>
                    <a:pt x="17311" y="58622"/>
                    <a:pt x="17127" y="58503"/>
                  </a:cubicBezTo>
                  <a:cubicBezTo>
                    <a:pt x="17040" y="58447"/>
                    <a:pt x="16951" y="58348"/>
                    <a:pt x="16847" y="58316"/>
                  </a:cubicBezTo>
                  <a:cubicBezTo>
                    <a:pt x="16858" y="58238"/>
                    <a:pt x="16911" y="58158"/>
                    <a:pt x="16890" y="58058"/>
                  </a:cubicBezTo>
                  <a:cubicBezTo>
                    <a:pt x="16853" y="57860"/>
                    <a:pt x="16773" y="57703"/>
                    <a:pt x="16707" y="57536"/>
                  </a:cubicBezTo>
                  <a:cubicBezTo>
                    <a:pt x="16639" y="57358"/>
                    <a:pt x="16600" y="57150"/>
                    <a:pt x="16552" y="56964"/>
                  </a:cubicBezTo>
                  <a:cubicBezTo>
                    <a:pt x="16488" y="56714"/>
                    <a:pt x="16502" y="56445"/>
                    <a:pt x="16451" y="56186"/>
                  </a:cubicBezTo>
                  <a:cubicBezTo>
                    <a:pt x="16425" y="56063"/>
                    <a:pt x="16454" y="55925"/>
                    <a:pt x="16432" y="55811"/>
                  </a:cubicBezTo>
                  <a:cubicBezTo>
                    <a:pt x="16406" y="55670"/>
                    <a:pt x="16454" y="55484"/>
                    <a:pt x="16429" y="55359"/>
                  </a:cubicBezTo>
                  <a:cubicBezTo>
                    <a:pt x="16414" y="55278"/>
                    <a:pt x="16447" y="54885"/>
                    <a:pt x="16467" y="54805"/>
                  </a:cubicBezTo>
                  <a:cubicBezTo>
                    <a:pt x="16475" y="54645"/>
                    <a:pt x="16483" y="54487"/>
                    <a:pt x="16491" y="54327"/>
                  </a:cubicBezTo>
                  <a:cubicBezTo>
                    <a:pt x="16544" y="54109"/>
                    <a:pt x="16537" y="53782"/>
                    <a:pt x="16533" y="53565"/>
                  </a:cubicBezTo>
                  <a:lnTo>
                    <a:pt x="16533" y="52997"/>
                  </a:lnTo>
                  <a:cubicBezTo>
                    <a:pt x="16438" y="52508"/>
                    <a:pt x="16546" y="51921"/>
                    <a:pt x="16450" y="51432"/>
                  </a:cubicBezTo>
                  <a:cubicBezTo>
                    <a:pt x="16451" y="51130"/>
                    <a:pt x="16453" y="50829"/>
                    <a:pt x="16457" y="50526"/>
                  </a:cubicBezTo>
                  <a:cubicBezTo>
                    <a:pt x="16431" y="50147"/>
                    <a:pt x="16403" y="49768"/>
                    <a:pt x="16379" y="49387"/>
                  </a:cubicBezTo>
                  <a:cubicBezTo>
                    <a:pt x="16328" y="49139"/>
                    <a:pt x="16342" y="48846"/>
                    <a:pt x="16291" y="48597"/>
                  </a:cubicBezTo>
                  <a:cubicBezTo>
                    <a:pt x="16290" y="48519"/>
                    <a:pt x="16286" y="48442"/>
                    <a:pt x="16284" y="48365"/>
                  </a:cubicBezTo>
                  <a:cubicBezTo>
                    <a:pt x="16249" y="48194"/>
                    <a:pt x="16270" y="48004"/>
                    <a:pt x="16232" y="47821"/>
                  </a:cubicBezTo>
                  <a:cubicBezTo>
                    <a:pt x="16117" y="47264"/>
                    <a:pt x="16137" y="46659"/>
                    <a:pt x="16022" y="46111"/>
                  </a:cubicBezTo>
                  <a:cubicBezTo>
                    <a:pt x="15988" y="45947"/>
                    <a:pt x="16011" y="45777"/>
                    <a:pt x="15980" y="45618"/>
                  </a:cubicBezTo>
                  <a:cubicBezTo>
                    <a:pt x="15985" y="45476"/>
                    <a:pt x="15986" y="45335"/>
                    <a:pt x="15989" y="45191"/>
                  </a:cubicBezTo>
                  <a:cubicBezTo>
                    <a:pt x="15919" y="44832"/>
                    <a:pt x="16031" y="44366"/>
                    <a:pt x="15963" y="44014"/>
                  </a:cubicBezTo>
                  <a:cubicBezTo>
                    <a:pt x="15964" y="43949"/>
                    <a:pt x="15966" y="43887"/>
                    <a:pt x="15966" y="43821"/>
                  </a:cubicBezTo>
                  <a:cubicBezTo>
                    <a:pt x="15942" y="43702"/>
                    <a:pt x="15958" y="43538"/>
                    <a:pt x="15935" y="43418"/>
                  </a:cubicBezTo>
                  <a:cubicBezTo>
                    <a:pt x="15937" y="43346"/>
                    <a:pt x="15938" y="43272"/>
                    <a:pt x="15941" y="43199"/>
                  </a:cubicBezTo>
                  <a:cubicBezTo>
                    <a:pt x="15928" y="43130"/>
                    <a:pt x="15950" y="43011"/>
                    <a:pt x="15934" y="42928"/>
                  </a:cubicBezTo>
                  <a:cubicBezTo>
                    <a:pt x="15892" y="42713"/>
                    <a:pt x="15913" y="42415"/>
                    <a:pt x="15909" y="42190"/>
                  </a:cubicBezTo>
                  <a:cubicBezTo>
                    <a:pt x="15915" y="41941"/>
                    <a:pt x="15921" y="41691"/>
                    <a:pt x="15926" y="41441"/>
                  </a:cubicBezTo>
                  <a:cubicBezTo>
                    <a:pt x="15870" y="41149"/>
                    <a:pt x="15941" y="40794"/>
                    <a:pt x="15945" y="40486"/>
                  </a:cubicBezTo>
                  <a:cubicBezTo>
                    <a:pt x="15958" y="39852"/>
                    <a:pt x="15922" y="39129"/>
                    <a:pt x="16051" y="38589"/>
                  </a:cubicBezTo>
                  <a:cubicBezTo>
                    <a:pt x="16059" y="38416"/>
                    <a:pt x="16067" y="38245"/>
                    <a:pt x="16075" y="38072"/>
                  </a:cubicBezTo>
                  <a:cubicBezTo>
                    <a:pt x="16115" y="37904"/>
                    <a:pt x="16139" y="37418"/>
                    <a:pt x="16105" y="37245"/>
                  </a:cubicBezTo>
                  <a:cubicBezTo>
                    <a:pt x="16072" y="37062"/>
                    <a:pt x="16137" y="36831"/>
                    <a:pt x="16105" y="36664"/>
                  </a:cubicBezTo>
                  <a:cubicBezTo>
                    <a:pt x="16113" y="36319"/>
                    <a:pt x="16120" y="35974"/>
                    <a:pt x="16127" y="35630"/>
                  </a:cubicBezTo>
                  <a:cubicBezTo>
                    <a:pt x="16089" y="35434"/>
                    <a:pt x="16124" y="35131"/>
                    <a:pt x="16117" y="34932"/>
                  </a:cubicBezTo>
                  <a:lnTo>
                    <a:pt x="16123" y="34686"/>
                  </a:lnTo>
                  <a:cubicBezTo>
                    <a:pt x="16089" y="34516"/>
                    <a:pt x="16131" y="34324"/>
                    <a:pt x="16095" y="34143"/>
                  </a:cubicBezTo>
                  <a:cubicBezTo>
                    <a:pt x="16015" y="33734"/>
                    <a:pt x="16050" y="33277"/>
                    <a:pt x="15966" y="32888"/>
                  </a:cubicBezTo>
                  <a:cubicBezTo>
                    <a:pt x="15963" y="32827"/>
                    <a:pt x="15960" y="32767"/>
                    <a:pt x="15957" y="32706"/>
                  </a:cubicBezTo>
                  <a:cubicBezTo>
                    <a:pt x="15893" y="32402"/>
                    <a:pt x="15902" y="32078"/>
                    <a:pt x="15835" y="31758"/>
                  </a:cubicBezTo>
                  <a:cubicBezTo>
                    <a:pt x="15790" y="31546"/>
                    <a:pt x="15791" y="31289"/>
                    <a:pt x="15746" y="31072"/>
                  </a:cubicBezTo>
                  <a:cubicBezTo>
                    <a:pt x="15742" y="30999"/>
                    <a:pt x="15740" y="30925"/>
                    <a:pt x="15737" y="30852"/>
                  </a:cubicBezTo>
                  <a:cubicBezTo>
                    <a:pt x="15697" y="30653"/>
                    <a:pt x="15727" y="30434"/>
                    <a:pt x="15687" y="30217"/>
                  </a:cubicBezTo>
                  <a:cubicBezTo>
                    <a:pt x="15596" y="29765"/>
                    <a:pt x="15644" y="29176"/>
                    <a:pt x="15655" y="28653"/>
                  </a:cubicBezTo>
                  <a:cubicBezTo>
                    <a:pt x="15666" y="28142"/>
                    <a:pt x="15735" y="27476"/>
                    <a:pt x="15611" y="27075"/>
                  </a:cubicBezTo>
                  <a:cubicBezTo>
                    <a:pt x="15564" y="26920"/>
                    <a:pt x="15470" y="26783"/>
                    <a:pt x="15389" y="26658"/>
                  </a:cubicBezTo>
                  <a:cubicBezTo>
                    <a:pt x="15327" y="26565"/>
                    <a:pt x="15272" y="26463"/>
                    <a:pt x="15173" y="26406"/>
                  </a:cubicBezTo>
                  <a:cubicBezTo>
                    <a:pt x="15210" y="25960"/>
                    <a:pt x="15157" y="25586"/>
                    <a:pt x="15056" y="25255"/>
                  </a:cubicBezTo>
                  <a:cubicBezTo>
                    <a:pt x="15026" y="25160"/>
                    <a:pt x="15034" y="25044"/>
                    <a:pt x="14984" y="24968"/>
                  </a:cubicBezTo>
                  <a:cubicBezTo>
                    <a:pt x="14993" y="24842"/>
                    <a:pt x="15207" y="24601"/>
                    <a:pt x="15266" y="24471"/>
                  </a:cubicBezTo>
                  <a:cubicBezTo>
                    <a:pt x="15338" y="24319"/>
                    <a:pt x="15370" y="24138"/>
                    <a:pt x="15419" y="23970"/>
                  </a:cubicBezTo>
                  <a:lnTo>
                    <a:pt x="15435" y="23789"/>
                  </a:lnTo>
                  <a:cubicBezTo>
                    <a:pt x="15463" y="23689"/>
                    <a:pt x="15502" y="23337"/>
                    <a:pt x="15471" y="23286"/>
                  </a:cubicBezTo>
                  <a:cubicBezTo>
                    <a:pt x="15471" y="23260"/>
                    <a:pt x="15473" y="23235"/>
                    <a:pt x="15473" y="23208"/>
                  </a:cubicBezTo>
                  <a:lnTo>
                    <a:pt x="15790" y="23551"/>
                  </a:lnTo>
                  <a:cubicBezTo>
                    <a:pt x="16028" y="23738"/>
                    <a:pt x="16249" y="23935"/>
                    <a:pt x="16568" y="24045"/>
                  </a:cubicBezTo>
                  <a:cubicBezTo>
                    <a:pt x="16669" y="24081"/>
                    <a:pt x="16768" y="24095"/>
                    <a:pt x="16864" y="24095"/>
                  </a:cubicBezTo>
                  <a:cubicBezTo>
                    <a:pt x="17173" y="24095"/>
                    <a:pt x="17448" y="23941"/>
                    <a:pt x="17645" y="23824"/>
                  </a:cubicBezTo>
                  <a:cubicBezTo>
                    <a:pt x="18117" y="23541"/>
                    <a:pt x="18416" y="23134"/>
                    <a:pt x="18730" y="22684"/>
                  </a:cubicBezTo>
                  <a:cubicBezTo>
                    <a:pt x="18874" y="22479"/>
                    <a:pt x="19049" y="22260"/>
                    <a:pt x="19157" y="22021"/>
                  </a:cubicBezTo>
                  <a:cubicBezTo>
                    <a:pt x="19241" y="21834"/>
                    <a:pt x="19281" y="21656"/>
                    <a:pt x="19362" y="21470"/>
                  </a:cubicBezTo>
                  <a:cubicBezTo>
                    <a:pt x="19432" y="21316"/>
                    <a:pt x="19532" y="21145"/>
                    <a:pt x="19592" y="20998"/>
                  </a:cubicBezTo>
                  <a:cubicBezTo>
                    <a:pt x="19615" y="20908"/>
                    <a:pt x="19638" y="20818"/>
                    <a:pt x="19663" y="20727"/>
                  </a:cubicBezTo>
                  <a:cubicBezTo>
                    <a:pt x="19752" y="20482"/>
                    <a:pt x="19823" y="20236"/>
                    <a:pt x="19912" y="19970"/>
                  </a:cubicBezTo>
                  <a:cubicBezTo>
                    <a:pt x="19939" y="19886"/>
                    <a:pt x="20073" y="19483"/>
                    <a:pt x="20028" y="19403"/>
                  </a:cubicBezTo>
                  <a:cubicBezTo>
                    <a:pt x="20028" y="19371"/>
                    <a:pt x="20029" y="19342"/>
                    <a:pt x="20029" y="19311"/>
                  </a:cubicBezTo>
                  <a:cubicBezTo>
                    <a:pt x="20050" y="19284"/>
                    <a:pt x="20130" y="19281"/>
                    <a:pt x="20160" y="19262"/>
                  </a:cubicBezTo>
                  <a:cubicBezTo>
                    <a:pt x="20259" y="19204"/>
                    <a:pt x="20355" y="19128"/>
                    <a:pt x="20450" y="19063"/>
                  </a:cubicBezTo>
                  <a:cubicBezTo>
                    <a:pt x="20611" y="18948"/>
                    <a:pt x="20758" y="18797"/>
                    <a:pt x="20922" y="18685"/>
                  </a:cubicBezTo>
                  <a:cubicBezTo>
                    <a:pt x="21150" y="18528"/>
                    <a:pt x="21381" y="18395"/>
                    <a:pt x="21578" y="18208"/>
                  </a:cubicBezTo>
                  <a:cubicBezTo>
                    <a:pt x="21678" y="18113"/>
                    <a:pt x="21965" y="17757"/>
                    <a:pt x="21746" y="17593"/>
                  </a:cubicBezTo>
                  <a:cubicBezTo>
                    <a:pt x="21767" y="17456"/>
                    <a:pt x="21873" y="17394"/>
                    <a:pt x="21921" y="17285"/>
                  </a:cubicBezTo>
                  <a:cubicBezTo>
                    <a:pt x="22027" y="17052"/>
                    <a:pt x="21890" y="16787"/>
                    <a:pt x="21701" y="16725"/>
                  </a:cubicBezTo>
                  <a:cubicBezTo>
                    <a:pt x="21789" y="16553"/>
                    <a:pt x="21931" y="16514"/>
                    <a:pt x="22007" y="16344"/>
                  </a:cubicBezTo>
                  <a:cubicBezTo>
                    <a:pt x="22040" y="16273"/>
                    <a:pt x="22043" y="16089"/>
                    <a:pt x="22021" y="15986"/>
                  </a:cubicBezTo>
                  <a:cubicBezTo>
                    <a:pt x="21969" y="15727"/>
                    <a:pt x="21896" y="15572"/>
                    <a:pt x="21684" y="15476"/>
                  </a:cubicBezTo>
                  <a:cubicBezTo>
                    <a:pt x="21572" y="15447"/>
                    <a:pt x="21460" y="15419"/>
                    <a:pt x="21350" y="15390"/>
                  </a:cubicBezTo>
                  <a:cubicBezTo>
                    <a:pt x="21240" y="15341"/>
                    <a:pt x="21134" y="15255"/>
                    <a:pt x="21030" y="15203"/>
                  </a:cubicBezTo>
                  <a:cubicBezTo>
                    <a:pt x="21053" y="15076"/>
                    <a:pt x="21136" y="14948"/>
                    <a:pt x="21168" y="14830"/>
                  </a:cubicBezTo>
                  <a:cubicBezTo>
                    <a:pt x="21210" y="14660"/>
                    <a:pt x="21021" y="14426"/>
                    <a:pt x="20822" y="14426"/>
                  </a:cubicBezTo>
                  <a:cubicBezTo>
                    <a:pt x="20802" y="14426"/>
                    <a:pt x="20782" y="14428"/>
                    <a:pt x="20762" y="14434"/>
                  </a:cubicBezTo>
                  <a:cubicBezTo>
                    <a:pt x="20615" y="14473"/>
                    <a:pt x="20518" y="14605"/>
                    <a:pt x="20420" y="14698"/>
                  </a:cubicBezTo>
                  <a:cubicBezTo>
                    <a:pt x="20240" y="14870"/>
                    <a:pt x="20037" y="15063"/>
                    <a:pt x="19827" y="15201"/>
                  </a:cubicBezTo>
                  <a:cubicBezTo>
                    <a:pt x="19602" y="15352"/>
                    <a:pt x="19292" y="15403"/>
                    <a:pt x="19070" y="15559"/>
                  </a:cubicBezTo>
                  <a:cubicBezTo>
                    <a:pt x="18812" y="15741"/>
                    <a:pt x="18664" y="16071"/>
                    <a:pt x="18561" y="16414"/>
                  </a:cubicBezTo>
                  <a:lnTo>
                    <a:pt x="18474" y="16876"/>
                  </a:lnTo>
                  <a:cubicBezTo>
                    <a:pt x="18458" y="17074"/>
                    <a:pt x="18439" y="17273"/>
                    <a:pt x="18423" y="17471"/>
                  </a:cubicBezTo>
                  <a:cubicBezTo>
                    <a:pt x="18381" y="17629"/>
                    <a:pt x="18285" y="17798"/>
                    <a:pt x="18270" y="17945"/>
                  </a:cubicBezTo>
                  <a:cubicBezTo>
                    <a:pt x="17978" y="18058"/>
                    <a:pt x="17805" y="18395"/>
                    <a:pt x="17622" y="18628"/>
                  </a:cubicBezTo>
                  <a:cubicBezTo>
                    <a:pt x="17514" y="18763"/>
                    <a:pt x="17345" y="18846"/>
                    <a:pt x="17228" y="18968"/>
                  </a:cubicBezTo>
                  <a:cubicBezTo>
                    <a:pt x="17184" y="18910"/>
                    <a:pt x="17200" y="18817"/>
                    <a:pt x="17180" y="18734"/>
                  </a:cubicBezTo>
                  <a:cubicBezTo>
                    <a:pt x="17138" y="18563"/>
                    <a:pt x="17114" y="18385"/>
                    <a:pt x="17062" y="18214"/>
                  </a:cubicBezTo>
                  <a:cubicBezTo>
                    <a:pt x="16978" y="17942"/>
                    <a:pt x="16876" y="17661"/>
                    <a:pt x="16794" y="17395"/>
                  </a:cubicBezTo>
                  <a:cubicBezTo>
                    <a:pt x="16780" y="17290"/>
                    <a:pt x="16764" y="17187"/>
                    <a:pt x="16749" y="17084"/>
                  </a:cubicBezTo>
                  <a:cubicBezTo>
                    <a:pt x="16690" y="16847"/>
                    <a:pt x="16661" y="16601"/>
                    <a:pt x="16597" y="16357"/>
                  </a:cubicBezTo>
                  <a:cubicBezTo>
                    <a:pt x="16493" y="15957"/>
                    <a:pt x="16422" y="15531"/>
                    <a:pt x="16300" y="15136"/>
                  </a:cubicBezTo>
                  <a:cubicBezTo>
                    <a:pt x="16110" y="14513"/>
                    <a:pt x="15849" y="13932"/>
                    <a:pt x="15615" y="13363"/>
                  </a:cubicBezTo>
                  <a:cubicBezTo>
                    <a:pt x="15493" y="13070"/>
                    <a:pt x="15375" y="12783"/>
                    <a:pt x="15218" y="12514"/>
                  </a:cubicBezTo>
                  <a:cubicBezTo>
                    <a:pt x="14913" y="11991"/>
                    <a:pt x="14584" y="11408"/>
                    <a:pt x="14113" y="11043"/>
                  </a:cubicBezTo>
                  <a:cubicBezTo>
                    <a:pt x="13869" y="10854"/>
                    <a:pt x="13602" y="10677"/>
                    <a:pt x="13336" y="10508"/>
                  </a:cubicBezTo>
                  <a:cubicBezTo>
                    <a:pt x="13174" y="10405"/>
                    <a:pt x="13000" y="10344"/>
                    <a:pt x="12838" y="10239"/>
                  </a:cubicBezTo>
                  <a:cubicBezTo>
                    <a:pt x="12584" y="10076"/>
                    <a:pt x="12302" y="9900"/>
                    <a:pt x="12020" y="9769"/>
                  </a:cubicBezTo>
                  <a:cubicBezTo>
                    <a:pt x="11707" y="9624"/>
                    <a:pt x="11402" y="9482"/>
                    <a:pt x="11111" y="9323"/>
                  </a:cubicBezTo>
                  <a:cubicBezTo>
                    <a:pt x="11017" y="9272"/>
                    <a:pt x="10929" y="9224"/>
                    <a:pt x="10842" y="9176"/>
                  </a:cubicBezTo>
                  <a:cubicBezTo>
                    <a:pt x="10817" y="9162"/>
                    <a:pt x="10775" y="9168"/>
                    <a:pt x="10753" y="9149"/>
                  </a:cubicBezTo>
                  <a:cubicBezTo>
                    <a:pt x="10730" y="9131"/>
                    <a:pt x="10723" y="9083"/>
                    <a:pt x="10704" y="9058"/>
                  </a:cubicBezTo>
                  <a:cubicBezTo>
                    <a:pt x="10649" y="8980"/>
                    <a:pt x="10554" y="8868"/>
                    <a:pt x="10477" y="8807"/>
                  </a:cubicBezTo>
                  <a:cubicBezTo>
                    <a:pt x="10403" y="8749"/>
                    <a:pt x="10326" y="8683"/>
                    <a:pt x="10249" y="8635"/>
                  </a:cubicBezTo>
                  <a:cubicBezTo>
                    <a:pt x="10195" y="8600"/>
                    <a:pt x="10130" y="8592"/>
                    <a:pt x="10083" y="8553"/>
                  </a:cubicBezTo>
                  <a:lnTo>
                    <a:pt x="10070" y="8541"/>
                  </a:lnTo>
                  <a:cubicBezTo>
                    <a:pt x="10367" y="8407"/>
                    <a:pt x="10796" y="8406"/>
                    <a:pt x="10983" y="8158"/>
                  </a:cubicBezTo>
                  <a:cubicBezTo>
                    <a:pt x="11079" y="8032"/>
                    <a:pt x="11117" y="7882"/>
                    <a:pt x="11187" y="7724"/>
                  </a:cubicBezTo>
                  <a:cubicBezTo>
                    <a:pt x="11379" y="7280"/>
                    <a:pt x="11492" y="6767"/>
                    <a:pt x="11632" y="6261"/>
                  </a:cubicBezTo>
                  <a:cubicBezTo>
                    <a:pt x="11661" y="6072"/>
                    <a:pt x="11691" y="5883"/>
                    <a:pt x="11720" y="5694"/>
                  </a:cubicBezTo>
                  <a:cubicBezTo>
                    <a:pt x="11762" y="5524"/>
                    <a:pt x="11757" y="5105"/>
                    <a:pt x="11725" y="4945"/>
                  </a:cubicBezTo>
                  <a:cubicBezTo>
                    <a:pt x="11713" y="4892"/>
                    <a:pt x="11674" y="4764"/>
                    <a:pt x="11691" y="4700"/>
                  </a:cubicBezTo>
                  <a:cubicBezTo>
                    <a:pt x="11712" y="4627"/>
                    <a:pt x="11773" y="4532"/>
                    <a:pt x="11800" y="4457"/>
                  </a:cubicBezTo>
                  <a:cubicBezTo>
                    <a:pt x="11925" y="4099"/>
                    <a:pt x="12018" y="3561"/>
                    <a:pt x="11931" y="3154"/>
                  </a:cubicBezTo>
                  <a:cubicBezTo>
                    <a:pt x="11882" y="2926"/>
                    <a:pt x="11982" y="2692"/>
                    <a:pt x="11853" y="2545"/>
                  </a:cubicBezTo>
                  <a:cubicBezTo>
                    <a:pt x="11872" y="2366"/>
                    <a:pt x="12149" y="2369"/>
                    <a:pt x="12273" y="2296"/>
                  </a:cubicBezTo>
                  <a:cubicBezTo>
                    <a:pt x="12460" y="2184"/>
                    <a:pt x="12789" y="1825"/>
                    <a:pt x="12600" y="1501"/>
                  </a:cubicBezTo>
                  <a:cubicBezTo>
                    <a:pt x="12550" y="1418"/>
                    <a:pt x="12473" y="1412"/>
                    <a:pt x="12396" y="1354"/>
                  </a:cubicBezTo>
                  <a:cubicBezTo>
                    <a:pt x="12375" y="1271"/>
                    <a:pt x="12548" y="1130"/>
                    <a:pt x="12444" y="992"/>
                  </a:cubicBezTo>
                  <a:cubicBezTo>
                    <a:pt x="12416" y="907"/>
                    <a:pt x="12308" y="834"/>
                    <a:pt x="12174" y="834"/>
                  </a:cubicBezTo>
                  <a:cubicBezTo>
                    <a:pt x="12145" y="834"/>
                    <a:pt x="12116" y="837"/>
                    <a:pt x="12085" y="844"/>
                  </a:cubicBezTo>
                  <a:cubicBezTo>
                    <a:pt x="11855" y="895"/>
                    <a:pt x="11594" y="1031"/>
                    <a:pt x="11296" y="1031"/>
                  </a:cubicBezTo>
                  <a:cubicBezTo>
                    <a:pt x="11224" y="1031"/>
                    <a:pt x="11150" y="1023"/>
                    <a:pt x="11073" y="1004"/>
                  </a:cubicBezTo>
                  <a:cubicBezTo>
                    <a:pt x="10032" y="742"/>
                    <a:pt x="9663" y="4"/>
                    <a:pt x="83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65"/>
            <p:cNvSpPr/>
            <p:nvPr/>
          </p:nvSpPr>
          <p:spPr>
            <a:xfrm>
              <a:off x="947610" y="3592388"/>
              <a:ext cx="7894" cy="31320"/>
            </a:xfrm>
            <a:custGeom>
              <a:rect b="b" l="l" r="r" t="t"/>
              <a:pathLst>
                <a:path extrusionOk="0" h="1107" w="279">
                  <a:moveTo>
                    <a:pt x="167" y="0"/>
                  </a:moveTo>
                  <a:cubicBezTo>
                    <a:pt x="167" y="271"/>
                    <a:pt x="135" y="531"/>
                    <a:pt x="72" y="759"/>
                  </a:cubicBezTo>
                  <a:cubicBezTo>
                    <a:pt x="43" y="867"/>
                    <a:pt x="58" y="990"/>
                    <a:pt x="1" y="1069"/>
                  </a:cubicBezTo>
                  <a:lnTo>
                    <a:pt x="1" y="1107"/>
                  </a:lnTo>
                  <a:lnTo>
                    <a:pt x="14" y="1107"/>
                  </a:lnTo>
                  <a:cubicBezTo>
                    <a:pt x="116" y="922"/>
                    <a:pt x="279" y="663"/>
                    <a:pt x="222" y="350"/>
                  </a:cubicBezTo>
                  <a:cubicBezTo>
                    <a:pt x="199" y="214"/>
                    <a:pt x="239" y="83"/>
                    <a:pt x="1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65"/>
            <p:cNvSpPr/>
            <p:nvPr/>
          </p:nvSpPr>
          <p:spPr>
            <a:xfrm>
              <a:off x="930917" y="3599744"/>
              <a:ext cx="9563" cy="37176"/>
            </a:xfrm>
            <a:custGeom>
              <a:rect b="b" l="l" r="r" t="t"/>
              <a:pathLst>
                <a:path extrusionOk="0" h="1314" w="338">
                  <a:moveTo>
                    <a:pt x="296" y="0"/>
                  </a:moveTo>
                  <a:cubicBezTo>
                    <a:pt x="280" y="383"/>
                    <a:pt x="190" y="658"/>
                    <a:pt x="82" y="953"/>
                  </a:cubicBezTo>
                  <a:cubicBezTo>
                    <a:pt x="51" y="1040"/>
                    <a:pt x="1" y="1230"/>
                    <a:pt x="49" y="1302"/>
                  </a:cubicBezTo>
                  <a:lnTo>
                    <a:pt x="62" y="1313"/>
                  </a:lnTo>
                  <a:lnTo>
                    <a:pt x="62" y="1302"/>
                  </a:lnTo>
                  <a:cubicBezTo>
                    <a:pt x="211" y="1188"/>
                    <a:pt x="256" y="621"/>
                    <a:pt x="315" y="389"/>
                  </a:cubicBezTo>
                  <a:cubicBezTo>
                    <a:pt x="338" y="293"/>
                    <a:pt x="338" y="54"/>
                    <a:pt x="2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65"/>
            <p:cNvSpPr/>
            <p:nvPr/>
          </p:nvSpPr>
          <p:spPr>
            <a:xfrm>
              <a:off x="876003" y="3533711"/>
              <a:ext cx="368" cy="736"/>
            </a:xfrm>
            <a:custGeom>
              <a:rect b="b" l="l" r="r" t="t"/>
              <a:pathLst>
                <a:path extrusionOk="0" h="26" w="13">
                  <a:moveTo>
                    <a:pt x="1" y="1"/>
                  </a:moveTo>
                  <a:lnTo>
                    <a:pt x="1" y="26"/>
                  </a:lnTo>
                  <a:lnTo>
                    <a:pt x="12" y="26"/>
                  </a:lnTo>
                  <a:cubicBezTo>
                    <a:pt x="5" y="4"/>
                    <a:pt x="11" y="1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65"/>
            <p:cNvSpPr/>
            <p:nvPr/>
          </p:nvSpPr>
          <p:spPr>
            <a:xfrm>
              <a:off x="911509" y="3632110"/>
              <a:ext cx="5319" cy="18673"/>
            </a:xfrm>
            <a:custGeom>
              <a:rect b="b" l="l" r="r" t="t"/>
              <a:pathLst>
                <a:path extrusionOk="0" h="660" w="188">
                  <a:moveTo>
                    <a:pt x="92" y="1"/>
                  </a:moveTo>
                  <a:lnTo>
                    <a:pt x="92" y="1"/>
                  </a:lnTo>
                  <a:cubicBezTo>
                    <a:pt x="90" y="152"/>
                    <a:pt x="66" y="402"/>
                    <a:pt x="5" y="492"/>
                  </a:cubicBezTo>
                  <a:cubicBezTo>
                    <a:pt x="3" y="547"/>
                    <a:pt x="3" y="604"/>
                    <a:pt x="0" y="659"/>
                  </a:cubicBezTo>
                  <a:lnTo>
                    <a:pt x="13" y="646"/>
                  </a:lnTo>
                  <a:cubicBezTo>
                    <a:pt x="88" y="589"/>
                    <a:pt x="188" y="110"/>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65"/>
            <p:cNvSpPr/>
            <p:nvPr/>
          </p:nvSpPr>
          <p:spPr>
            <a:xfrm>
              <a:off x="920308" y="3608996"/>
              <a:ext cx="8375" cy="39355"/>
            </a:xfrm>
            <a:custGeom>
              <a:rect b="b" l="l" r="r" t="t"/>
              <a:pathLst>
                <a:path extrusionOk="0" h="1391" w="296">
                  <a:moveTo>
                    <a:pt x="187" y="0"/>
                  </a:moveTo>
                  <a:lnTo>
                    <a:pt x="187" y="0"/>
                  </a:lnTo>
                  <a:cubicBezTo>
                    <a:pt x="203" y="383"/>
                    <a:pt x="168" y="665"/>
                    <a:pt x="75" y="992"/>
                  </a:cubicBezTo>
                  <a:cubicBezTo>
                    <a:pt x="44" y="1101"/>
                    <a:pt x="63" y="1258"/>
                    <a:pt x="2" y="1340"/>
                  </a:cubicBezTo>
                  <a:cubicBezTo>
                    <a:pt x="2" y="1356"/>
                    <a:pt x="2" y="1374"/>
                    <a:pt x="0" y="1390"/>
                  </a:cubicBezTo>
                  <a:lnTo>
                    <a:pt x="14" y="1390"/>
                  </a:lnTo>
                  <a:cubicBezTo>
                    <a:pt x="35" y="1328"/>
                    <a:pt x="82" y="1280"/>
                    <a:pt x="108" y="1225"/>
                  </a:cubicBezTo>
                  <a:cubicBezTo>
                    <a:pt x="187" y="1052"/>
                    <a:pt x="296" y="643"/>
                    <a:pt x="255" y="415"/>
                  </a:cubicBezTo>
                  <a:cubicBezTo>
                    <a:pt x="226" y="251"/>
                    <a:pt x="275" y="99"/>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65"/>
            <p:cNvSpPr/>
            <p:nvPr/>
          </p:nvSpPr>
          <p:spPr>
            <a:xfrm>
              <a:off x="805698" y="3334029"/>
              <a:ext cx="12675" cy="23681"/>
            </a:xfrm>
            <a:custGeom>
              <a:rect b="b" l="l" r="r" t="t"/>
              <a:pathLst>
                <a:path extrusionOk="0" h="837" w="448">
                  <a:moveTo>
                    <a:pt x="1" y="0"/>
                  </a:moveTo>
                  <a:lnTo>
                    <a:pt x="1" y="0"/>
                  </a:lnTo>
                  <a:cubicBezTo>
                    <a:pt x="31" y="215"/>
                    <a:pt x="295" y="702"/>
                    <a:pt x="436" y="810"/>
                  </a:cubicBezTo>
                  <a:lnTo>
                    <a:pt x="436" y="836"/>
                  </a:lnTo>
                  <a:lnTo>
                    <a:pt x="447" y="836"/>
                  </a:lnTo>
                  <a:cubicBezTo>
                    <a:pt x="444" y="531"/>
                    <a:pt x="268" y="378"/>
                    <a:pt x="139" y="196"/>
                  </a:cubicBezTo>
                  <a:cubicBezTo>
                    <a:pt x="91" y="132"/>
                    <a:pt x="59" y="4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65"/>
            <p:cNvSpPr/>
            <p:nvPr/>
          </p:nvSpPr>
          <p:spPr>
            <a:xfrm>
              <a:off x="789261" y="3897147"/>
              <a:ext cx="396" cy="707"/>
            </a:xfrm>
            <a:custGeom>
              <a:rect b="b" l="l" r="r" t="t"/>
              <a:pathLst>
                <a:path extrusionOk="0" h="25" w="14">
                  <a:moveTo>
                    <a:pt x="0" y="0"/>
                  </a:moveTo>
                  <a:lnTo>
                    <a:pt x="0" y="25"/>
                  </a:lnTo>
                  <a:lnTo>
                    <a:pt x="13" y="25"/>
                  </a:lnTo>
                  <a:cubicBezTo>
                    <a:pt x="3" y="3"/>
                    <a:pt x="9"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65"/>
            <p:cNvSpPr/>
            <p:nvPr/>
          </p:nvSpPr>
          <p:spPr>
            <a:xfrm>
              <a:off x="759385" y="3770315"/>
              <a:ext cx="13694" cy="53926"/>
            </a:xfrm>
            <a:custGeom>
              <a:rect b="b" l="l" r="r" t="t"/>
              <a:pathLst>
                <a:path extrusionOk="0" h="1906" w="484">
                  <a:moveTo>
                    <a:pt x="1" y="1"/>
                  </a:moveTo>
                  <a:lnTo>
                    <a:pt x="1" y="1"/>
                  </a:lnTo>
                  <a:cubicBezTo>
                    <a:pt x="12" y="181"/>
                    <a:pt x="88" y="376"/>
                    <a:pt x="132" y="546"/>
                  </a:cubicBezTo>
                  <a:lnTo>
                    <a:pt x="257" y="1337"/>
                  </a:lnTo>
                  <a:cubicBezTo>
                    <a:pt x="287" y="1482"/>
                    <a:pt x="207" y="1769"/>
                    <a:pt x="284" y="1881"/>
                  </a:cubicBezTo>
                  <a:cubicBezTo>
                    <a:pt x="287" y="1889"/>
                    <a:pt x="293" y="1898"/>
                    <a:pt x="296" y="1905"/>
                  </a:cubicBezTo>
                  <a:cubicBezTo>
                    <a:pt x="328" y="1897"/>
                    <a:pt x="325" y="1892"/>
                    <a:pt x="350" y="1881"/>
                  </a:cubicBezTo>
                  <a:cubicBezTo>
                    <a:pt x="483" y="1331"/>
                    <a:pt x="308" y="764"/>
                    <a:pt x="149" y="377"/>
                  </a:cubicBezTo>
                  <a:cubicBezTo>
                    <a:pt x="98" y="259"/>
                    <a:pt x="79" y="9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65"/>
            <p:cNvSpPr/>
            <p:nvPr/>
          </p:nvSpPr>
          <p:spPr>
            <a:xfrm>
              <a:off x="726906" y="4059230"/>
              <a:ext cx="340" cy="1103"/>
            </a:xfrm>
            <a:custGeom>
              <a:rect b="b" l="l" r="r" t="t"/>
              <a:pathLst>
                <a:path extrusionOk="0" h="39" w="12">
                  <a:moveTo>
                    <a:pt x="0" y="1"/>
                  </a:moveTo>
                  <a:lnTo>
                    <a:pt x="0" y="39"/>
                  </a:lnTo>
                  <a:lnTo>
                    <a:pt x="12" y="39"/>
                  </a:lnTo>
                  <a:cubicBezTo>
                    <a:pt x="7" y="14"/>
                    <a:pt x="9"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65"/>
            <p:cNvSpPr/>
            <p:nvPr/>
          </p:nvSpPr>
          <p:spPr>
            <a:xfrm>
              <a:off x="758706" y="3768504"/>
              <a:ext cx="396" cy="764"/>
            </a:xfrm>
            <a:custGeom>
              <a:rect b="b" l="l" r="r" t="t"/>
              <a:pathLst>
                <a:path extrusionOk="0" h="27" w="14">
                  <a:moveTo>
                    <a:pt x="0" y="1"/>
                  </a:moveTo>
                  <a:lnTo>
                    <a:pt x="0" y="27"/>
                  </a:lnTo>
                  <a:lnTo>
                    <a:pt x="13" y="27"/>
                  </a:lnTo>
                  <a:cubicBezTo>
                    <a:pt x="6" y="5"/>
                    <a:pt x="12"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65"/>
            <p:cNvSpPr/>
            <p:nvPr/>
          </p:nvSpPr>
          <p:spPr>
            <a:xfrm>
              <a:off x="751010" y="3897826"/>
              <a:ext cx="38732" cy="75965"/>
            </a:xfrm>
            <a:custGeom>
              <a:rect b="b" l="l" r="r" t="t"/>
              <a:pathLst>
                <a:path extrusionOk="0" h="2685" w="1369">
                  <a:moveTo>
                    <a:pt x="1338" y="1"/>
                  </a:moveTo>
                  <a:lnTo>
                    <a:pt x="1338" y="1"/>
                  </a:lnTo>
                  <a:cubicBezTo>
                    <a:pt x="1306" y="172"/>
                    <a:pt x="1146" y="393"/>
                    <a:pt x="1066" y="537"/>
                  </a:cubicBezTo>
                  <a:cubicBezTo>
                    <a:pt x="932" y="784"/>
                    <a:pt x="825" y="1032"/>
                    <a:pt x="688" y="1279"/>
                  </a:cubicBezTo>
                  <a:cubicBezTo>
                    <a:pt x="606" y="1427"/>
                    <a:pt x="505" y="1585"/>
                    <a:pt x="432" y="1738"/>
                  </a:cubicBezTo>
                  <a:cubicBezTo>
                    <a:pt x="327" y="1963"/>
                    <a:pt x="221" y="2186"/>
                    <a:pt x="121" y="2404"/>
                  </a:cubicBezTo>
                  <a:cubicBezTo>
                    <a:pt x="80" y="2493"/>
                    <a:pt x="61" y="2593"/>
                    <a:pt x="0" y="2660"/>
                  </a:cubicBezTo>
                  <a:lnTo>
                    <a:pt x="0" y="2685"/>
                  </a:lnTo>
                  <a:lnTo>
                    <a:pt x="12" y="2685"/>
                  </a:lnTo>
                  <a:cubicBezTo>
                    <a:pt x="182" y="2363"/>
                    <a:pt x="381" y="2048"/>
                    <a:pt x="576" y="1742"/>
                  </a:cubicBezTo>
                  <a:cubicBezTo>
                    <a:pt x="778" y="1424"/>
                    <a:pt x="907" y="1062"/>
                    <a:pt x="1076" y="719"/>
                  </a:cubicBezTo>
                  <a:cubicBezTo>
                    <a:pt x="1156" y="555"/>
                    <a:pt x="1208" y="387"/>
                    <a:pt x="1281" y="206"/>
                  </a:cubicBezTo>
                  <a:cubicBezTo>
                    <a:pt x="1301" y="155"/>
                    <a:pt x="1368" y="57"/>
                    <a:pt x="13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65"/>
            <p:cNvSpPr/>
            <p:nvPr/>
          </p:nvSpPr>
          <p:spPr>
            <a:xfrm>
              <a:off x="554468" y="4489207"/>
              <a:ext cx="34743" cy="93648"/>
            </a:xfrm>
            <a:custGeom>
              <a:rect b="b" l="l" r="r" t="t"/>
              <a:pathLst>
                <a:path extrusionOk="0" h="3310" w="1228">
                  <a:moveTo>
                    <a:pt x="1196" y="0"/>
                  </a:moveTo>
                  <a:lnTo>
                    <a:pt x="1196" y="0"/>
                  </a:lnTo>
                  <a:cubicBezTo>
                    <a:pt x="1175" y="310"/>
                    <a:pt x="1017" y="570"/>
                    <a:pt x="919" y="820"/>
                  </a:cubicBezTo>
                  <a:cubicBezTo>
                    <a:pt x="719" y="1326"/>
                    <a:pt x="566" y="1848"/>
                    <a:pt x="370" y="2347"/>
                  </a:cubicBezTo>
                  <a:cubicBezTo>
                    <a:pt x="272" y="2597"/>
                    <a:pt x="200" y="2847"/>
                    <a:pt x="95" y="3078"/>
                  </a:cubicBezTo>
                  <a:cubicBezTo>
                    <a:pt x="63" y="3152"/>
                    <a:pt x="51" y="3229"/>
                    <a:pt x="0" y="3283"/>
                  </a:cubicBezTo>
                  <a:lnTo>
                    <a:pt x="0" y="3309"/>
                  </a:lnTo>
                  <a:lnTo>
                    <a:pt x="13" y="3309"/>
                  </a:lnTo>
                  <a:cubicBezTo>
                    <a:pt x="86" y="3173"/>
                    <a:pt x="187" y="3042"/>
                    <a:pt x="268" y="2914"/>
                  </a:cubicBezTo>
                  <a:cubicBezTo>
                    <a:pt x="370" y="2754"/>
                    <a:pt x="448" y="2553"/>
                    <a:pt x="524" y="2376"/>
                  </a:cubicBezTo>
                  <a:cubicBezTo>
                    <a:pt x="732" y="1904"/>
                    <a:pt x="822" y="1387"/>
                    <a:pt x="1008" y="887"/>
                  </a:cubicBezTo>
                  <a:cubicBezTo>
                    <a:pt x="1081" y="694"/>
                    <a:pt x="1130" y="464"/>
                    <a:pt x="1190" y="259"/>
                  </a:cubicBezTo>
                  <a:cubicBezTo>
                    <a:pt x="1206" y="201"/>
                    <a:pt x="1227" y="50"/>
                    <a:pt x="11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65"/>
            <p:cNvSpPr/>
            <p:nvPr/>
          </p:nvSpPr>
          <p:spPr>
            <a:xfrm>
              <a:off x="759017" y="3769240"/>
              <a:ext cx="396" cy="1103"/>
            </a:xfrm>
            <a:custGeom>
              <a:rect b="b" l="l" r="r" t="t"/>
              <a:pathLst>
                <a:path extrusionOk="0" h="39" w="14">
                  <a:moveTo>
                    <a:pt x="1" y="1"/>
                  </a:moveTo>
                  <a:cubicBezTo>
                    <a:pt x="2" y="14"/>
                    <a:pt x="2" y="26"/>
                    <a:pt x="1" y="39"/>
                  </a:cubicBezTo>
                  <a:lnTo>
                    <a:pt x="14" y="39"/>
                  </a:lnTo>
                  <a:cubicBezTo>
                    <a:pt x="8" y="11"/>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65"/>
            <p:cNvSpPr/>
            <p:nvPr/>
          </p:nvSpPr>
          <p:spPr>
            <a:xfrm>
              <a:off x="563352" y="3762874"/>
              <a:ext cx="83067" cy="131447"/>
            </a:xfrm>
            <a:custGeom>
              <a:rect b="b" l="l" r="r" t="t"/>
              <a:pathLst>
                <a:path extrusionOk="0" h="4646" w="2936">
                  <a:moveTo>
                    <a:pt x="2476" y="127"/>
                  </a:moveTo>
                  <a:cubicBezTo>
                    <a:pt x="2569" y="127"/>
                    <a:pt x="2692" y="130"/>
                    <a:pt x="2747" y="174"/>
                  </a:cubicBezTo>
                  <a:cubicBezTo>
                    <a:pt x="2760" y="178"/>
                    <a:pt x="2773" y="182"/>
                    <a:pt x="2786" y="188"/>
                  </a:cubicBezTo>
                  <a:cubicBezTo>
                    <a:pt x="2776" y="328"/>
                    <a:pt x="2731" y="425"/>
                    <a:pt x="2699" y="534"/>
                  </a:cubicBezTo>
                  <a:cubicBezTo>
                    <a:pt x="2594" y="874"/>
                    <a:pt x="2535" y="1177"/>
                    <a:pt x="2408" y="1472"/>
                  </a:cubicBezTo>
                  <a:cubicBezTo>
                    <a:pt x="2120" y="2132"/>
                    <a:pt x="1853" y="2783"/>
                    <a:pt x="1475" y="3352"/>
                  </a:cubicBezTo>
                  <a:cubicBezTo>
                    <a:pt x="1421" y="3435"/>
                    <a:pt x="1351" y="3526"/>
                    <a:pt x="1289" y="3606"/>
                  </a:cubicBezTo>
                  <a:cubicBezTo>
                    <a:pt x="1226" y="3660"/>
                    <a:pt x="1165" y="3715"/>
                    <a:pt x="1104" y="3769"/>
                  </a:cubicBezTo>
                  <a:cubicBezTo>
                    <a:pt x="954" y="3961"/>
                    <a:pt x="762" y="4122"/>
                    <a:pt x="591" y="4288"/>
                  </a:cubicBezTo>
                  <a:cubicBezTo>
                    <a:pt x="515" y="4361"/>
                    <a:pt x="448" y="4467"/>
                    <a:pt x="339" y="4502"/>
                  </a:cubicBezTo>
                  <a:cubicBezTo>
                    <a:pt x="326" y="4513"/>
                    <a:pt x="336" y="4508"/>
                    <a:pt x="314" y="4515"/>
                  </a:cubicBezTo>
                  <a:cubicBezTo>
                    <a:pt x="271" y="4419"/>
                    <a:pt x="236" y="4340"/>
                    <a:pt x="243" y="4189"/>
                  </a:cubicBezTo>
                  <a:cubicBezTo>
                    <a:pt x="556" y="3884"/>
                    <a:pt x="797" y="3526"/>
                    <a:pt x="1041" y="3147"/>
                  </a:cubicBezTo>
                  <a:cubicBezTo>
                    <a:pt x="1150" y="2975"/>
                    <a:pt x="1213" y="2793"/>
                    <a:pt x="1325" y="2623"/>
                  </a:cubicBezTo>
                  <a:cubicBezTo>
                    <a:pt x="1595" y="2199"/>
                    <a:pt x="1860" y="1723"/>
                    <a:pt x="2077" y="1257"/>
                  </a:cubicBezTo>
                  <a:cubicBezTo>
                    <a:pt x="2184" y="1027"/>
                    <a:pt x="2260" y="777"/>
                    <a:pt x="2338" y="525"/>
                  </a:cubicBezTo>
                  <a:cubicBezTo>
                    <a:pt x="2379" y="395"/>
                    <a:pt x="2366" y="248"/>
                    <a:pt x="2437" y="153"/>
                  </a:cubicBezTo>
                  <a:cubicBezTo>
                    <a:pt x="2447" y="144"/>
                    <a:pt x="2466" y="137"/>
                    <a:pt x="2476" y="127"/>
                  </a:cubicBezTo>
                  <a:close/>
                  <a:moveTo>
                    <a:pt x="2452" y="1"/>
                  </a:moveTo>
                  <a:cubicBezTo>
                    <a:pt x="2437" y="11"/>
                    <a:pt x="2428" y="9"/>
                    <a:pt x="2398" y="11"/>
                  </a:cubicBezTo>
                  <a:cubicBezTo>
                    <a:pt x="2248" y="163"/>
                    <a:pt x="2333" y="203"/>
                    <a:pt x="2260" y="409"/>
                  </a:cubicBezTo>
                  <a:cubicBezTo>
                    <a:pt x="2174" y="655"/>
                    <a:pt x="2071" y="915"/>
                    <a:pt x="1960" y="1152"/>
                  </a:cubicBezTo>
                  <a:cubicBezTo>
                    <a:pt x="1738" y="1632"/>
                    <a:pt x="1472" y="2122"/>
                    <a:pt x="1193" y="2558"/>
                  </a:cubicBezTo>
                  <a:cubicBezTo>
                    <a:pt x="977" y="2895"/>
                    <a:pt x="828" y="3259"/>
                    <a:pt x="602" y="3579"/>
                  </a:cubicBezTo>
                  <a:cubicBezTo>
                    <a:pt x="538" y="3670"/>
                    <a:pt x="461" y="3757"/>
                    <a:pt x="390" y="3846"/>
                  </a:cubicBezTo>
                  <a:cubicBezTo>
                    <a:pt x="251" y="4022"/>
                    <a:pt x="0" y="4109"/>
                    <a:pt x="144" y="4474"/>
                  </a:cubicBezTo>
                  <a:cubicBezTo>
                    <a:pt x="166" y="4531"/>
                    <a:pt x="214" y="4583"/>
                    <a:pt x="245" y="4633"/>
                  </a:cubicBezTo>
                  <a:cubicBezTo>
                    <a:pt x="267" y="4641"/>
                    <a:pt x="258" y="4637"/>
                    <a:pt x="269" y="4646"/>
                  </a:cubicBezTo>
                  <a:cubicBezTo>
                    <a:pt x="271" y="4646"/>
                    <a:pt x="273" y="4646"/>
                    <a:pt x="275" y="4646"/>
                  </a:cubicBezTo>
                  <a:cubicBezTo>
                    <a:pt x="515" y="4646"/>
                    <a:pt x="600" y="4460"/>
                    <a:pt x="727" y="4346"/>
                  </a:cubicBezTo>
                  <a:cubicBezTo>
                    <a:pt x="787" y="4292"/>
                    <a:pt x="861" y="4266"/>
                    <a:pt x="924" y="4220"/>
                  </a:cubicBezTo>
                  <a:cubicBezTo>
                    <a:pt x="1044" y="4135"/>
                    <a:pt x="1149" y="4007"/>
                    <a:pt x="1242" y="3891"/>
                  </a:cubicBezTo>
                  <a:cubicBezTo>
                    <a:pt x="1300" y="3817"/>
                    <a:pt x="1385" y="3753"/>
                    <a:pt x="1440" y="3674"/>
                  </a:cubicBezTo>
                  <a:cubicBezTo>
                    <a:pt x="1952" y="2982"/>
                    <a:pt x="2353" y="2122"/>
                    <a:pt x="2668" y="1232"/>
                  </a:cubicBezTo>
                  <a:cubicBezTo>
                    <a:pt x="2725" y="1076"/>
                    <a:pt x="2774" y="889"/>
                    <a:pt x="2821" y="719"/>
                  </a:cubicBezTo>
                  <a:cubicBezTo>
                    <a:pt x="2833" y="646"/>
                    <a:pt x="2841" y="573"/>
                    <a:pt x="2853" y="498"/>
                  </a:cubicBezTo>
                  <a:cubicBezTo>
                    <a:pt x="2891" y="379"/>
                    <a:pt x="2936" y="287"/>
                    <a:pt x="2926" y="139"/>
                  </a:cubicBezTo>
                  <a:cubicBezTo>
                    <a:pt x="2905" y="112"/>
                    <a:pt x="2884" y="88"/>
                    <a:pt x="2863" y="60"/>
                  </a:cubicBezTo>
                  <a:cubicBezTo>
                    <a:pt x="2744" y="28"/>
                    <a:pt x="2623" y="1"/>
                    <a:pt x="24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65"/>
            <p:cNvSpPr/>
            <p:nvPr/>
          </p:nvSpPr>
          <p:spPr>
            <a:xfrm>
              <a:off x="726482" y="4060305"/>
              <a:ext cx="368" cy="764"/>
            </a:xfrm>
            <a:custGeom>
              <a:rect b="b" l="l" r="r" t="t"/>
              <a:pathLst>
                <a:path extrusionOk="0" h="27" w="13">
                  <a:moveTo>
                    <a:pt x="1" y="1"/>
                  </a:moveTo>
                  <a:lnTo>
                    <a:pt x="1" y="27"/>
                  </a:lnTo>
                  <a:lnTo>
                    <a:pt x="12" y="27"/>
                  </a:lnTo>
                  <a:cubicBezTo>
                    <a:pt x="5" y="5"/>
                    <a:pt x="11"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65"/>
            <p:cNvSpPr/>
            <p:nvPr/>
          </p:nvSpPr>
          <p:spPr>
            <a:xfrm>
              <a:off x="735450" y="4042651"/>
              <a:ext cx="40345" cy="76758"/>
            </a:xfrm>
            <a:custGeom>
              <a:rect b="b" l="l" r="r" t="t"/>
              <a:pathLst>
                <a:path extrusionOk="0" h="2713" w="1426">
                  <a:moveTo>
                    <a:pt x="1404" y="1"/>
                  </a:moveTo>
                  <a:cubicBezTo>
                    <a:pt x="1292" y="159"/>
                    <a:pt x="1142" y="305"/>
                    <a:pt x="1031" y="472"/>
                  </a:cubicBezTo>
                  <a:cubicBezTo>
                    <a:pt x="783" y="849"/>
                    <a:pt x="569" y="1250"/>
                    <a:pt x="371" y="1673"/>
                  </a:cubicBezTo>
                  <a:cubicBezTo>
                    <a:pt x="240" y="1952"/>
                    <a:pt x="5" y="2323"/>
                    <a:pt x="1" y="2712"/>
                  </a:cubicBezTo>
                  <a:cubicBezTo>
                    <a:pt x="47" y="2657"/>
                    <a:pt x="51" y="2564"/>
                    <a:pt x="83" y="2494"/>
                  </a:cubicBezTo>
                  <a:cubicBezTo>
                    <a:pt x="137" y="2377"/>
                    <a:pt x="198" y="2262"/>
                    <a:pt x="259" y="2137"/>
                  </a:cubicBezTo>
                  <a:cubicBezTo>
                    <a:pt x="342" y="1956"/>
                    <a:pt x="459" y="1773"/>
                    <a:pt x="556" y="1600"/>
                  </a:cubicBezTo>
                  <a:cubicBezTo>
                    <a:pt x="732" y="1276"/>
                    <a:pt x="886" y="944"/>
                    <a:pt x="1079" y="641"/>
                  </a:cubicBezTo>
                  <a:cubicBezTo>
                    <a:pt x="1177" y="486"/>
                    <a:pt x="1247" y="327"/>
                    <a:pt x="1335" y="168"/>
                  </a:cubicBezTo>
                  <a:cubicBezTo>
                    <a:pt x="1359" y="124"/>
                    <a:pt x="1425" y="50"/>
                    <a:pt x="14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65"/>
            <p:cNvSpPr/>
            <p:nvPr/>
          </p:nvSpPr>
          <p:spPr>
            <a:xfrm>
              <a:off x="775313" y="4102318"/>
              <a:ext cx="396" cy="764"/>
            </a:xfrm>
            <a:custGeom>
              <a:rect b="b" l="l" r="r" t="t"/>
              <a:pathLst>
                <a:path extrusionOk="0" h="27" w="14">
                  <a:moveTo>
                    <a:pt x="0" y="0"/>
                  </a:moveTo>
                  <a:lnTo>
                    <a:pt x="0" y="26"/>
                  </a:lnTo>
                  <a:lnTo>
                    <a:pt x="13" y="26"/>
                  </a:lnTo>
                  <a:cubicBezTo>
                    <a:pt x="6" y="4"/>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65"/>
            <p:cNvSpPr/>
            <p:nvPr/>
          </p:nvSpPr>
          <p:spPr>
            <a:xfrm>
              <a:off x="747870" y="4075950"/>
              <a:ext cx="26397" cy="58679"/>
            </a:xfrm>
            <a:custGeom>
              <a:rect b="b" l="l" r="r" t="t"/>
              <a:pathLst>
                <a:path extrusionOk="0" h="2074" w="933">
                  <a:moveTo>
                    <a:pt x="912" y="0"/>
                  </a:moveTo>
                  <a:cubicBezTo>
                    <a:pt x="805" y="169"/>
                    <a:pt x="687" y="340"/>
                    <a:pt x="578" y="510"/>
                  </a:cubicBezTo>
                  <a:cubicBezTo>
                    <a:pt x="425" y="750"/>
                    <a:pt x="332" y="1024"/>
                    <a:pt x="213" y="1291"/>
                  </a:cubicBezTo>
                  <a:cubicBezTo>
                    <a:pt x="113" y="1511"/>
                    <a:pt x="1" y="1755"/>
                    <a:pt x="2" y="2073"/>
                  </a:cubicBezTo>
                  <a:cubicBezTo>
                    <a:pt x="60" y="1998"/>
                    <a:pt x="107" y="1775"/>
                    <a:pt x="153" y="1676"/>
                  </a:cubicBezTo>
                  <a:cubicBezTo>
                    <a:pt x="329" y="1294"/>
                    <a:pt x="511" y="886"/>
                    <a:pt x="707" y="510"/>
                  </a:cubicBezTo>
                  <a:cubicBezTo>
                    <a:pt x="747" y="442"/>
                    <a:pt x="933" y="44"/>
                    <a:pt x="9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65"/>
            <p:cNvSpPr/>
            <p:nvPr/>
          </p:nvSpPr>
          <p:spPr>
            <a:xfrm>
              <a:off x="722096" y="3991245"/>
              <a:ext cx="59669" cy="105531"/>
            </a:xfrm>
            <a:custGeom>
              <a:rect b="b" l="l" r="r" t="t"/>
              <a:pathLst>
                <a:path extrusionOk="0" h="3730" w="2109">
                  <a:moveTo>
                    <a:pt x="2084" y="1"/>
                  </a:moveTo>
                  <a:cubicBezTo>
                    <a:pt x="1957" y="187"/>
                    <a:pt x="1784" y="347"/>
                    <a:pt x="1658" y="536"/>
                  </a:cubicBezTo>
                  <a:cubicBezTo>
                    <a:pt x="1284" y="1101"/>
                    <a:pt x="945" y="1707"/>
                    <a:pt x="611" y="2309"/>
                  </a:cubicBezTo>
                  <a:cubicBezTo>
                    <a:pt x="449" y="2600"/>
                    <a:pt x="313" y="2911"/>
                    <a:pt x="179" y="3218"/>
                  </a:cubicBezTo>
                  <a:cubicBezTo>
                    <a:pt x="113" y="3366"/>
                    <a:pt x="95" y="3567"/>
                    <a:pt x="0" y="3692"/>
                  </a:cubicBezTo>
                  <a:lnTo>
                    <a:pt x="0" y="3730"/>
                  </a:lnTo>
                  <a:lnTo>
                    <a:pt x="13" y="3730"/>
                  </a:lnTo>
                  <a:cubicBezTo>
                    <a:pt x="71" y="3538"/>
                    <a:pt x="195" y="3352"/>
                    <a:pt x="297" y="3195"/>
                  </a:cubicBezTo>
                  <a:cubicBezTo>
                    <a:pt x="393" y="3044"/>
                    <a:pt x="461" y="2878"/>
                    <a:pt x="553" y="2734"/>
                  </a:cubicBezTo>
                  <a:cubicBezTo>
                    <a:pt x="622" y="2622"/>
                    <a:pt x="654" y="2501"/>
                    <a:pt x="726" y="2389"/>
                  </a:cubicBezTo>
                  <a:cubicBezTo>
                    <a:pt x="989" y="1976"/>
                    <a:pt x="1185" y="1517"/>
                    <a:pt x="1451" y="1098"/>
                  </a:cubicBezTo>
                  <a:cubicBezTo>
                    <a:pt x="1579" y="895"/>
                    <a:pt x="1692" y="678"/>
                    <a:pt x="1828" y="473"/>
                  </a:cubicBezTo>
                  <a:cubicBezTo>
                    <a:pt x="1924" y="323"/>
                    <a:pt x="2036" y="179"/>
                    <a:pt x="21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65"/>
            <p:cNvSpPr/>
            <p:nvPr/>
          </p:nvSpPr>
          <p:spPr>
            <a:xfrm>
              <a:off x="721672" y="4096801"/>
              <a:ext cx="396" cy="1132"/>
            </a:xfrm>
            <a:custGeom>
              <a:rect b="b" l="l" r="r" t="t"/>
              <a:pathLst>
                <a:path extrusionOk="0" h="40" w="14">
                  <a:moveTo>
                    <a:pt x="1" y="0"/>
                  </a:moveTo>
                  <a:lnTo>
                    <a:pt x="1" y="39"/>
                  </a:lnTo>
                  <a:lnTo>
                    <a:pt x="14" y="39"/>
                  </a:lnTo>
                  <a:cubicBezTo>
                    <a:pt x="8" y="12"/>
                    <a:pt x="12"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65"/>
            <p:cNvSpPr/>
            <p:nvPr/>
          </p:nvSpPr>
          <p:spPr>
            <a:xfrm>
              <a:off x="750586" y="4257866"/>
              <a:ext cx="12053" cy="43627"/>
            </a:xfrm>
            <a:custGeom>
              <a:rect b="b" l="l" r="r" t="t"/>
              <a:pathLst>
                <a:path extrusionOk="0" h="1542" w="426">
                  <a:moveTo>
                    <a:pt x="368" y="1"/>
                  </a:moveTo>
                  <a:lnTo>
                    <a:pt x="368" y="1"/>
                  </a:lnTo>
                  <a:cubicBezTo>
                    <a:pt x="297" y="158"/>
                    <a:pt x="265" y="332"/>
                    <a:pt x="204" y="511"/>
                  </a:cubicBezTo>
                  <a:cubicBezTo>
                    <a:pt x="99" y="805"/>
                    <a:pt x="4" y="1146"/>
                    <a:pt x="1" y="1542"/>
                  </a:cubicBezTo>
                  <a:cubicBezTo>
                    <a:pt x="51" y="1476"/>
                    <a:pt x="51" y="1353"/>
                    <a:pt x="83" y="1273"/>
                  </a:cubicBezTo>
                  <a:cubicBezTo>
                    <a:pt x="191" y="1004"/>
                    <a:pt x="264" y="699"/>
                    <a:pt x="347" y="400"/>
                  </a:cubicBezTo>
                  <a:cubicBezTo>
                    <a:pt x="373" y="307"/>
                    <a:pt x="425" y="66"/>
                    <a:pt x="3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65"/>
            <p:cNvSpPr/>
            <p:nvPr/>
          </p:nvSpPr>
          <p:spPr>
            <a:xfrm>
              <a:off x="726114" y="4061041"/>
              <a:ext cx="396" cy="736"/>
            </a:xfrm>
            <a:custGeom>
              <a:rect b="b" l="l" r="r" t="t"/>
              <a:pathLst>
                <a:path extrusionOk="0" h="26" w="14">
                  <a:moveTo>
                    <a:pt x="1" y="1"/>
                  </a:moveTo>
                  <a:lnTo>
                    <a:pt x="1" y="26"/>
                  </a:lnTo>
                  <a:lnTo>
                    <a:pt x="14" y="26"/>
                  </a:lnTo>
                  <a:cubicBezTo>
                    <a:pt x="6" y="4"/>
                    <a:pt x="11"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65"/>
            <p:cNvSpPr/>
            <p:nvPr/>
          </p:nvSpPr>
          <p:spPr>
            <a:xfrm>
              <a:off x="589720" y="3655932"/>
              <a:ext cx="17711" cy="42156"/>
            </a:xfrm>
            <a:custGeom>
              <a:rect b="b" l="l" r="r" t="t"/>
              <a:pathLst>
                <a:path extrusionOk="0" h="1490" w="626">
                  <a:moveTo>
                    <a:pt x="605" y="0"/>
                  </a:moveTo>
                  <a:lnTo>
                    <a:pt x="605" y="0"/>
                  </a:lnTo>
                  <a:cubicBezTo>
                    <a:pt x="556" y="88"/>
                    <a:pt x="485" y="160"/>
                    <a:pt x="432" y="242"/>
                  </a:cubicBezTo>
                  <a:cubicBezTo>
                    <a:pt x="291" y="463"/>
                    <a:pt x="198" y="749"/>
                    <a:pt x="105" y="1011"/>
                  </a:cubicBezTo>
                  <a:cubicBezTo>
                    <a:pt x="73" y="1104"/>
                    <a:pt x="0" y="1344"/>
                    <a:pt x="70" y="1435"/>
                  </a:cubicBezTo>
                  <a:cubicBezTo>
                    <a:pt x="83" y="1464"/>
                    <a:pt x="92" y="1464"/>
                    <a:pt x="109" y="1489"/>
                  </a:cubicBezTo>
                  <a:cubicBezTo>
                    <a:pt x="157" y="1489"/>
                    <a:pt x="175" y="1486"/>
                    <a:pt x="200" y="1464"/>
                  </a:cubicBezTo>
                  <a:lnTo>
                    <a:pt x="213" y="1464"/>
                  </a:lnTo>
                  <a:cubicBezTo>
                    <a:pt x="200" y="1454"/>
                    <a:pt x="165" y="1444"/>
                    <a:pt x="149" y="1438"/>
                  </a:cubicBezTo>
                  <a:cubicBezTo>
                    <a:pt x="168" y="1273"/>
                    <a:pt x="227" y="1126"/>
                    <a:pt x="274" y="989"/>
                  </a:cubicBezTo>
                  <a:cubicBezTo>
                    <a:pt x="352" y="769"/>
                    <a:pt x="396" y="567"/>
                    <a:pt x="482" y="359"/>
                  </a:cubicBezTo>
                  <a:cubicBezTo>
                    <a:pt x="509" y="294"/>
                    <a:pt x="626" y="47"/>
                    <a:pt x="6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65"/>
            <p:cNvSpPr/>
            <p:nvPr/>
          </p:nvSpPr>
          <p:spPr>
            <a:xfrm>
              <a:off x="801766" y="4700914"/>
              <a:ext cx="8997" cy="12251"/>
            </a:xfrm>
            <a:custGeom>
              <a:rect b="b" l="l" r="r" t="t"/>
              <a:pathLst>
                <a:path extrusionOk="0" h="433" w="318">
                  <a:moveTo>
                    <a:pt x="317" y="1"/>
                  </a:moveTo>
                  <a:cubicBezTo>
                    <a:pt x="247" y="46"/>
                    <a:pt x="41" y="258"/>
                    <a:pt x="15" y="342"/>
                  </a:cubicBezTo>
                  <a:cubicBezTo>
                    <a:pt x="0" y="363"/>
                    <a:pt x="0" y="395"/>
                    <a:pt x="0" y="432"/>
                  </a:cubicBezTo>
                  <a:cubicBezTo>
                    <a:pt x="207" y="432"/>
                    <a:pt x="223" y="149"/>
                    <a:pt x="317" y="25"/>
                  </a:cubicBezTo>
                  <a:lnTo>
                    <a:pt x="3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65"/>
            <p:cNvSpPr/>
            <p:nvPr/>
          </p:nvSpPr>
          <p:spPr>
            <a:xfrm>
              <a:off x="667578" y="3225417"/>
              <a:ext cx="396" cy="736"/>
            </a:xfrm>
            <a:custGeom>
              <a:rect b="b" l="l" r="r" t="t"/>
              <a:pathLst>
                <a:path extrusionOk="0" h="26" w="14">
                  <a:moveTo>
                    <a:pt x="1" y="1"/>
                  </a:moveTo>
                  <a:lnTo>
                    <a:pt x="1" y="26"/>
                  </a:lnTo>
                  <a:lnTo>
                    <a:pt x="14" y="26"/>
                  </a:lnTo>
                  <a:cubicBezTo>
                    <a:pt x="6" y="4"/>
                    <a:pt x="12" y="1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65"/>
            <p:cNvSpPr/>
            <p:nvPr/>
          </p:nvSpPr>
          <p:spPr>
            <a:xfrm>
              <a:off x="655611" y="3151264"/>
              <a:ext cx="5715" cy="9648"/>
            </a:xfrm>
            <a:custGeom>
              <a:rect b="b" l="l" r="r" t="t"/>
              <a:pathLst>
                <a:path extrusionOk="0" h="341" w="202">
                  <a:moveTo>
                    <a:pt x="1" y="1"/>
                  </a:moveTo>
                  <a:lnTo>
                    <a:pt x="1" y="1"/>
                  </a:lnTo>
                  <a:cubicBezTo>
                    <a:pt x="28" y="108"/>
                    <a:pt x="115" y="254"/>
                    <a:pt x="188" y="328"/>
                  </a:cubicBezTo>
                  <a:lnTo>
                    <a:pt x="188" y="341"/>
                  </a:lnTo>
                  <a:lnTo>
                    <a:pt x="201" y="341"/>
                  </a:lnTo>
                  <a:cubicBezTo>
                    <a:pt x="174" y="232"/>
                    <a:pt x="81" y="66"/>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65"/>
            <p:cNvSpPr/>
            <p:nvPr/>
          </p:nvSpPr>
          <p:spPr>
            <a:xfrm>
              <a:off x="656262" y="3206150"/>
              <a:ext cx="11317" cy="19211"/>
            </a:xfrm>
            <a:custGeom>
              <a:rect b="b" l="l" r="r" t="t"/>
              <a:pathLst>
                <a:path extrusionOk="0" h="679" w="400">
                  <a:moveTo>
                    <a:pt x="1" y="0"/>
                  </a:moveTo>
                  <a:lnTo>
                    <a:pt x="1" y="0"/>
                  </a:lnTo>
                  <a:cubicBezTo>
                    <a:pt x="76" y="154"/>
                    <a:pt x="143" y="336"/>
                    <a:pt x="236" y="483"/>
                  </a:cubicBezTo>
                  <a:cubicBezTo>
                    <a:pt x="280" y="551"/>
                    <a:pt x="347" y="606"/>
                    <a:pt x="386" y="679"/>
                  </a:cubicBezTo>
                  <a:lnTo>
                    <a:pt x="399" y="679"/>
                  </a:lnTo>
                  <a:cubicBezTo>
                    <a:pt x="356" y="459"/>
                    <a:pt x="200" y="6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65"/>
            <p:cNvSpPr/>
            <p:nvPr/>
          </p:nvSpPr>
          <p:spPr>
            <a:xfrm>
              <a:off x="686675" y="3256141"/>
              <a:ext cx="396" cy="1103"/>
            </a:xfrm>
            <a:custGeom>
              <a:rect b="b" l="l" r="r" t="t"/>
              <a:pathLst>
                <a:path extrusionOk="0" h="39" w="14">
                  <a:moveTo>
                    <a:pt x="0" y="1"/>
                  </a:moveTo>
                  <a:lnTo>
                    <a:pt x="0" y="39"/>
                  </a:lnTo>
                  <a:lnTo>
                    <a:pt x="13" y="39"/>
                  </a:lnTo>
                  <a:cubicBezTo>
                    <a:pt x="8" y="13"/>
                    <a:pt x="12"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65"/>
            <p:cNvSpPr/>
            <p:nvPr/>
          </p:nvSpPr>
          <p:spPr>
            <a:xfrm>
              <a:off x="646303" y="3137826"/>
              <a:ext cx="7413" cy="18928"/>
            </a:xfrm>
            <a:custGeom>
              <a:rect b="b" l="l" r="r" t="t"/>
              <a:pathLst>
                <a:path extrusionOk="0" h="669" w="262">
                  <a:moveTo>
                    <a:pt x="4" y="3"/>
                  </a:moveTo>
                  <a:cubicBezTo>
                    <a:pt x="1" y="330"/>
                    <a:pt x="132" y="470"/>
                    <a:pt x="248" y="669"/>
                  </a:cubicBezTo>
                  <a:lnTo>
                    <a:pt x="261" y="669"/>
                  </a:lnTo>
                  <a:cubicBezTo>
                    <a:pt x="221" y="535"/>
                    <a:pt x="152" y="394"/>
                    <a:pt x="101" y="265"/>
                  </a:cubicBezTo>
                  <a:cubicBezTo>
                    <a:pt x="72" y="185"/>
                    <a:pt x="75" y="95"/>
                    <a:pt x="30" y="31"/>
                  </a:cubicBezTo>
                  <a:cubicBezTo>
                    <a:pt x="14" y="0"/>
                    <a:pt x="36" y="22"/>
                    <a:pt x="4" y="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65"/>
            <p:cNvSpPr/>
            <p:nvPr/>
          </p:nvSpPr>
          <p:spPr>
            <a:xfrm>
              <a:off x="673548" y="3100452"/>
              <a:ext cx="764" cy="424"/>
            </a:xfrm>
            <a:custGeom>
              <a:rect b="b" l="l" r="r" t="t"/>
              <a:pathLst>
                <a:path extrusionOk="0" h="15" w="27">
                  <a:moveTo>
                    <a:pt x="0" y="1"/>
                  </a:moveTo>
                  <a:cubicBezTo>
                    <a:pt x="14" y="13"/>
                    <a:pt x="5" y="7"/>
                    <a:pt x="27" y="14"/>
                  </a:cubicBezTo>
                  <a:lnTo>
                    <a:pt x="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65"/>
            <p:cNvSpPr/>
            <p:nvPr/>
          </p:nvSpPr>
          <p:spPr>
            <a:xfrm>
              <a:off x="665852" y="3207423"/>
              <a:ext cx="20880" cy="48748"/>
            </a:xfrm>
            <a:custGeom>
              <a:rect b="b" l="l" r="r" t="t"/>
              <a:pathLst>
                <a:path extrusionOk="0" h="1723" w="738">
                  <a:moveTo>
                    <a:pt x="1" y="0"/>
                  </a:moveTo>
                  <a:lnTo>
                    <a:pt x="1" y="0"/>
                  </a:lnTo>
                  <a:cubicBezTo>
                    <a:pt x="159" y="350"/>
                    <a:pt x="320" y="699"/>
                    <a:pt x="467" y="1059"/>
                  </a:cubicBezTo>
                  <a:cubicBezTo>
                    <a:pt x="539" y="1230"/>
                    <a:pt x="610" y="1393"/>
                    <a:pt x="677" y="1554"/>
                  </a:cubicBezTo>
                  <a:cubicBezTo>
                    <a:pt x="698" y="1607"/>
                    <a:pt x="697" y="1656"/>
                    <a:pt x="726" y="1698"/>
                  </a:cubicBezTo>
                  <a:lnTo>
                    <a:pt x="726" y="1723"/>
                  </a:lnTo>
                  <a:lnTo>
                    <a:pt x="738" y="1723"/>
                  </a:lnTo>
                  <a:cubicBezTo>
                    <a:pt x="722" y="1250"/>
                    <a:pt x="491" y="717"/>
                    <a:pt x="302" y="394"/>
                  </a:cubicBezTo>
                  <a:cubicBezTo>
                    <a:pt x="222" y="260"/>
                    <a:pt x="153" y="6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65"/>
            <p:cNvSpPr/>
            <p:nvPr/>
          </p:nvSpPr>
          <p:spPr>
            <a:xfrm>
              <a:off x="659657" y="3084835"/>
              <a:ext cx="8686" cy="3848"/>
            </a:xfrm>
            <a:custGeom>
              <a:rect b="b" l="l" r="r" t="t"/>
              <a:pathLst>
                <a:path extrusionOk="0" h="136" w="307">
                  <a:moveTo>
                    <a:pt x="65" y="0"/>
                  </a:moveTo>
                  <a:cubicBezTo>
                    <a:pt x="51" y="15"/>
                    <a:pt x="29" y="24"/>
                    <a:pt x="12" y="38"/>
                  </a:cubicBezTo>
                  <a:lnTo>
                    <a:pt x="0" y="38"/>
                  </a:lnTo>
                  <a:cubicBezTo>
                    <a:pt x="31" y="95"/>
                    <a:pt x="128" y="95"/>
                    <a:pt x="177" y="133"/>
                  </a:cubicBezTo>
                  <a:cubicBezTo>
                    <a:pt x="221" y="133"/>
                    <a:pt x="265" y="136"/>
                    <a:pt x="307" y="136"/>
                  </a:cubicBezTo>
                  <a:cubicBezTo>
                    <a:pt x="281" y="101"/>
                    <a:pt x="256" y="64"/>
                    <a:pt x="233" y="30"/>
                  </a:cubicBezTo>
                  <a:cubicBezTo>
                    <a:pt x="177" y="15"/>
                    <a:pt x="141"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65"/>
            <p:cNvSpPr/>
            <p:nvPr/>
          </p:nvSpPr>
          <p:spPr>
            <a:xfrm>
              <a:off x="659430" y="3100707"/>
              <a:ext cx="14090" cy="10440"/>
            </a:xfrm>
            <a:custGeom>
              <a:rect b="b" l="l" r="r" t="t"/>
              <a:pathLst>
                <a:path extrusionOk="0" h="369" w="498">
                  <a:moveTo>
                    <a:pt x="460" y="1"/>
                  </a:moveTo>
                  <a:cubicBezTo>
                    <a:pt x="403" y="43"/>
                    <a:pt x="315" y="37"/>
                    <a:pt x="251" y="73"/>
                  </a:cubicBezTo>
                  <a:cubicBezTo>
                    <a:pt x="148" y="136"/>
                    <a:pt x="88" y="238"/>
                    <a:pt x="2" y="318"/>
                  </a:cubicBezTo>
                  <a:cubicBezTo>
                    <a:pt x="2" y="334"/>
                    <a:pt x="2" y="351"/>
                    <a:pt x="1" y="369"/>
                  </a:cubicBezTo>
                  <a:cubicBezTo>
                    <a:pt x="30" y="357"/>
                    <a:pt x="447" y="47"/>
                    <a:pt x="473" y="15"/>
                  </a:cubicBezTo>
                  <a:lnTo>
                    <a:pt x="498" y="15"/>
                  </a:lnTo>
                  <a:cubicBezTo>
                    <a:pt x="483" y="5"/>
                    <a:pt x="486" y="7"/>
                    <a:pt x="4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65"/>
            <p:cNvSpPr/>
            <p:nvPr/>
          </p:nvSpPr>
          <p:spPr>
            <a:xfrm>
              <a:off x="745069" y="3088541"/>
              <a:ext cx="6988" cy="3650"/>
            </a:xfrm>
            <a:custGeom>
              <a:rect b="b" l="l" r="r" t="t"/>
              <a:pathLst>
                <a:path extrusionOk="0" h="129" w="247">
                  <a:moveTo>
                    <a:pt x="94" y="0"/>
                  </a:moveTo>
                  <a:cubicBezTo>
                    <a:pt x="63" y="29"/>
                    <a:pt x="31" y="58"/>
                    <a:pt x="1" y="89"/>
                  </a:cubicBezTo>
                  <a:lnTo>
                    <a:pt x="1" y="128"/>
                  </a:lnTo>
                  <a:cubicBezTo>
                    <a:pt x="31" y="114"/>
                    <a:pt x="99" y="87"/>
                    <a:pt x="160" y="87"/>
                  </a:cubicBezTo>
                  <a:cubicBezTo>
                    <a:pt x="187" y="87"/>
                    <a:pt x="213" y="93"/>
                    <a:pt x="233" y="108"/>
                  </a:cubicBezTo>
                  <a:lnTo>
                    <a:pt x="246" y="108"/>
                  </a:lnTo>
                  <a:cubicBezTo>
                    <a:pt x="238" y="70"/>
                    <a:pt x="223" y="48"/>
                    <a:pt x="210" y="16"/>
                  </a:cubicBezTo>
                  <a:cubicBezTo>
                    <a:pt x="174" y="8"/>
                    <a:pt x="143"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65"/>
            <p:cNvSpPr/>
            <p:nvPr/>
          </p:nvSpPr>
          <p:spPr>
            <a:xfrm>
              <a:off x="634194" y="3024404"/>
              <a:ext cx="10185" cy="3084"/>
            </a:xfrm>
            <a:custGeom>
              <a:rect b="b" l="l" r="r" t="t"/>
              <a:pathLst>
                <a:path extrusionOk="0" h="109" w="360">
                  <a:moveTo>
                    <a:pt x="156" y="1"/>
                  </a:moveTo>
                  <a:cubicBezTo>
                    <a:pt x="118" y="27"/>
                    <a:pt x="60" y="23"/>
                    <a:pt x="25" y="50"/>
                  </a:cubicBezTo>
                  <a:lnTo>
                    <a:pt x="0" y="50"/>
                  </a:lnTo>
                  <a:cubicBezTo>
                    <a:pt x="80" y="102"/>
                    <a:pt x="240" y="57"/>
                    <a:pt x="321" y="108"/>
                  </a:cubicBezTo>
                  <a:lnTo>
                    <a:pt x="359" y="108"/>
                  </a:lnTo>
                  <a:cubicBezTo>
                    <a:pt x="337" y="71"/>
                    <a:pt x="307" y="43"/>
                    <a:pt x="260" y="28"/>
                  </a:cubicBezTo>
                  <a:cubicBezTo>
                    <a:pt x="239" y="12"/>
                    <a:pt x="192" y="5"/>
                    <a:pt x="1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65"/>
            <p:cNvSpPr/>
            <p:nvPr/>
          </p:nvSpPr>
          <p:spPr>
            <a:xfrm>
              <a:off x="658893" y="3033344"/>
              <a:ext cx="15023" cy="1980"/>
            </a:xfrm>
            <a:custGeom>
              <a:rect b="b" l="l" r="r" t="t"/>
              <a:pathLst>
                <a:path extrusionOk="0" h="70" w="531">
                  <a:moveTo>
                    <a:pt x="170" y="0"/>
                  </a:moveTo>
                  <a:cubicBezTo>
                    <a:pt x="130" y="25"/>
                    <a:pt x="65" y="22"/>
                    <a:pt x="27" y="48"/>
                  </a:cubicBezTo>
                  <a:lnTo>
                    <a:pt x="1" y="48"/>
                  </a:lnTo>
                  <a:cubicBezTo>
                    <a:pt x="25" y="65"/>
                    <a:pt x="106" y="70"/>
                    <a:pt x="198" y="70"/>
                  </a:cubicBezTo>
                  <a:cubicBezTo>
                    <a:pt x="329" y="70"/>
                    <a:pt x="483" y="60"/>
                    <a:pt x="530" y="60"/>
                  </a:cubicBezTo>
                  <a:cubicBezTo>
                    <a:pt x="459" y="0"/>
                    <a:pt x="297" y="0"/>
                    <a:pt x="1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65"/>
            <p:cNvSpPr/>
            <p:nvPr/>
          </p:nvSpPr>
          <p:spPr>
            <a:xfrm>
              <a:off x="651452" y="3023329"/>
              <a:ext cx="19437" cy="2829"/>
            </a:xfrm>
            <a:custGeom>
              <a:rect b="b" l="l" r="r" t="t"/>
              <a:pathLst>
                <a:path extrusionOk="0" h="100" w="687">
                  <a:moveTo>
                    <a:pt x="318" y="0"/>
                  </a:moveTo>
                  <a:cubicBezTo>
                    <a:pt x="284" y="0"/>
                    <a:pt x="250" y="1"/>
                    <a:pt x="220" y="1"/>
                  </a:cubicBezTo>
                  <a:cubicBezTo>
                    <a:pt x="164" y="36"/>
                    <a:pt x="76" y="24"/>
                    <a:pt x="25" y="61"/>
                  </a:cubicBezTo>
                  <a:cubicBezTo>
                    <a:pt x="17" y="65"/>
                    <a:pt x="8" y="71"/>
                    <a:pt x="1" y="74"/>
                  </a:cubicBezTo>
                  <a:lnTo>
                    <a:pt x="1" y="100"/>
                  </a:lnTo>
                  <a:cubicBezTo>
                    <a:pt x="111" y="87"/>
                    <a:pt x="246" y="65"/>
                    <a:pt x="364" y="43"/>
                  </a:cubicBezTo>
                  <a:cubicBezTo>
                    <a:pt x="472" y="50"/>
                    <a:pt x="578" y="55"/>
                    <a:pt x="687" y="63"/>
                  </a:cubicBezTo>
                  <a:cubicBezTo>
                    <a:pt x="614" y="8"/>
                    <a:pt x="456"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65"/>
            <p:cNvSpPr/>
            <p:nvPr/>
          </p:nvSpPr>
          <p:spPr>
            <a:xfrm>
              <a:off x="680196" y="3163741"/>
              <a:ext cx="61140" cy="28943"/>
            </a:xfrm>
            <a:custGeom>
              <a:rect b="b" l="l" r="r" t="t"/>
              <a:pathLst>
                <a:path extrusionOk="0" h="1023" w="2161">
                  <a:moveTo>
                    <a:pt x="2121" y="0"/>
                  </a:moveTo>
                  <a:cubicBezTo>
                    <a:pt x="2077" y="38"/>
                    <a:pt x="2007" y="45"/>
                    <a:pt x="1952" y="73"/>
                  </a:cubicBezTo>
                  <a:cubicBezTo>
                    <a:pt x="1682" y="205"/>
                    <a:pt x="1296" y="258"/>
                    <a:pt x="903" y="258"/>
                  </a:cubicBezTo>
                  <a:cubicBezTo>
                    <a:pt x="660" y="258"/>
                    <a:pt x="414" y="237"/>
                    <a:pt x="191" y="204"/>
                  </a:cubicBezTo>
                  <a:cubicBezTo>
                    <a:pt x="209" y="153"/>
                    <a:pt x="242" y="125"/>
                    <a:pt x="284" y="102"/>
                  </a:cubicBezTo>
                  <a:lnTo>
                    <a:pt x="284" y="89"/>
                  </a:lnTo>
                  <a:cubicBezTo>
                    <a:pt x="78" y="127"/>
                    <a:pt x="1" y="221"/>
                    <a:pt x="17" y="458"/>
                  </a:cubicBezTo>
                  <a:cubicBezTo>
                    <a:pt x="55" y="412"/>
                    <a:pt x="59" y="334"/>
                    <a:pt x="98" y="292"/>
                  </a:cubicBezTo>
                  <a:cubicBezTo>
                    <a:pt x="129" y="300"/>
                    <a:pt x="350" y="643"/>
                    <a:pt x="401" y="712"/>
                  </a:cubicBezTo>
                  <a:cubicBezTo>
                    <a:pt x="482" y="824"/>
                    <a:pt x="626" y="928"/>
                    <a:pt x="769" y="979"/>
                  </a:cubicBezTo>
                  <a:cubicBezTo>
                    <a:pt x="855" y="1009"/>
                    <a:pt x="968" y="1022"/>
                    <a:pt x="1091" y="1022"/>
                  </a:cubicBezTo>
                  <a:cubicBezTo>
                    <a:pt x="1435" y="1022"/>
                    <a:pt x="1853" y="916"/>
                    <a:pt x="1949" y="785"/>
                  </a:cubicBezTo>
                  <a:cubicBezTo>
                    <a:pt x="2090" y="596"/>
                    <a:pt x="2012" y="192"/>
                    <a:pt x="2160" y="15"/>
                  </a:cubicBezTo>
                  <a:cubicBezTo>
                    <a:pt x="2145" y="3"/>
                    <a:pt x="2148" y="4"/>
                    <a:pt x="2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65"/>
            <p:cNvSpPr/>
            <p:nvPr/>
          </p:nvSpPr>
          <p:spPr>
            <a:xfrm>
              <a:off x="685883" y="3167560"/>
              <a:ext cx="51379" cy="22804"/>
            </a:xfrm>
            <a:custGeom>
              <a:rect b="b" l="l" r="r" t="t"/>
              <a:pathLst>
                <a:path extrusionOk="0" h="806" w="1816">
                  <a:moveTo>
                    <a:pt x="1801" y="0"/>
                  </a:moveTo>
                  <a:cubicBezTo>
                    <a:pt x="1620" y="154"/>
                    <a:pt x="1120" y="210"/>
                    <a:pt x="774" y="210"/>
                  </a:cubicBezTo>
                  <a:cubicBezTo>
                    <a:pt x="761" y="210"/>
                    <a:pt x="748" y="210"/>
                    <a:pt x="735" y="210"/>
                  </a:cubicBezTo>
                  <a:cubicBezTo>
                    <a:pt x="658" y="210"/>
                    <a:pt x="565" y="227"/>
                    <a:pt x="474" y="227"/>
                  </a:cubicBezTo>
                  <a:cubicBezTo>
                    <a:pt x="435" y="227"/>
                    <a:pt x="398" y="224"/>
                    <a:pt x="361" y="215"/>
                  </a:cubicBezTo>
                  <a:cubicBezTo>
                    <a:pt x="238" y="186"/>
                    <a:pt x="113" y="157"/>
                    <a:pt x="1" y="130"/>
                  </a:cubicBezTo>
                  <a:lnTo>
                    <a:pt x="1" y="156"/>
                  </a:lnTo>
                  <a:cubicBezTo>
                    <a:pt x="73" y="208"/>
                    <a:pt x="85" y="310"/>
                    <a:pt x="152" y="367"/>
                  </a:cubicBezTo>
                  <a:cubicBezTo>
                    <a:pt x="281" y="470"/>
                    <a:pt x="568" y="454"/>
                    <a:pt x="796" y="457"/>
                  </a:cubicBezTo>
                  <a:lnTo>
                    <a:pt x="796" y="470"/>
                  </a:lnTo>
                  <a:lnTo>
                    <a:pt x="783" y="470"/>
                  </a:lnTo>
                  <a:cubicBezTo>
                    <a:pt x="728" y="514"/>
                    <a:pt x="626" y="532"/>
                    <a:pt x="520" y="532"/>
                  </a:cubicBezTo>
                  <a:cubicBezTo>
                    <a:pt x="415" y="532"/>
                    <a:pt x="307" y="514"/>
                    <a:pt x="239" y="484"/>
                  </a:cubicBezTo>
                  <a:lnTo>
                    <a:pt x="239" y="498"/>
                  </a:lnTo>
                  <a:cubicBezTo>
                    <a:pt x="348" y="608"/>
                    <a:pt x="441" y="719"/>
                    <a:pt x="608" y="777"/>
                  </a:cubicBezTo>
                  <a:cubicBezTo>
                    <a:pt x="667" y="797"/>
                    <a:pt x="748" y="805"/>
                    <a:pt x="841" y="805"/>
                  </a:cubicBezTo>
                  <a:cubicBezTo>
                    <a:pt x="1127" y="805"/>
                    <a:pt x="1515" y="723"/>
                    <a:pt x="1619" y="657"/>
                  </a:cubicBezTo>
                  <a:cubicBezTo>
                    <a:pt x="1766" y="564"/>
                    <a:pt x="1708" y="399"/>
                    <a:pt x="1758" y="195"/>
                  </a:cubicBezTo>
                  <a:cubicBezTo>
                    <a:pt x="1770" y="151"/>
                    <a:pt x="1815" y="19"/>
                    <a:pt x="18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65"/>
            <p:cNvSpPr/>
            <p:nvPr/>
          </p:nvSpPr>
          <p:spPr>
            <a:xfrm>
              <a:off x="720484" y="3102489"/>
              <a:ext cx="29679" cy="16976"/>
            </a:xfrm>
            <a:custGeom>
              <a:rect b="b" l="l" r="r" t="t"/>
              <a:pathLst>
                <a:path extrusionOk="0" h="600" w="1049">
                  <a:moveTo>
                    <a:pt x="741" y="144"/>
                  </a:moveTo>
                  <a:cubicBezTo>
                    <a:pt x="766" y="144"/>
                    <a:pt x="802" y="149"/>
                    <a:pt x="819" y="162"/>
                  </a:cubicBezTo>
                  <a:cubicBezTo>
                    <a:pt x="868" y="167"/>
                    <a:pt x="867" y="173"/>
                    <a:pt x="896" y="189"/>
                  </a:cubicBezTo>
                  <a:cubicBezTo>
                    <a:pt x="908" y="249"/>
                    <a:pt x="915" y="338"/>
                    <a:pt x="879" y="381"/>
                  </a:cubicBezTo>
                  <a:cubicBezTo>
                    <a:pt x="854" y="416"/>
                    <a:pt x="820" y="417"/>
                    <a:pt x="787" y="444"/>
                  </a:cubicBezTo>
                  <a:lnTo>
                    <a:pt x="748" y="444"/>
                  </a:lnTo>
                  <a:cubicBezTo>
                    <a:pt x="775" y="415"/>
                    <a:pt x="801" y="384"/>
                    <a:pt x="828" y="355"/>
                  </a:cubicBezTo>
                  <a:cubicBezTo>
                    <a:pt x="826" y="300"/>
                    <a:pt x="819" y="285"/>
                    <a:pt x="804" y="250"/>
                  </a:cubicBezTo>
                  <a:cubicBezTo>
                    <a:pt x="772" y="236"/>
                    <a:pt x="751" y="227"/>
                    <a:pt x="701" y="224"/>
                  </a:cubicBezTo>
                  <a:cubicBezTo>
                    <a:pt x="703" y="189"/>
                    <a:pt x="703" y="166"/>
                    <a:pt x="716" y="147"/>
                  </a:cubicBezTo>
                  <a:cubicBezTo>
                    <a:pt x="721" y="145"/>
                    <a:pt x="730" y="144"/>
                    <a:pt x="741" y="144"/>
                  </a:cubicBezTo>
                  <a:close/>
                  <a:moveTo>
                    <a:pt x="428" y="205"/>
                  </a:moveTo>
                  <a:cubicBezTo>
                    <a:pt x="423" y="335"/>
                    <a:pt x="485" y="410"/>
                    <a:pt x="579" y="442"/>
                  </a:cubicBezTo>
                  <a:cubicBezTo>
                    <a:pt x="557" y="455"/>
                    <a:pt x="529" y="461"/>
                    <a:pt x="498" y="461"/>
                  </a:cubicBezTo>
                  <a:cubicBezTo>
                    <a:pt x="390" y="461"/>
                    <a:pt x="243" y="398"/>
                    <a:pt x="154" y="394"/>
                  </a:cubicBezTo>
                  <a:lnTo>
                    <a:pt x="154" y="381"/>
                  </a:lnTo>
                  <a:cubicBezTo>
                    <a:pt x="205" y="365"/>
                    <a:pt x="370" y="246"/>
                    <a:pt x="403" y="205"/>
                  </a:cubicBezTo>
                  <a:close/>
                  <a:moveTo>
                    <a:pt x="548" y="0"/>
                  </a:moveTo>
                  <a:cubicBezTo>
                    <a:pt x="482" y="25"/>
                    <a:pt x="412" y="51"/>
                    <a:pt x="343" y="74"/>
                  </a:cubicBezTo>
                  <a:cubicBezTo>
                    <a:pt x="259" y="124"/>
                    <a:pt x="214" y="202"/>
                    <a:pt x="144" y="263"/>
                  </a:cubicBezTo>
                  <a:lnTo>
                    <a:pt x="144" y="288"/>
                  </a:lnTo>
                  <a:lnTo>
                    <a:pt x="133" y="288"/>
                  </a:lnTo>
                  <a:cubicBezTo>
                    <a:pt x="133" y="247"/>
                    <a:pt x="130" y="196"/>
                    <a:pt x="146" y="173"/>
                  </a:cubicBezTo>
                  <a:lnTo>
                    <a:pt x="146" y="147"/>
                  </a:lnTo>
                  <a:lnTo>
                    <a:pt x="121" y="147"/>
                  </a:lnTo>
                  <a:cubicBezTo>
                    <a:pt x="92" y="231"/>
                    <a:pt x="0" y="326"/>
                    <a:pt x="37" y="468"/>
                  </a:cubicBezTo>
                  <a:cubicBezTo>
                    <a:pt x="48" y="515"/>
                    <a:pt x="77" y="541"/>
                    <a:pt x="86" y="599"/>
                  </a:cubicBezTo>
                  <a:cubicBezTo>
                    <a:pt x="101" y="577"/>
                    <a:pt x="90" y="545"/>
                    <a:pt x="101" y="509"/>
                  </a:cubicBezTo>
                  <a:cubicBezTo>
                    <a:pt x="109" y="480"/>
                    <a:pt x="140" y="457"/>
                    <a:pt x="153" y="432"/>
                  </a:cubicBezTo>
                  <a:cubicBezTo>
                    <a:pt x="228" y="442"/>
                    <a:pt x="499" y="524"/>
                    <a:pt x="680" y="524"/>
                  </a:cubicBezTo>
                  <a:cubicBezTo>
                    <a:pt x="735" y="524"/>
                    <a:pt x="781" y="517"/>
                    <a:pt x="812" y="497"/>
                  </a:cubicBezTo>
                  <a:cubicBezTo>
                    <a:pt x="899" y="495"/>
                    <a:pt x="1031" y="335"/>
                    <a:pt x="958" y="228"/>
                  </a:cubicBezTo>
                  <a:lnTo>
                    <a:pt x="958" y="191"/>
                  </a:lnTo>
                  <a:cubicBezTo>
                    <a:pt x="982" y="204"/>
                    <a:pt x="1006" y="212"/>
                    <a:pt x="1022" y="231"/>
                  </a:cubicBezTo>
                  <a:lnTo>
                    <a:pt x="1049" y="231"/>
                  </a:lnTo>
                  <a:lnTo>
                    <a:pt x="1049" y="218"/>
                  </a:lnTo>
                  <a:cubicBezTo>
                    <a:pt x="873" y="95"/>
                    <a:pt x="877" y="0"/>
                    <a:pt x="5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65"/>
            <p:cNvSpPr/>
            <p:nvPr/>
          </p:nvSpPr>
          <p:spPr>
            <a:xfrm>
              <a:off x="711346" y="3194381"/>
              <a:ext cx="14684" cy="2801"/>
            </a:xfrm>
            <a:custGeom>
              <a:rect b="b" l="l" r="r" t="t"/>
              <a:pathLst>
                <a:path extrusionOk="0" h="99" w="519">
                  <a:moveTo>
                    <a:pt x="480" y="0"/>
                  </a:moveTo>
                  <a:cubicBezTo>
                    <a:pt x="429" y="34"/>
                    <a:pt x="75" y="54"/>
                    <a:pt x="1" y="55"/>
                  </a:cubicBezTo>
                  <a:lnTo>
                    <a:pt x="1" y="82"/>
                  </a:lnTo>
                  <a:cubicBezTo>
                    <a:pt x="65" y="92"/>
                    <a:pt x="131" y="99"/>
                    <a:pt x="195" y="99"/>
                  </a:cubicBezTo>
                  <a:cubicBezTo>
                    <a:pt x="308" y="99"/>
                    <a:pt x="413" y="77"/>
                    <a:pt x="493" y="15"/>
                  </a:cubicBezTo>
                  <a:lnTo>
                    <a:pt x="518" y="15"/>
                  </a:lnTo>
                  <a:cubicBezTo>
                    <a:pt x="504" y="3"/>
                    <a:pt x="508" y="5"/>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65"/>
            <p:cNvSpPr/>
            <p:nvPr/>
          </p:nvSpPr>
          <p:spPr>
            <a:xfrm>
              <a:off x="658666" y="3103508"/>
              <a:ext cx="34771" cy="12958"/>
            </a:xfrm>
            <a:custGeom>
              <a:rect b="b" l="l" r="r" t="t"/>
              <a:pathLst>
                <a:path extrusionOk="0" h="458" w="1229">
                  <a:moveTo>
                    <a:pt x="588" y="102"/>
                  </a:moveTo>
                  <a:cubicBezTo>
                    <a:pt x="612" y="102"/>
                    <a:pt x="638" y="104"/>
                    <a:pt x="665" y="104"/>
                  </a:cubicBezTo>
                  <a:cubicBezTo>
                    <a:pt x="640" y="197"/>
                    <a:pt x="624" y="304"/>
                    <a:pt x="698" y="364"/>
                  </a:cubicBezTo>
                  <a:lnTo>
                    <a:pt x="698" y="374"/>
                  </a:lnTo>
                  <a:cubicBezTo>
                    <a:pt x="608" y="368"/>
                    <a:pt x="391" y="302"/>
                    <a:pt x="278" y="302"/>
                  </a:cubicBezTo>
                  <a:cubicBezTo>
                    <a:pt x="253" y="302"/>
                    <a:pt x="233" y="306"/>
                    <a:pt x="221" y="313"/>
                  </a:cubicBezTo>
                  <a:lnTo>
                    <a:pt x="183" y="313"/>
                  </a:lnTo>
                  <a:lnTo>
                    <a:pt x="183" y="300"/>
                  </a:lnTo>
                  <a:cubicBezTo>
                    <a:pt x="275" y="277"/>
                    <a:pt x="335" y="217"/>
                    <a:pt x="406" y="176"/>
                  </a:cubicBezTo>
                  <a:cubicBezTo>
                    <a:pt x="464" y="144"/>
                    <a:pt x="534" y="140"/>
                    <a:pt x="588" y="102"/>
                  </a:cubicBezTo>
                  <a:close/>
                  <a:moveTo>
                    <a:pt x="963" y="147"/>
                  </a:moveTo>
                  <a:lnTo>
                    <a:pt x="963" y="147"/>
                  </a:lnTo>
                  <a:cubicBezTo>
                    <a:pt x="1009" y="175"/>
                    <a:pt x="1054" y="203"/>
                    <a:pt x="1101" y="227"/>
                  </a:cubicBezTo>
                  <a:cubicBezTo>
                    <a:pt x="1089" y="306"/>
                    <a:pt x="1054" y="328"/>
                    <a:pt x="1021" y="380"/>
                  </a:cubicBezTo>
                  <a:lnTo>
                    <a:pt x="983" y="380"/>
                  </a:lnTo>
                  <a:cubicBezTo>
                    <a:pt x="992" y="364"/>
                    <a:pt x="998" y="352"/>
                    <a:pt x="1011" y="342"/>
                  </a:cubicBezTo>
                  <a:cubicBezTo>
                    <a:pt x="1009" y="233"/>
                    <a:pt x="967" y="243"/>
                    <a:pt x="963" y="147"/>
                  </a:cubicBezTo>
                  <a:close/>
                  <a:moveTo>
                    <a:pt x="712" y="1"/>
                  </a:moveTo>
                  <a:cubicBezTo>
                    <a:pt x="710" y="1"/>
                    <a:pt x="708" y="1"/>
                    <a:pt x="707" y="1"/>
                  </a:cubicBezTo>
                  <a:cubicBezTo>
                    <a:pt x="635" y="44"/>
                    <a:pt x="457" y="33"/>
                    <a:pt x="369" y="83"/>
                  </a:cubicBezTo>
                  <a:cubicBezTo>
                    <a:pt x="221" y="169"/>
                    <a:pt x="138" y="326"/>
                    <a:pt x="0" y="413"/>
                  </a:cubicBezTo>
                  <a:lnTo>
                    <a:pt x="0" y="438"/>
                  </a:lnTo>
                  <a:cubicBezTo>
                    <a:pt x="52" y="418"/>
                    <a:pt x="103" y="399"/>
                    <a:pt x="156" y="377"/>
                  </a:cubicBezTo>
                  <a:cubicBezTo>
                    <a:pt x="178" y="372"/>
                    <a:pt x="200" y="369"/>
                    <a:pt x="222" y="369"/>
                  </a:cubicBezTo>
                  <a:cubicBezTo>
                    <a:pt x="310" y="369"/>
                    <a:pt x="395" y="406"/>
                    <a:pt x="452" y="422"/>
                  </a:cubicBezTo>
                  <a:cubicBezTo>
                    <a:pt x="538" y="445"/>
                    <a:pt x="659" y="458"/>
                    <a:pt x="769" y="458"/>
                  </a:cubicBezTo>
                  <a:cubicBezTo>
                    <a:pt x="829" y="458"/>
                    <a:pt x="885" y="454"/>
                    <a:pt x="931" y="445"/>
                  </a:cubicBezTo>
                  <a:cubicBezTo>
                    <a:pt x="995" y="443"/>
                    <a:pt x="1057" y="438"/>
                    <a:pt x="1123" y="435"/>
                  </a:cubicBezTo>
                  <a:cubicBezTo>
                    <a:pt x="1155" y="424"/>
                    <a:pt x="1181" y="387"/>
                    <a:pt x="1216" y="373"/>
                  </a:cubicBezTo>
                  <a:lnTo>
                    <a:pt x="1229" y="360"/>
                  </a:lnTo>
                  <a:cubicBezTo>
                    <a:pt x="1219" y="354"/>
                    <a:pt x="1214" y="352"/>
                    <a:pt x="1211" y="352"/>
                  </a:cubicBezTo>
                  <a:cubicBezTo>
                    <a:pt x="1204" y="352"/>
                    <a:pt x="1200" y="357"/>
                    <a:pt x="1178" y="358"/>
                  </a:cubicBezTo>
                  <a:cubicBezTo>
                    <a:pt x="1178" y="328"/>
                    <a:pt x="1179" y="299"/>
                    <a:pt x="1179" y="268"/>
                  </a:cubicBezTo>
                  <a:cubicBezTo>
                    <a:pt x="1188" y="277"/>
                    <a:pt x="1195" y="286"/>
                    <a:pt x="1205" y="294"/>
                  </a:cubicBezTo>
                  <a:lnTo>
                    <a:pt x="1217" y="294"/>
                  </a:lnTo>
                  <a:cubicBezTo>
                    <a:pt x="1165" y="111"/>
                    <a:pt x="958" y="1"/>
                    <a:pt x="7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65"/>
            <p:cNvSpPr/>
            <p:nvPr/>
          </p:nvSpPr>
          <p:spPr>
            <a:xfrm>
              <a:off x="715844" y="3249125"/>
              <a:ext cx="3593" cy="12392"/>
            </a:xfrm>
            <a:custGeom>
              <a:rect b="b" l="l" r="r" t="t"/>
              <a:pathLst>
                <a:path extrusionOk="0" h="438" w="127">
                  <a:moveTo>
                    <a:pt x="35" y="0"/>
                  </a:moveTo>
                  <a:cubicBezTo>
                    <a:pt x="35" y="80"/>
                    <a:pt x="32" y="277"/>
                    <a:pt x="2" y="322"/>
                  </a:cubicBezTo>
                  <a:cubicBezTo>
                    <a:pt x="2" y="359"/>
                    <a:pt x="0" y="400"/>
                    <a:pt x="0" y="438"/>
                  </a:cubicBezTo>
                  <a:lnTo>
                    <a:pt x="13" y="438"/>
                  </a:lnTo>
                  <a:cubicBezTo>
                    <a:pt x="42" y="336"/>
                    <a:pt x="127" y="102"/>
                    <a:pt x="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65"/>
            <p:cNvSpPr/>
            <p:nvPr/>
          </p:nvSpPr>
          <p:spPr>
            <a:xfrm>
              <a:off x="619115" y="3149793"/>
              <a:ext cx="368" cy="1075"/>
            </a:xfrm>
            <a:custGeom>
              <a:rect b="b" l="l" r="r" t="t"/>
              <a:pathLst>
                <a:path extrusionOk="0" h="38" w="13">
                  <a:moveTo>
                    <a:pt x="1" y="0"/>
                  </a:moveTo>
                  <a:lnTo>
                    <a:pt x="1" y="38"/>
                  </a:lnTo>
                  <a:lnTo>
                    <a:pt x="13" y="38"/>
                  </a:lnTo>
                  <a:cubicBezTo>
                    <a:pt x="8" y="10"/>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65"/>
            <p:cNvSpPr/>
            <p:nvPr/>
          </p:nvSpPr>
          <p:spPr>
            <a:xfrm>
              <a:off x="618803" y="3148633"/>
              <a:ext cx="396" cy="764"/>
            </a:xfrm>
            <a:custGeom>
              <a:rect b="b" l="l" r="r" t="t"/>
              <a:pathLst>
                <a:path extrusionOk="0" h="27" w="14">
                  <a:moveTo>
                    <a:pt x="0" y="0"/>
                  </a:moveTo>
                  <a:lnTo>
                    <a:pt x="0" y="27"/>
                  </a:lnTo>
                  <a:lnTo>
                    <a:pt x="13" y="27"/>
                  </a:lnTo>
                  <a:cubicBezTo>
                    <a:pt x="5" y="5"/>
                    <a:pt x="9"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65"/>
            <p:cNvSpPr/>
            <p:nvPr/>
          </p:nvSpPr>
          <p:spPr>
            <a:xfrm>
              <a:off x="599678" y="3119436"/>
              <a:ext cx="15476" cy="35705"/>
            </a:xfrm>
            <a:custGeom>
              <a:rect b="b" l="l" r="r" t="t"/>
              <a:pathLst>
                <a:path extrusionOk="0" h="1262" w="547">
                  <a:moveTo>
                    <a:pt x="157" y="0"/>
                  </a:moveTo>
                  <a:cubicBezTo>
                    <a:pt x="137" y="21"/>
                    <a:pt x="102" y="37"/>
                    <a:pt x="79" y="51"/>
                  </a:cubicBezTo>
                  <a:cubicBezTo>
                    <a:pt x="58" y="114"/>
                    <a:pt x="0" y="230"/>
                    <a:pt x="60" y="297"/>
                  </a:cubicBezTo>
                  <a:lnTo>
                    <a:pt x="60" y="310"/>
                  </a:lnTo>
                  <a:cubicBezTo>
                    <a:pt x="93" y="266"/>
                    <a:pt x="79" y="201"/>
                    <a:pt x="102" y="143"/>
                  </a:cubicBezTo>
                  <a:cubicBezTo>
                    <a:pt x="111" y="121"/>
                    <a:pt x="143" y="101"/>
                    <a:pt x="154" y="79"/>
                  </a:cubicBezTo>
                  <a:cubicBezTo>
                    <a:pt x="186" y="79"/>
                    <a:pt x="215" y="80"/>
                    <a:pt x="246" y="80"/>
                  </a:cubicBezTo>
                  <a:cubicBezTo>
                    <a:pt x="348" y="189"/>
                    <a:pt x="413" y="317"/>
                    <a:pt x="404" y="537"/>
                  </a:cubicBezTo>
                  <a:cubicBezTo>
                    <a:pt x="335" y="596"/>
                    <a:pt x="291" y="654"/>
                    <a:pt x="231" y="727"/>
                  </a:cubicBezTo>
                  <a:cubicBezTo>
                    <a:pt x="234" y="883"/>
                    <a:pt x="349" y="982"/>
                    <a:pt x="431" y="1067"/>
                  </a:cubicBezTo>
                  <a:cubicBezTo>
                    <a:pt x="426" y="1133"/>
                    <a:pt x="415" y="1133"/>
                    <a:pt x="390" y="1169"/>
                  </a:cubicBezTo>
                  <a:cubicBezTo>
                    <a:pt x="384" y="1169"/>
                    <a:pt x="379" y="1169"/>
                    <a:pt x="373" y="1169"/>
                  </a:cubicBezTo>
                  <a:cubicBezTo>
                    <a:pt x="315" y="1169"/>
                    <a:pt x="265" y="1168"/>
                    <a:pt x="234" y="1140"/>
                  </a:cubicBezTo>
                  <a:lnTo>
                    <a:pt x="210" y="1140"/>
                  </a:lnTo>
                  <a:cubicBezTo>
                    <a:pt x="227" y="1183"/>
                    <a:pt x="328" y="1262"/>
                    <a:pt x="406" y="1262"/>
                  </a:cubicBezTo>
                  <a:cubicBezTo>
                    <a:pt x="423" y="1262"/>
                    <a:pt x="439" y="1258"/>
                    <a:pt x="452" y="1249"/>
                  </a:cubicBezTo>
                  <a:cubicBezTo>
                    <a:pt x="509" y="1232"/>
                    <a:pt x="509" y="1197"/>
                    <a:pt x="545" y="1160"/>
                  </a:cubicBezTo>
                  <a:cubicBezTo>
                    <a:pt x="547" y="966"/>
                    <a:pt x="444" y="875"/>
                    <a:pt x="346" y="781"/>
                  </a:cubicBezTo>
                  <a:cubicBezTo>
                    <a:pt x="356" y="652"/>
                    <a:pt x="448" y="654"/>
                    <a:pt x="480" y="564"/>
                  </a:cubicBezTo>
                  <a:cubicBezTo>
                    <a:pt x="528" y="433"/>
                    <a:pt x="429" y="157"/>
                    <a:pt x="387" y="98"/>
                  </a:cubicBezTo>
                  <a:cubicBezTo>
                    <a:pt x="365" y="66"/>
                    <a:pt x="322" y="50"/>
                    <a:pt x="298" y="18"/>
                  </a:cubicBezTo>
                  <a:lnTo>
                    <a:pt x="15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65"/>
            <p:cNvSpPr/>
            <p:nvPr/>
          </p:nvSpPr>
          <p:spPr>
            <a:xfrm>
              <a:off x="638749" y="3134431"/>
              <a:ext cx="4895" cy="16240"/>
            </a:xfrm>
            <a:custGeom>
              <a:rect b="b" l="l" r="r" t="t"/>
              <a:pathLst>
                <a:path extrusionOk="0" h="574" w="173">
                  <a:moveTo>
                    <a:pt x="2" y="1"/>
                  </a:moveTo>
                  <a:cubicBezTo>
                    <a:pt x="0" y="222"/>
                    <a:pt x="51" y="441"/>
                    <a:pt x="159" y="561"/>
                  </a:cubicBezTo>
                  <a:lnTo>
                    <a:pt x="159" y="574"/>
                  </a:lnTo>
                  <a:lnTo>
                    <a:pt x="172" y="574"/>
                  </a:lnTo>
                  <a:cubicBezTo>
                    <a:pt x="144" y="444"/>
                    <a:pt x="75" y="88"/>
                    <a:pt x="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65"/>
            <p:cNvSpPr/>
            <p:nvPr/>
          </p:nvSpPr>
          <p:spPr>
            <a:xfrm>
              <a:off x="666645" y="3202302"/>
              <a:ext cx="1075" cy="820"/>
            </a:xfrm>
            <a:custGeom>
              <a:rect b="b" l="l" r="r" t="t"/>
              <a:pathLst>
                <a:path extrusionOk="0" h="29" w="38">
                  <a:moveTo>
                    <a:pt x="0" y="1"/>
                  </a:moveTo>
                  <a:lnTo>
                    <a:pt x="0" y="1"/>
                  </a:lnTo>
                  <a:cubicBezTo>
                    <a:pt x="16" y="23"/>
                    <a:pt x="7" y="15"/>
                    <a:pt x="38" y="28"/>
                  </a:cubicBezTo>
                  <a:lnTo>
                    <a:pt x="38" y="15"/>
                  </a:lnTo>
                  <a:cubicBezTo>
                    <a:pt x="25" y="11"/>
                    <a:pt x="12" y="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65"/>
            <p:cNvSpPr/>
            <p:nvPr/>
          </p:nvSpPr>
          <p:spPr>
            <a:xfrm>
              <a:off x="641267" y="3015521"/>
              <a:ext cx="22012" cy="4555"/>
            </a:xfrm>
            <a:custGeom>
              <a:rect b="b" l="l" r="r" t="t"/>
              <a:pathLst>
                <a:path extrusionOk="0" h="161" w="778">
                  <a:moveTo>
                    <a:pt x="474" y="0"/>
                  </a:moveTo>
                  <a:cubicBezTo>
                    <a:pt x="442" y="0"/>
                    <a:pt x="414" y="1"/>
                    <a:pt x="391" y="1"/>
                  </a:cubicBezTo>
                  <a:cubicBezTo>
                    <a:pt x="356" y="22"/>
                    <a:pt x="305" y="9"/>
                    <a:pt x="262" y="24"/>
                  </a:cubicBezTo>
                  <a:cubicBezTo>
                    <a:pt x="180" y="49"/>
                    <a:pt x="71" y="94"/>
                    <a:pt x="13" y="148"/>
                  </a:cubicBezTo>
                  <a:lnTo>
                    <a:pt x="0" y="148"/>
                  </a:lnTo>
                  <a:lnTo>
                    <a:pt x="0" y="161"/>
                  </a:lnTo>
                  <a:cubicBezTo>
                    <a:pt x="240" y="129"/>
                    <a:pt x="430" y="34"/>
                    <a:pt x="723" y="34"/>
                  </a:cubicBezTo>
                  <a:cubicBezTo>
                    <a:pt x="741" y="34"/>
                    <a:pt x="759" y="35"/>
                    <a:pt x="778" y="36"/>
                  </a:cubicBezTo>
                  <a:cubicBezTo>
                    <a:pt x="733" y="4"/>
                    <a:pt x="585" y="0"/>
                    <a:pt x="4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65"/>
            <p:cNvSpPr/>
            <p:nvPr/>
          </p:nvSpPr>
          <p:spPr>
            <a:xfrm>
              <a:off x="697087" y="3265167"/>
              <a:ext cx="481" cy="1867"/>
            </a:xfrm>
            <a:custGeom>
              <a:rect b="b" l="l" r="r" t="t"/>
              <a:pathLst>
                <a:path extrusionOk="0" h="66" w="17">
                  <a:moveTo>
                    <a:pt x="2" y="0"/>
                  </a:moveTo>
                  <a:cubicBezTo>
                    <a:pt x="2" y="22"/>
                    <a:pt x="2" y="44"/>
                    <a:pt x="0" y="66"/>
                  </a:cubicBezTo>
                  <a:cubicBezTo>
                    <a:pt x="15" y="43"/>
                    <a:pt x="16" y="22"/>
                    <a:pt x="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65"/>
            <p:cNvSpPr/>
            <p:nvPr/>
          </p:nvSpPr>
          <p:spPr>
            <a:xfrm>
              <a:off x="715504" y="3253595"/>
              <a:ext cx="8120" cy="23596"/>
            </a:xfrm>
            <a:custGeom>
              <a:rect b="b" l="l" r="r" t="t"/>
              <a:pathLst>
                <a:path extrusionOk="0" h="834" w="287">
                  <a:moveTo>
                    <a:pt x="251" y="1"/>
                  </a:moveTo>
                  <a:cubicBezTo>
                    <a:pt x="239" y="226"/>
                    <a:pt x="134" y="386"/>
                    <a:pt x="70" y="565"/>
                  </a:cubicBezTo>
                  <a:cubicBezTo>
                    <a:pt x="41" y="648"/>
                    <a:pt x="48" y="750"/>
                    <a:pt x="0" y="809"/>
                  </a:cubicBezTo>
                  <a:lnTo>
                    <a:pt x="0" y="834"/>
                  </a:lnTo>
                  <a:cubicBezTo>
                    <a:pt x="146" y="744"/>
                    <a:pt x="232" y="504"/>
                    <a:pt x="269" y="299"/>
                  </a:cubicBezTo>
                  <a:cubicBezTo>
                    <a:pt x="287" y="213"/>
                    <a:pt x="287" y="47"/>
                    <a:pt x="2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65"/>
            <p:cNvSpPr/>
            <p:nvPr/>
          </p:nvSpPr>
          <p:spPr>
            <a:xfrm>
              <a:off x="666645" y="3082770"/>
              <a:ext cx="10497" cy="6818"/>
            </a:xfrm>
            <a:custGeom>
              <a:rect b="b" l="l" r="r" t="t"/>
              <a:pathLst>
                <a:path extrusionOk="0" h="241" w="371">
                  <a:moveTo>
                    <a:pt x="77" y="1"/>
                  </a:moveTo>
                  <a:cubicBezTo>
                    <a:pt x="60" y="15"/>
                    <a:pt x="31" y="23"/>
                    <a:pt x="12" y="39"/>
                  </a:cubicBezTo>
                  <a:lnTo>
                    <a:pt x="0" y="39"/>
                  </a:lnTo>
                  <a:cubicBezTo>
                    <a:pt x="103" y="124"/>
                    <a:pt x="242" y="158"/>
                    <a:pt x="345" y="241"/>
                  </a:cubicBezTo>
                  <a:lnTo>
                    <a:pt x="371" y="241"/>
                  </a:lnTo>
                  <a:cubicBezTo>
                    <a:pt x="338" y="140"/>
                    <a:pt x="313" y="60"/>
                    <a:pt x="207" y="30"/>
                  </a:cubicBezTo>
                  <a:cubicBezTo>
                    <a:pt x="178" y="7"/>
                    <a:pt x="133"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65"/>
            <p:cNvSpPr/>
            <p:nvPr/>
          </p:nvSpPr>
          <p:spPr>
            <a:xfrm>
              <a:off x="692560" y="3086222"/>
              <a:ext cx="5064" cy="7809"/>
            </a:xfrm>
            <a:custGeom>
              <a:rect b="b" l="l" r="r" t="t"/>
              <a:pathLst>
                <a:path extrusionOk="0" h="276" w="179">
                  <a:moveTo>
                    <a:pt x="0" y="1"/>
                  </a:moveTo>
                  <a:cubicBezTo>
                    <a:pt x="39" y="77"/>
                    <a:pt x="54" y="188"/>
                    <a:pt x="111" y="248"/>
                  </a:cubicBezTo>
                  <a:cubicBezTo>
                    <a:pt x="118" y="271"/>
                    <a:pt x="112" y="263"/>
                    <a:pt x="124" y="276"/>
                  </a:cubicBezTo>
                  <a:cubicBezTo>
                    <a:pt x="179" y="152"/>
                    <a:pt x="111"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65"/>
            <p:cNvSpPr/>
            <p:nvPr/>
          </p:nvSpPr>
          <p:spPr>
            <a:xfrm>
              <a:off x="700623" y="3128235"/>
              <a:ext cx="34404" cy="31433"/>
            </a:xfrm>
            <a:custGeom>
              <a:rect b="b" l="l" r="r" t="t"/>
              <a:pathLst>
                <a:path extrusionOk="0" h="1111" w="1216">
                  <a:moveTo>
                    <a:pt x="820" y="0"/>
                  </a:moveTo>
                  <a:cubicBezTo>
                    <a:pt x="843" y="218"/>
                    <a:pt x="925" y="358"/>
                    <a:pt x="989" y="521"/>
                  </a:cubicBezTo>
                  <a:cubicBezTo>
                    <a:pt x="1006" y="566"/>
                    <a:pt x="999" y="612"/>
                    <a:pt x="1025" y="652"/>
                  </a:cubicBezTo>
                  <a:cubicBezTo>
                    <a:pt x="1025" y="733"/>
                    <a:pt x="1019" y="800"/>
                    <a:pt x="982" y="844"/>
                  </a:cubicBezTo>
                  <a:cubicBezTo>
                    <a:pt x="949" y="882"/>
                    <a:pt x="644" y="1005"/>
                    <a:pt x="516" y="1005"/>
                  </a:cubicBezTo>
                  <a:cubicBezTo>
                    <a:pt x="505" y="1005"/>
                    <a:pt x="495" y="1004"/>
                    <a:pt x="487" y="1002"/>
                  </a:cubicBezTo>
                  <a:cubicBezTo>
                    <a:pt x="391" y="976"/>
                    <a:pt x="294" y="938"/>
                    <a:pt x="164" y="931"/>
                  </a:cubicBezTo>
                  <a:cubicBezTo>
                    <a:pt x="127" y="896"/>
                    <a:pt x="89" y="860"/>
                    <a:pt x="51" y="826"/>
                  </a:cubicBezTo>
                  <a:cubicBezTo>
                    <a:pt x="38" y="787"/>
                    <a:pt x="28" y="748"/>
                    <a:pt x="15" y="710"/>
                  </a:cubicBezTo>
                  <a:lnTo>
                    <a:pt x="15" y="684"/>
                  </a:lnTo>
                  <a:lnTo>
                    <a:pt x="2" y="684"/>
                  </a:lnTo>
                  <a:cubicBezTo>
                    <a:pt x="0" y="836"/>
                    <a:pt x="44" y="916"/>
                    <a:pt x="98" y="1009"/>
                  </a:cubicBezTo>
                  <a:cubicBezTo>
                    <a:pt x="187" y="1027"/>
                    <a:pt x="460" y="1111"/>
                    <a:pt x="587" y="1111"/>
                  </a:cubicBezTo>
                  <a:cubicBezTo>
                    <a:pt x="602" y="1111"/>
                    <a:pt x="616" y="1110"/>
                    <a:pt x="627" y="1107"/>
                  </a:cubicBezTo>
                  <a:cubicBezTo>
                    <a:pt x="701" y="1089"/>
                    <a:pt x="771" y="1034"/>
                    <a:pt x="836" y="1009"/>
                  </a:cubicBezTo>
                  <a:cubicBezTo>
                    <a:pt x="909" y="979"/>
                    <a:pt x="999" y="967"/>
                    <a:pt x="1045" y="910"/>
                  </a:cubicBezTo>
                  <a:cubicBezTo>
                    <a:pt x="1216" y="697"/>
                    <a:pt x="1024" y="413"/>
                    <a:pt x="944" y="249"/>
                  </a:cubicBezTo>
                  <a:cubicBezTo>
                    <a:pt x="903" y="168"/>
                    <a:pt x="878" y="66"/>
                    <a:pt x="8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65"/>
            <p:cNvSpPr/>
            <p:nvPr/>
          </p:nvSpPr>
          <p:spPr>
            <a:xfrm>
              <a:off x="683789" y="3084213"/>
              <a:ext cx="7215" cy="7158"/>
            </a:xfrm>
            <a:custGeom>
              <a:rect b="b" l="l" r="r" t="t"/>
              <a:pathLst>
                <a:path extrusionOk="0" h="253" w="255">
                  <a:moveTo>
                    <a:pt x="0" y="1"/>
                  </a:moveTo>
                  <a:lnTo>
                    <a:pt x="240" y="252"/>
                  </a:lnTo>
                  <a:lnTo>
                    <a:pt x="253" y="252"/>
                  </a:lnTo>
                  <a:cubicBezTo>
                    <a:pt x="255" y="196"/>
                    <a:pt x="255" y="162"/>
                    <a:pt x="230" y="136"/>
                  </a:cubicBezTo>
                  <a:cubicBezTo>
                    <a:pt x="205" y="57"/>
                    <a:pt x="107"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65"/>
            <p:cNvSpPr/>
            <p:nvPr/>
          </p:nvSpPr>
          <p:spPr>
            <a:xfrm>
              <a:off x="675358" y="3083364"/>
              <a:ext cx="9733" cy="7498"/>
            </a:xfrm>
            <a:custGeom>
              <a:rect b="b" l="l" r="r" t="t"/>
              <a:pathLst>
                <a:path extrusionOk="0" h="265" w="344">
                  <a:moveTo>
                    <a:pt x="27" y="0"/>
                  </a:moveTo>
                  <a:cubicBezTo>
                    <a:pt x="14" y="10"/>
                    <a:pt x="22" y="6"/>
                    <a:pt x="0" y="13"/>
                  </a:cubicBezTo>
                  <a:cubicBezTo>
                    <a:pt x="99" y="98"/>
                    <a:pt x="239" y="176"/>
                    <a:pt x="332" y="265"/>
                  </a:cubicBezTo>
                  <a:cubicBezTo>
                    <a:pt x="333" y="264"/>
                    <a:pt x="335" y="264"/>
                    <a:pt x="336" y="264"/>
                  </a:cubicBezTo>
                  <a:cubicBezTo>
                    <a:pt x="339" y="264"/>
                    <a:pt x="342" y="265"/>
                    <a:pt x="344" y="265"/>
                  </a:cubicBezTo>
                  <a:cubicBezTo>
                    <a:pt x="329" y="100"/>
                    <a:pt x="217" y="0"/>
                    <a:pt x="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65"/>
            <p:cNvSpPr/>
            <p:nvPr/>
          </p:nvSpPr>
          <p:spPr>
            <a:xfrm>
              <a:off x="722606" y="3089560"/>
              <a:ext cx="6055" cy="6111"/>
            </a:xfrm>
            <a:custGeom>
              <a:rect b="b" l="l" r="r" t="t"/>
              <a:pathLst>
                <a:path extrusionOk="0" h="216" w="214">
                  <a:moveTo>
                    <a:pt x="189" y="1"/>
                  </a:moveTo>
                  <a:cubicBezTo>
                    <a:pt x="142" y="37"/>
                    <a:pt x="77" y="73"/>
                    <a:pt x="30" y="101"/>
                  </a:cubicBezTo>
                  <a:cubicBezTo>
                    <a:pt x="23" y="129"/>
                    <a:pt x="17" y="148"/>
                    <a:pt x="2" y="165"/>
                  </a:cubicBezTo>
                  <a:cubicBezTo>
                    <a:pt x="2" y="181"/>
                    <a:pt x="2" y="198"/>
                    <a:pt x="1" y="216"/>
                  </a:cubicBezTo>
                  <a:cubicBezTo>
                    <a:pt x="74" y="172"/>
                    <a:pt x="155" y="82"/>
                    <a:pt x="200" y="14"/>
                  </a:cubicBezTo>
                  <a:lnTo>
                    <a:pt x="21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65"/>
            <p:cNvSpPr/>
            <p:nvPr/>
          </p:nvSpPr>
          <p:spPr>
            <a:xfrm>
              <a:off x="728179" y="3087212"/>
              <a:ext cx="8629" cy="8601"/>
            </a:xfrm>
            <a:custGeom>
              <a:rect b="b" l="l" r="r" t="t"/>
              <a:pathLst>
                <a:path extrusionOk="0" h="304" w="305">
                  <a:moveTo>
                    <a:pt x="278" y="1"/>
                  </a:moveTo>
                  <a:cubicBezTo>
                    <a:pt x="226" y="47"/>
                    <a:pt x="133" y="52"/>
                    <a:pt x="82" y="100"/>
                  </a:cubicBezTo>
                  <a:cubicBezTo>
                    <a:pt x="44" y="136"/>
                    <a:pt x="35" y="200"/>
                    <a:pt x="2" y="241"/>
                  </a:cubicBezTo>
                  <a:cubicBezTo>
                    <a:pt x="0" y="260"/>
                    <a:pt x="0" y="281"/>
                    <a:pt x="0" y="303"/>
                  </a:cubicBezTo>
                  <a:cubicBezTo>
                    <a:pt x="103" y="236"/>
                    <a:pt x="204" y="101"/>
                    <a:pt x="291" y="12"/>
                  </a:cubicBezTo>
                  <a:lnTo>
                    <a:pt x="30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65"/>
            <p:cNvSpPr/>
            <p:nvPr/>
          </p:nvSpPr>
          <p:spPr>
            <a:xfrm>
              <a:off x="735535" y="3086476"/>
              <a:ext cx="11826" cy="7639"/>
            </a:xfrm>
            <a:custGeom>
              <a:rect b="b" l="l" r="r" t="t"/>
              <a:pathLst>
                <a:path extrusionOk="0" h="270" w="418">
                  <a:moveTo>
                    <a:pt x="312" y="0"/>
                  </a:moveTo>
                  <a:cubicBezTo>
                    <a:pt x="164" y="0"/>
                    <a:pt x="6" y="164"/>
                    <a:pt x="0" y="270"/>
                  </a:cubicBezTo>
                  <a:cubicBezTo>
                    <a:pt x="168" y="239"/>
                    <a:pt x="245" y="57"/>
                    <a:pt x="418" y="34"/>
                  </a:cubicBezTo>
                  <a:cubicBezTo>
                    <a:pt x="385" y="10"/>
                    <a:pt x="348"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65"/>
            <p:cNvSpPr/>
            <p:nvPr/>
          </p:nvSpPr>
          <p:spPr>
            <a:xfrm>
              <a:off x="725378" y="3099151"/>
              <a:ext cx="8573" cy="6479"/>
            </a:xfrm>
            <a:custGeom>
              <a:rect b="b" l="l" r="r" t="t"/>
              <a:pathLst>
                <a:path extrusionOk="0" h="229" w="303">
                  <a:moveTo>
                    <a:pt x="264" y="0"/>
                  </a:moveTo>
                  <a:cubicBezTo>
                    <a:pt x="168" y="73"/>
                    <a:pt x="57" y="75"/>
                    <a:pt x="13" y="204"/>
                  </a:cubicBezTo>
                  <a:lnTo>
                    <a:pt x="0" y="204"/>
                  </a:lnTo>
                  <a:lnTo>
                    <a:pt x="0" y="229"/>
                  </a:lnTo>
                  <a:cubicBezTo>
                    <a:pt x="88" y="200"/>
                    <a:pt x="226" y="89"/>
                    <a:pt x="277" y="15"/>
                  </a:cubicBezTo>
                  <a:lnTo>
                    <a:pt x="303" y="15"/>
                  </a:lnTo>
                  <a:cubicBezTo>
                    <a:pt x="288" y="3"/>
                    <a:pt x="291" y="5"/>
                    <a:pt x="2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65"/>
            <p:cNvSpPr/>
            <p:nvPr/>
          </p:nvSpPr>
          <p:spPr>
            <a:xfrm>
              <a:off x="578120" y="3425665"/>
              <a:ext cx="396" cy="1132"/>
            </a:xfrm>
            <a:custGeom>
              <a:rect b="b" l="l" r="r" t="t"/>
              <a:pathLst>
                <a:path extrusionOk="0" h="40" w="14">
                  <a:moveTo>
                    <a:pt x="0" y="0"/>
                  </a:moveTo>
                  <a:lnTo>
                    <a:pt x="0" y="40"/>
                  </a:lnTo>
                  <a:lnTo>
                    <a:pt x="13" y="40"/>
                  </a:lnTo>
                  <a:cubicBezTo>
                    <a:pt x="8" y="14"/>
                    <a:pt x="11" y="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65"/>
            <p:cNvSpPr/>
            <p:nvPr/>
          </p:nvSpPr>
          <p:spPr>
            <a:xfrm>
              <a:off x="515397" y="3315752"/>
              <a:ext cx="1132" cy="820"/>
            </a:xfrm>
            <a:custGeom>
              <a:rect b="b" l="l" r="r" t="t"/>
              <a:pathLst>
                <a:path extrusionOk="0" h="29" w="40">
                  <a:moveTo>
                    <a:pt x="0" y="1"/>
                  </a:moveTo>
                  <a:cubicBezTo>
                    <a:pt x="18" y="22"/>
                    <a:pt x="7" y="15"/>
                    <a:pt x="39" y="28"/>
                  </a:cubicBezTo>
                  <a:lnTo>
                    <a:pt x="39" y="15"/>
                  </a:lnTo>
                  <a:cubicBezTo>
                    <a:pt x="26" y="9"/>
                    <a:pt x="13"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65"/>
            <p:cNvSpPr/>
            <p:nvPr/>
          </p:nvSpPr>
          <p:spPr>
            <a:xfrm>
              <a:off x="516416" y="3316459"/>
              <a:ext cx="19522" cy="29339"/>
            </a:xfrm>
            <a:custGeom>
              <a:rect b="b" l="l" r="r" t="t"/>
              <a:pathLst>
                <a:path extrusionOk="0" h="1037" w="690">
                  <a:moveTo>
                    <a:pt x="1" y="0"/>
                  </a:moveTo>
                  <a:lnTo>
                    <a:pt x="1" y="0"/>
                  </a:lnTo>
                  <a:cubicBezTo>
                    <a:pt x="40" y="59"/>
                    <a:pt x="105" y="98"/>
                    <a:pt x="153" y="146"/>
                  </a:cubicBezTo>
                  <a:cubicBezTo>
                    <a:pt x="239" y="236"/>
                    <a:pt x="328" y="355"/>
                    <a:pt x="392" y="461"/>
                  </a:cubicBezTo>
                  <a:cubicBezTo>
                    <a:pt x="480" y="610"/>
                    <a:pt x="572" y="890"/>
                    <a:pt x="677" y="1009"/>
                  </a:cubicBezTo>
                  <a:cubicBezTo>
                    <a:pt x="680" y="1018"/>
                    <a:pt x="677" y="1028"/>
                    <a:pt x="677" y="1037"/>
                  </a:cubicBezTo>
                  <a:lnTo>
                    <a:pt x="690" y="1037"/>
                  </a:lnTo>
                  <a:cubicBezTo>
                    <a:pt x="650" y="732"/>
                    <a:pt x="408" y="374"/>
                    <a:pt x="230" y="186"/>
                  </a:cubicBezTo>
                  <a:cubicBezTo>
                    <a:pt x="163" y="117"/>
                    <a:pt x="107" y="32"/>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65"/>
            <p:cNvSpPr/>
            <p:nvPr/>
          </p:nvSpPr>
          <p:spPr>
            <a:xfrm>
              <a:off x="515171" y="3512040"/>
              <a:ext cx="9450" cy="11911"/>
            </a:xfrm>
            <a:custGeom>
              <a:rect b="b" l="l" r="r" t="t"/>
              <a:pathLst>
                <a:path extrusionOk="0" h="421" w="334">
                  <a:moveTo>
                    <a:pt x="1" y="1"/>
                  </a:moveTo>
                  <a:cubicBezTo>
                    <a:pt x="52" y="53"/>
                    <a:pt x="103" y="107"/>
                    <a:pt x="152" y="159"/>
                  </a:cubicBezTo>
                  <a:cubicBezTo>
                    <a:pt x="209" y="238"/>
                    <a:pt x="239" y="341"/>
                    <a:pt x="316" y="396"/>
                  </a:cubicBezTo>
                  <a:lnTo>
                    <a:pt x="316" y="421"/>
                  </a:lnTo>
                  <a:lnTo>
                    <a:pt x="328" y="421"/>
                  </a:lnTo>
                  <a:cubicBezTo>
                    <a:pt x="334" y="219"/>
                    <a:pt x="152" y="5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65"/>
            <p:cNvSpPr/>
            <p:nvPr/>
          </p:nvSpPr>
          <p:spPr>
            <a:xfrm>
              <a:off x="612268" y="3664561"/>
              <a:ext cx="8007" cy="26652"/>
            </a:xfrm>
            <a:custGeom>
              <a:rect b="b" l="l" r="r" t="t"/>
              <a:pathLst>
                <a:path extrusionOk="0" h="942" w="283">
                  <a:moveTo>
                    <a:pt x="252" y="1"/>
                  </a:moveTo>
                  <a:lnTo>
                    <a:pt x="252" y="1"/>
                  </a:lnTo>
                  <a:cubicBezTo>
                    <a:pt x="230" y="66"/>
                    <a:pt x="182" y="110"/>
                    <a:pt x="157" y="166"/>
                  </a:cubicBezTo>
                  <a:cubicBezTo>
                    <a:pt x="106" y="278"/>
                    <a:pt x="0" y="758"/>
                    <a:pt x="90" y="874"/>
                  </a:cubicBezTo>
                  <a:cubicBezTo>
                    <a:pt x="105" y="912"/>
                    <a:pt x="114" y="915"/>
                    <a:pt x="130" y="941"/>
                  </a:cubicBezTo>
                  <a:lnTo>
                    <a:pt x="156" y="941"/>
                  </a:lnTo>
                  <a:cubicBezTo>
                    <a:pt x="163" y="825"/>
                    <a:pt x="175" y="700"/>
                    <a:pt x="201" y="594"/>
                  </a:cubicBezTo>
                  <a:cubicBezTo>
                    <a:pt x="208" y="488"/>
                    <a:pt x="214" y="380"/>
                    <a:pt x="221" y="271"/>
                  </a:cubicBezTo>
                  <a:cubicBezTo>
                    <a:pt x="236" y="210"/>
                    <a:pt x="282" y="54"/>
                    <a:pt x="2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65"/>
            <p:cNvSpPr/>
            <p:nvPr/>
          </p:nvSpPr>
          <p:spPr>
            <a:xfrm>
              <a:off x="559080" y="3412283"/>
              <a:ext cx="12024" cy="34177"/>
            </a:xfrm>
            <a:custGeom>
              <a:rect b="b" l="l" r="r" t="t"/>
              <a:pathLst>
                <a:path extrusionOk="0" h="1208" w="425">
                  <a:moveTo>
                    <a:pt x="387" y="1"/>
                  </a:moveTo>
                  <a:lnTo>
                    <a:pt x="387" y="1"/>
                  </a:lnTo>
                  <a:cubicBezTo>
                    <a:pt x="332" y="436"/>
                    <a:pt x="10" y="716"/>
                    <a:pt x="0" y="1208"/>
                  </a:cubicBezTo>
                  <a:cubicBezTo>
                    <a:pt x="165" y="1023"/>
                    <a:pt x="256" y="619"/>
                    <a:pt x="342" y="350"/>
                  </a:cubicBezTo>
                  <a:cubicBezTo>
                    <a:pt x="364" y="276"/>
                    <a:pt x="425" y="65"/>
                    <a:pt x="3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65"/>
            <p:cNvSpPr/>
            <p:nvPr/>
          </p:nvSpPr>
          <p:spPr>
            <a:xfrm>
              <a:off x="494999" y="3516736"/>
              <a:ext cx="23087" cy="13722"/>
            </a:xfrm>
            <a:custGeom>
              <a:rect b="b" l="l" r="r" t="t"/>
              <a:pathLst>
                <a:path extrusionOk="0" h="485" w="816">
                  <a:moveTo>
                    <a:pt x="0" y="0"/>
                  </a:moveTo>
                  <a:cubicBezTo>
                    <a:pt x="73" y="24"/>
                    <a:pt x="145" y="45"/>
                    <a:pt x="218" y="70"/>
                  </a:cubicBezTo>
                  <a:cubicBezTo>
                    <a:pt x="372" y="143"/>
                    <a:pt x="484" y="269"/>
                    <a:pt x="612" y="364"/>
                  </a:cubicBezTo>
                  <a:cubicBezTo>
                    <a:pt x="675" y="409"/>
                    <a:pt x="750" y="429"/>
                    <a:pt x="804" y="485"/>
                  </a:cubicBezTo>
                  <a:lnTo>
                    <a:pt x="816" y="485"/>
                  </a:lnTo>
                  <a:cubicBezTo>
                    <a:pt x="746" y="176"/>
                    <a:pt x="397"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65"/>
            <p:cNvSpPr/>
            <p:nvPr/>
          </p:nvSpPr>
          <p:spPr>
            <a:xfrm>
              <a:off x="557354" y="3426769"/>
              <a:ext cx="21333" cy="58820"/>
            </a:xfrm>
            <a:custGeom>
              <a:rect b="b" l="l" r="r" t="t"/>
              <a:pathLst>
                <a:path extrusionOk="0" h="2079" w="754">
                  <a:moveTo>
                    <a:pt x="720" y="1"/>
                  </a:moveTo>
                  <a:cubicBezTo>
                    <a:pt x="694" y="161"/>
                    <a:pt x="602" y="303"/>
                    <a:pt x="542" y="437"/>
                  </a:cubicBezTo>
                  <a:cubicBezTo>
                    <a:pt x="455" y="630"/>
                    <a:pt x="399" y="818"/>
                    <a:pt x="310" y="1013"/>
                  </a:cubicBezTo>
                  <a:cubicBezTo>
                    <a:pt x="173" y="1314"/>
                    <a:pt x="0" y="1648"/>
                    <a:pt x="3" y="2078"/>
                  </a:cubicBezTo>
                  <a:cubicBezTo>
                    <a:pt x="77" y="1981"/>
                    <a:pt x="112" y="1776"/>
                    <a:pt x="166" y="1655"/>
                  </a:cubicBezTo>
                  <a:cubicBezTo>
                    <a:pt x="333" y="1296"/>
                    <a:pt x="468" y="899"/>
                    <a:pt x="618" y="514"/>
                  </a:cubicBezTo>
                  <a:cubicBezTo>
                    <a:pt x="646" y="446"/>
                    <a:pt x="753" y="52"/>
                    <a:pt x="7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65"/>
            <p:cNvSpPr/>
            <p:nvPr/>
          </p:nvSpPr>
          <p:spPr>
            <a:xfrm>
              <a:off x="514662" y="3315356"/>
              <a:ext cx="707" cy="396"/>
            </a:xfrm>
            <a:custGeom>
              <a:rect b="b" l="l" r="r" t="t"/>
              <a:pathLst>
                <a:path extrusionOk="0" h="14" w="25">
                  <a:moveTo>
                    <a:pt x="0" y="0"/>
                  </a:moveTo>
                  <a:cubicBezTo>
                    <a:pt x="12" y="10"/>
                    <a:pt x="3" y="6"/>
                    <a:pt x="25" y="13"/>
                  </a:cubicBez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65"/>
            <p:cNvSpPr/>
            <p:nvPr/>
          </p:nvSpPr>
          <p:spPr>
            <a:xfrm>
              <a:off x="487021" y="3527742"/>
              <a:ext cx="15759" cy="2744"/>
            </a:xfrm>
            <a:custGeom>
              <a:rect b="b" l="l" r="r" t="t"/>
              <a:pathLst>
                <a:path extrusionOk="0" h="97" w="557">
                  <a:moveTo>
                    <a:pt x="249" y="1"/>
                  </a:moveTo>
                  <a:cubicBezTo>
                    <a:pt x="244" y="1"/>
                    <a:pt x="240" y="1"/>
                    <a:pt x="236" y="1"/>
                  </a:cubicBezTo>
                  <a:cubicBezTo>
                    <a:pt x="188" y="34"/>
                    <a:pt x="70" y="59"/>
                    <a:pt x="0" y="61"/>
                  </a:cubicBezTo>
                  <a:cubicBezTo>
                    <a:pt x="29" y="79"/>
                    <a:pt x="365" y="96"/>
                    <a:pt x="439" y="96"/>
                  </a:cubicBezTo>
                  <a:cubicBezTo>
                    <a:pt x="447" y="96"/>
                    <a:pt x="452" y="96"/>
                    <a:pt x="454" y="96"/>
                  </a:cubicBezTo>
                  <a:cubicBezTo>
                    <a:pt x="487" y="96"/>
                    <a:pt x="522" y="97"/>
                    <a:pt x="557" y="97"/>
                  </a:cubicBezTo>
                  <a:lnTo>
                    <a:pt x="557" y="84"/>
                  </a:lnTo>
                  <a:cubicBezTo>
                    <a:pt x="451" y="50"/>
                    <a:pt x="401" y="1"/>
                    <a:pt x="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65"/>
            <p:cNvSpPr/>
            <p:nvPr/>
          </p:nvSpPr>
          <p:spPr>
            <a:xfrm>
              <a:off x="517774" y="3627329"/>
              <a:ext cx="23766" cy="4866"/>
            </a:xfrm>
            <a:custGeom>
              <a:rect b="b" l="l" r="r" t="t"/>
              <a:pathLst>
                <a:path extrusionOk="0" h="172" w="840">
                  <a:moveTo>
                    <a:pt x="2" y="1"/>
                  </a:moveTo>
                  <a:cubicBezTo>
                    <a:pt x="1" y="69"/>
                    <a:pt x="76" y="75"/>
                    <a:pt x="155" y="109"/>
                  </a:cubicBezTo>
                  <a:cubicBezTo>
                    <a:pt x="249" y="146"/>
                    <a:pt x="376" y="171"/>
                    <a:pt x="498" y="171"/>
                  </a:cubicBezTo>
                  <a:cubicBezTo>
                    <a:pt x="619" y="171"/>
                    <a:pt x="736" y="146"/>
                    <a:pt x="815" y="82"/>
                  </a:cubicBezTo>
                  <a:lnTo>
                    <a:pt x="839" y="82"/>
                  </a:lnTo>
                  <a:lnTo>
                    <a:pt x="839" y="69"/>
                  </a:lnTo>
                  <a:cubicBezTo>
                    <a:pt x="806" y="69"/>
                    <a:pt x="771" y="69"/>
                    <a:pt x="733" y="69"/>
                  </a:cubicBezTo>
                  <a:cubicBezTo>
                    <a:pt x="496" y="69"/>
                    <a:pt x="188" y="65"/>
                    <a:pt x="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65"/>
            <p:cNvSpPr/>
            <p:nvPr/>
          </p:nvSpPr>
          <p:spPr>
            <a:xfrm>
              <a:off x="486398" y="3641984"/>
              <a:ext cx="33696" cy="15900"/>
            </a:xfrm>
            <a:custGeom>
              <a:rect b="b" l="l" r="r" t="t"/>
              <a:pathLst>
                <a:path extrusionOk="0" h="562" w="1191">
                  <a:moveTo>
                    <a:pt x="0" y="1"/>
                  </a:moveTo>
                  <a:lnTo>
                    <a:pt x="0" y="1"/>
                  </a:lnTo>
                  <a:cubicBezTo>
                    <a:pt x="102" y="218"/>
                    <a:pt x="400" y="561"/>
                    <a:pt x="775" y="561"/>
                  </a:cubicBezTo>
                  <a:cubicBezTo>
                    <a:pt x="814" y="561"/>
                    <a:pt x="853" y="558"/>
                    <a:pt x="893" y="550"/>
                  </a:cubicBezTo>
                  <a:cubicBezTo>
                    <a:pt x="993" y="536"/>
                    <a:pt x="1091" y="518"/>
                    <a:pt x="1191" y="504"/>
                  </a:cubicBezTo>
                  <a:cubicBezTo>
                    <a:pt x="1179" y="496"/>
                    <a:pt x="1167" y="493"/>
                    <a:pt x="1155" y="493"/>
                  </a:cubicBezTo>
                  <a:cubicBezTo>
                    <a:pt x="1128" y="493"/>
                    <a:pt x="1097" y="505"/>
                    <a:pt x="1061" y="505"/>
                  </a:cubicBezTo>
                  <a:cubicBezTo>
                    <a:pt x="1050" y="505"/>
                    <a:pt x="1038" y="504"/>
                    <a:pt x="1025" y="501"/>
                  </a:cubicBezTo>
                  <a:cubicBezTo>
                    <a:pt x="868" y="463"/>
                    <a:pt x="711" y="448"/>
                    <a:pt x="574" y="387"/>
                  </a:cubicBezTo>
                  <a:cubicBezTo>
                    <a:pt x="461" y="336"/>
                    <a:pt x="340" y="262"/>
                    <a:pt x="243" y="187"/>
                  </a:cubicBezTo>
                  <a:cubicBezTo>
                    <a:pt x="164" y="126"/>
                    <a:pt x="109" y="3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65"/>
            <p:cNvSpPr/>
            <p:nvPr/>
          </p:nvSpPr>
          <p:spPr>
            <a:xfrm>
              <a:off x="541595" y="3628941"/>
              <a:ext cx="736" cy="368"/>
            </a:xfrm>
            <a:custGeom>
              <a:rect b="b" l="l" r="r" t="t"/>
              <a:pathLst>
                <a:path extrusionOk="0" h="13" w="26">
                  <a:moveTo>
                    <a:pt x="0" y="1"/>
                  </a:moveTo>
                  <a:cubicBezTo>
                    <a:pt x="12" y="11"/>
                    <a:pt x="3" y="4"/>
                    <a:pt x="25" y="12"/>
                  </a:cubicBez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65"/>
            <p:cNvSpPr/>
            <p:nvPr/>
          </p:nvSpPr>
          <p:spPr>
            <a:xfrm>
              <a:off x="505240" y="3636184"/>
              <a:ext cx="24049" cy="9110"/>
            </a:xfrm>
            <a:custGeom>
              <a:rect b="b" l="l" r="r" t="t"/>
              <a:pathLst>
                <a:path extrusionOk="0" h="322" w="850">
                  <a:moveTo>
                    <a:pt x="0" y="1"/>
                  </a:moveTo>
                  <a:lnTo>
                    <a:pt x="0" y="1"/>
                  </a:lnTo>
                  <a:cubicBezTo>
                    <a:pt x="54" y="116"/>
                    <a:pt x="299" y="322"/>
                    <a:pt x="529" y="322"/>
                  </a:cubicBezTo>
                  <a:cubicBezTo>
                    <a:pt x="558" y="322"/>
                    <a:pt x="586" y="319"/>
                    <a:pt x="614" y="312"/>
                  </a:cubicBezTo>
                  <a:cubicBezTo>
                    <a:pt x="697" y="291"/>
                    <a:pt x="763" y="224"/>
                    <a:pt x="836" y="185"/>
                  </a:cubicBezTo>
                  <a:lnTo>
                    <a:pt x="849" y="174"/>
                  </a:lnTo>
                  <a:lnTo>
                    <a:pt x="849" y="160"/>
                  </a:lnTo>
                  <a:cubicBezTo>
                    <a:pt x="758" y="182"/>
                    <a:pt x="674" y="192"/>
                    <a:pt x="593" y="192"/>
                  </a:cubicBezTo>
                  <a:cubicBezTo>
                    <a:pt x="451" y="192"/>
                    <a:pt x="320" y="160"/>
                    <a:pt x="177" y="95"/>
                  </a:cubicBezTo>
                  <a:cubicBezTo>
                    <a:pt x="119" y="67"/>
                    <a:pt x="68" y="2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65"/>
            <p:cNvSpPr/>
            <p:nvPr/>
          </p:nvSpPr>
          <p:spPr>
            <a:xfrm>
              <a:off x="470215" y="3640909"/>
              <a:ext cx="24586" cy="24841"/>
            </a:xfrm>
            <a:custGeom>
              <a:rect b="b" l="l" r="r" t="t"/>
              <a:pathLst>
                <a:path extrusionOk="0" h="878" w="869">
                  <a:moveTo>
                    <a:pt x="8" y="1"/>
                  </a:moveTo>
                  <a:lnTo>
                    <a:pt x="8" y="1"/>
                  </a:lnTo>
                  <a:cubicBezTo>
                    <a:pt x="1" y="351"/>
                    <a:pt x="265" y="751"/>
                    <a:pt x="520" y="851"/>
                  </a:cubicBezTo>
                  <a:cubicBezTo>
                    <a:pt x="573" y="872"/>
                    <a:pt x="628" y="878"/>
                    <a:pt x="684" y="878"/>
                  </a:cubicBezTo>
                  <a:cubicBezTo>
                    <a:pt x="744" y="878"/>
                    <a:pt x="805" y="872"/>
                    <a:pt x="869" y="872"/>
                  </a:cubicBezTo>
                  <a:cubicBezTo>
                    <a:pt x="825" y="843"/>
                    <a:pt x="745" y="860"/>
                    <a:pt x="689" y="843"/>
                  </a:cubicBezTo>
                  <a:cubicBezTo>
                    <a:pt x="609" y="818"/>
                    <a:pt x="518" y="767"/>
                    <a:pt x="456" y="722"/>
                  </a:cubicBezTo>
                  <a:cubicBezTo>
                    <a:pt x="303" y="606"/>
                    <a:pt x="165" y="401"/>
                    <a:pt x="81" y="222"/>
                  </a:cubicBezTo>
                  <a:cubicBezTo>
                    <a:pt x="56" y="148"/>
                    <a:pt x="31" y="75"/>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65"/>
            <p:cNvSpPr/>
            <p:nvPr/>
          </p:nvSpPr>
          <p:spPr>
            <a:xfrm>
              <a:off x="541256" y="3616861"/>
              <a:ext cx="19946" cy="3904"/>
            </a:xfrm>
            <a:custGeom>
              <a:rect b="b" l="l" r="r" t="t"/>
              <a:pathLst>
                <a:path extrusionOk="0" h="138" w="705">
                  <a:moveTo>
                    <a:pt x="8" y="0"/>
                  </a:moveTo>
                  <a:cubicBezTo>
                    <a:pt x="1" y="32"/>
                    <a:pt x="7" y="26"/>
                    <a:pt x="20" y="66"/>
                  </a:cubicBezTo>
                  <a:lnTo>
                    <a:pt x="161" y="119"/>
                  </a:lnTo>
                  <a:cubicBezTo>
                    <a:pt x="208" y="132"/>
                    <a:pt x="255" y="137"/>
                    <a:pt x="302" y="137"/>
                  </a:cubicBezTo>
                  <a:cubicBezTo>
                    <a:pt x="442" y="137"/>
                    <a:pt x="578" y="93"/>
                    <a:pt x="704" y="93"/>
                  </a:cubicBezTo>
                  <a:cubicBezTo>
                    <a:pt x="584" y="7"/>
                    <a:pt x="219" y="0"/>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65"/>
            <p:cNvSpPr/>
            <p:nvPr/>
          </p:nvSpPr>
          <p:spPr>
            <a:xfrm>
              <a:off x="455334" y="3640286"/>
              <a:ext cx="13156" cy="23653"/>
            </a:xfrm>
            <a:custGeom>
              <a:rect b="b" l="l" r="r" t="t"/>
              <a:pathLst>
                <a:path extrusionOk="0" h="836" w="465">
                  <a:moveTo>
                    <a:pt x="94" y="1"/>
                  </a:moveTo>
                  <a:cubicBezTo>
                    <a:pt x="1" y="226"/>
                    <a:pt x="185" y="562"/>
                    <a:pt x="287" y="702"/>
                  </a:cubicBezTo>
                  <a:cubicBezTo>
                    <a:pt x="325" y="755"/>
                    <a:pt x="399" y="782"/>
                    <a:pt x="440" y="835"/>
                  </a:cubicBezTo>
                  <a:lnTo>
                    <a:pt x="464" y="835"/>
                  </a:lnTo>
                  <a:cubicBezTo>
                    <a:pt x="403" y="741"/>
                    <a:pt x="323" y="646"/>
                    <a:pt x="277" y="533"/>
                  </a:cubicBezTo>
                  <a:cubicBezTo>
                    <a:pt x="236" y="436"/>
                    <a:pt x="230" y="350"/>
                    <a:pt x="192" y="248"/>
                  </a:cubicBezTo>
                  <a:cubicBezTo>
                    <a:pt x="162" y="174"/>
                    <a:pt x="120" y="104"/>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65"/>
            <p:cNvSpPr/>
            <p:nvPr/>
          </p:nvSpPr>
          <p:spPr>
            <a:xfrm>
              <a:off x="535909" y="3345798"/>
              <a:ext cx="396" cy="707"/>
            </a:xfrm>
            <a:custGeom>
              <a:rect b="b" l="l" r="r" t="t"/>
              <a:pathLst>
                <a:path extrusionOk="0" h="25" w="14">
                  <a:moveTo>
                    <a:pt x="1" y="0"/>
                  </a:moveTo>
                  <a:lnTo>
                    <a:pt x="1" y="25"/>
                  </a:lnTo>
                  <a:lnTo>
                    <a:pt x="14" y="25"/>
                  </a:lnTo>
                  <a:cubicBezTo>
                    <a:pt x="7" y="3"/>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65"/>
            <p:cNvSpPr/>
            <p:nvPr/>
          </p:nvSpPr>
          <p:spPr>
            <a:xfrm>
              <a:off x="617530" y="3259395"/>
              <a:ext cx="396" cy="736"/>
            </a:xfrm>
            <a:custGeom>
              <a:rect b="b" l="l" r="r" t="t"/>
              <a:pathLst>
                <a:path extrusionOk="0" h="26" w="14">
                  <a:moveTo>
                    <a:pt x="0" y="1"/>
                  </a:moveTo>
                  <a:lnTo>
                    <a:pt x="0" y="26"/>
                  </a:lnTo>
                  <a:lnTo>
                    <a:pt x="13" y="26"/>
                  </a:lnTo>
                  <a:cubicBezTo>
                    <a:pt x="3" y="4"/>
                    <a:pt x="9"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65"/>
            <p:cNvSpPr/>
            <p:nvPr/>
          </p:nvSpPr>
          <p:spPr>
            <a:xfrm>
              <a:off x="558457" y="3458286"/>
              <a:ext cx="21248" cy="51888"/>
            </a:xfrm>
            <a:custGeom>
              <a:rect b="b" l="l" r="r" t="t"/>
              <a:pathLst>
                <a:path extrusionOk="0" h="1834" w="751">
                  <a:moveTo>
                    <a:pt x="735" y="0"/>
                  </a:moveTo>
                  <a:lnTo>
                    <a:pt x="735" y="0"/>
                  </a:lnTo>
                  <a:cubicBezTo>
                    <a:pt x="674" y="163"/>
                    <a:pt x="540" y="313"/>
                    <a:pt x="466" y="473"/>
                  </a:cubicBezTo>
                  <a:cubicBezTo>
                    <a:pt x="339" y="743"/>
                    <a:pt x="258" y="1007"/>
                    <a:pt x="150" y="1305"/>
                  </a:cubicBezTo>
                  <a:cubicBezTo>
                    <a:pt x="114" y="1409"/>
                    <a:pt x="0" y="1690"/>
                    <a:pt x="88" y="1821"/>
                  </a:cubicBezTo>
                  <a:lnTo>
                    <a:pt x="88" y="1834"/>
                  </a:lnTo>
                  <a:cubicBezTo>
                    <a:pt x="133" y="1691"/>
                    <a:pt x="179" y="1552"/>
                    <a:pt x="226" y="1411"/>
                  </a:cubicBezTo>
                  <a:cubicBezTo>
                    <a:pt x="352" y="1091"/>
                    <a:pt x="467" y="740"/>
                    <a:pt x="597" y="423"/>
                  </a:cubicBezTo>
                  <a:cubicBezTo>
                    <a:pt x="626" y="354"/>
                    <a:pt x="751" y="31"/>
                    <a:pt x="7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65"/>
            <p:cNvSpPr/>
            <p:nvPr/>
          </p:nvSpPr>
          <p:spPr>
            <a:xfrm>
              <a:off x="603017" y="3251785"/>
              <a:ext cx="9846" cy="20682"/>
            </a:xfrm>
            <a:custGeom>
              <a:rect b="b" l="l" r="r" t="t"/>
              <a:pathLst>
                <a:path extrusionOk="0" h="731" w="348">
                  <a:moveTo>
                    <a:pt x="0" y="1"/>
                  </a:moveTo>
                  <a:lnTo>
                    <a:pt x="0" y="1"/>
                  </a:lnTo>
                  <a:cubicBezTo>
                    <a:pt x="92" y="148"/>
                    <a:pt x="179" y="328"/>
                    <a:pt x="247" y="497"/>
                  </a:cubicBezTo>
                  <a:cubicBezTo>
                    <a:pt x="281" y="571"/>
                    <a:pt x="288" y="649"/>
                    <a:pt x="334" y="706"/>
                  </a:cubicBezTo>
                  <a:lnTo>
                    <a:pt x="334" y="731"/>
                  </a:lnTo>
                  <a:lnTo>
                    <a:pt x="347" y="731"/>
                  </a:lnTo>
                  <a:cubicBezTo>
                    <a:pt x="334" y="497"/>
                    <a:pt x="170" y="6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65"/>
            <p:cNvSpPr/>
            <p:nvPr/>
          </p:nvSpPr>
          <p:spPr>
            <a:xfrm>
              <a:off x="617841" y="3260102"/>
              <a:ext cx="7498" cy="31263"/>
            </a:xfrm>
            <a:custGeom>
              <a:rect b="b" l="l" r="r" t="t"/>
              <a:pathLst>
                <a:path extrusionOk="0" h="1105" w="265">
                  <a:moveTo>
                    <a:pt x="1" y="1"/>
                  </a:moveTo>
                  <a:cubicBezTo>
                    <a:pt x="15" y="114"/>
                    <a:pt x="58" y="223"/>
                    <a:pt x="85" y="326"/>
                  </a:cubicBezTo>
                  <a:cubicBezTo>
                    <a:pt x="111" y="486"/>
                    <a:pt x="138" y="646"/>
                    <a:pt x="165" y="806"/>
                  </a:cubicBezTo>
                  <a:cubicBezTo>
                    <a:pt x="191" y="898"/>
                    <a:pt x="228" y="1001"/>
                    <a:pt x="236" y="1104"/>
                  </a:cubicBezTo>
                  <a:cubicBezTo>
                    <a:pt x="264" y="1060"/>
                    <a:pt x="257" y="905"/>
                    <a:pt x="242" y="834"/>
                  </a:cubicBezTo>
                  <a:cubicBezTo>
                    <a:pt x="188" y="568"/>
                    <a:pt x="151" y="1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65"/>
            <p:cNvSpPr/>
            <p:nvPr/>
          </p:nvSpPr>
          <p:spPr>
            <a:xfrm>
              <a:off x="630318" y="3275408"/>
              <a:ext cx="396" cy="736"/>
            </a:xfrm>
            <a:custGeom>
              <a:rect b="b" l="l" r="r" t="t"/>
              <a:pathLst>
                <a:path extrusionOk="0" h="26" w="14">
                  <a:moveTo>
                    <a:pt x="0" y="0"/>
                  </a:moveTo>
                  <a:lnTo>
                    <a:pt x="0" y="25"/>
                  </a:lnTo>
                  <a:lnTo>
                    <a:pt x="13" y="25"/>
                  </a:lnTo>
                  <a:cubicBezTo>
                    <a:pt x="6" y="3"/>
                    <a:pt x="12" y="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65"/>
            <p:cNvSpPr/>
            <p:nvPr/>
          </p:nvSpPr>
          <p:spPr>
            <a:xfrm>
              <a:off x="601149" y="3078583"/>
              <a:ext cx="6932" cy="23398"/>
            </a:xfrm>
            <a:custGeom>
              <a:rect b="b" l="l" r="r" t="t"/>
              <a:pathLst>
                <a:path extrusionOk="0" h="827" w="245">
                  <a:moveTo>
                    <a:pt x="211" y="1"/>
                  </a:moveTo>
                  <a:lnTo>
                    <a:pt x="211" y="1"/>
                  </a:lnTo>
                  <a:cubicBezTo>
                    <a:pt x="69" y="213"/>
                    <a:pt x="1" y="608"/>
                    <a:pt x="208" y="815"/>
                  </a:cubicBezTo>
                  <a:cubicBezTo>
                    <a:pt x="207" y="818"/>
                    <a:pt x="207" y="823"/>
                    <a:pt x="207" y="826"/>
                  </a:cubicBezTo>
                  <a:lnTo>
                    <a:pt x="219" y="826"/>
                  </a:lnTo>
                  <a:cubicBezTo>
                    <a:pt x="204" y="661"/>
                    <a:pt x="201" y="447"/>
                    <a:pt x="207" y="245"/>
                  </a:cubicBezTo>
                  <a:cubicBezTo>
                    <a:pt x="208" y="163"/>
                    <a:pt x="245" y="56"/>
                    <a:pt x="2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65"/>
            <p:cNvSpPr/>
            <p:nvPr/>
          </p:nvSpPr>
          <p:spPr>
            <a:xfrm>
              <a:off x="587088" y="3056713"/>
              <a:ext cx="9110" cy="29509"/>
            </a:xfrm>
            <a:custGeom>
              <a:rect b="b" l="l" r="r" t="t"/>
              <a:pathLst>
                <a:path extrusionOk="0" h="1043" w="322">
                  <a:moveTo>
                    <a:pt x="298" y="0"/>
                  </a:moveTo>
                  <a:cubicBezTo>
                    <a:pt x="76" y="343"/>
                    <a:pt x="0" y="486"/>
                    <a:pt x="3" y="1042"/>
                  </a:cubicBezTo>
                  <a:cubicBezTo>
                    <a:pt x="44" y="986"/>
                    <a:pt x="25" y="884"/>
                    <a:pt x="47" y="811"/>
                  </a:cubicBezTo>
                  <a:cubicBezTo>
                    <a:pt x="102" y="631"/>
                    <a:pt x="160" y="429"/>
                    <a:pt x="227" y="259"/>
                  </a:cubicBezTo>
                  <a:cubicBezTo>
                    <a:pt x="253" y="195"/>
                    <a:pt x="322" y="47"/>
                    <a:pt x="2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65"/>
            <p:cNvSpPr/>
            <p:nvPr/>
          </p:nvSpPr>
          <p:spPr>
            <a:xfrm>
              <a:off x="595152" y="3067096"/>
              <a:ext cx="6564" cy="24020"/>
            </a:xfrm>
            <a:custGeom>
              <a:rect b="b" l="l" r="r" t="t"/>
              <a:pathLst>
                <a:path extrusionOk="0" h="849" w="232">
                  <a:moveTo>
                    <a:pt x="213" y="1"/>
                  </a:moveTo>
                  <a:cubicBezTo>
                    <a:pt x="19" y="277"/>
                    <a:pt x="0" y="402"/>
                    <a:pt x="0" y="848"/>
                  </a:cubicBezTo>
                  <a:cubicBezTo>
                    <a:pt x="42" y="793"/>
                    <a:pt x="22" y="694"/>
                    <a:pt x="44" y="617"/>
                  </a:cubicBezTo>
                  <a:cubicBezTo>
                    <a:pt x="82" y="481"/>
                    <a:pt x="108" y="329"/>
                    <a:pt x="157" y="193"/>
                  </a:cubicBezTo>
                  <a:cubicBezTo>
                    <a:pt x="175" y="142"/>
                    <a:pt x="231" y="43"/>
                    <a:pt x="2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65"/>
            <p:cNvSpPr/>
            <p:nvPr/>
          </p:nvSpPr>
          <p:spPr>
            <a:xfrm>
              <a:off x="630148" y="3276115"/>
              <a:ext cx="4300" cy="23794"/>
            </a:xfrm>
            <a:custGeom>
              <a:rect b="b" l="l" r="r" t="t"/>
              <a:pathLst>
                <a:path extrusionOk="0" h="841" w="152">
                  <a:moveTo>
                    <a:pt x="19" y="0"/>
                  </a:moveTo>
                  <a:cubicBezTo>
                    <a:pt x="19" y="182"/>
                    <a:pt x="19" y="362"/>
                    <a:pt x="21" y="544"/>
                  </a:cubicBezTo>
                  <a:cubicBezTo>
                    <a:pt x="19" y="618"/>
                    <a:pt x="34" y="755"/>
                    <a:pt x="1" y="801"/>
                  </a:cubicBezTo>
                  <a:lnTo>
                    <a:pt x="1" y="840"/>
                  </a:lnTo>
                  <a:lnTo>
                    <a:pt x="14" y="840"/>
                  </a:lnTo>
                  <a:cubicBezTo>
                    <a:pt x="44" y="784"/>
                    <a:pt x="88" y="729"/>
                    <a:pt x="108" y="662"/>
                  </a:cubicBezTo>
                  <a:cubicBezTo>
                    <a:pt x="152" y="508"/>
                    <a:pt x="72" y="71"/>
                    <a:pt x="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65"/>
            <p:cNvSpPr/>
            <p:nvPr/>
          </p:nvSpPr>
          <p:spPr>
            <a:xfrm>
              <a:off x="576253" y="3544094"/>
              <a:ext cx="424" cy="1103"/>
            </a:xfrm>
            <a:custGeom>
              <a:rect b="b" l="l" r="r" t="t"/>
              <a:pathLst>
                <a:path extrusionOk="0" h="39" w="15">
                  <a:moveTo>
                    <a:pt x="1" y="0"/>
                  </a:moveTo>
                  <a:lnTo>
                    <a:pt x="1" y="38"/>
                  </a:lnTo>
                  <a:lnTo>
                    <a:pt x="14" y="38"/>
                  </a:lnTo>
                  <a:cubicBezTo>
                    <a:pt x="8" y="12"/>
                    <a:pt x="13"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65"/>
            <p:cNvSpPr/>
            <p:nvPr/>
          </p:nvSpPr>
          <p:spPr>
            <a:xfrm>
              <a:off x="579648" y="3457494"/>
              <a:ext cx="340" cy="736"/>
            </a:xfrm>
            <a:custGeom>
              <a:rect b="b" l="l" r="r" t="t"/>
              <a:pathLst>
                <a:path extrusionOk="0" h="26" w="12">
                  <a:moveTo>
                    <a:pt x="0" y="1"/>
                  </a:moveTo>
                  <a:lnTo>
                    <a:pt x="0" y="26"/>
                  </a:lnTo>
                  <a:lnTo>
                    <a:pt x="12" y="26"/>
                  </a:lnTo>
                  <a:cubicBezTo>
                    <a:pt x="3" y="5"/>
                    <a:pt x="10"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65"/>
            <p:cNvSpPr/>
            <p:nvPr/>
          </p:nvSpPr>
          <p:spPr>
            <a:xfrm>
              <a:off x="568331" y="3485276"/>
              <a:ext cx="11543" cy="22860"/>
            </a:xfrm>
            <a:custGeom>
              <a:rect b="b" l="l" r="r" t="t"/>
              <a:pathLst>
                <a:path extrusionOk="0" h="808" w="408">
                  <a:moveTo>
                    <a:pt x="380" y="0"/>
                  </a:moveTo>
                  <a:lnTo>
                    <a:pt x="380" y="0"/>
                  </a:lnTo>
                  <a:cubicBezTo>
                    <a:pt x="339" y="111"/>
                    <a:pt x="248" y="196"/>
                    <a:pt x="192" y="292"/>
                  </a:cubicBezTo>
                  <a:cubicBezTo>
                    <a:pt x="125" y="409"/>
                    <a:pt x="82" y="589"/>
                    <a:pt x="2" y="691"/>
                  </a:cubicBezTo>
                  <a:cubicBezTo>
                    <a:pt x="0" y="736"/>
                    <a:pt x="3" y="778"/>
                    <a:pt x="12" y="807"/>
                  </a:cubicBezTo>
                  <a:cubicBezTo>
                    <a:pt x="13" y="807"/>
                    <a:pt x="13" y="807"/>
                    <a:pt x="14" y="807"/>
                  </a:cubicBezTo>
                  <a:cubicBezTo>
                    <a:pt x="197" y="807"/>
                    <a:pt x="291" y="373"/>
                    <a:pt x="349" y="220"/>
                  </a:cubicBezTo>
                  <a:cubicBezTo>
                    <a:pt x="368" y="167"/>
                    <a:pt x="407" y="45"/>
                    <a:pt x="3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65"/>
            <p:cNvSpPr/>
            <p:nvPr/>
          </p:nvSpPr>
          <p:spPr>
            <a:xfrm>
              <a:off x="579365" y="3484569"/>
              <a:ext cx="396" cy="736"/>
            </a:xfrm>
            <a:custGeom>
              <a:rect b="b" l="l" r="r" t="t"/>
              <a:pathLst>
                <a:path extrusionOk="0" h="26" w="14">
                  <a:moveTo>
                    <a:pt x="0" y="0"/>
                  </a:moveTo>
                  <a:lnTo>
                    <a:pt x="0" y="0"/>
                  </a:lnTo>
                  <a:cubicBezTo>
                    <a:pt x="3" y="9"/>
                    <a:pt x="3" y="18"/>
                    <a:pt x="0" y="25"/>
                  </a:cubicBezTo>
                  <a:lnTo>
                    <a:pt x="13" y="25"/>
                  </a:lnTo>
                  <a:cubicBezTo>
                    <a:pt x="6" y="3"/>
                    <a:pt x="12"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65"/>
            <p:cNvSpPr/>
            <p:nvPr/>
          </p:nvSpPr>
          <p:spPr>
            <a:xfrm>
              <a:off x="532372" y="3357454"/>
              <a:ext cx="396" cy="736"/>
            </a:xfrm>
            <a:custGeom>
              <a:rect b="b" l="l" r="r" t="t"/>
              <a:pathLst>
                <a:path extrusionOk="0" h="26" w="14">
                  <a:moveTo>
                    <a:pt x="1" y="1"/>
                  </a:moveTo>
                  <a:lnTo>
                    <a:pt x="1" y="26"/>
                  </a:lnTo>
                  <a:cubicBezTo>
                    <a:pt x="3" y="25"/>
                    <a:pt x="4" y="25"/>
                    <a:pt x="6" y="25"/>
                  </a:cubicBezTo>
                  <a:cubicBezTo>
                    <a:pt x="9" y="25"/>
                    <a:pt x="11" y="26"/>
                    <a:pt x="14" y="26"/>
                  </a:cubicBezTo>
                  <a:cubicBezTo>
                    <a:pt x="6" y="4"/>
                    <a:pt x="11" y="1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65"/>
            <p:cNvSpPr/>
            <p:nvPr/>
          </p:nvSpPr>
          <p:spPr>
            <a:xfrm>
              <a:off x="532061" y="3356690"/>
              <a:ext cx="396" cy="707"/>
            </a:xfrm>
            <a:custGeom>
              <a:rect b="b" l="l" r="r" t="t"/>
              <a:pathLst>
                <a:path extrusionOk="0" h="25" w="14">
                  <a:moveTo>
                    <a:pt x="0" y="0"/>
                  </a:moveTo>
                  <a:lnTo>
                    <a:pt x="0" y="25"/>
                  </a:lnTo>
                  <a:lnTo>
                    <a:pt x="13" y="25"/>
                  </a:lnTo>
                  <a:cubicBezTo>
                    <a:pt x="6" y="3"/>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65"/>
            <p:cNvSpPr/>
            <p:nvPr/>
          </p:nvSpPr>
          <p:spPr>
            <a:xfrm>
              <a:off x="575970" y="3543019"/>
              <a:ext cx="396" cy="736"/>
            </a:xfrm>
            <a:custGeom>
              <a:rect b="b" l="l" r="r" t="t"/>
              <a:pathLst>
                <a:path extrusionOk="0" h="26" w="14">
                  <a:moveTo>
                    <a:pt x="1" y="0"/>
                  </a:moveTo>
                  <a:lnTo>
                    <a:pt x="1" y="25"/>
                  </a:lnTo>
                  <a:lnTo>
                    <a:pt x="14" y="25"/>
                  </a:lnTo>
                  <a:cubicBezTo>
                    <a:pt x="4" y="3"/>
                    <a:pt x="10"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97" name="Shape 397"/>
        <p:cNvGrpSpPr/>
        <p:nvPr/>
      </p:nvGrpSpPr>
      <p:grpSpPr>
        <a:xfrm>
          <a:off x="0" y="0"/>
          <a:ext cx="0" cy="0"/>
          <a:chOff x="0" y="0"/>
          <a:chExt cx="0" cy="0"/>
        </a:xfrm>
      </p:grpSpPr>
      <p:grpSp>
        <p:nvGrpSpPr>
          <p:cNvPr id="398" name="Google Shape;398;p66"/>
          <p:cNvGrpSpPr/>
          <p:nvPr/>
        </p:nvGrpSpPr>
        <p:grpSpPr>
          <a:xfrm>
            <a:off x="1683225" y="-7700"/>
            <a:ext cx="4874350" cy="5151200"/>
            <a:chOff x="1683225" y="-7700"/>
            <a:chExt cx="4874350" cy="5151200"/>
          </a:xfrm>
        </p:grpSpPr>
        <p:sp>
          <p:nvSpPr>
            <p:cNvPr id="399" name="Google Shape;399;p66"/>
            <p:cNvSpPr/>
            <p:nvPr/>
          </p:nvSpPr>
          <p:spPr>
            <a:xfrm>
              <a:off x="1683225" y="-7700"/>
              <a:ext cx="9495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66"/>
            <p:cNvSpPr/>
            <p:nvPr/>
          </p:nvSpPr>
          <p:spPr>
            <a:xfrm>
              <a:off x="2728900"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66"/>
            <p:cNvSpPr/>
            <p:nvPr/>
          </p:nvSpPr>
          <p:spPr>
            <a:xfrm>
              <a:off x="4810675" y="5021400"/>
              <a:ext cx="17469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66"/>
            <p:cNvSpPr/>
            <p:nvPr/>
          </p:nvSpPr>
          <p:spPr>
            <a:xfrm>
              <a:off x="29343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1pPr>
            <a:lvl2pPr lvl="1"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2pPr>
            <a:lvl3pPr lvl="2"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3pPr>
            <a:lvl4pPr lvl="3"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4pPr>
            <a:lvl5pPr lvl="4"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5pPr>
            <a:lvl6pPr lvl="5"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6pPr>
            <a:lvl7pPr lvl="6"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7pPr>
            <a:lvl8pPr lvl="7"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8pPr>
            <a:lvl9pPr lvl="8" marR="0" rtl="0" algn="l">
              <a:lnSpc>
                <a:spcPct val="100000"/>
              </a:lnSpc>
              <a:spcBef>
                <a:spcPts val="0"/>
              </a:spcBef>
              <a:spcAft>
                <a:spcPts val="0"/>
              </a:spcAft>
              <a:buClr>
                <a:schemeClr val="dk1"/>
              </a:buClr>
              <a:buSzPts val="3000"/>
              <a:buFont typeface="Anybody"/>
              <a:buNone/>
              <a:defRPr b="0" i="0" sz="3000" u="none" cap="none" strike="noStrike">
                <a:solidFill>
                  <a:schemeClr val="dk1"/>
                </a:solidFill>
                <a:latin typeface="Anybody"/>
                <a:ea typeface="Anybody"/>
                <a:cs typeface="Anybody"/>
                <a:sym typeface="Anybody"/>
              </a:defRPr>
            </a:lvl9pPr>
          </a:lstStyle>
          <a:p/>
        </p:txBody>
      </p:sp>
      <p:sp>
        <p:nvSpPr>
          <p:cNvPr id="7" name="Google Shape;7;p4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1pPr>
            <a:lvl2pPr indent="-304800" lvl="1" marL="914400" marR="0" rtl="0" algn="l">
              <a:lnSpc>
                <a:spcPct val="100000"/>
              </a:lnSpc>
              <a:spcBef>
                <a:spcPts val="160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2pPr>
            <a:lvl3pPr indent="-304800" lvl="2" marL="1371600" marR="0" rtl="0" algn="l">
              <a:lnSpc>
                <a:spcPct val="100000"/>
              </a:lnSpc>
              <a:spcBef>
                <a:spcPts val="160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3pPr>
            <a:lvl4pPr indent="-304800" lvl="3" marL="1828800" marR="0" rtl="0" algn="l">
              <a:lnSpc>
                <a:spcPct val="100000"/>
              </a:lnSpc>
              <a:spcBef>
                <a:spcPts val="160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4pPr>
            <a:lvl5pPr indent="-304800" lvl="4" marL="2286000" marR="0" rtl="0" algn="l">
              <a:lnSpc>
                <a:spcPct val="100000"/>
              </a:lnSpc>
              <a:spcBef>
                <a:spcPts val="160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5pPr>
            <a:lvl6pPr indent="-304800" lvl="5" marL="2743200" marR="0" rtl="0" algn="l">
              <a:lnSpc>
                <a:spcPct val="100000"/>
              </a:lnSpc>
              <a:spcBef>
                <a:spcPts val="160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6pPr>
            <a:lvl7pPr indent="-304800" lvl="6" marL="3200400" marR="0" rtl="0" algn="l">
              <a:lnSpc>
                <a:spcPct val="100000"/>
              </a:lnSpc>
              <a:spcBef>
                <a:spcPts val="160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7pPr>
            <a:lvl8pPr indent="-304800" lvl="7" marL="3657600" marR="0" rtl="0" algn="l">
              <a:lnSpc>
                <a:spcPct val="100000"/>
              </a:lnSpc>
              <a:spcBef>
                <a:spcPts val="1600"/>
              </a:spcBef>
              <a:spcAft>
                <a:spcPts val="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8pPr>
            <a:lvl9pPr indent="-304800" lvl="8" marL="4114800" marR="0" rtl="0" algn="l">
              <a:lnSpc>
                <a:spcPct val="100000"/>
              </a:lnSpc>
              <a:spcBef>
                <a:spcPts val="1600"/>
              </a:spcBef>
              <a:spcAft>
                <a:spcPts val="1600"/>
              </a:spcAft>
              <a:buClr>
                <a:schemeClr val="dk1"/>
              </a:buClr>
              <a:buSzPts val="1200"/>
              <a:buFont typeface="Antic Slab"/>
              <a:buChar char="■"/>
              <a:defRPr b="0" i="0" sz="1200" u="none" cap="none" strike="noStrike">
                <a:solidFill>
                  <a:schemeClr val="dk1"/>
                </a:solidFill>
                <a:latin typeface="Antic Slab"/>
                <a:ea typeface="Antic Slab"/>
                <a:cs typeface="Antic Slab"/>
                <a:sym typeface="Antic Slab"/>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png"/><Relationship Id="rId7" Type="http://schemas.openxmlformats.org/officeDocument/2006/relationships/image" Target="../media/image18.png"/><Relationship Id="rId8"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21.png"/><Relationship Id="rId6" Type="http://schemas.openxmlformats.org/officeDocument/2006/relationships/image" Target="../media/image12.png"/><Relationship Id="rId7"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 Id="rId9"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22.png"/><Relationship Id="rId7" Type="http://schemas.openxmlformats.org/officeDocument/2006/relationships/image" Target="../media/image27.png"/><Relationship Id="rId8"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
          <p:cNvSpPr txBox="1"/>
          <p:nvPr>
            <p:ph type="ctrTitle"/>
          </p:nvPr>
        </p:nvSpPr>
        <p:spPr>
          <a:xfrm>
            <a:off x="713225" y="620851"/>
            <a:ext cx="3887700" cy="31350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5200"/>
              <a:buNone/>
            </a:pPr>
            <a:r>
              <a:rPr lang="en" sz="4900"/>
              <a:t>US NFC Trade Receivables Forecasting</a:t>
            </a:r>
            <a:endParaRPr sz="4900"/>
          </a:p>
        </p:txBody>
      </p:sp>
      <p:sp>
        <p:nvSpPr>
          <p:cNvPr id="408" name="Google Shape;408;p1"/>
          <p:cNvSpPr txBox="1"/>
          <p:nvPr>
            <p:ph idx="1" type="subTitle"/>
          </p:nvPr>
        </p:nvSpPr>
        <p:spPr>
          <a:xfrm>
            <a:off x="713225" y="3892425"/>
            <a:ext cx="3887700" cy="458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Yufei Liu       11/24/2025</a:t>
            </a:r>
            <a:endParaRPr/>
          </a:p>
        </p:txBody>
      </p:sp>
      <p:grpSp>
        <p:nvGrpSpPr>
          <p:cNvPr id="409" name="Google Shape;409;p1"/>
          <p:cNvGrpSpPr/>
          <p:nvPr/>
        </p:nvGrpSpPr>
        <p:grpSpPr>
          <a:xfrm>
            <a:off x="4737161" y="949734"/>
            <a:ext cx="4334766" cy="3243963"/>
            <a:chOff x="333425" y="393615"/>
            <a:chExt cx="2095912" cy="1568496"/>
          </a:xfrm>
        </p:grpSpPr>
        <p:sp>
          <p:nvSpPr>
            <p:cNvPr id="410" name="Google Shape;410;p1"/>
            <p:cNvSpPr/>
            <p:nvPr/>
          </p:nvSpPr>
          <p:spPr>
            <a:xfrm>
              <a:off x="369500" y="876850"/>
              <a:ext cx="363125" cy="164300"/>
            </a:xfrm>
            <a:custGeom>
              <a:rect b="b" l="l" r="r" t="t"/>
              <a:pathLst>
                <a:path extrusionOk="0" h="6572" w="14525">
                  <a:moveTo>
                    <a:pt x="0" y="0"/>
                  </a:moveTo>
                  <a:lnTo>
                    <a:pt x="190" y="1881"/>
                  </a:lnTo>
                  <a:lnTo>
                    <a:pt x="309" y="4096"/>
                  </a:lnTo>
                  <a:lnTo>
                    <a:pt x="1166" y="5453"/>
                  </a:lnTo>
                  <a:lnTo>
                    <a:pt x="2929" y="6120"/>
                  </a:lnTo>
                  <a:lnTo>
                    <a:pt x="5191" y="6025"/>
                  </a:lnTo>
                  <a:lnTo>
                    <a:pt x="6691" y="6096"/>
                  </a:lnTo>
                  <a:lnTo>
                    <a:pt x="7477" y="6263"/>
                  </a:lnTo>
                  <a:lnTo>
                    <a:pt x="7858" y="6572"/>
                  </a:lnTo>
                  <a:lnTo>
                    <a:pt x="8167" y="6572"/>
                  </a:lnTo>
                  <a:lnTo>
                    <a:pt x="8548" y="6334"/>
                  </a:lnTo>
                  <a:lnTo>
                    <a:pt x="8596" y="6096"/>
                  </a:lnTo>
                  <a:lnTo>
                    <a:pt x="9477" y="5977"/>
                  </a:lnTo>
                  <a:lnTo>
                    <a:pt x="10120" y="6049"/>
                  </a:lnTo>
                  <a:lnTo>
                    <a:pt x="11739" y="5668"/>
                  </a:lnTo>
                  <a:lnTo>
                    <a:pt x="12358" y="5620"/>
                  </a:lnTo>
                  <a:lnTo>
                    <a:pt x="12739" y="5310"/>
                  </a:lnTo>
                  <a:lnTo>
                    <a:pt x="13549" y="4906"/>
                  </a:lnTo>
                  <a:lnTo>
                    <a:pt x="13835" y="4596"/>
                  </a:lnTo>
                  <a:lnTo>
                    <a:pt x="14311" y="4406"/>
                  </a:lnTo>
                  <a:lnTo>
                    <a:pt x="14525" y="4120"/>
                  </a:lnTo>
                  <a:lnTo>
                    <a:pt x="14454" y="3858"/>
                  </a:lnTo>
                  <a:lnTo>
                    <a:pt x="13835" y="3715"/>
                  </a:lnTo>
                  <a:lnTo>
                    <a:pt x="13239" y="3810"/>
                  </a:lnTo>
                  <a:lnTo>
                    <a:pt x="11596" y="3620"/>
                  </a:lnTo>
                  <a:lnTo>
                    <a:pt x="10501" y="3644"/>
                  </a:lnTo>
                  <a:lnTo>
                    <a:pt x="9453" y="3763"/>
                  </a:lnTo>
                  <a:lnTo>
                    <a:pt x="8405" y="3620"/>
                  </a:lnTo>
                  <a:lnTo>
                    <a:pt x="7596" y="3858"/>
                  </a:lnTo>
                  <a:lnTo>
                    <a:pt x="6524" y="3763"/>
                  </a:lnTo>
                  <a:lnTo>
                    <a:pt x="4905" y="3286"/>
                  </a:lnTo>
                  <a:lnTo>
                    <a:pt x="4024" y="2929"/>
                  </a:lnTo>
                  <a:lnTo>
                    <a:pt x="3786" y="1072"/>
                  </a:lnTo>
                  <a:lnTo>
                    <a:pt x="3881" y="476"/>
                  </a:lnTo>
                  <a:lnTo>
                    <a:pt x="1309" y="262"/>
                  </a:lnTo>
                  <a:close/>
                </a:path>
              </a:pathLst>
            </a:custGeom>
            <a:solidFill>
              <a:schemeClr val="lt2"/>
            </a:solidFill>
            <a:ln>
              <a:noFill/>
            </a:ln>
          </p:spPr>
        </p:sp>
        <p:sp>
          <p:nvSpPr>
            <p:cNvPr id="411" name="Google Shape;411;p1"/>
            <p:cNvSpPr/>
            <p:nvPr/>
          </p:nvSpPr>
          <p:spPr>
            <a:xfrm>
              <a:off x="912952" y="630162"/>
              <a:ext cx="5772" cy="38534"/>
            </a:xfrm>
            <a:custGeom>
              <a:rect b="b" l="l" r="r" t="t"/>
              <a:pathLst>
                <a:path extrusionOk="0" h="1362" w="204">
                  <a:moveTo>
                    <a:pt x="204" y="1"/>
                  </a:moveTo>
                  <a:cubicBezTo>
                    <a:pt x="189" y="30"/>
                    <a:pt x="179" y="63"/>
                    <a:pt x="167" y="98"/>
                  </a:cubicBezTo>
                  <a:cubicBezTo>
                    <a:pt x="160" y="120"/>
                    <a:pt x="153" y="140"/>
                    <a:pt x="146" y="162"/>
                  </a:cubicBezTo>
                  <a:cubicBezTo>
                    <a:pt x="53" y="415"/>
                    <a:pt x="2" y="721"/>
                    <a:pt x="0" y="1021"/>
                  </a:cubicBezTo>
                  <a:cubicBezTo>
                    <a:pt x="0" y="1174"/>
                    <a:pt x="9" y="1285"/>
                    <a:pt x="22" y="1362"/>
                  </a:cubicBezTo>
                  <a:cubicBezTo>
                    <a:pt x="29" y="1318"/>
                    <a:pt x="41" y="1276"/>
                    <a:pt x="50" y="1237"/>
                  </a:cubicBezTo>
                  <a:cubicBezTo>
                    <a:pt x="57" y="1203"/>
                    <a:pt x="58" y="1165"/>
                    <a:pt x="58" y="1129"/>
                  </a:cubicBezTo>
                  <a:cubicBezTo>
                    <a:pt x="60" y="1093"/>
                    <a:pt x="60" y="1055"/>
                    <a:pt x="69" y="1030"/>
                  </a:cubicBezTo>
                  <a:lnTo>
                    <a:pt x="70" y="844"/>
                  </a:lnTo>
                  <a:cubicBezTo>
                    <a:pt x="83" y="784"/>
                    <a:pt x="84" y="721"/>
                    <a:pt x="87" y="654"/>
                  </a:cubicBezTo>
                  <a:cubicBezTo>
                    <a:pt x="89" y="581"/>
                    <a:pt x="93" y="504"/>
                    <a:pt x="109" y="431"/>
                  </a:cubicBezTo>
                  <a:lnTo>
                    <a:pt x="130" y="350"/>
                  </a:lnTo>
                  <a:cubicBezTo>
                    <a:pt x="153" y="254"/>
                    <a:pt x="189" y="110"/>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
            <p:cNvSpPr/>
            <p:nvPr/>
          </p:nvSpPr>
          <p:spPr>
            <a:xfrm>
              <a:off x="924665" y="636641"/>
              <a:ext cx="4074" cy="14090"/>
            </a:xfrm>
            <a:custGeom>
              <a:rect b="b" l="l" r="r" t="t"/>
              <a:pathLst>
                <a:path extrusionOk="0" h="498" w="144">
                  <a:moveTo>
                    <a:pt x="143" y="0"/>
                  </a:moveTo>
                  <a:lnTo>
                    <a:pt x="143" y="0"/>
                  </a:lnTo>
                  <a:cubicBezTo>
                    <a:pt x="70" y="144"/>
                    <a:pt x="22" y="308"/>
                    <a:pt x="1" y="497"/>
                  </a:cubicBezTo>
                  <a:cubicBezTo>
                    <a:pt x="40" y="393"/>
                    <a:pt x="70" y="276"/>
                    <a:pt x="99" y="161"/>
                  </a:cubicBezTo>
                  <a:cubicBezTo>
                    <a:pt x="114" y="109"/>
                    <a:pt x="128" y="55"/>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
            <p:cNvSpPr/>
            <p:nvPr/>
          </p:nvSpPr>
          <p:spPr>
            <a:xfrm>
              <a:off x="886697" y="657690"/>
              <a:ext cx="4527" cy="24954"/>
            </a:xfrm>
            <a:custGeom>
              <a:rect b="b" l="l" r="r" t="t"/>
              <a:pathLst>
                <a:path extrusionOk="0" h="882" w="160">
                  <a:moveTo>
                    <a:pt x="62" y="0"/>
                  </a:moveTo>
                  <a:lnTo>
                    <a:pt x="62" y="0"/>
                  </a:lnTo>
                  <a:cubicBezTo>
                    <a:pt x="59" y="27"/>
                    <a:pt x="54" y="60"/>
                    <a:pt x="51" y="95"/>
                  </a:cubicBezTo>
                  <a:cubicBezTo>
                    <a:pt x="47" y="140"/>
                    <a:pt x="41" y="189"/>
                    <a:pt x="33" y="236"/>
                  </a:cubicBezTo>
                  <a:cubicBezTo>
                    <a:pt x="1" y="402"/>
                    <a:pt x="46" y="722"/>
                    <a:pt x="149" y="873"/>
                  </a:cubicBezTo>
                  <a:cubicBezTo>
                    <a:pt x="153" y="873"/>
                    <a:pt x="155" y="876"/>
                    <a:pt x="158" y="882"/>
                  </a:cubicBezTo>
                  <a:cubicBezTo>
                    <a:pt x="156" y="852"/>
                    <a:pt x="156" y="823"/>
                    <a:pt x="158" y="794"/>
                  </a:cubicBezTo>
                  <a:cubicBezTo>
                    <a:pt x="159" y="752"/>
                    <a:pt x="159" y="710"/>
                    <a:pt x="153" y="678"/>
                  </a:cubicBezTo>
                  <a:cubicBezTo>
                    <a:pt x="105" y="469"/>
                    <a:pt x="54" y="20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
            <p:cNvSpPr/>
            <p:nvPr/>
          </p:nvSpPr>
          <p:spPr>
            <a:xfrm>
              <a:off x="900815" y="650787"/>
              <a:ext cx="3819" cy="29566"/>
            </a:xfrm>
            <a:custGeom>
              <a:rect b="b" l="l" r="r" t="t"/>
              <a:pathLst>
                <a:path extrusionOk="0" h="1045" w="135">
                  <a:moveTo>
                    <a:pt x="69" y="0"/>
                  </a:moveTo>
                  <a:cubicBezTo>
                    <a:pt x="64" y="21"/>
                    <a:pt x="63" y="41"/>
                    <a:pt x="57" y="58"/>
                  </a:cubicBezTo>
                  <a:cubicBezTo>
                    <a:pt x="0" y="317"/>
                    <a:pt x="37" y="761"/>
                    <a:pt x="105" y="966"/>
                  </a:cubicBezTo>
                  <a:lnTo>
                    <a:pt x="134" y="1044"/>
                  </a:lnTo>
                  <a:lnTo>
                    <a:pt x="134" y="971"/>
                  </a:lnTo>
                  <a:cubicBezTo>
                    <a:pt x="112" y="922"/>
                    <a:pt x="114" y="849"/>
                    <a:pt x="117" y="771"/>
                  </a:cubicBezTo>
                  <a:cubicBezTo>
                    <a:pt x="118" y="720"/>
                    <a:pt x="121" y="668"/>
                    <a:pt x="115" y="637"/>
                  </a:cubicBezTo>
                  <a:cubicBezTo>
                    <a:pt x="106" y="591"/>
                    <a:pt x="106" y="543"/>
                    <a:pt x="106" y="495"/>
                  </a:cubicBezTo>
                  <a:cubicBezTo>
                    <a:pt x="106" y="448"/>
                    <a:pt x="106" y="399"/>
                    <a:pt x="98" y="354"/>
                  </a:cubicBezTo>
                  <a:cubicBezTo>
                    <a:pt x="76" y="252"/>
                    <a:pt x="69" y="124"/>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
            <p:cNvSpPr/>
            <p:nvPr/>
          </p:nvSpPr>
          <p:spPr>
            <a:xfrm>
              <a:off x="959379" y="606652"/>
              <a:ext cx="342764" cy="104795"/>
            </a:xfrm>
            <a:custGeom>
              <a:rect b="b" l="l" r="r" t="t"/>
              <a:pathLst>
                <a:path extrusionOk="0" h="3704" w="12115">
                  <a:moveTo>
                    <a:pt x="1296" y="0"/>
                  </a:moveTo>
                  <a:cubicBezTo>
                    <a:pt x="1271" y="0"/>
                    <a:pt x="1250" y="21"/>
                    <a:pt x="1250" y="48"/>
                  </a:cubicBezTo>
                  <a:cubicBezTo>
                    <a:pt x="1248" y="185"/>
                    <a:pt x="1226" y="326"/>
                    <a:pt x="1178" y="492"/>
                  </a:cubicBezTo>
                  <a:cubicBezTo>
                    <a:pt x="1158" y="560"/>
                    <a:pt x="1143" y="628"/>
                    <a:pt x="1132" y="691"/>
                  </a:cubicBezTo>
                  <a:cubicBezTo>
                    <a:pt x="1107" y="797"/>
                    <a:pt x="1085" y="897"/>
                    <a:pt x="1046" y="995"/>
                  </a:cubicBezTo>
                  <a:cubicBezTo>
                    <a:pt x="896" y="1358"/>
                    <a:pt x="707" y="1707"/>
                    <a:pt x="448" y="2097"/>
                  </a:cubicBezTo>
                  <a:cubicBezTo>
                    <a:pt x="380" y="2198"/>
                    <a:pt x="307" y="2293"/>
                    <a:pt x="239" y="2386"/>
                  </a:cubicBezTo>
                  <a:cubicBezTo>
                    <a:pt x="204" y="2431"/>
                    <a:pt x="172" y="2475"/>
                    <a:pt x="139" y="2520"/>
                  </a:cubicBezTo>
                  <a:cubicBezTo>
                    <a:pt x="126" y="2536"/>
                    <a:pt x="117" y="2553"/>
                    <a:pt x="107" y="2569"/>
                  </a:cubicBezTo>
                  <a:cubicBezTo>
                    <a:pt x="82" y="2607"/>
                    <a:pt x="59" y="2642"/>
                    <a:pt x="27" y="2665"/>
                  </a:cubicBezTo>
                  <a:cubicBezTo>
                    <a:pt x="6" y="2680"/>
                    <a:pt x="1" y="2707"/>
                    <a:pt x="14" y="2728"/>
                  </a:cubicBezTo>
                  <a:cubicBezTo>
                    <a:pt x="46" y="2782"/>
                    <a:pt x="117" y="2795"/>
                    <a:pt x="181" y="2805"/>
                  </a:cubicBezTo>
                  <a:cubicBezTo>
                    <a:pt x="204" y="2809"/>
                    <a:pt x="227" y="2812"/>
                    <a:pt x="246" y="2819"/>
                  </a:cubicBezTo>
                  <a:cubicBezTo>
                    <a:pt x="371" y="2866"/>
                    <a:pt x="496" y="2896"/>
                    <a:pt x="629" y="2931"/>
                  </a:cubicBezTo>
                  <a:cubicBezTo>
                    <a:pt x="722" y="2955"/>
                    <a:pt x="816" y="2978"/>
                    <a:pt x="911" y="3007"/>
                  </a:cubicBezTo>
                  <a:cubicBezTo>
                    <a:pt x="1187" y="3091"/>
                    <a:pt x="1441" y="3187"/>
                    <a:pt x="1737" y="3317"/>
                  </a:cubicBezTo>
                  <a:cubicBezTo>
                    <a:pt x="1795" y="3341"/>
                    <a:pt x="1854" y="3375"/>
                    <a:pt x="1913" y="3407"/>
                  </a:cubicBezTo>
                  <a:cubicBezTo>
                    <a:pt x="1975" y="3442"/>
                    <a:pt x="2038" y="3476"/>
                    <a:pt x="2099" y="3503"/>
                  </a:cubicBezTo>
                  <a:cubicBezTo>
                    <a:pt x="2139" y="3522"/>
                    <a:pt x="2190" y="3539"/>
                    <a:pt x="2245" y="3559"/>
                  </a:cubicBezTo>
                  <a:cubicBezTo>
                    <a:pt x="2350" y="3597"/>
                    <a:pt x="2471" y="3639"/>
                    <a:pt x="2532" y="3692"/>
                  </a:cubicBezTo>
                  <a:cubicBezTo>
                    <a:pt x="2541" y="3699"/>
                    <a:pt x="2552" y="3703"/>
                    <a:pt x="2562" y="3703"/>
                  </a:cubicBezTo>
                  <a:lnTo>
                    <a:pt x="10941" y="3703"/>
                  </a:lnTo>
                  <a:cubicBezTo>
                    <a:pt x="10949" y="3703"/>
                    <a:pt x="10954" y="3702"/>
                    <a:pt x="10962" y="3699"/>
                  </a:cubicBezTo>
                  <a:cubicBezTo>
                    <a:pt x="11044" y="3661"/>
                    <a:pt x="11104" y="3546"/>
                    <a:pt x="11159" y="3446"/>
                  </a:cubicBezTo>
                  <a:cubicBezTo>
                    <a:pt x="11181" y="3407"/>
                    <a:pt x="11201" y="3369"/>
                    <a:pt x="11219" y="3341"/>
                  </a:cubicBezTo>
                  <a:cubicBezTo>
                    <a:pt x="11228" y="3328"/>
                    <a:pt x="11248" y="3319"/>
                    <a:pt x="11270" y="3308"/>
                  </a:cubicBezTo>
                  <a:cubicBezTo>
                    <a:pt x="11289" y="3299"/>
                    <a:pt x="11306" y="3290"/>
                    <a:pt x="11322" y="3279"/>
                  </a:cubicBezTo>
                  <a:lnTo>
                    <a:pt x="11556" y="3058"/>
                  </a:lnTo>
                  <a:lnTo>
                    <a:pt x="11593" y="3011"/>
                  </a:lnTo>
                  <a:cubicBezTo>
                    <a:pt x="11783" y="2760"/>
                    <a:pt x="11979" y="2498"/>
                    <a:pt x="12075" y="2146"/>
                  </a:cubicBezTo>
                  <a:cubicBezTo>
                    <a:pt x="12115" y="1998"/>
                    <a:pt x="12091" y="1842"/>
                    <a:pt x="12011" y="1739"/>
                  </a:cubicBezTo>
                  <a:cubicBezTo>
                    <a:pt x="11953" y="1662"/>
                    <a:pt x="11870" y="1620"/>
                    <a:pt x="11776" y="1620"/>
                  </a:cubicBezTo>
                  <a:cubicBezTo>
                    <a:pt x="11747" y="1620"/>
                    <a:pt x="11718" y="1624"/>
                    <a:pt x="11686" y="1631"/>
                  </a:cubicBezTo>
                  <a:cubicBezTo>
                    <a:pt x="11465" y="1685"/>
                    <a:pt x="11313" y="1803"/>
                    <a:pt x="11168" y="1916"/>
                  </a:cubicBezTo>
                  <a:cubicBezTo>
                    <a:pt x="11132" y="1946"/>
                    <a:pt x="11095" y="1975"/>
                    <a:pt x="11058" y="2002"/>
                  </a:cubicBezTo>
                  <a:cubicBezTo>
                    <a:pt x="10834" y="2165"/>
                    <a:pt x="10636" y="2293"/>
                    <a:pt x="10405" y="2380"/>
                  </a:cubicBezTo>
                  <a:cubicBezTo>
                    <a:pt x="10315" y="2415"/>
                    <a:pt x="10213" y="2430"/>
                    <a:pt x="10105" y="2446"/>
                  </a:cubicBezTo>
                  <a:cubicBezTo>
                    <a:pt x="10034" y="2456"/>
                    <a:pt x="9964" y="2467"/>
                    <a:pt x="9893" y="2482"/>
                  </a:cubicBezTo>
                  <a:cubicBezTo>
                    <a:pt x="9852" y="2491"/>
                    <a:pt x="9807" y="2492"/>
                    <a:pt x="9766" y="2492"/>
                  </a:cubicBezTo>
                  <a:lnTo>
                    <a:pt x="9723" y="2492"/>
                  </a:lnTo>
                  <a:cubicBezTo>
                    <a:pt x="9684" y="2492"/>
                    <a:pt x="9636" y="2492"/>
                    <a:pt x="9592" y="2504"/>
                  </a:cubicBezTo>
                  <a:lnTo>
                    <a:pt x="9134" y="2523"/>
                  </a:lnTo>
                  <a:cubicBezTo>
                    <a:pt x="8842" y="2591"/>
                    <a:pt x="8538" y="2674"/>
                    <a:pt x="8323" y="2799"/>
                  </a:cubicBezTo>
                  <a:cubicBezTo>
                    <a:pt x="8361" y="2758"/>
                    <a:pt x="8397" y="2722"/>
                    <a:pt x="8426" y="2703"/>
                  </a:cubicBezTo>
                  <a:cubicBezTo>
                    <a:pt x="8439" y="2694"/>
                    <a:pt x="8448" y="2680"/>
                    <a:pt x="8448" y="2664"/>
                  </a:cubicBezTo>
                  <a:cubicBezTo>
                    <a:pt x="8448" y="2651"/>
                    <a:pt x="8442" y="2632"/>
                    <a:pt x="8433" y="2624"/>
                  </a:cubicBezTo>
                  <a:cubicBezTo>
                    <a:pt x="8425" y="2616"/>
                    <a:pt x="8411" y="2607"/>
                    <a:pt x="8400" y="2607"/>
                  </a:cubicBezTo>
                  <a:cubicBezTo>
                    <a:pt x="8359" y="2608"/>
                    <a:pt x="8311" y="2610"/>
                    <a:pt x="8262" y="2614"/>
                  </a:cubicBezTo>
                  <a:cubicBezTo>
                    <a:pt x="8195" y="2620"/>
                    <a:pt x="8124" y="2623"/>
                    <a:pt x="8055" y="2623"/>
                  </a:cubicBezTo>
                  <a:cubicBezTo>
                    <a:pt x="7984" y="2623"/>
                    <a:pt x="7927" y="2617"/>
                    <a:pt x="7882" y="2607"/>
                  </a:cubicBezTo>
                  <a:cubicBezTo>
                    <a:pt x="7378" y="2491"/>
                    <a:pt x="6971" y="2308"/>
                    <a:pt x="6542" y="2113"/>
                  </a:cubicBezTo>
                  <a:cubicBezTo>
                    <a:pt x="6449" y="2071"/>
                    <a:pt x="6356" y="2028"/>
                    <a:pt x="6263" y="1989"/>
                  </a:cubicBezTo>
                  <a:lnTo>
                    <a:pt x="6042" y="1890"/>
                  </a:lnTo>
                  <a:cubicBezTo>
                    <a:pt x="5693" y="1735"/>
                    <a:pt x="5331" y="1575"/>
                    <a:pt x="4951" y="1447"/>
                  </a:cubicBezTo>
                  <a:cubicBezTo>
                    <a:pt x="4797" y="1394"/>
                    <a:pt x="4634" y="1355"/>
                    <a:pt x="4480" y="1316"/>
                  </a:cubicBezTo>
                  <a:cubicBezTo>
                    <a:pt x="4380" y="1291"/>
                    <a:pt x="4281" y="1268"/>
                    <a:pt x="4182" y="1239"/>
                  </a:cubicBezTo>
                  <a:cubicBezTo>
                    <a:pt x="4102" y="1217"/>
                    <a:pt x="4024" y="1205"/>
                    <a:pt x="3949" y="1195"/>
                  </a:cubicBezTo>
                  <a:cubicBezTo>
                    <a:pt x="3877" y="1184"/>
                    <a:pt x="3808" y="1175"/>
                    <a:pt x="3736" y="1155"/>
                  </a:cubicBezTo>
                  <a:cubicBezTo>
                    <a:pt x="3650" y="1131"/>
                    <a:pt x="3555" y="1108"/>
                    <a:pt x="3462" y="1086"/>
                  </a:cubicBezTo>
                  <a:cubicBezTo>
                    <a:pt x="3401" y="1072"/>
                    <a:pt x="3337" y="1057"/>
                    <a:pt x="3278" y="1040"/>
                  </a:cubicBezTo>
                  <a:cubicBezTo>
                    <a:pt x="3217" y="1024"/>
                    <a:pt x="3163" y="1021"/>
                    <a:pt x="3112" y="1016"/>
                  </a:cubicBezTo>
                  <a:cubicBezTo>
                    <a:pt x="3063" y="1014"/>
                    <a:pt x="3017" y="1009"/>
                    <a:pt x="2967" y="999"/>
                  </a:cubicBezTo>
                  <a:lnTo>
                    <a:pt x="2958" y="996"/>
                  </a:lnTo>
                  <a:cubicBezTo>
                    <a:pt x="2977" y="992"/>
                    <a:pt x="2991" y="973"/>
                    <a:pt x="2991" y="951"/>
                  </a:cubicBezTo>
                  <a:cubicBezTo>
                    <a:pt x="2991" y="929"/>
                    <a:pt x="2977" y="900"/>
                    <a:pt x="2958" y="894"/>
                  </a:cubicBezTo>
                  <a:cubicBezTo>
                    <a:pt x="2863" y="870"/>
                    <a:pt x="2785" y="810"/>
                    <a:pt x="2701" y="746"/>
                  </a:cubicBezTo>
                  <a:cubicBezTo>
                    <a:pt x="2634" y="695"/>
                    <a:pt x="2567" y="643"/>
                    <a:pt x="2487" y="608"/>
                  </a:cubicBezTo>
                  <a:cubicBezTo>
                    <a:pt x="2261" y="509"/>
                    <a:pt x="2001" y="391"/>
                    <a:pt x="1767" y="247"/>
                  </a:cubicBezTo>
                  <a:cubicBezTo>
                    <a:pt x="1710" y="214"/>
                    <a:pt x="1652" y="186"/>
                    <a:pt x="1594" y="159"/>
                  </a:cubicBezTo>
                  <a:cubicBezTo>
                    <a:pt x="1504" y="115"/>
                    <a:pt x="1417" y="76"/>
                    <a:pt x="1350" y="13"/>
                  </a:cubicBezTo>
                  <a:cubicBezTo>
                    <a:pt x="1340" y="6"/>
                    <a:pt x="1329" y="0"/>
                    <a:pt x="13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
            <p:cNvSpPr/>
            <p:nvPr/>
          </p:nvSpPr>
          <p:spPr>
            <a:xfrm>
              <a:off x="1312063" y="676249"/>
              <a:ext cx="36101" cy="56585"/>
            </a:xfrm>
            <a:custGeom>
              <a:rect b="b" l="l" r="r" t="t"/>
              <a:pathLst>
                <a:path extrusionOk="0" h="2000" w="1276">
                  <a:moveTo>
                    <a:pt x="480" y="0"/>
                  </a:moveTo>
                  <a:cubicBezTo>
                    <a:pt x="469" y="0"/>
                    <a:pt x="457" y="3"/>
                    <a:pt x="450" y="12"/>
                  </a:cubicBezTo>
                  <a:cubicBezTo>
                    <a:pt x="439" y="22"/>
                    <a:pt x="432" y="34"/>
                    <a:pt x="432" y="47"/>
                  </a:cubicBezTo>
                  <a:cubicBezTo>
                    <a:pt x="429" y="479"/>
                    <a:pt x="306" y="817"/>
                    <a:pt x="176" y="1128"/>
                  </a:cubicBezTo>
                  <a:cubicBezTo>
                    <a:pt x="162" y="1173"/>
                    <a:pt x="147" y="1223"/>
                    <a:pt x="131" y="1272"/>
                  </a:cubicBezTo>
                  <a:cubicBezTo>
                    <a:pt x="101" y="1373"/>
                    <a:pt x="72" y="1464"/>
                    <a:pt x="13" y="1528"/>
                  </a:cubicBezTo>
                  <a:cubicBezTo>
                    <a:pt x="3" y="1538"/>
                    <a:pt x="0" y="1552"/>
                    <a:pt x="0" y="1566"/>
                  </a:cubicBezTo>
                  <a:cubicBezTo>
                    <a:pt x="29" y="1807"/>
                    <a:pt x="221" y="1999"/>
                    <a:pt x="438" y="1999"/>
                  </a:cubicBezTo>
                  <a:cubicBezTo>
                    <a:pt x="525" y="1999"/>
                    <a:pt x="610" y="1967"/>
                    <a:pt x="687" y="1909"/>
                  </a:cubicBezTo>
                  <a:cubicBezTo>
                    <a:pt x="743" y="1866"/>
                    <a:pt x="777" y="1803"/>
                    <a:pt x="806" y="1742"/>
                  </a:cubicBezTo>
                  <a:cubicBezTo>
                    <a:pt x="817" y="1717"/>
                    <a:pt x="831" y="1691"/>
                    <a:pt x="844" y="1669"/>
                  </a:cubicBezTo>
                  <a:cubicBezTo>
                    <a:pt x="983" y="1441"/>
                    <a:pt x="1078" y="1157"/>
                    <a:pt x="1169" y="883"/>
                  </a:cubicBezTo>
                  <a:lnTo>
                    <a:pt x="1174" y="865"/>
                  </a:lnTo>
                  <a:cubicBezTo>
                    <a:pt x="1217" y="736"/>
                    <a:pt x="1275" y="560"/>
                    <a:pt x="1207" y="419"/>
                  </a:cubicBezTo>
                  <a:cubicBezTo>
                    <a:pt x="1092" y="189"/>
                    <a:pt x="823" y="32"/>
                    <a:pt x="4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
            <p:cNvSpPr/>
            <p:nvPr/>
          </p:nvSpPr>
          <p:spPr>
            <a:xfrm>
              <a:off x="1284139" y="664508"/>
              <a:ext cx="37091" cy="64167"/>
            </a:xfrm>
            <a:custGeom>
              <a:rect b="b" l="l" r="r" t="t"/>
              <a:pathLst>
                <a:path extrusionOk="0" h="2268" w="1311">
                  <a:moveTo>
                    <a:pt x="777" y="1"/>
                  </a:moveTo>
                  <a:cubicBezTo>
                    <a:pt x="750" y="1"/>
                    <a:pt x="729" y="20"/>
                    <a:pt x="729" y="46"/>
                  </a:cubicBezTo>
                  <a:cubicBezTo>
                    <a:pt x="718" y="69"/>
                    <a:pt x="717" y="95"/>
                    <a:pt x="714" y="119"/>
                  </a:cubicBezTo>
                  <a:cubicBezTo>
                    <a:pt x="713" y="133"/>
                    <a:pt x="713" y="148"/>
                    <a:pt x="710" y="158"/>
                  </a:cubicBezTo>
                  <a:lnTo>
                    <a:pt x="617" y="437"/>
                  </a:lnTo>
                  <a:cubicBezTo>
                    <a:pt x="516" y="670"/>
                    <a:pt x="215" y="1133"/>
                    <a:pt x="23" y="1261"/>
                  </a:cubicBezTo>
                  <a:cubicBezTo>
                    <a:pt x="12" y="1272"/>
                    <a:pt x="5" y="1286"/>
                    <a:pt x="5" y="1301"/>
                  </a:cubicBezTo>
                  <a:cubicBezTo>
                    <a:pt x="0" y="1623"/>
                    <a:pt x="25" y="2016"/>
                    <a:pt x="262" y="2180"/>
                  </a:cubicBezTo>
                  <a:lnTo>
                    <a:pt x="278" y="2192"/>
                  </a:lnTo>
                  <a:cubicBezTo>
                    <a:pt x="319" y="2221"/>
                    <a:pt x="378" y="2267"/>
                    <a:pt x="457" y="2267"/>
                  </a:cubicBezTo>
                  <a:cubicBezTo>
                    <a:pt x="473" y="2267"/>
                    <a:pt x="492" y="2265"/>
                    <a:pt x="508" y="2260"/>
                  </a:cubicBezTo>
                  <a:cubicBezTo>
                    <a:pt x="676" y="2215"/>
                    <a:pt x="763" y="2049"/>
                    <a:pt x="833" y="1916"/>
                  </a:cubicBezTo>
                  <a:lnTo>
                    <a:pt x="849" y="1884"/>
                  </a:lnTo>
                  <a:cubicBezTo>
                    <a:pt x="1032" y="1530"/>
                    <a:pt x="1155" y="1131"/>
                    <a:pt x="1248" y="786"/>
                  </a:cubicBezTo>
                  <a:cubicBezTo>
                    <a:pt x="1291" y="623"/>
                    <a:pt x="1310" y="318"/>
                    <a:pt x="1233" y="171"/>
                  </a:cubicBezTo>
                  <a:cubicBezTo>
                    <a:pt x="1189" y="88"/>
                    <a:pt x="1083" y="33"/>
                    <a:pt x="1005" y="12"/>
                  </a:cubicBezTo>
                  <a:cubicBezTo>
                    <a:pt x="987" y="8"/>
                    <a:pt x="971" y="8"/>
                    <a:pt x="957" y="8"/>
                  </a:cubicBezTo>
                  <a:lnTo>
                    <a:pt x="936" y="8"/>
                  </a:lnTo>
                  <a:cubicBezTo>
                    <a:pt x="929" y="4"/>
                    <a:pt x="907" y="1"/>
                    <a:pt x="9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
            <p:cNvSpPr/>
            <p:nvPr/>
          </p:nvSpPr>
          <p:spPr>
            <a:xfrm>
              <a:off x="2004163" y="1511335"/>
              <a:ext cx="651" cy="509"/>
            </a:xfrm>
            <a:custGeom>
              <a:rect b="b" l="l" r="r" t="t"/>
              <a:pathLst>
                <a:path extrusionOk="0" h="18" w="23">
                  <a:moveTo>
                    <a:pt x="12" y="0"/>
                  </a:moveTo>
                  <a:cubicBezTo>
                    <a:pt x="1" y="0"/>
                    <a:pt x="1" y="18"/>
                    <a:pt x="12" y="18"/>
                  </a:cubicBezTo>
                  <a:cubicBezTo>
                    <a:pt x="23" y="18"/>
                    <a:pt x="23" y="0"/>
                    <a:pt x="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
            <p:cNvSpPr/>
            <p:nvPr/>
          </p:nvSpPr>
          <p:spPr>
            <a:xfrm>
              <a:off x="905427" y="1674409"/>
              <a:ext cx="30132" cy="13071"/>
            </a:xfrm>
            <a:custGeom>
              <a:rect b="b" l="l" r="r" t="t"/>
              <a:pathLst>
                <a:path extrusionOk="0" h="462" w="1065">
                  <a:moveTo>
                    <a:pt x="41" y="1"/>
                  </a:moveTo>
                  <a:cubicBezTo>
                    <a:pt x="17" y="1"/>
                    <a:pt x="1" y="39"/>
                    <a:pt x="26" y="56"/>
                  </a:cubicBezTo>
                  <a:cubicBezTo>
                    <a:pt x="314" y="248"/>
                    <a:pt x="673" y="434"/>
                    <a:pt x="1025" y="462"/>
                  </a:cubicBezTo>
                  <a:cubicBezTo>
                    <a:pt x="1026" y="462"/>
                    <a:pt x="1027" y="462"/>
                    <a:pt x="1028" y="462"/>
                  </a:cubicBezTo>
                  <a:cubicBezTo>
                    <a:pt x="1062" y="462"/>
                    <a:pt x="1065" y="408"/>
                    <a:pt x="1031" y="399"/>
                  </a:cubicBezTo>
                  <a:cubicBezTo>
                    <a:pt x="685" y="290"/>
                    <a:pt x="368" y="204"/>
                    <a:pt x="55" y="5"/>
                  </a:cubicBezTo>
                  <a:cubicBezTo>
                    <a:pt x="50" y="2"/>
                    <a:pt x="46" y="1"/>
                    <a:pt x="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
            <p:cNvSpPr/>
            <p:nvPr/>
          </p:nvSpPr>
          <p:spPr>
            <a:xfrm>
              <a:off x="923958" y="1673164"/>
              <a:ext cx="23398" cy="11260"/>
            </a:xfrm>
            <a:custGeom>
              <a:rect b="b" l="l" r="r" t="t"/>
              <a:pathLst>
                <a:path extrusionOk="0" h="398" w="827">
                  <a:moveTo>
                    <a:pt x="55" y="0"/>
                  </a:moveTo>
                  <a:cubicBezTo>
                    <a:pt x="27" y="0"/>
                    <a:pt x="1" y="42"/>
                    <a:pt x="28" y="65"/>
                  </a:cubicBezTo>
                  <a:cubicBezTo>
                    <a:pt x="241" y="232"/>
                    <a:pt x="494" y="360"/>
                    <a:pt x="764" y="397"/>
                  </a:cubicBezTo>
                  <a:cubicBezTo>
                    <a:pt x="766" y="397"/>
                    <a:pt x="768" y="397"/>
                    <a:pt x="770" y="397"/>
                  </a:cubicBezTo>
                  <a:cubicBezTo>
                    <a:pt x="816" y="397"/>
                    <a:pt x="826" y="316"/>
                    <a:pt x="777" y="304"/>
                  </a:cubicBezTo>
                  <a:cubicBezTo>
                    <a:pt x="517" y="248"/>
                    <a:pt x="286" y="166"/>
                    <a:pt x="72" y="6"/>
                  </a:cubicBezTo>
                  <a:cubicBezTo>
                    <a:pt x="67" y="2"/>
                    <a:pt x="61" y="0"/>
                    <a:pt x="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
            <p:cNvSpPr/>
            <p:nvPr/>
          </p:nvSpPr>
          <p:spPr>
            <a:xfrm>
              <a:off x="941442" y="1670703"/>
              <a:ext cx="21219" cy="10157"/>
            </a:xfrm>
            <a:custGeom>
              <a:rect b="b" l="l" r="r" t="t"/>
              <a:pathLst>
                <a:path extrusionOk="0" h="359" w="750">
                  <a:moveTo>
                    <a:pt x="70" y="1"/>
                  </a:moveTo>
                  <a:cubicBezTo>
                    <a:pt x="28" y="1"/>
                    <a:pt x="0" y="61"/>
                    <a:pt x="46" y="81"/>
                  </a:cubicBezTo>
                  <a:cubicBezTo>
                    <a:pt x="251" y="174"/>
                    <a:pt x="467" y="298"/>
                    <a:pt x="687" y="357"/>
                  </a:cubicBezTo>
                  <a:cubicBezTo>
                    <a:pt x="691" y="358"/>
                    <a:pt x="694" y="359"/>
                    <a:pt x="698" y="359"/>
                  </a:cubicBezTo>
                  <a:cubicBezTo>
                    <a:pt x="733" y="359"/>
                    <a:pt x="749" y="307"/>
                    <a:pt x="716" y="285"/>
                  </a:cubicBezTo>
                  <a:cubicBezTo>
                    <a:pt x="527" y="167"/>
                    <a:pt x="293" y="94"/>
                    <a:pt x="89" y="5"/>
                  </a:cubicBezTo>
                  <a:cubicBezTo>
                    <a:pt x="83" y="2"/>
                    <a:pt x="76" y="1"/>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
            <p:cNvSpPr/>
            <p:nvPr/>
          </p:nvSpPr>
          <p:spPr>
            <a:xfrm>
              <a:off x="531184" y="1680124"/>
              <a:ext cx="37205" cy="8601"/>
            </a:xfrm>
            <a:custGeom>
              <a:rect b="b" l="l" r="r" t="t"/>
              <a:pathLst>
                <a:path extrusionOk="0" h="304" w="1315">
                  <a:moveTo>
                    <a:pt x="0" y="1"/>
                  </a:moveTo>
                  <a:lnTo>
                    <a:pt x="0" y="247"/>
                  </a:lnTo>
                  <a:cubicBezTo>
                    <a:pt x="0" y="260"/>
                    <a:pt x="6" y="270"/>
                    <a:pt x="15" y="279"/>
                  </a:cubicBezTo>
                  <a:cubicBezTo>
                    <a:pt x="24" y="287"/>
                    <a:pt x="46" y="303"/>
                    <a:pt x="59" y="303"/>
                  </a:cubicBezTo>
                  <a:lnTo>
                    <a:pt x="1315" y="303"/>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
            <p:cNvSpPr/>
            <p:nvPr/>
          </p:nvSpPr>
          <p:spPr>
            <a:xfrm>
              <a:off x="648821" y="1656189"/>
              <a:ext cx="25774" cy="20540"/>
            </a:xfrm>
            <a:custGeom>
              <a:rect b="b" l="l" r="r" t="t"/>
              <a:pathLst>
                <a:path extrusionOk="0" h="726" w="911">
                  <a:moveTo>
                    <a:pt x="43" y="0"/>
                  </a:moveTo>
                  <a:cubicBezTo>
                    <a:pt x="22" y="0"/>
                    <a:pt x="1" y="29"/>
                    <a:pt x="20" y="52"/>
                  </a:cubicBezTo>
                  <a:cubicBezTo>
                    <a:pt x="239" y="318"/>
                    <a:pt x="530" y="597"/>
                    <a:pt x="858" y="723"/>
                  </a:cubicBezTo>
                  <a:cubicBezTo>
                    <a:pt x="862" y="725"/>
                    <a:pt x="866" y="725"/>
                    <a:pt x="869" y="725"/>
                  </a:cubicBezTo>
                  <a:cubicBezTo>
                    <a:pt x="897" y="725"/>
                    <a:pt x="911" y="682"/>
                    <a:pt x="886" y="665"/>
                  </a:cubicBezTo>
                  <a:cubicBezTo>
                    <a:pt x="582" y="463"/>
                    <a:pt x="305" y="292"/>
                    <a:pt x="62" y="10"/>
                  </a:cubicBezTo>
                  <a:cubicBezTo>
                    <a:pt x="56" y="3"/>
                    <a:pt x="50" y="0"/>
                    <a:pt x="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
            <p:cNvSpPr/>
            <p:nvPr/>
          </p:nvSpPr>
          <p:spPr>
            <a:xfrm>
              <a:off x="533080" y="1650927"/>
              <a:ext cx="152440" cy="37261"/>
            </a:xfrm>
            <a:custGeom>
              <a:rect b="b" l="l" r="r" t="t"/>
              <a:pathLst>
                <a:path extrusionOk="0" h="1317" w="5388">
                  <a:moveTo>
                    <a:pt x="79" y="1"/>
                  </a:moveTo>
                  <a:cubicBezTo>
                    <a:pt x="61" y="8"/>
                    <a:pt x="41" y="15"/>
                    <a:pt x="22" y="23"/>
                  </a:cubicBezTo>
                  <a:cubicBezTo>
                    <a:pt x="18" y="23"/>
                    <a:pt x="13" y="24"/>
                    <a:pt x="11" y="27"/>
                  </a:cubicBezTo>
                  <a:cubicBezTo>
                    <a:pt x="3" y="59"/>
                    <a:pt x="0" y="79"/>
                    <a:pt x="11" y="86"/>
                  </a:cubicBezTo>
                  <a:lnTo>
                    <a:pt x="11" y="88"/>
                  </a:lnTo>
                  <a:cubicBezTo>
                    <a:pt x="40" y="116"/>
                    <a:pt x="143" y="133"/>
                    <a:pt x="211" y="146"/>
                  </a:cubicBezTo>
                  <a:cubicBezTo>
                    <a:pt x="240" y="152"/>
                    <a:pt x="269" y="156"/>
                    <a:pt x="294" y="162"/>
                  </a:cubicBezTo>
                  <a:lnTo>
                    <a:pt x="5067" y="1258"/>
                  </a:lnTo>
                  <a:cubicBezTo>
                    <a:pt x="5074" y="1260"/>
                    <a:pt x="5085" y="1263"/>
                    <a:pt x="5095" y="1266"/>
                  </a:cubicBezTo>
                  <a:cubicBezTo>
                    <a:pt x="5109" y="1267"/>
                    <a:pt x="5125" y="1273"/>
                    <a:pt x="5144" y="1279"/>
                  </a:cubicBezTo>
                  <a:cubicBezTo>
                    <a:pt x="5190" y="1292"/>
                    <a:pt x="5274" y="1316"/>
                    <a:pt x="5321" y="1316"/>
                  </a:cubicBezTo>
                  <a:cubicBezTo>
                    <a:pt x="5327" y="1316"/>
                    <a:pt x="5332" y="1316"/>
                    <a:pt x="5336" y="1315"/>
                  </a:cubicBezTo>
                  <a:cubicBezTo>
                    <a:pt x="5342" y="1315"/>
                    <a:pt x="5343" y="1314"/>
                    <a:pt x="5346" y="1314"/>
                  </a:cubicBezTo>
                  <a:cubicBezTo>
                    <a:pt x="5349" y="1314"/>
                    <a:pt x="5351" y="1311"/>
                    <a:pt x="5354" y="1309"/>
                  </a:cubicBezTo>
                  <a:cubicBezTo>
                    <a:pt x="5358" y="1306"/>
                    <a:pt x="5364" y="1302"/>
                    <a:pt x="5368" y="1299"/>
                  </a:cubicBezTo>
                  <a:lnTo>
                    <a:pt x="5377" y="1289"/>
                  </a:lnTo>
                  <a:cubicBezTo>
                    <a:pt x="5380" y="1286"/>
                    <a:pt x="5383" y="1286"/>
                    <a:pt x="5386" y="1282"/>
                  </a:cubicBezTo>
                  <a:cubicBezTo>
                    <a:pt x="5386" y="1279"/>
                    <a:pt x="5386" y="1273"/>
                    <a:pt x="5387" y="1270"/>
                  </a:cubicBezTo>
                  <a:cubicBezTo>
                    <a:pt x="5387" y="1258"/>
                    <a:pt x="5383" y="1248"/>
                    <a:pt x="5377" y="1234"/>
                  </a:cubicBezTo>
                  <a:cubicBezTo>
                    <a:pt x="5377" y="1234"/>
                    <a:pt x="5377" y="1231"/>
                    <a:pt x="5375" y="1231"/>
                  </a:cubicBezTo>
                  <a:cubicBezTo>
                    <a:pt x="5271" y="1186"/>
                    <a:pt x="5133" y="1155"/>
                    <a:pt x="4995" y="1126"/>
                  </a:cubicBezTo>
                  <a:cubicBezTo>
                    <a:pt x="4976" y="1122"/>
                    <a:pt x="4955" y="1117"/>
                    <a:pt x="4935" y="1113"/>
                  </a:cubicBezTo>
                  <a:cubicBezTo>
                    <a:pt x="4910" y="1107"/>
                    <a:pt x="4884" y="1103"/>
                    <a:pt x="4856" y="1097"/>
                  </a:cubicBezTo>
                  <a:cubicBezTo>
                    <a:pt x="4832" y="1091"/>
                    <a:pt x="4806" y="1085"/>
                    <a:pt x="4782" y="1081"/>
                  </a:cubicBezTo>
                  <a:lnTo>
                    <a:pt x="7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
            <p:cNvSpPr/>
            <p:nvPr/>
          </p:nvSpPr>
          <p:spPr>
            <a:xfrm>
              <a:off x="666871" y="1660376"/>
              <a:ext cx="20088" cy="16579"/>
            </a:xfrm>
            <a:custGeom>
              <a:rect b="b" l="l" r="r" t="t"/>
              <a:pathLst>
                <a:path extrusionOk="0" h="586" w="710">
                  <a:moveTo>
                    <a:pt x="54" y="1"/>
                  </a:moveTo>
                  <a:cubicBezTo>
                    <a:pt x="28" y="1"/>
                    <a:pt x="0" y="30"/>
                    <a:pt x="18" y="56"/>
                  </a:cubicBezTo>
                  <a:cubicBezTo>
                    <a:pt x="175" y="277"/>
                    <a:pt x="380" y="472"/>
                    <a:pt x="629" y="583"/>
                  </a:cubicBezTo>
                  <a:cubicBezTo>
                    <a:pt x="634" y="585"/>
                    <a:pt x="640" y="586"/>
                    <a:pt x="645" y="586"/>
                  </a:cubicBezTo>
                  <a:cubicBezTo>
                    <a:pt x="686" y="586"/>
                    <a:pt x="710" y="520"/>
                    <a:pt x="670" y="500"/>
                  </a:cubicBezTo>
                  <a:cubicBezTo>
                    <a:pt x="437" y="370"/>
                    <a:pt x="238" y="225"/>
                    <a:pt x="78" y="13"/>
                  </a:cubicBezTo>
                  <a:cubicBezTo>
                    <a:pt x="72" y="4"/>
                    <a:pt x="63" y="1"/>
                    <a:pt x="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
            <p:cNvSpPr/>
            <p:nvPr/>
          </p:nvSpPr>
          <p:spPr>
            <a:xfrm>
              <a:off x="684214" y="1663149"/>
              <a:ext cx="18220" cy="14825"/>
            </a:xfrm>
            <a:custGeom>
              <a:rect b="b" l="l" r="r" t="t"/>
              <a:pathLst>
                <a:path extrusionOk="0" h="524" w="644">
                  <a:moveTo>
                    <a:pt x="69" y="1"/>
                  </a:moveTo>
                  <a:cubicBezTo>
                    <a:pt x="32" y="1"/>
                    <a:pt x="1" y="43"/>
                    <a:pt x="35" y="72"/>
                  </a:cubicBezTo>
                  <a:cubicBezTo>
                    <a:pt x="205" y="217"/>
                    <a:pt x="378" y="399"/>
                    <a:pt x="571" y="518"/>
                  </a:cubicBezTo>
                  <a:cubicBezTo>
                    <a:pt x="578" y="522"/>
                    <a:pt x="585" y="524"/>
                    <a:pt x="591" y="524"/>
                  </a:cubicBezTo>
                  <a:cubicBezTo>
                    <a:pt x="621" y="524"/>
                    <a:pt x="643" y="485"/>
                    <a:pt x="619" y="460"/>
                  </a:cubicBezTo>
                  <a:cubicBezTo>
                    <a:pt x="473" y="293"/>
                    <a:pt x="269" y="156"/>
                    <a:pt x="99" y="12"/>
                  </a:cubicBezTo>
                  <a:cubicBezTo>
                    <a:pt x="89" y="4"/>
                    <a:pt x="79"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
            <p:cNvSpPr/>
            <p:nvPr/>
          </p:nvSpPr>
          <p:spPr>
            <a:xfrm>
              <a:off x="1346240" y="1212009"/>
              <a:ext cx="14344" cy="3140"/>
            </a:xfrm>
            <a:custGeom>
              <a:rect b="b" l="l" r="r" t="t"/>
              <a:pathLst>
                <a:path extrusionOk="0" h="111" w="507">
                  <a:moveTo>
                    <a:pt x="431" y="0"/>
                  </a:moveTo>
                  <a:cubicBezTo>
                    <a:pt x="373" y="0"/>
                    <a:pt x="315" y="15"/>
                    <a:pt x="259" y="22"/>
                  </a:cubicBezTo>
                  <a:cubicBezTo>
                    <a:pt x="182" y="32"/>
                    <a:pt x="110" y="42"/>
                    <a:pt x="34" y="53"/>
                  </a:cubicBezTo>
                  <a:cubicBezTo>
                    <a:pt x="1" y="55"/>
                    <a:pt x="9" y="111"/>
                    <a:pt x="40" y="111"/>
                  </a:cubicBezTo>
                  <a:cubicBezTo>
                    <a:pt x="40" y="111"/>
                    <a:pt x="41" y="111"/>
                    <a:pt x="41" y="111"/>
                  </a:cubicBezTo>
                  <a:cubicBezTo>
                    <a:pt x="117" y="103"/>
                    <a:pt x="191" y="96"/>
                    <a:pt x="268" y="90"/>
                  </a:cubicBezTo>
                  <a:cubicBezTo>
                    <a:pt x="335" y="83"/>
                    <a:pt x="406" y="86"/>
                    <a:pt x="472" y="64"/>
                  </a:cubicBezTo>
                  <a:cubicBezTo>
                    <a:pt x="507" y="53"/>
                    <a:pt x="499" y="6"/>
                    <a:pt x="463" y="2"/>
                  </a:cubicBezTo>
                  <a:cubicBezTo>
                    <a:pt x="452" y="1"/>
                    <a:pt x="442" y="0"/>
                    <a:pt x="4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
            <p:cNvSpPr/>
            <p:nvPr/>
          </p:nvSpPr>
          <p:spPr>
            <a:xfrm>
              <a:off x="1344089" y="1218347"/>
              <a:ext cx="29481" cy="9365"/>
            </a:xfrm>
            <a:custGeom>
              <a:rect b="b" l="l" r="r" t="t"/>
              <a:pathLst>
                <a:path extrusionOk="0" h="331" w="1042">
                  <a:moveTo>
                    <a:pt x="591" y="0"/>
                  </a:moveTo>
                  <a:cubicBezTo>
                    <a:pt x="405" y="4"/>
                    <a:pt x="213" y="76"/>
                    <a:pt x="33" y="121"/>
                  </a:cubicBezTo>
                  <a:cubicBezTo>
                    <a:pt x="0" y="130"/>
                    <a:pt x="11" y="172"/>
                    <a:pt x="42" y="172"/>
                  </a:cubicBezTo>
                  <a:cubicBezTo>
                    <a:pt x="43" y="172"/>
                    <a:pt x="45" y="172"/>
                    <a:pt x="47" y="172"/>
                  </a:cubicBezTo>
                  <a:cubicBezTo>
                    <a:pt x="136" y="160"/>
                    <a:pt x="232" y="153"/>
                    <a:pt x="325" y="140"/>
                  </a:cubicBezTo>
                  <a:cubicBezTo>
                    <a:pt x="448" y="241"/>
                    <a:pt x="629" y="331"/>
                    <a:pt x="799" y="331"/>
                  </a:cubicBezTo>
                  <a:cubicBezTo>
                    <a:pt x="870" y="331"/>
                    <a:pt x="939" y="315"/>
                    <a:pt x="1001" y="278"/>
                  </a:cubicBezTo>
                  <a:cubicBezTo>
                    <a:pt x="1042" y="255"/>
                    <a:pt x="1020" y="205"/>
                    <a:pt x="981" y="199"/>
                  </a:cubicBezTo>
                  <a:cubicBezTo>
                    <a:pt x="885" y="186"/>
                    <a:pt x="786" y="201"/>
                    <a:pt x="689" y="182"/>
                  </a:cubicBezTo>
                  <a:cubicBezTo>
                    <a:pt x="620" y="169"/>
                    <a:pt x="552" y="145"/>
                    <a:pt x="492" y="109"/>
                  </a:cubicBezTo>
                  <a:cubicBezTo>
                    <a:pt x="530" y="102"/>
                    <a:pt x="565" y="89"/>
                    <a:pt x="601" y="76"/>
                  </a:cubicBezTo>
                  <a:cubicBezTo>
                    <a:pt x="642" y="61"/>
                    <a:pt x="638" y="0"/>
                    <a:pt x="5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
            <p:cNvSpPr/>
            <p:nvPr/>
          </p:nvSpPr>
          <p:spPr>
            <a:xfrm>
              <a:off x="1361800" y="1197665"/>
              <a:ext cx="7186" cy="3735"/>
            </a:xfrm>
            <a:custGeom>
              <a:rect b="b" l="l" r="r" t="t"/>
              <a:pathLst>
                <a:path extrusionOk="0" h="132" w="254">
                  <a:moveTo>
                    <a:pt x="77" y="1"/>
                  </a:moveTo>
                  <a:cubicBezTo>
                    <a:pt x="20" y="1"/>
                    <a:pt x="1" y="103"/>
                    <a:pt x="63" y="113"/>
                  </a:cubicBezTo>
                  <a:cubicBezTo>
                    <a:pt x="99" y="118"/>
                    <a:pt x="135" y="125"/>
                    <a:pt x="172" y="131"/>
                  </a:cubicBezTo>
                  <a:cubicBezTo>
                    <a:pt x="175" y="131"/>
                    <a:pt x="178" y="131"/>
                    <a:pt x="180" y="131"/>
                  </a:cubicBezTo>
                  <a:cubicBezTo>
                    <a:pt x="232" y="131"/>
                    <a:pt x="253" y="58"/>
                    <a:pt x="198" y="40"/>
                  </a:cubicBezTo>
                  <a:cubicBezTo>
                    <a:pt x="164" y="27"/>
                    <a:pt x="131" y="16"/>
                    <a:pt x="96" y="4"/>
                  </a:cubicBezTo>
                  <a:cubicBezTo>
                    <a:pt x="89" y="2"/>
                    <a:pt x="83"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
            <p:cNvSpPr/>
            <p:nvPr/>
          </p:nvSpPr>
          <p:spPr>
            <a:xfrm>
              <a:off x="1518225" y="1231700"/>
              <a:ext cx="15335" cy="4838"/>
            </a:xfrm>
            <a:custGeom>
              <a:rect b="b" l="l" r="r" t="t"/>
              <a:pathLst>
                <a:path extrusionOk="0" h="171" w="542">
                  <a:moveTo>
                    <a:pt x="39" y="0"/>
                  </a:moveTo>
                  <a:cubicBezTo>
                    <a:pt x="12" y="0"/>
                    <a:pt x="1" y="40"/>
                    <a:pt x="29" y="46"/>
                  </a:cubicBezTo>
                  <a:cubicBezTo>
                    <a:pt x="99" y="63"/>
                    <a:pt x="168" y="85"/>
                    <a:pt x="239" y="105"/>
                  </a:cubicBezTo>
                  <a:cubicBezTo>
                    <a:pt x="319" y="127"/>
                    <a:pt x="400" y="150"/>
                    <a:pt x="484" y="171"/>
                  </a:cubicBezTo>
                  <a:cubicBezTo>
                    <a:pt x="484" y="168"/>
                    <a:pt x="483" y="168"/>
                    <a:pt x="480" y="163"/>
                  </a:cubicBezTo>
                  <a:cubicBezTo>
                    <a:pt x="476" y="155"/>
                    <a:pt x="473" y="140"/>
                    <a:pt x="477" y="127"/>
                  </a:cubicBezTo>
                  <a:cubicBezTo>
                    <a:pt x="480" y="117"/>
                    <a:pt x="490" y="104"/>
                    <a:pt x="500" y="98"/>
                  </a:cubicBezTo>
                  <a:cubicBezTo>
                    <a:pt x="514" y="91"/>
                    <a:pt x="528" y="85"/>
                    <a:pt x="541" y="76"/>
                  </a:cubicBezTo>
                  <a:cubicBezTo>
                    <a:pt x="471" y="62"/>
                    <a:pt x="400" y="53"/>
                    <a:pt x="332" y="41"/>
                  </a:cubicBezTo>
                  <a:cubicBezTo>
                    <a:pt x="233" y="27"/>
                    <a:pt x="137" y="15"/>
                    <a:pt x="44" y="1"/>
                  </a:cubicBezTo>
                  <a:cubicBezTo>
                    <a:pt x="42" y="0"/>
                    <a:pt x="40" y="0"/>
                    <a:pt x="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
            <p:cNvSpPr/>
            <p:nvPr/>
          </p:nvSpPr>
          <p:spPr>
            <a:xfrm>
              <a:off x="542048" y="646826"/>
              <a:ext cx="64903" cy="52850"/>
            </a:xfrm>
            <a:custGeom>
              <a:rect b="b" l="l" r="r" t="t"/>
              <a:pathLst>
                <a:path extrusionOk="0" h="1868" w="2294">
                  <a:moveTo>
                    <a:pt x="54" y="1"/>
                  </a:moveTo>
                  <a:cubicBezTo>
                    <a:pt x="50" y="1"/>
                    <a:pt x="41" y="2"/>
                    <a:pt x="37" y="4"/>
                  </a:cubicBezTo>
                  <a:cubicBezTo>
                    <a:pt x="22" y="11"/>
                    <a:pt x="11" y="25"/>
                    <a:pt x="8" y="40"/>
                  </a:cubicBezTo>
                  <a:cubicBezTo>
                    <a:pt x="5" y="57"/>
                    <a:pt x="0" y="84"/>
                    <a:pt x="127" y="197"/>
                  </a:cubicBezTo>
                  <a:cubicBezTo>
                    <a:pt x="191" y="252"/>
                    <a:pt x="259" y="305"/>
                    <a:pt x="326" y="353"/>
                  </a:cubicBezTo>
                  <a:cubicBezTo>
                    <a:pt x="389" y="400"/>
                    <a:pt x="452" y="446"/>
                    <a:pt x="511" y="498"/>
                  </a:cubicBezTo>
                  <a:cubicBezTo>
                    <a:pt x="653" y="623"/>
                    <a:pt x="809" y="736"/>
                    <a:pt x="961" y="847"/>
                  </a:cubicBezTo>
                  <a:lnTo>
                    <a:pt x="1085" y="937"/>
                  </a:lnTo>
                  <a:cubicBezTo>
                    <a:pt x="1146" y="982"/>
                    <a:pt x="1203" y="1033"/>
                    <a:pt x="1262" y="1087"/>
                  </a:cubicBezTo>
                  <a:cubicBezTo>
                    <a:pt x="1322" y="1142"/>
                    <a:pt x="1377" y="1194"/>
                    <a:pt x="1440" y="1239"/>
                  </a:cubicBezTo>
                  <a:cubicBezTo>
                    <a:pt x="1492" y="1280"/>
                    <a:pt x="1543" y="1347"/>
                    <a:pt x="1587" y="1405"/>
                  </a:cubicBezTo>
                  <a:lnTo>
                    <a:pt x="1595" y="1418"/>
                  </a:lnTo>
                  <a:cubicBezTo>
                    <a:pt x="1632" y="1468"/>
                    <a:pt x="1678" y="1510"/>
                    <a:pt x="1722" y="1552"/>
                  </a:cubicBezTo>
                  <a:cubicBezTo>
                    <a:pt x="1767" y="1598"/>
                    <a:pt x="1810" y="1639"/>
                    <a:pt x="1845" y="1687"/>
                  </a:cubicBezTo>
                  <a:cubicBezTo>
                    <a:pt x="1857" y="1705"/>
                    <a:pt x="1870" y="1725"/>
                    <a:pt x="1882" y="1745"/>
                  </a:cubicBezTo>
                  <a:cubicBezTo>
                    <a:pt x="1899" y="1777"/>
                    <a:pt x="1919" y="1811"/>
                    <a:pt x="1947" y="1840"/>
                  </a:cubicBezTo>
                  <a:cubicBezTo>
                    <a:pt x="1951" y="1850"/>
                    <a:pt x="1962" y="1860"/>
                    <a:pt x="1972" y="1863"/>
                  </a:cubicBezTo>
                  <a:cubicBezTo>
                    <a:pt x="1979" y="1865"/>
                    <a:pt x="1986" y="1867"/>
                    <a:pt x="1994" y="1867"/>
                  </a:cubicBezTo>
                  <a:cubicBezTo>
                    <a:pt x="2007" y="1867"/>
                    <a:pt x="2017" y="1863"/>
                    <a:pt x="2024" y="1853"/>
                  </a:cubicBezTo>
                  <a:cubicBezTo>
                    <a:pt x="2066" y="1798"/>
                    <a:pt x="2071" y="1716"/>
                    <a:pt x="2074" y="1636"/>
                  </a:cubicBezTo>
                  <a:cubicBezTo>
                    <a:pt x="2075" y="1594"/>
                    <a:pt x="2078" y="1552"/>
                    <a:pt x="2085" y="1523"/>
                  </a:cubicBezTo>
                  <a:cubicBezTo>
                    <a:pt x="2097" y="1469"/>
                    <a:pt x="2108" y="1411"/>
                    <a:pt x="2119" y="1354"/>
                  </a:cubicBezTo>
                  <a:cubicBezTo>
                    <a:pt x="2152" y="1186"/>
                    <a:pt x="2184" y="1010"/>
                    <a:pt x="2279" y="912"/>
                  </a:cubicBezTo>
                  <a:cubicBezTo>
                    <a:pt x="2289" y="904"/>
                    <a:pt x="2293" y="889"/>
                    <a:pt x="2292" y="876"/>
                  </a:cubicBezTo>
                  <a:cubicBezTo>
                    <a:pt x="2290" y="861"/>
                    <a:pt x="2283" y="851"/>
                    <a:pt x="2271" y="842"/>
                  </a:cubicBezTo>
                  <a:cubicBezTo>
                    <a:pt x="2238" y="816"/>
                    <a:pt x="2196" y="815"/>
                    <a:pt x="2159" y="810"/>
                  </a:cubicBezTo>
                  <a:cubicBezTo>
                    <a:pt x="2139" y="809"/>
                    <a:pt x="2119" y="808"/>
                    <a:pt x="2101" y="803"/>
                  </a:cubicBezTo>
                  <a:cubicBezTo>
                    <a:pt x="2046" y="787"/>
                    <a:pt x="1991" y="774"/>
                    <a:pt x="1933" y="763"/>
                  </a:cubicBezTo>
                  <a:cubicBezTo>
                    <a:pt x="1854" y="744"/>
                    <a:pt x="1774" y="726"/>
                    <a:pt x="1697" y="700"/>
                  </a:cubicBezTo>
                  <a:cubicBezTo>
                    <a:pt x="1293" y="565"/>
                    <a:pt x="903" y="393"/>
                    <a:pt x="525" y="226"/>
                  </a:cubicBezTo>
                  <a:lnTo>
                    <a:pt x="498" y="213"/>
                  </a:lnTo>
                  <a:cubicBezTo>
                    <a:pt x="466" y="198"/>
                    <a:pt x="429" y="184"/>
                    <a:pt x="389" y="168"/>
                  </a:cubicBezTo>
                  <a:cubicBezTo>
                    <a:pt x="278" y="124"/>
                    <a:pt x="153" y="73"/>
                    <a:pt x="86" y="14"/>
                  </a:cubicBezTo>
                  <a:cubicBezTo>
                    <a:pt x="76" y="5"/>
                    <a:pt x="66" y="1"/>
                    <a:pt x="5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
            <p:cNvSpPr/>
            <p:nvPr/>
          </p:nvSpPr>
          <p:spPr>
            <a:xfrm>
              <a:off x="460879" y="510092"/>
              <a:ext cx="208289" cy="158325"/>
            </a:xfrm>
            <a:custGeom>
              <a:rect b="b" l="l" r="r" t="t"/>
              <a:pathLst>
                <a:path extrusionOk="0" h="5596" w="7362">
                  <a:moveTo>
                    <a:pt x="6834" y="1049"/>
                  </a:moveTo>
                  <a:cubicBezTo>
                    <a:pt x="6838" y="1055"/>
                    <a:pt x="6840" y="1062"/>
                    <a:pt x="6841" y="1070"/>
                  </a:cubicBezTo>
                  <a:cubicBezTo>
                    <a:pt x="6852" y="1106"/>
                    <a:pt x="6846" y="1138"/>
                    <a:pt x="6838" y="1171"/>
                  </a:cubicBezTo>
                  <a:cubicBezTo>
                    <a:pt x="6831" y="1128"/>
                    <a:pt x="6831" y="1090"/>
                    <a:pt x="6834" y="1049"/>
                  </a:cubicBezTo>
                  <a:close/>
                  <a:moveTo>
                    <a:pt x="6655" y="1302"/>
                  </a:moveTo>
                  <a:lnTo>
                    <a:pt x="6655" y="1302"/>
                  </a:lnTo>
                  <a:cubicBezTo>
                    <a:pt x="6674" y="1362"/>
                    <a:pt x="6681" y="1427"/>
                    <a:pt x="6674" y="1503"/>
                  </a:cubicBezTo>
                  <a:lnTo>
                    <a:pt x="6674" y="1506"/>
                  </a:lnTo>
                  <a:cubicBezTo>
                    <a:pt x="6674" y="1512"/>
                    <a:pt x="6673" y="1517"/>
                    <a:pt x="6673" y="1522"/>
                  </a:cubicBezTo>
                  <a:cubicBezTo>
                    <a:pt x="6671" y="1542"/>
                    <a:pt x="6667" y="1564"/>
                    <a:pt x="6663" y="1586"/>
                  </a:cubicBezTo>
                  <a:cubicBezTo>
                    <a:pt x="6655" y="1517"/>
                    <a:pt x="6649" y="1452"/>
                    <a:pt x="6655" y="1384"/>
                  </a:cubicBezTo>
                  <a:cubicBezTo>
                    <a:pt x="6657" y="1359"/>
                    <a:pt x="6657" y="1331"/>
                    <a:pt x="6655" y="1302"/>
                  </a:cubicBezTo>
                  <a:close/>
                  <a:moveTo>
                    <a:pt x="6476" y="1706"/>
                  </a:moveTo>
                  <a:cubicBezTo>
                    <a:pt x="6503" y="1775"/>
                    <a:pt x="6498" y="1853"/>
                    <a:pt x="6481" y="1922"/>
                  </a:cubicBezTo>
                  <a:cubicBezTo>
                    <a:pt x="6474" y="1949"/>
                    <a:pt x="6463" y="1977"/>
                    <a:pt x="6453" y="2000"/>
                  </a:cubicBezTo>
                  <a:cubicBezTo>
                    <a:pt x="6453" y="1990"/>
                    <a:pt x="6453" y="1980"/>
                    <a:pt x="6452" y="1972"/>
                  </a:cubicBezTo>
                  <a:cubicBezTo>
                    <a:pt x="6452" y="1940"/>
                    <a:pt x="6452" y="1907"/>
                    <a:pt x="6456" y="1878"/>
                  </a:cubicBezTo>
                  <a:cubicBezTo>
                    <a:pt x="6469" y="1826"/>
                    <a:pt x="6475" y="1769"/>
                    <a:pt x="6476" y="1706"/>
                  </a:cubicBezTo>
                  <a:close/>
                  <a:moveTo>
                    <a:pt x="6918" y="2080"/>
                  </a:moveTo>
                  <a:lnTo>
                    <a:pt x="6918" y="2080"/>
                  </a:lnTo>
                  <a:cubicBezTo>
                    <a:pt x="6904" y="2196"/>
                    <a:pt x="6859" y="2302"/>
                    <a:pt x="6786" y="2372"/>
                  </a:cubicBezTo>
                  <a:cubicBezTo>
                    <a:pt x="6773" y="2385"/>
                    <a:pt x="6761" y="2398"/>
                    <a:pt x="6747" y="2407"/>
                  </a:cubicBezTo>
                  <a:cubicBezTo>
                    <a:pt x="6737" y="2410"/>
                    <a:pt x="6732" y="2416"/>
                    <a:pt x="6728" y="2420"/>
                  </a:cubicBezTo>
                  <a:cubicBezTo>
                    <a:pt x="6718" y="2425"/>
                    <a:pt x="6708" y="2433"/>
                    <a:pt x="6693" y="2438"/>
                  </a:cubicBezTo>
                  <a:cubicBezTo>
                    <a:pt x="6687" y="2442"/>
                    <a:pt x="6680" y="2443"/>
                    <a:pt x="6673" y="2445"/>
                  </a:cubicBezTo>
                  <a:cubicBezTo>
                    <a:pt x="6665" y="2449"/>
                    <a:pt x="6658" y="2451"/>
                    <a:pt x="6651" y="2452"/>
                  </a:cubicBezTo>
                  <a:cubicBezTo>
                    <a:pt x="6626" y="2459"/>
                    <a:pt x="6599" y="2465"/>
                    <a:pt x="6571" y="2465"/>
                  </a:cubicBezTo>
                  <a:cubicBezTo>
                    <a:pt x="6549" y="2465"/>
                    <a:pt x="6527" y="2462"/>
                    <a:pt x="6511" y="2457"/>
                  </a:cubicBezTo>
                  <a:cubicBezTo>
                    <a:pt x="6526" y="2445"/>
                    <a:pt x="6539" y="2436"/>
                    <a:pt x="6551" y="2427"/>
                  </a:cubicBezTo>
                  <a:cubicBezTo>
                    <a:pt x="6565" y="2414"/>
                    <a:pt x="6578" y="2406"/>
                    <a:pt x="6594" y="2397"/>
                  </a:cubicBezTo>
                  <a:cubicBezTo>
                    <a:pt x="6609" y="2387"/>
                    <a:pt x="6629" y="2382"/>
                    <a:pt x="6648" y="2377"/>
                  </a:cubicBezTo>
                  <a:cubicBezTo>
                    <a:pt x="6674" y="2369"/>
                    <a:pt x="6703" y="2362"/>
                    <a:pt x="6731" y="2343"/>
                  </a:cubicBezTo>
                  <a:cubicBezTo>
                    <a:pt x="6809" y="2291"/>
                    <a:pt x="6873" y="2182"/>
                    <a:pt x="6918" y="2080"/>
                  </a:cubicBezTo>
                  <a:close/>
                  <a:moveTo>
                    <a:pt x="5037" y="2899"/>
                  </a:moveTo>
                  <a:cubicBezTo>
                    <a:pt x="5037" y="2899"/>
                    <a:pt x="5094" y="2900"/>
                    <a:pt x="5095" y="2900"/>
                  </a:cubicBezTo>
                  <a:cubicBezTo>
                    <a:pt x="5092" y="2901"/>
                    <a:pt x="5087" y="2903"/>
                    <a:pt x="5082" y="2906"/>
                  </a:cubicBezTo>
                  <a:cubicBezTo>
                    <a:pt x="5079" y="2907"/>
                    <a:pt x="5079" y="2909"/>
                    <a:pt x="5075" y="2909"/>
                  </a:cubicBezTo>
                  <a:cubicBezTo>
                    <a:pt x="5052" y="2922"/>
                    <a:pt x="5017" y="2929"/>
                    <a:pt x="4972" y="2929"/>
                  </a:cubicBezTo>
                  <a:cubicBezTo>
                    <a:pt x="4918" y="2929"/>
                    <a:pt x="4855" y="2917"/>
                    <a:pt x="4796" y="2907"/>
                  </a:cubicBezTo>
                  <a:cubicBezTo>
                    <a:pt x="4852" y="2903"/>
                    <a:pt x="4919" y="2900"/>
                    <a:pt x="4998" y="2900"/>
                  </a:cubicBezTo>
                  <a:cubicBezTo>
                    <a:pt x="5009" y="2900"/>
                    <a:pt x="5023" y="2899"/>
                    <a:pt x="5037" y="2899"/>
                  </a:cubicBezTo>
                  <a:close/>
                  <a:moveTo>
                    <a:pt x="3968" y="2994"/>
                  </a:moveTo>
                  <a:cubicBezTo>
                    <a:pt x="3976" y="2994"/>
                    <a:pt x="3982" y="2996"/>
                    <a:pt x="3987" y="3000"/>
                  </a:cubicBezTo>
                  <a:cubicBezTo>
                    <a:pt x="4047" y="3026"/>
                    <a:pt x="4105" y="3066"/>
                    <a:pt x="4162" y="3104"/>
                  </a:cubicBezTo>
                  <a:cubicBezTo>
                    <a:pt x="4082" y="3077"/>
                    <a:pt x="4018" y="3037"/>
                    <a:pt x="3968" y="2994"/>
                  </a:cubicBezTo>
                  <a:close/>
                  <a:moveTo>
                    <a:pt x="4317" y="3018"/>
                  </a:moveTo>
                  <a:cubicBezTo>
                    <a:pt x="4326" y="3019"/>
                    <a:pt x="4338" y="3019"/>
                    <a:pt x="4346" y="3024"/>
                  </a:cubicBezTo>
                  <a:cubicBezTo>
                    <a:pt x="4389" y="3034"/>
                    <a:pt x="4431" y="3045"/>
                    <a:pt x="4470" y="3060"/>
                  </a:cubicBezTo>
                  <a:cubicBezTo>
                    <a:pt x="4535" y="3080"/>
                    <a:pt x="4602" y="3102"/>
                    <a:pt x="4674" y="3114"/>
                  </a:cubicBezTo>
                  <a:cubicBezTo>
                    <a:pt x="4661" y="3117"/>
                    <a:pt x="4646" y="3118"/>
                    <a:pt x="4631" y="3118"/>
                  </a:cubicBezTo>
                  <a:cubicBezTo>
                    <a:pt x="4530" y="3118"/>
                    <a:pt x="4412" y="3070"/>
                    <a:pt x="4317" y="3018"/>
                  </a:cubicBezTo>
                  <a:close/>
                  <a:moveTo>
                    <a:pt x="5107" y="3166"/>
                  </a:moveTo>
                  <a:cubicBezTo>
                    <a:pt x="5092" y="3211"/>
                    <a:pt x="5050" y="3262"/>
                    <a:pt x="5017" y="3300"/>
                  </a:cubicBezTo>
                  <a:cubicBezTo>
                    <a:pt x="5005" y="3314"/>
                    <a:pt x="4993" y="3329"/>
                    <a:pt x="4983" y="3343"/>
                  </a:cubicBezTo>
                  <a:cubicBezTo>
                    <a:pt x="4879" y="3484"/>
                    <a:pt x="4743" y="3556"/>
                    <a:pt x="4581" y="3556"/>
                  </a:cubicBezTo>
                  <a:cubicBezTo>
                    <a:pt x="4492" y="3556"/>
                    <a:pt x="4396" y="3535"/>
                    <a:pt x="4294" y="3493"/>
                  </a:cubicBezTo>
                  <a:cubicBezTo>
                    <a:pt x="4280" y="3489"/>
                    <a:pt x="4264" y="3482"/>
                    <a:pt x="4249" y="3477"/>
                  </a:cubicBezTo>
                  <a:cubicBezTo>
                    <a:pt x="4264" y="3476"/>
                    <a:pt x="4280" y="3471"/>
                    <a:pt x="4296" y="3470"/>
                  </a:cubicBezTo>
                  <a:cubicBezTo>
                    <a:pt x="4333" y="3467"/>
                    <a:pt x="4373" y="3457"/>
                    <a:pt x="4412" y="3450"/>
                  </a:cubicBezTo>
                  <a:lnTo>
                    <a:pt x="4714" y="3439"/>
                  </a:lnTo>
                  <a:cubicBezTo>
                    <a:pt x="4810" y="3410"/>
                    <a:pt x="4870" y="3352"/>
                    <a:pt x="4927" y="3295"/>
                  </a:cubicBezTo>
                  <a:cubicBezTo>
                    <a:pt x="4970" y="3252"/>
                    <a:pt x="5009" y="3213"/>
                    <a:pt x="5060" y="3186"/>
                  </a:cubicBezTo>
                  <a:cubicBezTo>
                    <a:pt x="5075" y="3179"/>
                    <a:pt x="5089" y="3172"/>
                    <a:pt x="5107" y="3166"/>
                  </a:cubicBezTo>
                  <a:close/>
                  <a:moveTo>
                    <a:pt x="6757" y="3237"/>
                  </a:moveTo>
                  <a:cubicBezTo>
                    <a:pt x="6766" y="3258"/>
                    <a:pt x="6773" y="3275"/>
                    <a:pt x="6782" y="3295"/>
                  </a:cubicBezTo>
                  <a:cubicBezTo>
                    <a:pt x="6789" y="3316"/>
                    <a:pt x="6798" y="3339"/>
                    <a:pt x="6805" y="3365"/>
                  </a:cubicBezTo>
                  <a:lnTo>
                    <a:pt x="6805" y="3367"/>
                  </a:lnTo>
                  <a:cubicBezTo>
                    <a:pt x="6849" y="3514"/>
                    <a:pt x="6876" y="3721"/>
                    <a:pt x="6853" y="3871"/>
                  </a:cubicBezTo>
                  <a:cubicBezTo>
                    <a:pt x="6852" y="3886"/>
                    <a:pt x="6849" y="3899"/>
                    <a:pt x="6846" y="3912"/>
                  </a:cubicBezTo>
                  <a:cubicBezTo>
                    <a:pt x="6840" y="3938"/>
                    <a:pt x="6833" y="3961"/>
                    <a:pt x="6822" y="3980"/>
                  </a:cubicBezTo>
                  <a:cubicBezTo>
                    <a:pt x="6818" y="3990"/>
                    <a:pt x="6812" y="4001"/>
                    <a:pt x="6808" y="4008"/>
                  </a:cubicBezTo>
                  <a:cubicBezTo>
                    <a:pt x="6796" y="4022"/>
                    <a:pt x="6786" y="4037"/>
                    <a:pt x="6772" y="4050"/>
                  </a:cubicBezTo>
                  <a:cubicBezTo>
                    <a:pt x="6761" y="4059"/>
                    <a:pt x="6753" y="4066"/>
                    <a:pt x="6744" y="4072"/>
                  </a:cubicBezTo>
                  <a:cubicBezTo>
                    <a:pt x="6735" y="4079"/>
                    <a:pt x="6725" y="4085"/>
                    <a:pt x="6716" y="4089"/>
                  </a:cubicBezTo>
                  <a:cubicBezTo>
                    <a:pt x="6703" y="4098"/>
                    <a:pt x="6693" y="4102"/>
                    <a:pt x="6680" y="4110"/>
                  </a:cubicBezTo>
                  <a:lnTo>
                    <a:pt x="6677" y="4110"/>
                  </a:lnTo>
                  <a:cubicBezTo>
                    <a:pt x="6587" y="4147"/>
                    <a:pt x="6481" y="4159"/>
                    <a:pt x="6391" y="4159"/>
                  </a:cubicBezTo>
                  <a:cubicBezTo>
                    <a:pt x="6293" y="4159"/>
                    <a:pt x="6186" y="4146"/>
                    <a:pt x="6081" y="4123"/>
                  </a:cubicBezTo>
                  <a:cubicBezTo>
                    <a:pt x="6014" y="4110"/>
                    <a:pt x="5949" y="4108"/>
                    <a:pt x="5888" y="4107"/>
                  </a:cubicBezTo>
                  <a:cubicBezTo>
                    <a:pt x="5879" y="4107"/>
                    <a:pt x="5872" y="4107"/>
                    <a:pt x="5863" y="4104"/>
                  </a:cubicBezTo>
                  <a:lnTo>
                    <a:pt x="5859" y="4104"/>
                  </a:lnTo>
                  <a:cubicBezTo>
                    <a:pt x="5845" y="4104"/>
                    <a:pt x="5835" y="4104"/>
                    <a:pt x="5822" y="4102"/>
                  </a:cubicBezTo>
                  <a:cubicBezTo>
                    <a:pt x="5812" y="4102"/>
                    <a:pt x="5802" y="4102"/>
                    <a:pt x="5793" y="4101"/>
                  </a:cubicBezTo>
                  <a:cubicBezTo>
                    <a:pt x="5771" y="4099"/>
                    <a:pt x="5750" y="4098"/>
                    <a:pt x="5732" y="4091"/>
                  </a:cubicBezTo>
                  <a:cubicBezTo>
                    <a:pt x="5720" y="4088"/>
                    <a:pt x="5712" y="4086"/>
                    <a:pt x="5700" y="4081"/>
                  </a:cubicBezTo>
                  <a:cubicBezTo>
                    <a:pt x="5690" y="4078"/>
                    <a:pt x="5681" y="4072"/>
                    <a:pt x="5670" y="4066"/>
                  </a:cubicBezTo>
                  <a:cubicBezTo>
                    <a:pt x="5622" y="4035"/>
                    <a:pt x="5592" y="3998"/>
                    <a:pt x="5562" y="3950"/>
                  </a:cubicBezTo>
                  <a:lnTo>
                    <a:pt x="5562" y="3950"/>
                  </a:lnTo>
                  <a:cubicBezTo>
                    <a:pt x="5690" y="4008"/>
                    <a:pt x="5853" y="4021"/>
                    <a:pt x="6016" y="4033"/>
                  </a:cubicBezTo>
                  <a:cubicBezTo>
                    <a:pt x="6120" y="4041"/>
                    <a:pt x="6228" y="4050"/>
                    <a:pt x="6317" y="4069"/>
                  </a:cubicBezTo>
                  <a:cubicBezTo>
                    <a:pt x="6321" y="4070"/>
                    <a:pt x="6325" y="4070"/>
                    <a:pt x="6330" y="4070"/>
                  </a:cubicBezTo>
                  <a:cubicBezTo>
                    <a:pt x="6360" y="4078"/>
                    <a:pt x="6391" y="4081"/>
                    <a:pt x="6424" y="4081"/>
                  </a:cubicBezTo>
                  <a:cubicBezTo>
                    <a:pt x="6572" y="4081"/>
                    <a:pt x="6715" y="4014"/>
                    <a:pt x="6761" y="3921"/>
                  </a:cubicBezTo>
                  <a:cubicBezTo>
                    <a:pt x="6825" y="3796"/>
                    <a:pt x="6801" y="3620"/>
                    <a:pt x="6779" y="3466"/>
                  </a:cubicBezTo>
                  <a:cubicBezTo>
                    <a:pt x="6767" y="3396"/>
                    <a:pt x="6759" y="3332"/>
                    <a:pt x="6759" y="3275"/>
                  </a:cubicBezTo>
                  <a:cubicBezTo>
                    <a:pt x="6759" y="3263"/>
                    <a:pt x="6757" y="3250"/>
                    <a:pt x="6757" y="3237"/>
                  </a:cubicBezTo>
                  <a:close/>
                  <a:moveTo>
                    <a:pt x="3227" y="3967"/>
                  </a:moveTo>
                  <a:cubicBezTo>
                    <a:pt x="3249" y="4003"/>
                    <a:pt x="3329" y="4130"/>
                    <a:pt x="3343" y="4153"/>
                  </a:cubicBezTo>
                  <a:lnTo>
                    <a:pt x="3391" y="4262"/>
                  </a:lnTo>
                  <a:cubicBezTo>
                    <a:pt x="3330" y="4179"/>
                    <a:pt x="3272" y="4069"/>
                    <a:pt x="3227" y="3967"/>
                  </a:cubicBezTo>
                  <a:close/>
                  <a:moveTo>
                    <a:pt x="6709" y="4255"/>
                  </a:moveTo>
                  <a:lnTo>
                    <a:pt x="6709" y="4255"/>
                  </a:lnTo>
                  <a:cubicBezTo>
                    <a:pt x="6700" y="4283"/>
                    <a:pt x="6689" y="4309"/>
                    <a:pt x="6677" y="4332"/>
                  </a:cubicBezTo>
                  <a:cubicBezTo>
                    <a:pt x="6665" y="4352"/>
                    <a:pt x="6657" y="4370"/>
                    <a:pt x="6644" y="4386"/>
                  </a:cubicBezTo>
                  <a:cubicBezTo>
                    <a:pt x="6642" y="4390"/>
                    <a:pt x="6641" y="4392"/>
                    <a:pt x="6638" y="4396"/>
                  </a:cubicBezTo>
                  <a:cubicBezTo>
                    <a:pt x="6633" y="4405"/>
                    <a:pt x="6626" y="4413"/>
                    <a:pt x="6620" y="4421"/>
                  </a:cubicBezTo>
                  <a:cubicBezTo>
                    <a:pt x="6609" y="4435"/>
                    <a:pt x="6599" y="4448"/>
                    <a:pt x="6584" y="4463"/>
                  </a:cubicBezTo>
                  <a:cubicBezTo>
                    <a:pt x="6570" y="4479"/>
                    <a:pt x="6554" y="4493"/>
                    <a:pt x="6536" y="4508"/>
                  </a:cubicBezTo>
                  <a:cubicBezTo>
                    <a:pt x="6492" y="4544"/>
                    <a:pt x="6444" y="4578"/>
                    <a:pt x="6394" y="4607"/>
                  </a:cubicBezTo>
                  <a:cubicBezTo>
                    <a:pt x="6373" y="4618"/>
                    <a:pt x="6350" y="4630"/>
                    <a:pt x="6325" y="4639"/>
                  </a:cubicBezTo>
                  <a:cubicBezTo>
                    <a:pt x="6322" y="4643"/>
                    <a:pt x="6318" y="4643"/>
                    <a:pt x="6315" y="4645"/>
                  </a:cubicBezTo>
                  <a:cubicBezTo>
                    <a:pt x="6292" y="4658"/>
                    <a:pt x="6267" y="4665"/>
                    <a:pt x="6244" y="4674"/>
                  </a:cubicBezTo>
                  <a:cubicBezTo>
                    <a:pt x="6241" y="4675"/>
                    <a:pt x="6237" y="4677"/>
                    <a:pt x="6231" y="4680"/>
                  </a:cubicBezTo>
                  <a:cubicBezTo>
                    <a:pt x="6177" y="4698"/>
                    <a:pt x="6120" y="4719"/>
                    <a:pt x="6062" y="4735"/>
                  </a:cubicBezTo>
                  <a:cubicBezTo>
                    <a:pt x="6040" y="4741"/>
                    <a:pt x="6011" y="4749"/>
                    <a:pt x="5981" y="4757"/>
                  </a:cubicBezTo>
                  <a:cubicBezTo>
                    <a:pt x="5973" y="4760"/>
                    <a:pt x="5966" y="4761"/>
                    <a:pt x="5959" y="4761"/>
                  </a:cubicBezTo>
                  <a:cubicBezTo>
                    <a:pt x="5946" y="4764"/>
                    <a:pt x="5931" y="4768"/>
                    <a:pt x="5917" y="4770"/>
                  </a:cubicBezTo>
                  <a:lnTo>
                    <a:pt x="5915" y="4770"/>
                  </a:lnTo>
                  <a:cubicBezTo>
                    <a:pt x="5904" y="4774"/>
                    <a:pt x="5893" y="4774"/>
                    <a:pt x="5880" y="4776"/>
                  </a:cubicBezTo>
                  <a:cubicBezTo>
                    <a:pt x="5857" y="4778"/>
                    <a:pt x="5835" y="4778"/>
                    <a:pt x="5812" y="4778"/>
                  </a:cubicBezTo>
                  <a:cubicBezTo>
                    <a:pt x="5786" y="4778"/>
                    <a:pt x="5764" y="4777"/>
                    <a:pt x="5744" y="4774"/>
                  </a:cubicBezTo>
                  <a:cubicBezTo>
                    <a:pt x="5735" y="4771"/>
                    <a:pt x="5728" y="4770"/>
                    <a:pt x="5720" y="4768"/>
                  </a:cubicBezTo>
                  <a:cubicBezTo>
                    <a:pt x="5675" y="4757"/>
                    <a:pt x="5630" y="4745"/>
                    <a:pt x="5584" y="4732"/>
                  </a:cubicBezTo>
                  <a:cubicBezTo>
                    <a:pt x="5581" y="4730"/>
                    <a:pt x="5579" y="4730"/>
                    <a:pt x="5575" y="4728"/>
                  </a:cubicBezTo>
                  <a:cubicBezTo>
                    <a:pt x="5562" y="4725"/>
                    <a:pt x="5547" y="4720"/>
                    <a:pt x="5536" y="4716"/>
                  </a:cubicBezTo>
                  <a:lnTo>
                    <a:pt x="5536" y="4716"/>
                  </a:lnTo>
                  <a:cubicBezTo>
                    <a:pt x="5541" y="4716"/>
                    <a:pt x="5546" y="4717"/>
                    <a:pt x="5550" y="4717"/>
                  </a:cubicBezTo>
                  <a:cubicBezTo>
                    <a:pt x="5559" y="4717"/>
                    <a:pt x="5566" y="4716"/>
                    <a:pt x="5575" y="4716"/>
                  </a:cubicBezTo>
                  <a:cubicBezTo>
                    <a:pt x="5598" y="4712"/>
                    <a:pt x="5623" y="4710"/>
                    <a:pt x="5646" y="4704"/>
                  </a:cubicBezTo>
                  <a:cubicBezTo>
                    <a:pt x="5864" y="4675"/>
                    <a:pt x="6087" y="4645"/>
                    <a:pt x="6264" y="4565"/>
                  </a:cubicBezTo>
                  <a:cubicBezTo>
                    <a:pt x="6318" y="4541"/>
                    <a:pt x="6373" y="4505"/>
                    <a:pt x="6423" y="4464"/>
                  </a:cubicBezTo>
                  <a:lnTo>
                    <a:pt x="6424" y="4464"/>
                  </a:lnTo>
                  <a:cubicBezTo>
                    <a:pt x="6452" y="4444"/>
                    <a:pt x="6476" y="4422"/>
                    <a:pt x="6500" y="4400"/>
                  </a:cubicBezTo>
                  <a:cubicBezTo>
                    <a:pt x="6570" y="4345"/>
                    <a:pt x="6641" y="4284"/>
                    <a:pt x="6709" y="4255"/>
                  </a:cubicBezTo>
                  <a:close/>
                  <a:moveTo>
                    <a:pt x="5960" y="1"/>
                  </a:moveTo>
                  <a:cubicBezTo>
                    <a:pt x="5947" y="1"/>
                    <a:pt x="5936" y="7"/>
                    <a:pt x="5928" y="15"/>
                  </a:cubicBezTo>
                  <a:cubicBezTo>
                    <a:pt x="5918" y="24"/>
                    <a:pt x="5915" y="36"/>
                    <a:pt x="5915" y="49"/>
                  </a:cubicBezTo>
                  <a:cubicBezTo>
                    <a:pt x="5915" y="56"/>
                    <a:pt x="5917" y="63"/>
                    <a:pt x="5918" y="72"/>
                  </a:cubicBezTo>
                  <a:lnTo>
                    <a:pt x="5918" y="74"/>
                  </a:lnTo>
                  <a:cubicBezTo>
                    <a:pt x="5923" y="79"/>
                    <a:pt x="5924" y="87"/>
                    <a:pt x="5930" y="93"/>
                  </a:cubicBezTo>
                  <a:cubicBezTo>
                    <a:pt x="5933" y="95"/>
                    <a:pt x="5936" y="100"/>
                    <a:pt x="5940" y="101"/>
                  </a:cubicBezTo>
                  <a:cubicBezTo>
                    <a:pt x="5968" y="114"/>
                    <a:pt x="6001" y="136"/>
                    <a:pt x="6040" y="161"/>
                  </a:cubicBezTo>
                  <a:lnTo>
                    <a:pt x="6042" y="161"/>
                  </a:lnTo>
                  <a:cubicBezTo>
                    <a:pt x="6068" y="180"/>
                    <a:pt x="6096" y="197"/>
                    <a:pt x="6120" y="213"/>
                  </a:cubicBezTo>
                  <a:lnTo>
                    <a:pt x="6122" y="213"/>
                  </a:lnTo>
                  <a:cubicBezTo>
                    <a:pt x="6142" y="226"/>
                    <a:pt x="6162" y="241"/>
                    <a:pt x="6183" y="257"/>
                  </a:cubicBezTo>
                  <a:lnTo>
                    <a:pt x="6242" y="300"/>
                  </a:lnTo>
                  <a:lnTo>
                    <a:pt x="6242" y="300"/>
                  </a:lnTo>
                  <a:lnTo>
                    <a:pt x="6235" y="298"/>
                  </a:lnTo>
                  <a:cubicBezTo>
                    <a:pt x="6223" y="293"/>
                    <a:pt x="6215" y="290"/>
                    <a:pt x="6206" y="284"/>
                  </a:cubicBezTo>
                  <a:cubicBezTo>
                    <a:pt x="6193" y="279"/>
                    <a:pt x="6178" y="276"/>
                    <a:pt x="6164" y="271"/>
                  </a:cubicBezTo>
                  <a:cubicBezTo>
                    <a:pt x="6112" y="257"/>
                    <a:pt x="6055" y="250"/>
                    <a:pt x="6001" y="250"/>
                  </a:cubicBezTo>
                  <a:cubicBezTo>
                    <a:pt x="5895" y="250"/>
                    <a:pt x="5797" y="277"/>
                    <a:pt x="5710" y="318"/>
                  </a:cubicBezTo>
                  <a:cubicBezTo>
                    <a:pt x="5667" y="337"/>
                    <a:pt x="5626" y="357"/>
                    <a:pt x="5587" y="379"/>
                  </a:cubicBezTo>
                  <a:lnTo>
                    <a:pt x="5531" y="412"/>
                  </a:lnTo>
                  <a:cubicBezTo>
                    <a:pt x="5514" y="423"/>
                    <a:pt x="5497" y="431"/>
                    <a:pt x="5481" y="443"/>
                  </a:cubicBezTo>
                  <a:lnTo>
                    <a:pt x="5430" y="475"/>
                  </a:lnTo>
                  <a:cubicBezTo>
                    <a:pt x="5376" y="510"/>
                    <a:pt x="5319" y="537"/>
                    <a:pt x="5261" y="565"/>
                  </a:cubicBezTo>
                  <a:cubicBezTo>
                    <a:pt x="5230" y="577"/>
                    <a:pt x="5198" y="591"/>
                    <a:pt x="5168" y="601"/>
                  </a:cubicBezTo>
                  <a:cubicBezTo>
                    <a:pt x="5165" y="603"/>
                    <a:pt x="5161" y="604"/>
                    <a:pt x="5155" y="606"/>
                  </a:cubicBezTo>
                  <a:cubicBezTo>
                    <a:pt x="5133" y="616"/>
                    <a:pt x="5111" y="623"/>
                    <a:pt x="5088" y="630"/>
                  </a:cubicBezTo>
                  <a:cubicBezTo>
                    <a:pt x="5057" y="642"/>
                    <a:pt x="5027" y="652"/>
                    <a:pt x="4993" y="661"/>
                  </a:cubicBezTo>
                  <a:cubicBezTo>
                    <a:pt x="4900" y="689"/>
                    <a:pt x="4804" y="713"/>
                    <a:pt x="4707" y="737"/>
                  </a:cubicBezTo>
                  <a:cubicBezTo>
                    <a:pt x="4621" y="757"/>
                    <a:pt x="4506" y="770"/>
                    <a:pt x="4374" y="770"/>
                  </a:cubicBezTo>
                  <a:cubicBezTo>
                    <a:pt x="4032" y="770"/>
                    <a:pt x="3700" y="699"/>
                    <a:pt x="3598" y="604"/>
                  </a:cubicBezTo>
                  <a:cubicBezTo>
                    <a:pt x="3589" y="596"/>
                    <a:pt x="3577" y="591"/>
                    <a:pt x="3566" y="591"/>
                  </a:cubicBezTo>
                  <a:cubicBezTo>
                    <a:pt x="3548" y="591"/>
                    <a:pt x="3529" y="601"/>
                    <a:pt x="3522" y="613"/>
                  </a:cubicBezTo>
                  <a:cubicBezTo>
                    <a:pt x="3512" y="628"/>
                    <a:pt x="3508" y="645"/>
                    <a:pt x="3515" y="660"/>
                  </a:cubicBezTo>
                  <a:cubicBezTo>
                    <a:pt x="3569" y="776"/>
                    <a:pt x="3686" y="1064"/>
                    <a:pt x="3567" y="1257"/>
                  </a:cubicBezTo>
                  <a:cubicBezTo>
                    <a:pt x="3561" y="1270"/>
                    <a:pt x="3553" y="1277"/>
                    <a:pt x="3544" y="1288"/>
                  </a:cubicBezTo>
                  <a:cubicBezTo>
                    <a:pt x="3534" y="1299"/>
                    <a:pt x="3524" y="1308"/>
                    <a:pt x="3515" y="1317"/>
                  </a:cubicBezTo>
                  <a:cubicBezTo>
                    <a:pt x="3512" y="1318"/>
                    <a:pt x="3510" y="1318"/>
                    <a:pt x="3510" y="1321"/>
                  </a:cubicBezTo>
                  <a:cubicBezTo>
                    <a:pt x="3508" y="1324"/>
                    <a:pt x="3503" y="1328"/>
                    <a:pt x="3497" y="1331"/>
                  </a:cubicBezTo>
                  <a:lnTo>
                    <a:pt x="3497" y="1330"/>
                  </a:lnTo>
                  <a:cubicBezTo>
                    <a:pt x="3508" y="1286"/>
                    <a:pt x="3505" y="1244"/>
                    <a:pt x="3495" y="1206"/>
                  </a:cubicBezTo>
                  <a:cubicBezTo>
                    <a:pt x="3490" y="1193"/>
                    <a:pt x="3487" y="1179"/>
                    <a:pt x="3481" y="1168"/>
                  </a:cubicBezTo>
                  <a:cubicBezTo>
                    <a:pt x="3479" y="1155"/>
                    <a:pt x="3471" y="1142"/>
                    <a:pt x="3464" y="1132"/>
                  </a:cubicBezTo>
                  <a:cubicBezTo>
                    <a:pt x="3451" y="1106"/>
                    <a:pt x="3435" y="1084"/>
                    <a:pt x="3415" y="1062"/>
                  </a:cubicBezTo>
                  <a:cubicBezTo>
                    <a:pt x="3407" y="1055"/>
                    <a:pt x="3400" y="1046"/>
                    <a:pt x="3391" y="1038"/>
                  </a:cubicBezTo>
                  <a:cubicBezTo>
                    <a:pt x="3367" y="1013"/>
                    <a:pt x="3340" y="990"/>
                    <a:pt x="3313" y="968"/>
                  </a:cubicBezTo>
                  <a:cubicBezTo>
                    <a:pt x="3294" y="952"/>
                    <a:pt x="3276" y="939"/>
                    <a:pt x="3258" y="926"/>
                  </a:cubicBezTo>
                  <a:cubicBezTo>
                    <a:pt x="3231" y="907"/>
                    <a:pt x="3202" y="888"/>
                    <a:pt x="3176" y="870"/>
                  </a:cubicBezTo>
                  <a:cubicBezTo>
                    <a:pt x="3146" y="850"/>
                    <a:pt x="3115" y="828"/>
                    <a:pt x="3089" y="809"/>
                  </a:cubicBezTo>
                  <a:lnTo>
                    <a:pt x="2922" y="642"/>
                  </a:lnTo>
                  <a:lnTo>
                    <a:pt x="2922" y="641"/>
                  </a:lnTo>
                  <a:cubicBezTo>
                    <a:pt x="2922" y="628"/>
                    <a:pt x="2916" y="616"/>
                    <a:pt x="2907" y="609"/>
                  </a:cubicBezTo>
                  <a:cubicBezTo>
                    <a:pt x="2900" y="598"/>
                    <a:pt x="2887" y="594"/>
                    <a:pt x="2875" y="594"/>
                  </a:cubicBezTo>
                  <a:cubicBezTo>
                    <a:pt x="2871" y="594"/>
                    <a:pt x="2868" y="594"/>
                    <a:pt x="2864" y="596"/>
                  </a:cubicBezTo>
                  <a:cubicBezTo>
                    <a:pt x="2861" y="596"/>
                    <a:pt x="2856" y="597"/>
                    <a:pt x="2850" y="598"/>
                  </a:cubicBezTo>
                  <a:cubicBezTo>
                    <a:pt x="2848" y="601"/>
                    <a:pt x="2843" y="603"/>
                    <a:pt x="2840" y="603"/>
                  </a:cubicBezTo>
                  <a:cubicBezTo>
                    <a:pt x="2836" y="604"/>
                    <a:pt x="2834" y="606"/>
                    <a:pt x="2833" y="609"/>
                  </a:cubicBezTo>
                  <a:lnTo>
                    <a:pt x="2833" y="610"/>
                  </a:lnTo>
                  <a:cubicBezTo>
                    <a:pt x="2824" y="619"/>
                    <a:pt x="2813" y="632"/>
                    <a:pt x="2814" y="645"/>
                  </a:cubicBezTo>
                  <a:cubicBezTo>
                    <a:pt x="2818" y="690"/>
                    <a:pt x="2826" y="741"/>
                    <a:pt x="2832" y="793"/>
                  </a:cubicBezTo>
                  <a:cubicBezTo>
                    <a:pt x="2849" y="926"/>
                    <a:pt x="2868" y="1061"/>
                    <a:pt x="2836" y="1180"/>
                  </a:cubicBezTo>
                  <a:cubicBezTo>
                    <a:pt x="2784" y="1395"/>
                    <a:pt x="2711" y="1584"/>
                    <a:pt x="2640" y="1766"/>
                  </a:cubicBezTo>
                  <a:cubicBezTo>
                    <a:pt x="2596" y="1875"/>
                    <a:pt x="2557" y="1985"/>
                    <a:pt x="2516" y="2100"/>
                  </a:cubicBezTo>
                  <a:cubicBezTo>
                    <a:pt x="2487" y="2189"/>
                    <a:pt x="2465" y="2282"/>
                    <a:pt x="2448" y="2371"/>
                  </a:cubicBezTo>
                  <a:cubicBezTo>
                    <a:pt x="2419" y="2507"/>
                    <a:pt x="2390" y="2632"/>
                    <a:pt x="2333" y="2736"/>
                  </a:cubicBezTo>
                  <a:cubicBezTo>
                    <a:pt x="2311" y="2742"/>
                    <a:pt x="2295" y="2747"/>
                    <a:pt x="2276" y="2747"/>
                  </a:cubicBezTo>
                  <a:cubicBezTo>
                    <a:pt x="2265" y="2747"/>
                    <a:pt x="2253" y="2746"/>
                    <a:pt x="2238" y="2743"/>
                  </a:cubicBezTo>
                  <a:cubicBezTo>
                    <a:pt x="2235" y="2743"/>
                    <a:pt x="2233" y="2742"/>
                    <a:pt x="2230" y="2742"/>
                  </a:cubicBezTo>
                  <a:cubicBezTo>
                    <a:pt x="2218" y="2742"/>
                    <a:pt x="2209" y="2746"/>
                    <a:pt x="2202" y="2753"/>
                  </a:cubicBezTo>
                  <a:cubicBezTo>
                    <a:pt x="2199" y="2756"/>
                    <a:pt x="2195" y="2757"/>
                    <a:pt x="2192" y="2763"/>
                  </a:cubicBezTo>
                  <a:cubicBezTo>
                    <a:pt x="2187" y="2768"/>
                    <a:pt x="2186" y="2775"/>
                    <a:pt x="2185" y="2779"/>
                  </a:cubicBezTo>
                  <a:cubicBezTo>
                    <a:pt x="2167" y="2848"/>
                    <a:pt x="2142" y="2906"/>
                    <a:pt x="2115" y="2968"/>
                  </a:cubicBezTo>
                  <a:cubicBezTo>
                    <a:pt x="2091" y="3026"/>
                    <a:pt x="2065" y="3085"/>
                    <a:pt x="2048" y="3150"/>
                  </a:cubicBezTo>
                  <a:lnTo>
                    <a:pt x="2014" y="3511"/>
                  </a:lnTo>
                  <a:cubicBezTo>
                    <a:pt x="2012" y="3511"/>
                    <a:pt x="2003" y="3524"/>
                    <a:pt x="1991" y="3534"/>
                  </a:cubicBezTo>
                  <a:cubicBezTo>
                    <a:pt x="1985" y="3540"/>
                    <a:pt x="1978" y="3547"/>
                    <a:pt x="1974" y="3554"/>
                  </a:cubicBezTo>
                  <a:cubicBezTo>
                    <a:pt x="1952" y="3557"/>
                    <a:pt x="1930" y="3557"/>
                    <a:pt x="1905" y="3560"/>
                  </a:cubicBezTo>
                  <a:cubicBezTo>
                    <a:pt x="1785" y="3431"/>
                    <a:pt x="1699" y="3266"/>
                    <a:pt x="1618" y="3106"/>
                  </a:cubicBezTo>
                  <a:cubicBezTo>
                    <a:pt x="1610" y="3095"/>
                    <a:pt x="1603" y="3080"/>
                    <a:pt x="1597" y="3066"/>
                  </a:cubicBezTo>
                  <a:cubicBezTo>
                    <a:pt x="1591" y="3053"/>
                    <a:pt x="1584" y="3038"/>
                    <a:pt x="1578" y="3022"/>
                  </a:cubicBezTo>
                  <a:cubicBezTo>
                    <a:pt x="1567" y="2993"/>
                    <a:pt x="1554" y="2964"/>
                    <a:pt x="1538" y="2936"/>
                  </a:cubicBezTo>
                  <a:lnTo>
                    <a:pt x="1538" y="2935"/>
                  </a:lnTo>
                  <a:cubicBezTo>
                    <a:pt x="1527" y="2915"/>
                    <a:pt x="1517" y="2899"/>
                    <a:pt x="1504" y="2880"/>
                  </a:cubicBezTo>
                  <a:cubicBezTo>
                    <a:pt x="1484" y="2852"/>
                    <a:pt x="1465" y="2829"/>
                    <a:pt x="1437" y="2808"/>
                  </a:cubicBezTo>
                  <a:cubicBezTo>
                    <a:pt x="1433" y="2804"/>
                    <a:pt x="1429" y="2797"/>
                    <a:pt x="1424" y="2794"/>
                  </a:cubicBezTo>
                  <a:cubicBezTo>
                    <a:pt x="1414" y="2789"/>
                    <a:pt x="1402" y="2782"/>
                    <a:pt x="1392" y="2782"/>
                  </a:cubicBezTo>
                  <a:cubicBezTo>
                    <a:pt x="1388" y="2782"/>
                    <a:pt x="1382" y="2784"/>
                    <a:pt x="1379" y="2785"/>
                  </a:cubicBezTo>
                  <a:cubicBezTo>
                    <a:pt x="1287" y="2826"/>
                    <a:pt x="1240" y="2925"/>
                    <a:pt x="1254" y="3032"/>
                  </a:cubicBezTo>
                  <a:cubicBezTo>
                    <a:pt x="1258" y="3069"/>
                    <a:pt x="1271" y="3104"/>
                    <a:pt x="1290" y="3133"/>
                  </a:cubicBezTo>
                  <a:cubicBezTo>
                    <a:pt x="1237" y="3112"/>
                    <a:pt x="1189" y="3080"/>
                    <a:pt x="1160" y="3060"/>
                  </a:cubicBezTo>
                  <a:cubicBezTo>
                    <a:pt x="1125" y="2887"/>
                    <a:pt x="1225" y="2794"/>
                    <a:pt x="1286" y="2755"/>
                  </a:cubicBezTo>
                  <a:cubicBezTo>
                    <a:pt x="1293" y="2750"/>
                    <a:pt x="1299" y="2743"/>
                    <a:pt x="1302" y="2739"/>
                  </a:cubicBezTo>
                  <a:lnTo>
                    <a:pt x="1302" y="2736"/>
                  </a:lnTo>
                  <a:cubicBezTo>
                    <a:pt x="1306" y="2731"/>
                    <a:pt x="1308" y="2724"/>
                    <a:pt x="1308" y="2717"/>
                  </a:cubicBezTo>
                  <a:lnTo>
                    <a:pt x="1308" y="2710"/>
                  </a:lnTo>
                  <a:cubicBezTo>
                    <a:pt x="1306" y="2699"/>
                    <a:pt x="1305" y="2689"/>
                    <a:pt x="1301" y="2682"/>
                  </a:cubicBezTo>
                  <a:cubicBezTo>
                    <a:pt x="1299" y="2675"/>
                    <a:pt x="1295" y="2666"/>
                    <a:pt x="1290" y="2659"/>
                  </a:cubicBezTo>
                  <a:cubicBezTo>
                    <a:pt x="1271" y="2622"/>
                    <a:pt x="1240" y="2583"/>
                    <a:pt x="1200" y="2550"/>
                  </a:cubicBezTo>
                  <a:cubicBezTo>
                    <a:pt x="1183" y="2532"/>
                    <a:pt x="1162" y="2516"/>
                    <a:pt x="1141" y="2502"/>
                  </a:cubicBezTo>
                  <a:cubicBezTo>
                    <a:pt x="1058" y="2442"/>
                    <a:pt x="965" y="2398"/>
                    <a:pt x="912" y="2379"/>
                  </a:cubicBezTo>
                  <a:cubicBezTo>
                    <a:pt x="883" y="2369"/>
                    <a:pt x="848" y="2365"/>
                    <a:pt x="812" y="2365"/>
                  </a:cubicBezTo>
                  <a:lnTo>
                    <a:pt x="811" y="2365"/>
                  </a:lnTo>
                  <a:cubicBezTo>
                    <a:pt x="779" y="2365"/>
                    <a:pt x="702" y="2369"/>
                    <a:pt x="658" y="2411"/>
                  </a:cubicBezTo>
                  <a:cubicBezTo>
                    <a:pt x="619" y="2426"/>
                    <a:pt x="582" y="2487"/>
                    <a:pt x="566" y="2574"/>
                  </a:cubicBezTo>
                  <a:cubicBezTo>
                    <a:pt x="563" y="2600"/>
                    <a:pt x="561" y="2627"/>
                    <a:pt x="559" y="2654"/>
                  </a:cubicBezTo>
                  <a:cubicBezTo>
                    <a:pt x="550" y="2637"/>
                    <a:pt x="543" y="2618"/>
                    <a:pt x="536" y="2596"/>
                  </a:cubicBezTo>
                  <a:cubicBezTo>
                    <a:pt x="529" y="2576"/>
                    <a:pt x="523" y="2554"/>
                    <a:pt x="517" y="2535"/>
                  </a:cubicBezTo>
                  <a:cubicBezTo>
                    <a:pt x="507" y="2484"/>
                    <a:pt x="505" y="2411"/>
                    <a:pt x="542" y="2361"/>
                  </a:cubicBezTo>
                  <a:cubicBezTo>
                    <a:pt x="545" y="2353"/>
                    <a:pt x="553" y="2348"/>
                    <a:pt x="561" y="2340"/>
                  </a:cubicBezTo>
                  <a:cubicBezTo>
                    <a:pt x="574" y="2327"/>
                    <a:pt x="588" y="2317"/>
                    <a:pt x="610" y="2307"/>
                  </a:cubicBezTo>
                  <a:cubicBezTo>
                    <a:pt x="623" y="2300"/>
                    <a:pt x="638" y="2292"/>
                    <a:pt x="655" y="2288"/>
                  </a:cubicBezTo>
                  <a:lnTo>
                    <a:pt x="658" y="2288"/>
                  </a:lnTo>
                  <a:cubicBezTo>
                    <a:pt x="674" y="2282"/>
                    <a:pt x="691" y="2275"/>
                    <a:pt x="710" y="2273"/>
                  </a:cubicBezTo>
                  <a:cubicBezTo>
                    <a:pt x="747" y="2262"/>
                    <a:pt x="786" y="2259"/>
                    <a:pt x="827" y="2259"/>
                  </a:cubicBezTo>
                  <a:cubicBezTo>
                    <a:pt x="847" y="2259"/>
                    <a:pt x="866" y="2260"/>
                    <a:pt x="885" y="2262"/>
                  </a:cubicBezTo>
                  <a:cubicBezTo>
                    <a:pt x="899" y="2263"/>
                    <a:pt x="912" y="2266"/>
                    <a:pt x="927" y="2270"/>
                  </a:cubicBezTo>
                  <a:cubicBezTo>
                    <a:pt x="937" y="2273"/>
                    <a:pt x="946" y="2276"/>
                    <a:pt x="956" y="2282"/>
                  </a:cubicBezTo>
                  <a:cubicBezTo>
                    <a:pt x="966" y="2285"/>
                    <a:pt x="975" y="2291"/>
                    <a:pt x="982" y="2295"/>
                  </a:cubicBezTo>
                  <a:cubicBezTo>
                    <a:pt x="994" y="2300"/>
                    <a:pt x="1003" y="2307"/>
                    <a:pt x="1010" y="2314"/>
                  </a:cubicBezTo>
                  <a:cubicBezTo>
                    <a:pt x="1019" y="2324"/>
                    <a:pt x="1030" y="2327"/>
                    <a:pt x="1043" y="2327"/>
                  </a:cubicBezTo>
                  <a:cubicBezTo>
                    <a:pt x="1052" y="2327"/>
                    <a:pt x="1061" y="2324"/>
                    <a:pt x="1069" y="2321"/>
                  </a:cubicBezTo>
                  <a:cubicBezTo>
                    <a:pt x="1075" y="2318"/>
                    <a:pt x="1081" y="2317"/>
                    <a:pt x="1082" y="2313"/>
                  </a:cubicBezTo>
                  <a:cubicBezTo>
                    <a:pt x="1087" y="2310"/>
                    <a:pt x="1090" y="2307"/>
                    <a:pt x="1091" y="2304"/>
                  </a:cubicBezTo>
                  <a:cubicBezTo>
                    <a:pt x="1101" y="2289"/>
                    <a:pt x="1104" y="2269"/>
                    <a:pt x="1096" y="2254"/>
                  </a:cubicBezTo>
                  <a:cubicBezTo>
                    <a:pt x="1040" y="2169"/>
                    <a:pt x="950" y="2100"/>
                    <a:pt x="877" y="2045"/>
                  </a:cubicBezTo>
                  <a:cubicBezTo>
                    <a:pt x="856" y="2029"/>
                    <a:pt x="834" y="2013"/>
                    <a:pt x="814" y="1997"/>
                  </a:cubicBezTo>
                  <a:cubicBezTo>
                    <a:pt x="782" y="1969"/>
                    <a:pt x="747" y="1943"/>
                    <a:pt x="713" y="1920"/>
                  </a:cubicBezTo>
                  <a:cubicBezTo>
                    <a:pt x="706" y="1914"/>
                    <a:pt x="702" y="1910"/>
                    <a:pt x="694" y="1906"/>
                  </a:cubicBezTo>
                  <a:cubicBezTo>
                    <a:pt x="692" y="1906"/>
                    <a:pt x="692" y="1905"/>
                    <a:pt x="691" y="1905"/>
                  </a:cubicBezTo>
                  <a:cubicBezTo>
                    <a:pt x="691" y="1905"/>
                    <a:pt x="690" y="1905"/>
                    <a:pt x="690" y="1906"/>
                  </a:cubicBezTo>
                  <a:cubicBezTo>
                    <a:pt x="674" y="1892"/>
                    <a:pt x="658" y="1882"/>
                    <a:pt x="640" y="1875"/>
                  </a:cubicBezTo>
                  <a:cubicBezTo>
                    <a:pt x="625" y="1863"/>
                    <a:pt x="607" y="1855"/>
                    <a:pt x="588" y="1847"/>
                  </a:cubicBezTo>
                  <a:cubicBezTo>
                    <a:pt x="552" y="1831"/>
                    <a:pt x="514" y="1817"/>
                    <a:pt x="472" y="1804"/>
                  </a:cubicBezTo>
                  <a:cubicBezTo>
                    <a:pt x="422" y="1791"/>
                    <a:pt x="372" y="1783"/>
                    <a:pt x="313" y="1783"/>
                  </a:cubicBezTo>
                  <a:cubicBezTo>
                    <a:pt x="303" y="1783"/>
                    <a:pt x="294" y="1783"/>
                    <a:pt x="284" y="1786"/>
                  </a:cubicBezTo>
                  <a:cubicBezTo>
                    <a:pt x="284" y="1785"/>
                    <a:pt x="283" y="1784"/>
                    <a:pt x="282" y="1784"/>
                  </a:cubicBezTo>
                  <a:cubicBezTo>
                    <a:pt x="282" y="1784"/>
                    <a:pt x="281" y="1785"/>
                    <a:pt x="281" y="1786"/>
                  </a:cubicBezTo>
                  <a:cubicBezTo>
                    <a:pt x="270" y="1786"/>
                    <a:pt x="260" y="1788"/>
                    <a:pt x="245" y="1789"/>
                  </a:cubicBezTo>
                  <a:cubicBezTo>
                    <a:pt x="239" y="1789"/>
                    <a:pt x="232" y="1791"/>
                    <a:pt x="229" y="1794"/>
                  </a:cubicBezTo>
                  <a:cubicBezTo>
                    <a:pt x="225" y="1795"/>
                    <a:pt x="223" y="1796"/>
                    <a:pt x="219" y="1798"/>
                  </a:cubicBezTo>
                  <a:cubicBezTo>
                    <a:pt x="217" y="1798"/>
                    <a:pt x="216" y="1801"/>
                    <a:pt x="216" y="1802"/>
                  </a:cubicBezTo>
                  <a:cubicBezTo>
                    <a:pt x="204" y="1812"/>
                    <a:pt x="194" y="1823"/>
                    <a:pt x="181" y="1831"/>
                  </a:cubicBezTo>
                  <a:cubicBezTo>
                    <a:pt x="174" y="1837"/>
                    <a:pt x="167" y="1844"/>
                    <a:pt x="158" y="1852"/>
                  </a:cubicBezTo>
                  <a:lnTo>
                    <a:pt x="137" y="1871"/>
                  </a:lnTo>
                  <a:cubicBezTo>
                    <a:pt x="124" y="1884"/>
                    <a:pt x="110" y="1903"/>
                    <a:pt x="101" y="1922"/>
                  </a:cubicBezTo>
                  <a:cubicBezTo>
                    <a:pt x="1" y="2145"/>
                    <a:pt x="149" y="2462"/>
                    <a:pt x="196" y="2553"/>
                  </a:cubicBezTo>
                  <a:cubicBezTo>
                    <a:pt x="223" y="2608"/>
                    <a:pt x="255" y="2662"/>
                    <a:pt x="289" y="2714"/>
                  </a:cubicBezTo>
                  <a:cubicBezTo>
                    <a:pt x="290" y="2718"/>
                    <a:pt x="292" y="2720"/>
                    <a:pt x="292" y="2724"/>
                  </a:cubicBezTo>
                  <a:cubicBezTo>
                    <a:pt x="324" y="2776"/>
                    <a:pt x="356" y="2823"/>
                    <a:pt x="389" y="2872"/>
                  </a:cubicBezTo>
                  <a:cubicBezTo>
                    <a:pt x="457" y="2973"/>
                    <a:pt x="529" y="3070"/>
                    <a:pt x="601" y="3165"/>
                  </a:cubicBezTo>
                  <a:cubicBezTo>
                    <a:pt x="607" y="3175"/>
                    <a:pt x="614" y="3183"/>
                    <a:pt x="622" y="3192"/>
                  </a:cubicBezTo>
                  <a:lnTo>
                    <a:pt x="665" y="3252"/>
                  </a:lnTo>
                  <a:lnTo>
                    <a:pt x="793" y="3381"/>
                  </a:lnTo>
                  <a:cubicBezTo>
                    <a:pt x="815" y="3410"/>
                    <a:pt x="837" y="3439"/>
                    <a:pt x="863" y="3467"/>
                  </a:cubicBezTo>
                  <a:cubicBezTo>
                    <a:pt x="1000" y="3633"/>
                    <a:pt x="1138" y="3753"/>
                    <a:pt x="1273" y="3825"/>
                  </a:cubicBezTo>
                  <a:cubicBezTo>
                    <a:pt x="1404" y="3894"/>
                    <a:pt x="1548" y="3940"/>
                    <a:pt x="1699" y="3986"/>
                  </a:cubicBezTo>
                  <a:lnTo>
                    <a:pt x="1788" y="4014"/>
                  </a:lnTo>
                  <a:cubicBezTo>
                    <a:pt x="1821" y="4022"/>
                    <a:pt x="1866" y="4028"/>
                    <a:pt x="1913" y="4028"/>
                  </a:cubicBezTo>
                  <a:cubicBezTo>
                    <a:pt x="1939" y="4028"/>
                    <a:pt x="1968" y="4027"/>
                    <a:pt x="1996" y="4021"/>
                  </a:cubicBezTo>
                  <a:cubicBezTo>
                    <a:pt x="2004" y="4019"/>
                    <a:pt x="2012" y="4018"/>
                    <a:pt x="2020" y="4015"/>
                  </a:cubicBezTo>
                  <a:cubicBezTo>
                    <a:pt x="2028" y="4012"/>
                    <a:pt x="2035" y="4011"/>
                    <a:pt x="2042" y="4006"/>
                  </a:cubicBezTo>
                  <a:cubicBezTo>
                    <a:pt x="2051" y="4008"/>
                    <a:pt x="2061" y="4011"/>
                    <a:pt x="2068" y="4014"/>
                  </a:cubicBezTo>
                  <a:cubicBezTo>
                    <a:pt x="2075" y="4015"/>
                    <a:pt x="2083" y="4018"/>
                    <a:pt x="2090" y="4022"/>
                  </a:cubicBezTo>
                  <a:cubicBezTo>
                    <a:pt x="2097" y="4027"/>
                    <a:pt x="2105" y="4030"/>
                    <a:pt x="2112" y="4035"/>
                  </a:cubicBezTo>
                  <a:cubicBezTo>
                    <a:pt x="2119" y="4040"/>
                    <a:pt x="2126" y="4047"/>
                    <a:pt x="2131" y="4051"/>
                  </a:cubicBezTo>
                  <a:cubicBezTo>
                    <a:pt x="2144" y="4065"/>
                    <a:pt x="2158" y="4076"/>
                    <a:pt x="2170" y="4091"/>
                  </a:cubicBezTo>
                  <a:lnTo>
                    <a:pt x="2170" y="4092"/>
                  </a:lnTo>
                  <a:cubicBezTo>
                    <a:pt x="2179" y="4101"/>
                    <a:pt x="2185" y="4110"/>
                    <a:pt x="2192" y="4120"/>
                  </a:cubicBezTo>
                  <a:cubicBezTo>
                    <a:pt x="2195" y="4124"/>
                    <a:pt x="2201" y="4130"/>
                    <a:pt x="2203" y="4136"/>
                  </a:cubicBezTo>
                  <a:cubicBezTo>
                    <a:pt x="2211" y="4146"/>
                    <a:pt x="2218" y="4156"/>
                    <a:pt x="2224" y="4166"/>
                  </a:cubicBezTo>
                  <a:cubicBezTo>
                    <a:pt x="2231" y="4178"/>
                    <a:pt x="2238" y="4187"/>
                    <a:pt x="2244" y="4197"/>
                  </a:cubicBezTo>
                  <a:cubicBezTo>
                    <a:pt x="2247" y="4201"/>
                    <a:pt x="2247" y="4201"/>
                    <a:pt x="2250" y="4204"/>
                  </a:cubicBezTo>
                  <a:cubicBezTo>
                    <a:pt x="2265" y="4226"/>
                    <a:pt x="2276" y="4248"/>
                    <a:pt x="2294" y="4265"/>
                  </a:cubicBezTo>
                  <a:cubicBezTo>
                    <a:pt x="2312" y="4291"/>
                    <a:pt x="2342" y="4318"/>
                    <a:pt x="2371" y="4334"/>
                  </a:cubicBezTo>
                  <a:cubicBezTo>
                    <a:pt x="2384" y="4342"/>
                    <a:pt x="2395" y="4348"/>
                    <a:pt x="2407" y="4355"/>
                  </a:cubicBezTo>
                  <a:cubicBezTo>
                    <a:pt x="2420" y="4363"/>
                    <a:pt x="2432" y="4368"/>
                    <a:pt x="2443" y="4376"/>
                  </a:cubicBezTo>
                  <a:cubicBezTo>
                    <a:pt x="2456" y="4383"/>
                    <a:pt x="2471" y="4389"/>
                    <a:pt x="2484" y="4396"/>
                  </a:cubicBezTo>
                  <a:cubicBezTo>
                    <a:pt x="2497" y="4403"/>
                    <a:pt x="2509" y="4408"/>
                    <a:pt x="2520" y="4418"/>
                  </a:cubicBezTo>
                  <a:cubicBezTo>
                    <a:pt x="2542" y="4434"/>
                    <a:pt x="2564" y="4454"/>
                    <a:pt x="2589" y="4473"/>
                  </a:cubicBezTo>
                  <a:cubicBezTo>
                    <a:pt x="2616" y="4498"/>
                    <a:pt x="2647" y="4523"/>
                    <a:pt x="2676" y="4543"/>
                  </a:cubicBezTo>
                  <a:cubicBezTo>
                    <a:pt x="2725" y="4575"/>
                    <a:pt x="2776" y="4608"/>
                    <a:pt x="2829" y="4639"/>
                  </a:cubicBezTo>
                  <a:cubicBezTo>
                    <a:pt x="2894" y="4680"/>
                    <a:pt x="2962" y="4717"/>
                    <a:pt x="3031" y="4755"/>
                  </a:cubicBezTo>
                  <a:lnTo>
                    <a:pt x="3156" y="4821"/>
                  </a:lnTo>
                  <a:cubicBezTo>
                    <a:pt x="3282" y="4886"/>
                    <a:pt x="3410" y="4946"/>
                    <a:pt x="3541" y="5002"/>
                  </a:cubicBezTo>
                  <a:cubicBezTo>
                    <a:pt x="3585" y="5023"/>
                    <a:pt x="3628" y="5040"/>
                    <a:pt x="3675" y="5059"/>
                  </a:cubicBezTo>
                  <a:cubicBezTo>
                    <a:pt x="3932" y="5168"/>
                    <a:pt x="4194" y="5263"/>
                    <a:pt x="4441" y="5344"/>
                  </a:cubicBezTo>
                  <a:cubicBezTo>
                    <a:pt x="4450" y="5348"/>
                    <a:pt x="4460" y="5350"/>
                    <a:pt x="4469" y="5353"/>
                  </a:cubicBezTo>
                  <a:cubicBezTo>
                    <a:pt x="4562" y="5385"/>
                    <a:pt x="4650" y="5414"/>
                    <a:pt x="4738" y="5440"/>
                  </a:cubicBezTo>
                  <a:cubicBezTo>
                    <a:pt x="4751" y="5444"/>
                    <a:pt x="4762" y="5447"/>
                    <a:pt x="4774" y="5453"/>
                  </a:cubicBezTo>
                  <a:cubicBezTo>
                    <a:pt x="4777" y="5454"/>
                    <a:pt x="4780" y="5454"/>
                    <a:pt x="4783" y="5457"/>
                  </a:cubicBezTo>
                  <a:cubicBezTo>
                    <a:pt x="4787" y="5459"/>
                    <a:pt x="4790" y="5459"/>
                    <a:pt x="4794" y="5460"/>
                  </a:cubicBezTo>
                  <a:cubicBezTo>
                    <a:pt x="4796" y="5460"/>
                    <a:pt x="4797" y="5462"/>
                    <a:pt x="4799" y="5462"/>
                  </a:cubicBezTo>
                  <a:cubicBezTo>
                    <a:pt x="4820" y="5469"/>
                    <a:pt x="4842" y="5475"/>
                    <a:pt x="4867" y="5482"/>
                  </a:cubicBezTo>
                  <a:cubicBezTo>
                    <a:pt x="4977" y="5517"/>
                    <a:pt x="5262" y="5596"/>
                    <a:pt x="5545" y="5596"/>
                  </a:cubicBezTo>
                  <a:cubicBezTo>
                    <a:pt x="5675" y="5596"/>
                    <a:pt x="5790" y="5578"/>
                    <a:pt x="5882" y="5545"/>
                  </a:cubicBezTo>
                  <a:cubicBezTo>
                    <a:pt x="6346" y="5373"/>
                    <a:pt x="6684" y="4981"/>
                    <a:pt x="6885" y="4374"/>
                  </a:cubicBezTo>
                  <a:cubicBezTo>
                    <a:pt x="6910" y="4304"/>
                    <a:pt x="6927" y="4236"/>
                    <a:pt x="6942" y="4166"/>
                  </a:cubicBezTo>
                  <a:cubicBezTo>
                    <a:pt x="6942" y="4163"/>
                    <a:pt x="6943" y="4158"/>
                    <a:pt x="6946" y="4153"/>
                  </a:cubicBezTo>
                  <a:cubicBezTo>
                    <a:pt x="6956" y="4105"/>
                    <a:pt x="6965" y="4056"/>
                    <a:pt x="6975" y="4008"/>
                  </a:cubicBezTo>
                  <a:cubicBezTo>
                    <a:pt x="6994" y="3910"/>
                    <a:pt x="7013" y="3810"/>
                    <a:pt x="7043" y="3708"/>
                  </a:cubicBezTo>
                  <a:lnTo>
                    <a:pt x="7276" y="2887"/>
                  </a:lnTo>
                  <a:lnTo>
                    <a:pt x="7346" y="2651"/>
                  </a:lnTo>
                  <a:cubicBezTo>
                    <a:pt x="7362" y="2571"/>
                    <a:pt x="7328" y="2423"/>
                    <a:pt x="7328" y="2416"/>
                  </a:cubicBezTo>
                  <a:cubicBezTo>
                    <a:pt x="7312" y="2342"/>
                    <a:pt x="7311" y="2262"/>
                    <a:pt x="7310" y="2186"/>
                  </a:cubicBezTo>
                  <a:cubicBezTo>
                    <a:pt x="7307" y="2108"/>
                    <a:pt x="7305" y="2028"/>
                    <a:pt x="7289" y="1949"/>
                  </a:cubicBezTo>
                  <a:cubicBezTo>
                    <a:pt x="7275" y="1885"/>
                    <a:pt x="7270" y="1824"/>
                    <a:pt x="7267" y="1762"/>
                  </a:cubicBezTo>
                  <a:cubicBezTo>
                    <a:pt x="7263" y="1692"/>
                    <a:pt x="7257" y="1619"/>
                    <a:pt x="7238" y="1542"/>
                  </a:cubicBezTo>
                  <a:cubicBezTo>
                    <a:pt x="7112" y="1104"/>
                    <a:pt x="6956" y="729"/>
                    <a:pt x="6754" y="399"/>
                  </a:cubicBezTo>
                  <a:cubicBezTo>
                    <a:pt x="6737" y="372"/>
                    <a:pt x="6725" y="340"/>
                    <a:pt x="6712" y="306"/>
                  </a:cubicBezTo>
                  <a:cubicBezTo>
                    <a:pt x="6696" y="263"/>
                    <a:pt x="6679" y="219"/>
                    <a:pt x="6649" y="177"/>
                  </a:cubicBezTo>
                  <a:cubicBezTo>
                    <a:pt x="6636" y="159"/>
                    <a:pt x="6613" y="140"/>
                    <a:pt x="6581" y="126"/>
                  </a:cubicBezTo>
                  <a:cubicBezTo>
                    <a:pt x="6564" y="114"/>
                    <a:pt x="6543" y="107"/>
                    <a:pt x="6522" y="97"/>
                  </a:cubicBezTo>
                  <a:cubicBezTo>
                    <a:pt x="6519" y="95"/>
                    <a:pt x="6513" y="94"/>
                    <a:pt x="6508" y="93"/>
                  </a:cubicBezTo>
                  <a:cubicBezTo>
                    <a:pt x="6446" y="65"/>
                    <a:pt x="6369" y="43"/>
                    <a:pt x="6303" y="24"/>
                  </a:cubicBezTo>
                  <a:cubicBezTo>
                    <a:pt x="6289" y="21"/>
                    <a:pt x="6273" y="20"/>
                    <a:pt x="6258" y="20"/>
                  </a:cubicBezTo>
                  <a:cubicBezTo>
                    <a:pt x="6250" y="17"/>
                    <a:pt x="6242" y="17"/>
                    <a:pt x="6235" y="17"/>
                  </a:cubicBezTo>
                  <a:lnTo>
                    <a:pt x="6232" y="17"/>
                  </a:lnTo>
                  <a:cubicBezTo>
                    <a:pt x="6229" y="17"/>
                    <a:pt x="6222" y="17"/>
                    <a:pt x="6219" y="15"/>
                  </a:cubicBezTo>
                  <a:cubicBezTo>
                    <a:pt x="6207" y="15"/>
                    <a:pt x="6194" y="14"/>
                    <a:pt x="6187" y="13"/>
                  </a:cubicBezTo>
                  <a:cubicBezTo>
                    <a:pt x="6184" y="10"/>
                    <a:pt x="6184" y="10"/>
                    <a:pt x="6183" y="8"/>
                  </a:cubicBezTo>
                  <a:cubicBezTo>
                    <a:pt x="6176" y="5"/>
                    <a:pt x="6165" y="1"/>
                    <a:pt x="615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
            <p:cNvSpPr/>
            <p:nvPr/>
          </p:nvSpPr>
          <p:spPr>
            <a:xfrm>
              <a:off x="663787" y="655087"/>
              <a:ext cx="3197" cy="5178"/>
            </a:xfrm>
            <a:custGeom>
              <a:rect b="b" l="l" r="r" t="t"/>
              <a:pathLst>
                <a:path extrusionOk="0" h="183" w="113">
                  <a:moveTo>
                    <a:pt x="1" y="1"/>
                  </a:moveTo>
                  <a:lnTo>
                    <a:pt x="1" y="1"/>
                  </a:lnTo>
                  <a:cubicBezTo>
                    <a:pt x="31" y="65"/>
                    <a:pt x="68" y="132"/>
                    <a:pt x="113" y="183"/>
                  </a:cubicBezTo>
                  <a:cubicBezTo>
                    <a:pt x="103" y="155"/>
                    <a:pt x="94" y="129"/>
                    <a:pt x="81" y="107"/>
                  </a:cubicBezTo>
                  <a:cubicBezTo>
                    <a:pt x="58" y="71"/>
                    <a:pt x="30" y="36"/>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
            <p:cNvSpPr/>
            <p:nvPr/>
          </p:nvSpPr>
          <p:spPr>
            <a:xfrm>
              <a:off x="637278" y="683633"/>
              <a:ext cx="13467" cy="11883"/>
            </a:xfrm>
            <a:custGeom>
              <a:rect b="b" l="l" r="r" t="t"/>
              <a:pathLst>
                <a:path extrusionOk="0" h="420" w="476">
                  <a:moveTo>
                    <a:pt x="0" y="1"/>
                  </a:moveTo>
                  <a:lnTo>
                    <a:pt x="0" y="1"/>
                  </a:lnTo>
                  <a:cubicBezTo>
                    <a:pt x="6" y="8"/>
                    <a:pt x="15" y="17"/>
                    <a:pt x="15" y="17"/>
                  </a:cubicBezTo>
                  <a:cubicBezTo>
                    <a:pt x="35" y="40"/>
                    <a:pt x="54" y="65"/>
                    <a:pt x="79" y="94"/>
                  </a:cubicBezTo>
                  <a:cubicBezTo>
                    <a:pt x="183" y="226"/>
                    <a:pt x="313" y="386"/>
                    <a:pt x="476" y="420"/>
                  </a:cubicBezTo>
                  <a:cubicBezTo>
                    <a:pt x="467" y="409"/>
                    <a:pt x="458" y="401"/>
                    <a:pt x="451" y="391"/>
                  </a:cubicBezTo>
                  <a:cubicBezTo>
                    <a:pt x="432" y="369"/>
                    <a:pt x="414" y="347"/>
                    <a:pt x="394" y="332"/>
                  </a:cubicBezTo>
                  <a:cubicBezTo>
                    <a:pt x="329" y="284"/>
                    <a:pt x="268" y="228"/>
                    <a:pt x="209" y="172"/>
                  </a:cubicBezTo>
                  <a:cubicBezTo>
                    <a:pt x="148" y="120"/>
                    <a:pt x="93" y="68"/>
                    <a:pt x="31" y="23"/>
                  </a:cubicBezTo>
                  <a:cubicBezTo>
                    <a:pt x="23" y="15"/>
                    <a:pt x="10" y="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
            <p:cNvSpPr/>
            <p:nvPr/>
          </p:nvSpPr>
          <p:spPr>
            <a:xfrm>
              <a:off x="645171" y="671807"/>
              <a:ext cx="18956" cy="18334"/>
            </a:xfrm>
            <a:custGeom>
              <a:rect b="b" l="l" r="r" t="t"/>
              <a:pathLst>
                <a:path extrusionOk="0" h="648" w="670">
                  <a:moveTo>
                    <a:pt x="0" y="0"/>
                  </a:moveTo>
                  <a:cubicBezTo>
                    <a:pt x="3" y="6"/>
                    <a:pt x="5" y="10"/>
                    <a:pt x="8" y="15"/>
                  </a:cubicBezTo>
                  <a:cubicBezTo>
                    <a:pt x="124" y="192"/>
                    <a:pt x="284" y="359"/>
                    <a:pt x="444" y="480"/>
                  </a:cubicBezTo>
                  <a:cubicBezTo>
                    <a:pt x="466" y="497"/>
                    <a:pt x="490" y="516"/>
                    <a:pt x="513" y="535"/>
                  </a:cubicBezTo>
                  <a:cubicBezTo>
                    <a:pt x="564" y="577"/>
                    <a:pt x="614" y="618"/>
                    <a:pt x="669" y="647"/>
                  </a:cubicBezTo>
                  <a:cubicBezTo>
                    <a:pt x="592" y="567"/>
                    <a:pt x="506" y="493"/>
                    <a:pt x="420" y="420"/>
                  </a:cubicBezTo>
                  <a:cubicBezTo>
                    <a:pt x="294" y="311"/>
                    <a:pt x="160" y="196"/>
                    <a:pt x="56" y="58"/>
                  </a:cubicBezTo>
                  <a:cubicBezTo>
                    <a:pt x="41" y="39"/>
                    <a:pt x="21" y="1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
            <p:cNvSpPr/>
            <p:nvPr/>
          </p:nvSpPr>
          <p:spPr>
            <a:xfrm>
              <a:off x="655215" y="658935"/>
              <a:ext cx="12562" cy="15080"/>
            </a:xfrm>
            <a:custGeom>
              <a:rect b="b" l="l" r="r" t="t"/>
              <a:pathLst>
                <a:path extrusionOk="0" h="533" w="444">
                  <a:moveTo>
                    <a:pt x="0" y="0"/>
                  </a:moveTo>
                  <a:lnTo>
                    <a:pt x="0" y="0"/>
                  </a:lnTo>
                  <a:cubicBezTo>
                    <a:pt x="17" y="34"/>
                    <a:pt x="44" y="68"/>
                    <a:pt x="57" y="87"/>
                  </a:cubicBezTo>
                  <a:cubicBezTo>
                    <a:pt x="65" y="98"/>
                    <a:pt x="73" y="109"/>
                    <a:pt x="79" y="116"/>
                  </a:cubicBezTo>
                  <a:cubicBezTo>
                    <a:pt x="195" y="291"/>
                    <a:pt x="307" y="419"/>
                    <a:pt x="443" y="532"/>
                  </a:cubicBezTo>
                  <a:cubicBezTo>
                    <a:pt x="426" y="499"/>
                    <a:pt x="406" y="468"/>
                    <a:pt x="387" y="439"/>
                  </a:cubicBezTo>
                  <a:cubicBezTo>
                    <a:pt x="339" y="374"/>
                    <a:pt x="284" y="314"/>
                    <a:pt x="224" y="250"/>
                  </a:cubicBezTo>
                  <a:cubicBezTo>
                    <a:pt x="169" y="192"/>
                    <a:pt x="115" y="134"/>
                    <a:pt x="65" y="68"/>
                  </a:cubicBezTo>
                  <a:cubicBezTo>
                    <a:pt x="51" y="48"/>
                    <a:pt x="35" y="34"/>
                    <a:pt x="17" y="18"/>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
            <p:cNvSpPr/>
            <p:nvPr/>
          </p:nvSpPr>
          <p:spPr>
            <a:xfrm>
              <a:off x="891564" y="611207"/>
              <a:ext cx="4244" cy="14825"/>
            </a:xfrm>
            <a:custGeom>
              <a:rect b="b" l="l" r="r" t="t"/>
              <a:pathLst>
                <a:path extrusionOk="0" h="524" w="150">
                  <a:moveTo>
                    <a:pt x="150" y="1"/>
                  </a:moveTo>
                  <a:lnTo>
                    <a:pt x="150" y="1"/>
                  </a:lnTo>
                  <a:cubicBezTo>
                    <a:pt x="73" y="150"/>
                    <a:pt x="23" y="323"/>
                    <a:pt x="0" y="524"/>
                  </a:cubicBezTo>
                  <a:cubicBezTo>
                    <a:pt x="41" y="415"/>
                    <a:pt x="76" y="291"/>
                    <a:pt x="105" y="171"/>
                  </a:cubicBezTo>
                  <a:cubicBezTo>
                    <a:pt x="121" y="113"/>
                    <a:pt x="132" y="56"/>
                    <a:pt x="1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
            <p:cNvSpPr/>
            <p:nvPr/>
          </p:nvSpPr>
          <p:spPr>
            <a:xfrm>
              <a:off x="879144" y="604332"/>
              <a:ext cx="6055" cy="40685"/>
            </a:xfrm>
            <a:custGeom>
              <a:rect b="b" l="l" r="r" t="t"/>
              <a:pathLst>
                <a:path extrusionOk="0" h="1438" w="214">
                  <a:moveTo>
                    <a:pt x="214" y="1"/>
                  </a:moveTo>
                  <a:lnTo>
                    <a:pt x="214" y="1"/>
                  </a:lnTo>
                  <a:cubicBezTo>
                    <a:pt x="199" y="30"/>
                    <a:pt x="186" y="66"/>
                    <a:pt x="176" y="105"/>
                  </a:cubicBezTo>
                  <a:cubicBezTo>
                    <a:pt x="169" y="126"/>
                    <a:pt x="160" y="149"/>
                    <a:pt x="153" y="171"/>
                  </a:cubicBezTo>
                  <a:cubicBezTo>
                    <a:pt x="54" y="436"/>
                    <a:pt x="0" y="760"/>
                    <a:pt x="2" y="1080"/>
                  </a:cubicBezTo>
                  <a:cubicBezTo>
                    <a:pt x="2" y="1240"/>
                    <a:pt x="13" y="1357"/>
                    <a:pt x="25" y="1437"/>
                  </a:cubicBezTo>
                  <a:cubicBezTo>
                    <a:pt x="36" y="1394"/>
                    <a:pt x="45" y="1349"/>
                    <a:pt x="54" y="1306"/>
                  </a:cubicBezTo>
                  <a:cubicBezTo>
                    <a:pt x="61" y="1271"/>
                    <a:pt x="64" y="1232"/>
                    <a:pt x="65" y="1193"/>
                  </a:cubicBezTo>
                  <a:cubicBezTo>
                    <a:pt x="67" y="1155"/>
                    <a:pt x="67" y="1116"/>
                    <a:pt x="74" y="1090"/>
                  </a:cubicBezTo>
                  <a:lnTo>
                    <a:pt x="74" y="893"/>
                  </a:lnTo>
                  <a:cubicBezTo>
                    <a:pt x="87" y="830"/>
                    <a:pt x="90" y="763"/>
                    <a:pt x="93" y="690"/>
                  </a:cubicBezTo>
                  <a:cubicBezTo>
                    <a:pt x="96" y="614"/>
                    <a:pt x="97" y="534"/>
                    <a:pt x="116" y="456"/>
                  </a:cubicBezTo>
                  <a:lnTo>
                    <a:pt x="135" y="370"/>
                  </a:lnTo>
                  <a:cubicBezTo>
                    <a:pt x="161" y="267"/>
                    <a:pt x="199" y="116"/>
                    <a:pt x="2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
            <p:cNvSpPr/>
            <p:nvPr/>
          </p:nvSpPr>
          <p:spPr>
            <a:xfrm>
              <a:off x="866327" y="625946"/>
              <a:ext cx="4018" cy="31235"/>
            </a:xfrm>
            <a:custGeom>
              <a:rect b="b" l="l" r="r" t="t"/>
              <a:pathLst>
                <a:path extrusionOk="0" h="1104" w="142">
                  <a:moveTo>
                    <a:pt x="69" y="0"/>
                  </a:moveTo>
                  <a:cubicBezTo>
                    <a:pt x="66" y="22"/>
                    <a:pt x="63" y="44"/>
                    <a:pt x="59" y="64"/>
                  </a:cubicBezTo>
                  <a:cubicBezTo>
                    <a:pt x="1" y="337"/>
                    <a:pt x="39" y="804"/>
                    <a:pt x="110" y="1018"/>
                  </a:cubicBezTo>
                  <a:lnTo>
                    <a:pt x="142" y="1104"/>
                  </a:lnTo>
                  <a:lnTo>
                    <a:pt x="142" y="1028"/>
                  </a:lnTo>
                  <a:cubicBezTo>
                    <a:pt x="119" y="977"/>
                    <a:pt x="120" y="899"/>
                    <a:pt x="124" y="817"/>
                  </a:cubicBezTo>
                  <a:cubicBezTo>
                    <a:pt x="126" y="762"/>
                    <a:pt x="127" y="705"/>
                    <a:pt x="120" y="673"/>
                  </a:cubicBezTo>
                  <a:cubicBezTo>
                    <a:pt x="111" y="625"/>
                    <a:pt x="111" y="574"/>
                    <a:pt x="111" y="523"/>
                  </a:cubicBezTo>
                  <a:cubicBezTo>
                    <a:pt x="111" y="473"/>
                    <a:pt x="111" y="422"/>
                    <a:pt x="100" y="374"/>
                  </a:cubicBezTo>
                  <a:cubicBezTo>
                    <a:pt x="78" y="266"/>
                    <a:pt x="69" y="134"/>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
            <p:cNvSpPr/>
            <p:nvPr/>
          </p:nvSpPr>
          <p:spPr>
            <a:xfrm>
              <a:off x="852012" y="633302"/>
              <a:ext cx="4159" cy="26482"/>
            </a:xfrm>
            <a:custGeom>
              <a:rect b="b" l="l" r="r" t="t"/>
              <a:pathLst>
                <a:path extrusionOk="0" h="936" w="147">
                  <a:moveTo>
                    <a:pt x="43" y="0"/>
                  </a:moveTo>
                  <a:cubicBezTo>
                    <a:pt x="37" y="29"/>
                    <a:pt x="36" y="63"/>
                    <a:pt x="31" y="101"/>
                  </a:cubicBezTo>
                  <a:cubicBezTo>
                    <a:pt x="29" y="147"/>
                    <a:pt x="23" y="198"/>
                    <a:pt x="14" y="247"/>
                  </a:cubicBezTo>
                  <a:cubicBezTo>
                    <a:pt x="10" y="278"/>
                    <a:pt x="5" y="314"/>
                    <a:pt x="5" y="355"/>
                  </a:cubicBezTo>
                  <a:cubicBezTo>
                    <a:pt x="1" y="538"/>
                    <a:pt x="49" y="790"/>
                    <a:pt x="138" y="921"/>
                  </a:cubicBezTo>
                  <a:cubicBezTo>
                    <a:pt x="141" y="924"/>
                    <a:pt x="145" y="928"/>
                    <a:pt x="146" y="935"/>
                  </a:cubicBezTo>
                  <a:cubicBezTo>
                    <a:pt x="143" y="903"/>
                    <a:pt x="145" y="871"/>
                    <a:pt x="145" y="842"/>
                  </a:cubicBezTo>
                  <a:cubicBezTo>
                    <a:pt x="145" y="797"/>
                    <a:pt x="146" y="751"/>
                    <a:pt x="139" y="719"/>
                  </a:cubicBezTo>
                  <a:cubicBezTo>
                    <a:pt x="122" y="640"/>
                    <a:pt x="103" y="551"/>
                    <a:pt x="87" y="464"/>
                  </a:cubicBezTo>
                  <a:cubicBezTo>
                    <a:pt x="59" y="303"/>
                    <a:pt x="37" y="137"/>
                    <a:pt x="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
            <p:cNvSpPr/>
            <p:nvPr/>
          </p:nvSpPr>
          <p:spPr>
            <a:xfrm>
              <a:off x="492113" y="530886"/>
              <a:ext cx="6366" cy="25973"/>
            </a:xfrm>
            <a:custGeom>
              <a:rect b="b" l="l" r="r" t="t"/>
              <a:pathLst>
                <a:path extrusionOk="0" h="918" w="225">
                  <a:moveTo>
                    <a:pt x="9" y="0"/>
                  </a:moveTo>
                  <a:cubicBezTo>
                    <a:pt x="0" y="74"/>
                    <a:pt x="13" y="189"/>
                    <a:pt x="44" y="313"/>
                  </a:cubicBezTo>
                  <a:cubicBezTo>
                    <a:pt x="56" y="356"/>
                    <a:pt x="66" y="400"/>
                    <a:pt x="74" y="445"/>
                  </a:cubicBezTo>
                  <a:cubicBezTo>
                    <a:pt x="114" y="615"/>
                    <a:pt x="153" y="787"/>
                    <a:pt x="224" y="918"/>
                  </a:cubicBezTo>
                  <a:lnTo>
                    <a:pt x="218" y="880"/>
                  </a:lnTo>
                  <a:cubicBezTo>
                    <a:pt x="211" y="829"/>
                    <a:pt x="204" y="782"/>
                    <a:pt x="191" y="743"/>
                  </a:cubicBezTo>
                  <a:cubicBezTo>
                    <a:pt x="118" y="524"/>
                    <a:pt x="48" y="288"/>
                    <a:pt x="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
            <p:cNvSpPr/>
            <p:nvPr/>
          </p:nvSpPr>
          <p:spPr>
            <a:xfrm>
              <a:off x="486257" y="542571"/>
              <a:ext cx="3735" cy="6139"/>
            </a:xfrm>
            <a:custGeom>
              <a:rect b="b" l="l" r="r" t="t"/>
              <a:pathLst>
                <a:path extrusionOk="0" h="217" w="132">
                  <a:moveTo>
                    <a:pt x="1" y="0"/>
                  </a:moveTo>
                  <a:cubicBezTo>
                    <a:pt x="40" y="102"/>
                    <a:pt x="69" y="148"/>
                    <a:pt x="132" y="217"/>
                  </a:cubicBezTo>
                  <a:cubicBezTo>
                    <a:pt x="95" y="138"/>
                    <a:pt x="49" y="7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
            <p:cNvSpPr/>
            <p:nvPr/>
          </p:nvSpPr>
          <p:spPr>
            <a:xfrm>
              <a:off x="413462" y="813860"/>
              <a:ext cx="20059" cy="23935"/>
            </a:xfrm>
            <a:custGeom>
              <a:rect b="b" l="l" r="r" t="t"/>
              <a:pathLst>
                <a:path extrusionOk="0" h="846" w="709">
                  <a:moveTo>
                    <a:pt x="0" y="1"/>
                  </a:moveTo>
                  <a:lnTo>
                    <a:pt x="0" y="1"/>
                  </a:lnTo>
                  <a:cubicBezTo>
                    <a:pt x="67" y="82"/>
                    <a:pt x="139" y="162"/>
                    <a:pt x="207" y="241"/>
                  </a:cubicBezTo>
                  <a:cubicBezTo>
                    <a:pt x="300" y="347"/>
                    <a:pt x="397" y="456"/>
                    <a:pt x="483" y="568"/>
                  </a:cubicBezTo>
                  <a:lnTo>
                    <a:pt x="508" y="603"/>
                  </a:lnTo>
                  <a:cubicBezTo>
                    <a:pt x="557" y="668"/>
                    <a:pt x="634" y="771"/>
                    <a:pt x="708" y="846"/>
                  </a:cubicBezTo>
                  <a:cubicBezTo>
                    <a:pt x="707" y="841"/>
                    <a:pt x="704" y="835"/>
                    <a:pt x="701" y="831"/>
                  </a:cubicBezTo>
                  <a:cubicBezTo>
                    <a:pt x="682" y="790"/>
                    <a:pt x="666" y="750"/>
                    <a:pt x="643" y="718"/>
                  </a:cubicBezTo>
                  <a:cubicBezTo>
                    <a:pt x="579" y="626"/>
                    <a:pt x="501" y="540"/>
                    <a:pt x="425" y="459"/>
                  </a:cubicBezTo>
                  <a:cubicBezTo>
                    <a:pt x="361" y="386"/>
                    <a:pt x="293" y="312"/>
                    <a:pt x="236" y="238"/>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
            <p:cNvSpPr/>
            <p:nvPr/>
          </p:nvSpPr>
          <p:spPr>
            <a:xfrm>
              <a:off x="652329" y="537252"/>
              <a:ext cx="3056" cy="7865"/>
            </a:xfrm>
            <a:custGeom>
              <a:rect b="b" l="l" r="r" t="t"/>
              <a:pathLst>
                <a:path extrusionOk="0" h="278" w="108">
                  <a:moveTo>
                    <a:pt x="53" y="0"/>
                  </a:moveTo>
                  <a:cubicBezTo>
                    <a:pt x="42" y="0"/>
                    <a:pt x="31" y="7"/>
                    <a:pt x="26" y="21"/>
                  </a:cubicBezTo>
                  <a:cubicBezTo>
                    <a:pt x="0" y="89"/>
                    <a:pt x="13" y="166"/>
                    <a:pt x="15" y="239"/>
                  </a:cubicBezTo>
                  <a:cubicBezTo>
                    <a:pt x="16" y="264"/>
                    <a:pt x="35" y="277"/>
                    <a:pt x="54" y="277"/>
                  </a:cubicBezTo>
                  <a:cubicBezTo>
                    <a:pt x="73" y="277"/>
                    <a:pt x="93" y="264"/>
                    <a:pt x="93" y="239"/>
                  </a:cubicBezTo>
                  <a:cubicBezTo>
                    <a:pt x="96" y="166"/>
                    <a:pt x="108" y="89"/>
                    <a:pt x="82" y="21"/>
                  </a:cubicBezTo>
                  <a:cubicBezTo>
                    <a:pt x="77" y="7"/>
                    <a:pt x="65" y="0"/>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
            <p:cNvSpPr/>
            <p:nvPr/>
          </p:nvSpPr>
          <p:spPr>
            <a:xfrm>
              <a:off x="494546" y="432120"/>
              <a:ext cx="6224" cy="10525"/>
            </a:xfrm>
            <a:custGeom>
              <a:rect b="b" l="l" r="r" t="t"/>
              <a:pathLst>
                <a:path extrusionOk="0" h="372" w="220">
                  <a:moveTo>
                    <a:pt x="220" y="0"/>
                  </a:moveTo>
                  <a:lnTo>
                    <a:pt x="220" y="0"/>
                  </a:lnTo>
                  <a:cubicBezTo>
                    <a:pt x="118" y="88"/>
                    <a:pt x="44" y="213"/>
                    <a:pt x="9" y="332"/>
                  </a:cubicBezTo>
                  <a:cubicBezTo>
                    <a:pt x="6" y="343"/>
                    <a:pt x="3" y="358"/>
                    <a:pt x="0" y="371"/>
                  </a:cubicBezTo>
                  <a:cubicBezTo>
                    <a:pt x="61" y="233"/>
                    <a:pt x="148" y="85"/>
                    <a:pt x="2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
            <p:cNvSpPr/>
            <p:nvPr/>
          </p:nvSpPr>
          <p:spPr>
            <a:xfrm>
              <a:off x="646727" y="543335"/>
              <a:ext cx="3593" cy="12590"/>
            </a:xfrm>
            <a:custGeom>
              <a:rect b="b" l="l" r="r" t="t"/>
              <a:pathLst>
                <a:path extrusionOk="0" h="445" w="127">
                  <a:moveTo>
                    <a:pt x="67" y="1"/>
                  </a:moveTo>
                  <a:cubicBezTo>
                    <a:pt x="59" y="1"/>
                    <a:pt x="51" y="6"/>
                    <a:pt x="47" y="17"/>
                  </a:cubicBezTo>
                  <a:cubicBezTo>
                    <a:pt x="1" y="139"/>
                    <a:pt x="31" y="289"/>
                    <a:pt x="40" y="416"/>
                  </a:cubicBezTo>
                  <a:cubicBezTo>
                    <a:pt x="41" y="435"/>
                    <a:pt x="55" y="445"/>
                    <a:pt x="69" y="445"/>
                  </a:cubicBezTo>
                  <a:cubicBezTo>
                    <a:pt x="83" y="445"/>
                    <a:pt x="97" y="435"/>
                    <a:pt x="98" y="416"/>
                  </a:cubicBezTo>
                  <a:cubicBezTo>
                    <a:pt x="101" y="389"/>
                    <a:pt x="104" y="361"/>
                    <a:pt x="105" y="331"/>
                  </a:cubicBezTo>
                  <a:cubicBezTo>
                    <a:pt x="117" y="226"/>
                    <a:pt x="127" y="111"/>
                    <a:pt x="89" y="17"/>
                  </a:cubicBezTo>
                  <a:cubicBezTo>
                    <a:pt x="85" y="6"/>
                    <a:pt x="76"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
            <p:cNvSpPr/>
            <p:nvPr/>
          </p:nvSpPr>
          <p:spPr>
            <a:xfrm>
              <a:off x="503826" y="465872"/>
              <a:ext cx="12958" cy="12137"/>
            </a:xfrm>
            <a:custGeom>
              <a:rect b="b" l="l" r="r" t="t"/>
              <a:pathLst>
                <a:path extrusionOk="0" h="429" w="458">
                  <a:moveTo>
                    <a:pt x="1" y="1"/>
                  </a:moveTo>
                  <a:lnTo>
                    <a:pt x="1" y="1"/>
                  </a:lnTo>
                  <a:cubicBezTo>
                    <a:pt x="50" y="48"/>
                    <a:pt x="101" y="94"/>
                    <a:pt x="152" y="139"/>
                  </a:cubicBezTo>
                  <a:cubicBezTo>
                    <a:pt x="241" y="221"/>
                    <a:pt x="332" y="302"/>
                    <a:pt x="416" y="389"/>
                  </a:cubicBezTo>
                  <a:cubicBezTo>
                    <a:pt x="430" y="402"/>
                    <a:pt x="443" y="415"/>
                    <a:pt x="457" y="428"/>
                  </a:cubicBezTo>
                  <a:cubicBezTo>
                    <a:pt x="374" y="308"/>
                    <a:pt x="289" y="210"/>
                    <a:pt x="210" y="151"/>
                  </a:cubicBezTo>
                  <a:cubicBezTo>
                    <a:pt x="133" y="94"/>
                    <a:pt x="65" y="4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
            <p:cNvSpPr/>
            <p:nvPr/>
          </p:nvSpPr>
          <p:spPr>
            <a:xfrm>
              <a:off x="507447" y="454584"/>
              <a:ext cx="5715" cy="2659"/>
            </a:xfrm>
            <a:custGeom>
              <a:rect b="b" l="l" r="r" t="t"/>
              <a:pathLst>
                <a:path extrusionOk="0" h="94" w="202">
                  <a:moveTo>
                    <a:pt x="201" y="0"/>
                  </a:moveTo>
                  <a:lnTo>
                    <a:pt x="201" y="0"/>
                  </a:lnTo>
                  <a:cubicBezTo>
                    <a:pt x="120" y="16"/>
                    <a:pt x="54" y="45"/>
                    <a:pt x="1" y="93"/>
                  </a:cubicBezTo>
                  <a:cubicBezTo>
                    <a:pt x="2" y="93"/>
                    <a:pt x="5" y="92"/>
                    <a:pt x="8" y="89"/>
                  </a:cubicBezTo>
                  <a:cubicBezTo>
                    <a:pt x="78" y="52"/>
                    <a:pt x="136" y="22"/>
                    <a:pt x="2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
            <p:cNvSpPr/>
            <p:nvPr/>
          </p:nvSpPr>
          <p:spPr>
            <a:xfrm>
              <a:off x="516670" y="540166"/>
              <a:ext cx="2037" cy="20569"/>
            </a:xfrm>
            <a:custGeom>
              <a:rect b="b" l="l" r="r" t="t"/>
              <a:pathLst>
                <a:path extrusionOk="0" h="727" w="72">
                  <a:moveTo>
                    <a:pt x="64" y="1"/>
                  </a:moveTo>
                  <a:cubicBezTo>
                    <a:pt x="6" y="303"/>
                    <a:pt x="0" y="547"/>
                    <a:pt x="50" y="726"/>
                  </a:cubicBezTo>
                  <a:lnTo>
                    <a:pt x="50" y="494"/>
                  </a:lnTo>
                  <a:lnTo>
                    <a:pt x="48" y="494"/>
                  </a:lnTo>
                  <a:cubicBezTo>
                    <a:pt x="48" y="485"/>
                    <a:pt x="50" y="475"/>
                    <a:pt x="56" y="467"/>
                  </a:cubicBezTo>
                  <a:cubicBezTo>
                    <a:pt x="72" y="443"/>
                    <a:pt x="64" y="383"/>
                    <a:pt x="61" y="332"/>
                  </a:cubicBezTo>
                  <a:cubicBezTo>
                    <a:pt x="56" y="281"/>
                    <a:pt x="50" y="228"/>
                    <a:pt x="61" y="182"/>
                  </a:cubicBezTo>
                  <a:cubicBezTo>
                    <a:pt x="70" y="137"/>
                    <a:pt x="69" y="78"/>
                    <a:pt x="64" y="14"/>
                  </a:cubicBezTo>
                  <a:lnTo>
                    <a:pt x="6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
            <p:cNvSpPr/>
            <p:nvPr/>
          </p:nvSpPr>
          <p:spPr>
            <a:xfrm>
              <a:off x="499356" y="444116"/>
              <a:ext cx="9450" cy="8969"/>
            </a:xfrm>
            <a:custGeom>
              <a:rect b="b" l="l" r="r" t="t"/>
              <a:pathLst>
                <a:path extrusionOk="0" h="317" w="334">
                  <a:moveTo>
                    <a:pt x="333" y="1"/>
                  </a:moveTo>
                  <a:lnTo>
                    <a:pt x="333" y="1"/>
                  </a:lnTo>
                  <a:cubicBezTo>
                    <a:pt x="240" y="30"/>
                    <a:pt x="160" y="78"/>
                    <a:pt x="102" y="138"/>
                  </a:cubicBezTo>
                  <a:cubicBezTo>
                    <a:pt x="51" y="188"/>
                    <a:pt x="16" y="248"/>
                    <a:pt x="0" y="316"/>
                  </a:cubicBezTo>
                  <a:cubicBezTo>
                    <a:pt x="6" y="311"/>
                    <a:pt x="13" y="306"/>
                    <a:pt x="19" y="302"/>
                  </a:cubicBezTo>
                  <a:cubicBezTo>
                    <a:pt x="39" y="287"/>
                    <a:pt x="57" y="274"/>
                    <a:pt x="70" y="260"/>
                  </a:cubicBezTo>
                  <a:lnTo>
                    <a:pt x="92" y="233"/>
                  </a:lnTo>
                  <a:cubicBezTo>
                    <a:pt x="164" y="152"/>
                    <a:pt x="239" y="69"/>
                    <a:pt x="3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
            <p:cNvSpPr/>
            <p:nvPr/>
          </p:nvSpPr>
          <p:spPr>
            <a:xfrm>
              <a:off x="641069" y="554029"/>
              <a:ext cx="5970" cy="13015"/>
            </a:xfrm>
            <a:custGeom>
              <a:rect b="b" l="l" r="r" t="t"/>
              <a:pathLst>
                <a:path extrusionOk="0" h="460" w="211">
                  <a:moveTo>
                    <a:pt x="103" y="0"/>
                  </a:moveTo>
                  <a:cubicBezTo>
                    <a:pt x="88" y="0"/>
                    <a:pt x="73" y="8"/>
                    <a:pt x="70" y="27"/>
                  </a:cubicBezTo>
                  <a:cubicBezTo>
                    <a:pt x="61" y="88"/>
                    <a:pt x="80" y="146"/>
                    <a:pt x="78" y="207"/>
                  </a:cubicBezTo>
                  <a:cubicBezTo>
                    <a:pt x="75" y="284"/>
                    <a:pt x="51" y="354"/>
                    <a:pt x="13" y="419"/>
                  </a:cubicBezTo>
                  <a:cubicBezTo>
                    <a:pt x="1" y="441"/>
                    <a:pt x="18" y="459"/>
                    <a:pt x="37" y="459"/>
                  </a:cubicBezTo>
                  <a:cubicBezTo>
                    <a:pt x="45" y="459"/>
                    <a:pt x="54" y="456"/>
                    <a:pt x="61" y="447"/>
                  </a:cubicBezTo>
                  <a:cubicBezTo>
                    <a:pt x="68" y="438"/>
                    <a:pt x="75" y="427"/>
                    <a:pt x="83" y="415"/>
                  </a:cubicBezTo>
                  <a:cubicBezTo>
                    <a:pt x="83" y="424"/>
                    <a:pt x="83" y="434"/>
                    <a:pt x="84" y="444"/>
                  </a:cubicBezTo>
                  <a:cubicBezTo>
                    <a:pt x="94" y="424"/>
                    <a:pt x="105" y="396"/>
                    <a:pt x="112" y="369"/>
                  </a:cubicBezTo>
                  <a:cubicBezTo>
                    <a:pt x="170" y="259"/>
                    <a:pt x="211" y="111"/>
                    <a:pt x="142" y="18"/>
                  </a:cubicBezTo>
                  <a:cubicBezTo>
                    <a:pt x="133" y="7"/>
                    <a:pt x="118" y="0"/>
                    <a:pt x="1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
            <p:cNvSpPr/>
            <p:nvPr/>
          </p:nvSpPr>
          <p:spPr>
            <a:xfrm>
              <a:off x="552148" y="622240"/>
              <a:ext cx="4697" cy="8403"/>
            </a:xfrm>
            <a:custGeom>
              <a:rect b="b" l="l" r="r" t="t"/>
              <a:pathLst>
                <a:path extrusionOk="0" h="297" w="166">
                  <a:moveTo>
                    <a:pt x="1" y="0"/>
                  </a:moveTo>
                  <a:cubicBezTo>
                    <a:pt x="49" y="102"/>
                    <a:pt x="104" y="214"/>
                    <a:pt x="165" y="297"/>
                  </a:cubicBezTo>
                  <a:lnTo>
                    <a:pt x="117" y="188"/>
                  </a:lnTo>
                  <a:cubicBezTo>
                    <a:pt x="103" y="165"/>
                    <a:pt x="23" y="3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
            <p:cNvSpPr/>
            <p:nvPr/>
          </p:nvSpPr>
          <p:spPr>
            <a:xfrm>
              <a:off x="580072" y="593439"/>
              <a:ext cx="14854" cy="5319"/>
            </a:xfrm>
            <a:custGeom>
              <a:rect b="b" l="l" r="r" t="t"/>
              <a:pathLst>
                <a:path extrusionOk="0" h="188" w="525">
                  <a:moveTo>
                    <a:pt x="59" y="0"/>
                  </a:moveTo>
                  <a:cubicBezTo>
                    <a:pt x="17" y="0"/>
                    <a:pt x="0" y="63"/>
                    <a:pt x="39" y="83"/>
                  </a:cubicBezTo>
                  <a:cubicBezTo>
                    <a:pt x="164" y="149"/>
                    <a:pt x="334" y="158"/>
                    <a:pt x="471" y="187"/>
                  </a:cubicBezTo>
                  <a:cubicBezTo>
                    <a:pt x="474" y="187"/>
                    <a:pt x="476" y="187"/>
                    <a:pt x="479" y="187"/>
                  </a:cubicBezTo>
                  <a:cubicBezTo>
                    <a:pt x="513" y="187"/>
                    <a:pt x="525" y="136"/>
                    <a:pt x="488" y="124"/>
                  </a:cubicBezTo>
                  <a:cubicBezTo>
                    <a:pt x="356" y="80"/>
                    <a:pt x="202" y="6"/>
                    <a:pt x="61" y="1"/>
                  </a:cubicBezTo>
                  <a:cubicBezTo>
                    <a:pt x="60" y="0"/>
                    <a:pt x="60" y="0"/>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1"/>
            <p:cNvSpPr/>
            <p:nvPr/>
          </p:nvSpPr>
          <p:spPr>
            <a:xfrm>
              <a:off x="573141" y="594769"/>
              <a:ext cx="5489" cy="3140"/>
            </a:xfrm>
            <a:custGeom>
              <a:rect b="b" l="l" r="r" t="t"/>
              <a:pathLst>
                <a:path extrusionOk="0" h="111" w="194">
                  <a:moveTo>
                    <a:pt x="0" y="0"/>
                  </a:moveTo>
                  <a:lnTo>
                    <a:pt x="0" y="0"/>
                  </a:lnTo>
                  <a:cubicBezTo>
                    <a:pt x="50" y="44"/>
                    <a:pt x="114" y="84"/>
                    <a:pt x="194" y="111"/>
                  </a:cubicBezTo>
                  <a:cubicBezTo>
                    <a:pt x="139" y="73"/>
                    <a:pt x="80" y="32"/>
                    <a:pt x="19" y="7"/>
                  </a:cubicBezTo>
                  <a:cubicBezTo>
                    <a:pt x="14" y="4"/>
                    <a:pt x="6" y="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
            <p:cNvSpPr/>
            <p:nvPr/>
          </p:nvSpPr>
          <p:spPr>
            <a:xfrm>
              <a:off x="641748" y="566562"/>
              <a:ext cx="16183" cy="14061"/>
            </a:xfrm>
            <a:custGeom>
              <a:rect b="b" l="l" r="r" t="t"/>
              <a:pathLst>
                <a:path extrusionOk="0" h="497" w="572">
                  <a:moveTo>
                    <a:pt x="531" y="0"/>
                  </a:moveTo>
                  <a:cubicBezTo>
                    <a:pt x="513" y="0"/>
                    <a:pt x="495" y="10"/>
                    <a:pt x="489" y="30"/>
                  </a:cubicBezTo>
                  <a:cubicBezTo>
                    <a:pt x="424" y="245"/>
                    <a:pt x="270" y="411"/>
                    <a:pt x="37" y="440"/>
                  </a:cubicBezTo>
                  <a:cubicBezTo>
                    <a:pt x="2" y="445"/>
                    <a:pt x="1" y="491"/>
                    <a:pt x="37" y="495"/>
                  </a:cubicBezTo>
                  <a:cubicBezTo>
                    <a:pt x="46" y="496"/>
                    <a:pt x="55" y="496"/>
                    <a:pt x="63" y="496"/>
                  </a:cubicBezTo>
                  <a:cubicBezTo>
                    <a:pt x="130" y="496"/>
                    <a:pt x="195" y="482"/>
                    <a:pt x="258" y="456"/>
                  </a:cubicBezTo>
                  <a:cubicBezTo>
                    <a:pt x="291" y="447"/>
                    <a:pt x="318" y="437"/>
                    <a:pt x="336" y="424"/>
                  </a:cubicBezTo>
                  <a:cubicBezTo>
                    <a:pt x="347" y="417"/>
                    <a:pt x="357" y="405"/>
                    <a:pt x="367" y="397"/>
                  </a:cubicBezTo>
                  <a:cubicBezTo>
                    <a:pt x="480" y="314"/>
                    <a:pt x="563" y="187"/>
                    <a:pt x="571" y="40"/>
                  </a:cubicBezTo>
                  <a:cubicBezTo>
                    <a:pt x="571" y="14"/>
                    <a:pt x="551" y="0"/>
                    <a:pt x="5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
            <p:cNvSpPr/>
            <p:nvPr/>
          </p:nvSpPr>
          <p:spPr>
            <a:xfrm>
              <a:off x="541991" y="622608"/>
              <a:ext cx="792" cy="1188"/>
            </a:xfrm>
            <a:custGeom>
              <a:rect b="b" l="l" r="r" t="t"/>
              <a:pathLst>
                <a:path extrusionOk="0" h="42" w="28">
                  <a:moveTo>
                    <a:pt x="1" y="0"/>
                  </a:moveTo>
                  <a:cubicBezTo>
                    <a:pt x="5" y="8"/>
                    <a:pt x="14" y="21"/>
                    <a:pt x="20" y="31"/>
                  </a:cubicBezTo>
                  <a:lnTo>
                    <a:pt x="20" y="31"/>
                  </a:lnTo>
                  <a:cubicBezTo>
                    <a:pt x="14" y="21"/>
                    <a:pt x="7" y="11"/>
                    <a:pt x="1" y="0"/>
                  </a:cubicBezTo>
                  <a:close/>
                  <a:moveTo>
                    <a:pt x="20" y="31"/>
                  </a:moveTo>
                  <a:cubicBezTo>
                    <a:pt x="22" y="34"/>
                    <a:pt x="25" y="38"/>
                    <a:pt x="27" y="41"/>
                  </a:cubicBezTo>
                  <a:cubicBezTo>
                    <a:pt x="27" y="40"/>
                    <a:pt x="24" y="36"/>
                    <a:pt x="20" y="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
            <p:cNvSpPr/>
            <p:nvPr/>
          </p:nvSpPr>
          <p:spPr>
            <a:xfrm>
              <a:off x="594812" y="589818"/>
              <a:ext cx="15702" cy="5460"/>
            </a:xfrm>
            <a:custGeom>
              <a:rect b="b" l="l" r="r" t="t"/>
              <a:pathLst>
                <a:path extrusionOk="0" h="193" w="555">
                  <a:moveTo>
                    <a:pt x="38" y="0"/>
                  </a:moveTo>
                  <a:cubicBezTo>
                    <a:pt x="13" y="0"/>
                    <a:pt x="0" y="35"/>
                    <a:pt x="18" y="54"/>
                  </a:cubicBezTo>
                  <a:cubicBezTo>
                    <a:pt x="99" y="144"/>
                    <a:pt x="232" y="193"/>
                    <a:pt x="360" y="193"/>
                  </a:cubicBezTo>
                  <a:cubicBezTo>
                    <a:pt x="419" y="193"/>
                    <a:pt x="476" y="182"/>
                    <a:pt x="527" y="160"/>
                  </a:cubicBezTo>
                  <a:cubicBezTo>
                    <a:pt x="555" y="149"/>
                    <a:pt x="537" y="113"/>
                    <a:pt x="514" y="111"/>
                  </a:cubicBezTo>
                  <a:cubicBezTo>
                    <a:pt x="454" y="105"/>
                    <a:pt x="395" y="102"/>
                    <a:pt x="337" y="94"/>
                  </a:cubicBezTo>
                  <a:cubicBezTo>
                    <a:pt x="345" y="91"/>
                    <a:pt x="354" y="86"/>
                    <a:pt x="361" y="83"/>
                  </a:cubicBezTo>
                  <a:lnTo>
                    <a:pt x="303" y="82"/>
                  </a:lnTo>
                  <a:lnTo>
                    <a:pt x="262" y="82"/>
                  </a:lnTo>
                  <a:cubicBezTo>
                    <a:pt x="190" y="62"/>
                    <a:pt x="121" y="27"/>
                    <a:pt x="49" y="2"/>
                  </a:cubicBezTo>
                  <a:cubicBezTo>
                    <a:pt x="45" y="1"/>
                    <a:pt x="41" y="0"/>
                    <a:pt x="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
            <p:cNvSpPr/>
            <p:nvPr/>
          </p:nvSpPr>
          <p:spPr>
            <a:xfrm>
              <a:off x="618209" y="601757"/>
              <a:ext cx="38506" cy="27613"/>
            </a:xfrm>
            <a:custGeom>
              <a:rect b="b" l="l" r="r" t="t"/>
              <a:pathLst>
                <a:path extrusionOk="0" h="976" w="1361">
                  <a:moveTo>
                    <a:pt x="1198" y="0"/>
                  </a:moveTo>
                  <a:cubicBezTo>
                    <a:pt x="1198" y="12"/>
                    <a:pt x="1199" y="25"/>
                    <a:pt x="1199" y="38"/>
                  </a:cubicBezTo>
                  <a:cubicBezTo>
                    <a:pt x="1200" y="92"/>
                    <a:pt x="1211" y="157"/>
                    <a:pt x="1219" y="227"/>
                  </a:cubicBezTo>
                  <a:cubicBezTo>
                    <a:pt x="1222" y="249"/>
                    <a:pt x="1225" y="272"/>
                    <a:pt x="1228" y="295"/>
                  </a:cubicBezTo>
                  <a:cubicBezTo>
                    <a:pt x="1208" y="524"/>
                    <a:pt x="1177" y="750"/>
                    <a:pt x="917" y="817"/>
                  </a:cubicBezTo>
                  <a:cubicBezTo>
                    <a:pt x="873" y="829"/>
                    <a:pt x="828" y="833"/>
                    <a:pt x="785" y="836"/>
                  </a:cubicBezTo>
                  <a:cubicBezTo>
                    <a:pt x="776" y="833"/>
                    <a:pt x="767" y="833"/>
                    <a:pt x="757" y="832"/>
                  </a:cubicBezTo>
                  <a:cubicBezTo>
                    <a:pt x="667" y="811"/>
                    <a:pt x="559" y="803"/>
                    <a:pt x="455" y="795"/>
                  </a:cubicBezTo>
                  <a:cubicBezTo>
                    <a:pt x="318" y="763"/>
                    <a:pt x="183" y="721"/>
                    <a:pt x="58" y="698"/>
                  </a:cubicBezTo>
                  <a:cubicBezTo>
                    <a:pt x="56" y="698"/>
                    <a:pt x="54" y="697"/>
                    <a:pt x="52" y="697"/>
                  </a:cubicBezTo>
                  <a:cubicBezTo>
                    <a:pt x="38" y="697"/>
                    <a:pt x="29" y="711"/>
                    <a:pt x="30" y="724"/>
                  </a:cubicBezTo>
                  <a:cubicBezTo>
                    <a:pt x="21" y="721"/>
                    <a:pt x="11" y="720"/>
                    <a:pt x="1" y="716"/>
                  </a:cubicBezTo>
                  <a:lnTo>
                    <a:pt x="1" y="716"/>
                  </a:lnTo>
                  <a:cubicBezTo>
                    <a:pt x="30" y="761"/>
                    <a:pt x="62" y="801"/>
                    <a:pt x="109" y="830"/>
                  </a:cubicBezTo>
                  <a:cubicBezTo>
                    <a:pt x="158" y="861"/>
                    <a:pt x="223" y="867"/>
                    <a:pt x="299" y="868"/>
                  </a:cubicBezTo>
                  <a:cubicBezTo>
                    <a:pt x="452" y="930"/>
                    <a:pt x="624" y="976"/>
                    <a:pt x="783" y="976"/>
                  </a:cubicBezTo>
                  <a:cubicBezTo>
                    <a:pt x="887" y="976"/>
                    <a:pt x="986" y="956"/>
                    <a:pt x="1070" y="907"/>
                  </a:cubicBezTo>
                  <a:cubicBezTo>
                    <a:pt x="1087" y="899"/>
                    <a:pt x="1102" y="884"/>
                    <a:pt x="1118" y="874"/>
                  </a:cubicBezTo>
                  <a:cubicBezTo>
                    <a:pt x="1170" y="849"/>
                    <a:pt x="1218" y="817"/>
                    <a:pt x="1248" y="772"/>
                  </a:cubicBezTo>
                  <a:cubicBezTo>
                    <a:pt x="1272" y="737"/>
                    <a:pt x="1286" y="689"/>
                    <a:pt x="1293" y="636"/>
                  </a:cubicBezTo>
                  <a:cubicBezTo>
                    <a:pt x="1360" y="455"/>
                    <a:pt x="1359" y="244"/>
                    <a:pt x="1309" y="77"/>
                  </a:cubicBezTo>
                  <a:cubicBezTo>
                    <a:pt x="1306" y="64"/>
                    <a:pt x="1292" y="56"/>
                    <a:pt x="1279" y="56"/>
                  </a:cubicBezTo>
                  <a:cubicBezTo>
                    <a:pt x="1267" y="56"/>
                    <a:pt x="1256" y="63"/>
                    <a:pt x="1254" y="77"/>
                  </a:cubicBezTo>
                  <a:cubicBezTo>
                    <a:pt x="1250" y="95"/>
                    <a:pt x="1248" y="111"/>
                    <a:pt x="1247" y="127"/>
                  </a:cubicBezTo>
                  <a:cubicBezTo>
                    <a:pt x="1240" y="102"/>
                    <a:pt x="1230" y="77"/>
                    <a:pt x="1222" y="55"/>
                  </a:cubicBezTo>
                  <a:cubicBezTo>
                    <a:pt x="1215" y="38"/>
                    <a:pt x="1206" y="18"/>
                    <a:pt x="11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
            <p:cNvSpPr/>
            <p:nvPr/>
          </p:nvSpPr>
          <p:spPr>
            <a:xfrm>
              <a:off x="506457" y="529896"/>
              <a:ext cx="3339" cy="36412"/>
            </a:xfrm>
            <a:custGeom>
              <a:rect b="b" l="l" r="r" t="t"/>
              <a:pathLst>
                <a:path extrusionOk="0" h="1287" w="118">
                  <a:moveTo>
                    <a:pt x="81" y="0"/>
                  </a:moveTo>
                  <a:lnTo>
                    <a:pt x="81" y="0"/>
                  </a:lnTo>
                  <a:cubicBezTo>
                    <a:pt x="1" y="393"/>
                    <a:pt x="28" y="913"/>
                    <a:pt x="117" y="1287"/>
                  </a:cubicBezTo>
                  <a:cubicBezTo>
                    <a:pt x="117" y="1240"/>
                    <a:pt x="117" y="1197"/>
                    <a:pt x="108" y="1152"/>
                  </a:cubicBezTo>
                  <a:lnTo>
                    <a:pt x="88" y="753"/>
                  </a:lnTo>
                  <a:cubicBezTo>
                    <a:pt x="62" y="637"/>
                    <a:pt x="37" y="262"/>
                    <a:pt x="68" y="121"/>
                  </a:cubicBezTo>
                  <a:cubicBezTo>
                    <a:pt x="76" y="83"/>
                    <a:pt x="79" y="42"/>
                    <a:pt x="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
            <p:cNvSpPr/>
            <p:nvPr/>
          </p:nvSpPr>
          <p:spPr>
            <a:xfrm>
              <a:off x="617615" y="630417"/>
              <a:ext cx="33131" cy="14910"/>
            </a:xfrm>
            <a:custGeom>
              <a:rect b="b" l="l" r="r" t="t"/>
              <a:pathLst>
                <a:path extrusionOk="0" h="527" w="1171">
                  <a:moveTo>
                    <a:pt x="1171" y="1"/>
                  </a:moveTo>
                  <a:cubicBezTo>
                    <a:pt x="1102" y="31"/>
                    <a:pt x="1031" y="89"/>
                    <a:pt x="963" y="147"/>
                  </a:cubicBezTo>
                  <a:cubicBezTo>
                    <a:pt x="936" y="169"/>
                    <a:pt x="912" y="190"/>
                    <a:pt x="884" y="210"/>
                  </a:cubicBezTo>
                  <a:cubicBezTo>
                    <a:pt x="875" y="204"/>
                    <a:pt x="865" y="200"/>
                    <a:pt x="854" y="200"/>
                  </a:cubicBezTo>
                  <a:cubicBezTo>
                    <a:pt x="848" y="200"/>
                    <a:pt x="841" y="202"/>
                    <a:pt x="835" y="204"/>
                  </a:cubicBezTo>
                  <a:cubicBezTo>
                    <a:pt x="698" y="262"/>
                    <a:pt x="582" y="349"/>
                    <a:pt x="436" y="390"/>
                  </a:cubicBezTo>
                  <a:cubicBezTo>
                    <a:pt x="308" y="427"/>
                    <a:pt x="173" y="424"/>
                    <a:pt x="44" y="450"/>
                  </a:cubicBezTo>
                  <a:cubicBezTo>
                    <a:pt x="36" y="451"/>
                    <a:pt x="36" y="457"/>
                    <a:pt x="35" y="460"/>
                  </a:cubicBezTo>
                  <a:cubicBezTo>
                    <a:pt x="25" y="463"/>
                    <a:pt x="12" y="464"/>
                    <a:pt x="0" y="466"/>
                  </a:cubicBezTo>
                  <a:cubicBezTo>
                    <a:pt x="13" y="470"/>
                    <a:pt x="28" y="473"/>
                    <a:pt x="41" y="476"/>
                  </a:cubicBezTo>
                  <a:cubicBezTo>
                    <a:pt x="42" y="479"/>
                    <a:pt x="42" y="482"/>
                    <a:pt x="44" y="482"/>
                  </a:cubicBezTo>
                  <a:cubicBezTo>
                    <a:pt x="86" y="501"/>
                    <a:pt x="135" y="509"/>
                    <a:pt x="186" y="515"/>
                  </a:cubicBezTo>
                  <a:cubicBezTo>
                    <a:pt x="194" y="517"/>
                    <a:pt x="202" y="518"/>
                    <a:pt x="210" y="520"/>
                  </a:cubicBezTo>
                  <a:cubicBezTo>
                    <a:pt x="230" y="524"/>
                    <a:pt x="253" y="527"/>
                    <a:pt x="276" y="527"/>
                  </a:cubicBezTo>
                  <a:cubicBezTo>
                    <a:pt x="326" y="527"/>
                    <a:pt x="377" y="518"/>
                    <a:pt x="425" y="508"/>
                  </a:cubicBezTo>
                  <a:cubicBezTo>
                    <a:pt x="524" y="491"/>
                    <a:pt x="622" y="463"/>
                    <a:pt x="710" y="418"/>
                  </a:cubicBezTo>
                  <a:cubicBezTo>
                    <a:pt x="915" y="341"/>
                    <a:pt x="1096" y="220"/>
                    <a:pt x="11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
            <p:cNvSpPr/>
            <p:nvPr/>
          </p:nvSpPr>
          <p:spPr>
            <a:xfrm>
              <a:off x="579902" y="598617"/>
              <a:ext cx="25463" cy="12081"/>
            </a:xfrm>
            <a:custGeom>
              <a:rect b="b" l="l" r="r" t="t"/>
              <a:pathLst>
                <a:path extrusionOk="0" h="427" w="900">
                  <a:moveTo>
                    <a:pt x="828" y="0"/>
                  </a:moveTo>
                  <a:cubicBezTo>
                    <a:pt x="822" y="0"/>
                    <a:pt x="815" y="2"/>
                    <a:pt x="810" y="5"/>
                  </a:cubicBezTo>
                  <a:cubicBezTo>
                    <a:pt x="705" y="69"/>
                    <a:pt x="624" y="164"/>
                    <a:pt x="510" y="217"/>
                  </a:cubicBezTo>
                  <a:cubicBezTo>
                    <a:pt x="413" y="265"/>
                    <a:pt x="309" y="288"/>
                    <a:pt x="203" y="288"/>
                  </a:cubicBezTo>
                  <a:cubicBezTo>
                    <a:pt x="152" y="288"/>
                    <a:pt x="101" y="283"/>
                    <a:pt x="51" y="273"/>
                  </a:cubicBezTo>
                  <a:cubicBezTo>
                    <a:pt x="48" y="272"/>
                    <a:pt x="46" y="272"/>
                    <a:pt x="44" y="272"/>
                  </a:cubicBezTo>
                  <a:cubicBezTo>
                    <a:pt x="13" y="272"/>
                    <a:pt x="1" y="318"/>
                    <a:pt x="35" y="329"/>
                  </a:cubicBezTo>
                  <a:cubicBezTo>
                    <a:pt x="51" y="334"/>
                    <a:pt x="68" y="337"/>
                    <a:pt x="87" y="339"/>
                  </a:cubicBezTo>
                  <a:cubicBezTo>
                    <a:pt x="71" y="341"/>
                    <a:pt x="54" y="347"/>
                    <a:pt x="38" y="348"/>
                  </a:cubicBezTo>
                  <a:cubicBezTo>
                    <a:pt x="54" y="353"/>
                    <a:pt x="68" y="358"/>
                    <a:pt x="86" y="366"/>
                  </a:cubicBezTo>
                  <a:cubicBezTo>
                    <a:pt x="187" y="406"/>
                    <a:pt x="285" y="427"/>
                    <a:pt x="372" y="427"/>
                  </a:cubicBezTo>
                  <a:cubicBezTo>
                    <a:pt x="536" y="427"/>
                    <a:pt x="670" y="355"/>
                    <a:pt x="776" y="214"/>
                  </a:cubicBezTo>
                  <a:cubicBezTo>
                    <a:pt x="785" y="201"/>
                    <a:pt x="798" y="187"/>
                    <a:pt x="810" y="172"/>
                  </a:cubicBezTo>
                  <a:cubicBezTo>
                    <a:pt x="843" y="134"/>
                    <a:pt x="882" y="84"/>
                    <a:pt x="900" y="40"/>
                  </a:cubicBezTo>
                  <a:lnTo>
                    <a:pt x="900" y="40"/>
                  </a:lnTo>
                  <a:cubicBezTo>
                    <a:pt x="882" y="43"/>
                    <a:pt x="868" y="49"/>
                    <a:pt x="853" y="56"/>
                  </a:cubicBezTo>
                  <a:cubicBezTo>
                    <a:pt x="856" y="50"/>
                    <a:pt x="859" y="47"/>
                    <a:pt x="861" y="43"/>
                  </a:cubicBezTo>
                  <a:cubicBezTo>
                    <a:pt x="869" y="20"/>
                    <a:pt x="849" y="0"/>
                    <a:pt x="8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
            <p:cNvSpPr/>
            <p:nvPr/>
          </p:nvSpPr>
          <p:spPr>
            <a:xfrm>
              <a:off x="645171" y="671807"/>
              <a:ext cx="18956" cy="18334"/>
            </a:xfrm>
            <a:custGeom>
              <a:rect b="b" l="l" r="r" t="t"/>
              <a:pathLst>
                <a:path extrusionOk="0" h="648" w="670">
                  <a:moveTo>
                    <a:pt x="0" y="0"/>
                  </a:moveTo>
                  <a:cubicBezTo>
                    <a:pt x="3" y="6"/>
                    <a:pt x="6" y="10"/>
                    <a:pt x="10" y="15"/>
                  </a:cubicBezTo>
                  <a:cubicBezTo>
                    <a:pt x="127" y="192"/>
                    <a:pt x="284" y="361"/>
                    <a:pt x="444" y="480"/>
                  </a:cubicBezTo>
                  <a:cubicBezTo>
                    <a:pt x="468" y="499"/>
                    <a:pt x="492" y="516"/>
                    <a:pt x="515" y="537"/>
                  </a:cubicBezTo>
                  <a:cubicBezTo>
                    <a:pt x="566" y="579"/>
                    <a:pt x="614" y="618"/>
                    <a:pt x="669" y="647"/>
                  </a:cubicBezTo>
                  <a:cubicBezTo>
                    <a:pt x="592" y="567"/>
                    <a:pt x="506" y="493"/>
                    <a:pt x="422" y="420"/>
                  </a:cubicBezTo>
                  <a:cubicBezTo>
                    <a:pt x="294" y="310"/>
                    <a:pt x="160" y="196"/>
                    <a:pt x="57" y="58"/>
                  </a:cubicBezTo>
                  <a:cubicBezTo>
                    <a:pt x="41" y="37"/>
                    <a:pt x="21" y="1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1"/>
            <p:cNvSpPr/>
            <p:nvPr/>
          </p:nvSpPr>
          <p:spPr>
            <a:xfrm>
              <a:off x="637193" y="683520"/>
              <a:ext cx="13580" cy="12081"/>
            </a:xfrm>
            <a:custGeom>
              <a:rect b="b" l="l" r="r" t="t"/>
              <a:pathLst>
                <a:path extrusionOk="0" h="427" w="480">
                  <a:moveTo>
                    <a:pt x="0" y="1"/>
                  </a:moveTo>
                  <a:cubicBezTo>
                    <a:pt x="3" y="3"/>
                    <a:pt x="18" y="21"/>
                    <a:pt x="18" y="21"/>
                  </a:cubicBezTo>
                  <a:cubicBezTo>
                    <a:pt x="37" y="44"/>
                    <a:pt x="57" y="70"/>
                    <a:pt x="80" y="98"/>
                  </a:cubicBezTo>
                  <a:cubicBezTo>
                    <a:pt x="186" y="230"/>
                    <a:pt x="316" y="390"/>
                    <a:pt x="480" y="427"/>
                  </a:cubicBezTo>
                  <a:cubicBezTo>
                    <a:pt x="471" y="416"/>
                    <a:pt x="464" y="406"/>
                    <a:pt x="455" y="397"/>
                  </a:cubicBezTo>
                  <a:cubicBezTo>
                    <a:pt x="438" y="374"/>
                    <a:pt x="419" y="352"/>
                    <a:pt x="399" y="338"/>
                  </a:cubicBezTo>
                  <a:cubicBezTo>
                    <a:pt x="333" y="288"/>
                    <a:pt x="272" y="232"/>
                    <a:pt x="214" y="178"/>
                  </a:cubicBezTo>
                  <a:cubicBezTo>
                    <a:pt x="154" y="123"/>
                    <a:pt x="98" y="72"/>
                    <a:pt x="37" y="27"/>
                  </a:cubicBezTo>
                  <a:cubicBezTo>
                    <a:pt x="26" y="18"/>
                    <a:pt x="13"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
            <p:cNvSpPr/>
            <p:nvPr/>
          </p:nvSpPr>
          <p:spPr>
            <a:xfrm>
              <a:off x="407549" y="790350"/>
              <a:ext cx="19805" cy="22125"/>
            </a:xfrm>
            <a:custGeom>
              <a:rect b="b" l="l" r="r" t="t"/>
              <a:pathLst>
                <a:path extrusionOk="0" h="782" w="700">
                  <a:moveTo>
                    <a:pt x="0" y="0"/>
                  </a:moveTo>
                  <a:lnTo>
                    <a:pt x="0" y="0"/>
                  </a:lnTo>
                  <a:cubicBezTo>
                    <a:pt x="176" y="236"/>
                    <a:pt x="343" y="431"/>
                    <a:pt x="522" y="608"/>
                  </a:cubicBezTo>
                  <a:lnTo>
                    <a:pt x="561" y="649"/>
                  </a:lnTo>
                  <a:cubicBezTo>
                    <a:pt x="603" y="692"/>
                    <a:pt x="650" y="739"/>
                    <a:pt x="699" y="781"/>
                  </a:cubicBezTo>
                  <a:cubicBezTo>
                    <a:pt x="667" y="737"/>
                    <a:pt x="631" y="695"/>
                    <a:pt x="592" y="656"/>
                  </a:cubicBezTo>
                  <a:cubicBezTo>
                    <a:pt x="554" y="614"/>
                    <a:pt x="516" y="570"/>
                    <a:pt x="486" y="530"/>
                  </a:cubicBezTo>
                  <a:lnTo>
                    <a:pt x="263" y="307"/>
                  </a:lnTo>
                  <a:cubicBezTo>
                    <a:pt x="192" y="213"/>
                    <a:pt x="112" y="124"/>
                    <a:pt x="35" y="38"/>
                  </a:cubicBezTo>
                  <a:cubicBezTo>
                    <a:pt x="23" y="25"/>
                    <a:pt x="10"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
            <p:cNvSpPr/>
            <p:nvPr/>
          </p:nvSpPr>
          <p:spPr>
            <a:xfrm>
              <a:off x="655215" y="658963"/>
              <a:ext cx="12505" cy="15080"/>
            </a:xfrm>
            <a:custGeom>
              <a:rect b="b" l="l" r="r" t="t"/>
              <a:pathLst>
                <a:path extrusionOk="0" h="533" w="442">
                  <a:moveTo>
                    <a:pt x="0" y="1"/>
                  </a:moveTo>
                  <a:lnTo>
                    <a:pt x="0" y="1"/>
                  </a:lnTo>
                  <a:cubicBezTo>
                    <a:pt x="17" y="33"/>
                    <a:pt x="44" y="67"/>
                    <a:pt x="57" y="86"/>
                  </a:cubicBezTo>
                  <a:cubicBezTo>
                    <a:pt x="65" y="98"/>
                    <a:pt x="73" y="108"/>
                    <a:pt x="79" y="117"/>
                  </a:cubicBezTo>
                  <a:cubicBezTo>
                    <a:pt x="195" y="290"/>
                    <a:pt x="307" y="421"/>
                    <a:pt x="442" y="533"/>
                  </a:cubicBezTo>
                  <a:cubicBezTo>
                    <a:pt x="423" y="501"/>
                    <a:pt x="404" y="467"/>
                    <a:pt x="385" y="440"/>
                  </a:cubicBezTo>
                  <a:cubicBezTo>
                    <a:pt x="336" y="371"/>
                    <a:pt x="282" y="312"/>
                    <a:pt x="222" y="249"/>
                  </a:cubicBezTo>
                  <a:cubicBezTo>
                    <a:pt x="167" y="191"/>
                    <a:pt x="113" y="131"/>
                    <a:pt x="64" y="67"/>
                  </a:cubicBezTo>
                  <a:cubicBezTo>
                    <a:pt x="51" y="50"/>
                    <a:pt x="32" y="33"/>
                    <a:pt x="16" y="17"/>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
            <p:cNvSpPr/>
            <p:nvPr/>
          </p:nvSpPr>
          <p:spPr>
            <a:xfrm>
              <a:off x="663787" y="655087"/>
              <a:ext cx="3197" cy="5234"/>
            </a:xfrm>
            <a:custGeom>
              <a:rect b="b" l="l" r="r" t="t"/>
              <a:pathLst>
                <a:path extrusionOk="0" h="185" w="113">
                  <a:moveTo>
                    <a:pt x="1" y="1"/>
                  </a:moveTo>
                  <a:lnTo>
                    <a:pt x="1" y="1"/>
                  </a:lnTo>
                  <a:cubicBezTo>
                    <a:pt x="31" y="66"/>
                    <a:pt x="68" y="133"/>
                    <a:pt x="113" y="184"/>
                  </a:cubicBezTo>
                  <a:cubicBezTo>
                    <a:pt x="104" y="155"/>
                    <a:pt x="94" y="129"/>
                    <a:pt x="81" y="107"/>
                  </a:cubicBezTo>
                  <a:cubicBezTo>
                    <a:pt x="59" y="71"/>
                    <a:pt x="30" y="36"/>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
            <p:cNvSpPr/>
            <p:nvPr/>
          </p:nvSpPr>
          <p:spPr>
            <a:xfrm>
              <a:off x="439264" y="921595"/>
              <a:ext cx="6790" cy="7186"/>
            </a:xfrm>
            <a:custGeom>
              <a:rect b="b" l="l" r="r" t="t"/>
              <a:pathLst>
                <a:path extrusionOk="0" h="254" w="240">
                  <a:moveTo>
                    <a:pt x="0" y="1"/>
                  </a:moveTo>
                  <a:cubicBezTo>
                    <a:pt x="60" y="102"/>
                    <a:pt x="135" y="198"/>
                    <a:pt x="240" y="254"/>
                  </a:cubicBezTo>
                  <a:cubicBezTo>
                    <a:pt x="215" y="226"/>
                    <a:pt x="188" y="200"/>
                    <a:pt x="161" y="174"/>
                  </a:cubicBezTo>
                  <a:cubicBezTo>
                    <a:pt x="108" y="118"/>
                    <a:pt x="51" y="6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
            <p:cNvSpPr/>
            <p:nvPr/>
          </p:nvSpPr>
          <p:spPr>
            <a:xfrm>
              <a:off x="443819" y="911099"/>
              <a:ext cx="9478" cy="14429"/>
            </a:xfrm>
            <a:custGeom>
              <a:rect b="b" l="l" r="r" t="t"/>
              <a:pathLst>
                <a:path extrusionOk="0" h="510" w="335">
                  <a:moveTo>
                    <a:pt x="0" y="1"/>
                  </a:moveTo>
                  <a:lnTo>
                    <a:pt x="0" y="1"/>
                  </a:lnTo>
                  <a:cubicBezTo>
                    <a:pt x="3" y="4"/>
                    <a:pt x="5" y="8"/>
                    <a:pt x="7" y="11"/>
                  </a:cubicBezTo>
                  <a:lnTo>
                    <a:pt x="7" y="11"/>
                  </a:lnTo>
                  <a:cubicBezTo>
                    <a:pt x="7" y="10"/>
                    <a:pt x="6" y="10"/>
                    <a:pt x="6" y="10"/>
                  </a:cubicBezTo>
                  <a:cubicBezTo>
                    <a:pt x="5" y="7"/>
                    <a:pt x="3" y="4"/>
                    <a:pt x="0" y="1"/>
                  </a:cubicBezTo>
                  <a:close/>
                  <a:moveTo>
                    <a:pt x="7" y="11"/>
                  </a:moveTo>
                  <a:cubicBezTo>
                    <a:pt x="101" y="194"/>
                    <a:pt x="210" y="359"/>
                    <a:pt x="335" y="510"/>
                  </a:cubicBezTo>
                  <a:cubicBezTo>
                    <a:pt x="323" y="487"/>
                    <a:pt x="310" y="462"/>
                    <a:pt x="297" y="440"/>
                  </a:cubicBezTo>
                  <a:cubicBezTo>
                    <a:pt x="249" y="366"/>
                    <a:pt x="200" y="292"/>
                    <a:pt x="146" y="218"/>
                  </a:cubicBezTo>
                  <a:cubicBezTo>
                    <a:pt x="99" y="150"/>
                    <a:pt x="53" y="81"/>
                    <a:pt x="7"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
            <p:cNvSpPr/>
            <p:nvPr/>
          </p:nvSpPr>
          <p:spPr>
            <a:xfrm>
              <a:off x="420054" y="832334"/>
              <a:ext cx="8233" cy="8346"/>
            </a:xfrm>
            <a:custGeom>
              <a:rect b="b" l="l" r="r" t="t"/>
              <a:pathLst>
                <a:path extrusionOk="0" h="295" w="291">
                  <a:moveTo>
                    <a:pt x="0" y="1"/>
                  </a:moveTo>
                  <a:cubicBezTo>
                    <a:pt x="55" y="103"/>
                    <a:pt x="125" y="210"/>
                    <a:pt x="191" y="257"/>
                  </a:cubicBezTo>
                  <a:cubicBezTo>
                    <a:pt x="222" y="280"/>
                    <a:pt x="256" y="294"/>
                    <a:pt x="281" y="294"/>
                  </a:cubicBezTo>
                  <a:lnTo>
                    <a:pt x="291" y="294"/>
                  </a:lnTo>
                  <a:cubicBezTo>
                    <a:pt x="265" y="276"/>
                    <a:pt x="244" y="245"/>
                    <a:pt x="227" y="219"/>
                  </a:cubicBezTo>
                  <a:cubicBezTo>
                    <a:pt x="212" y="204"/>
                    <a:pt x="201" y="185"/>
                    <a:pt x="189" y="174"/>
                  </a:cubicBezTo>
                  <a:cubicBezTo>
                    <a:pt x="154" y="137"/>
                    <a:pt x="103" y="94"/>
                    <a:pt x="51" y="46"/>
                  </a:cubicBezTo>
                  <a:cubicBezTo>
                    <a:pt x="33" y="31"/>
                    <a:pt x="16"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
            <p:cNvSpPr/>
            <p:nvPr/>
          </p:nvSpPr>
          <p:spPr>
            <a:xfrm>
              <a:off x="462492" y="775214"/>
              <a:ext cx="15504" cy="22691"/>
            </a:xfrm>
            <a:custGeom>
              <a:rect b="b" l="l" r="r" t="t"/>
              <a:pathLst>
                <a:path extrusionOk="0" h="802" w="548">
                  <a:moveTo>
                    <a:pt x="0" y="0"/>
                  </a:moveTo>
                  <a:lnTo>
                    <a:pt x="12" y="28"/>
                  </a:lnTo>
                  <a:cubicBezTo>
                    <a:pt x="101" y="233"/>
                    <a:pt x="242" y="413"/>
                    <a:pt x="377" y="589"/>
                  </a:cubicBezTo>
                  <a:cubicBezTo>
                    <a:pt x="409" y="631"/>
                    <a:pt x="441" y="671"/>
                    <a:pt x="472" y="711"/>
                  </a:cubicBezTo>
                  <a:cubicBezTo>
                    <a:pt x="495" y="742"/>
                    <a:pt x="518" y="772"/>
                    <a:pt x="547" y="801"/>
                  </a:cubicBezTo>
                  <a:cubicBezTo>
                    <a:pt x="537" y="784"/>
                    <a:pt x="527" y="765"/>
                    <a:pt x="517" y="749"/>
                  </a:cubicBezTo>
                  <a:cubicBezTo>
                    <a:pt x="492" y="705"/>
                    <a:pt x="470" y="663"/>
                    <a:pt x="448" y="633"/>
                  </a:cubicBezTo>
                  <a:lnTo>
                    <a:pt x="34" y="42"/>
                  </a:lnTo>
                  <a:cubicBezTo>
                    <a:pt x="24" y="28"/>
                    <a:pt x="14" y="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
            <p:cNvSpPr/>
            <p:nvPr/>
          </p:nvSpPr>
          <p:spPr>
            <a:xfrm>
              <a:off x="516133" y="635820"/>
              <a:ext cx="11515" cy="9761"/>
            </a:xfrm>
            <a:custGeom>
              <a:rect b="b" l="l" r="r" t="t"/>
              <a:pathLst>
                <a:path extrusionOk="0" h="345" w="407">
                  <a:moveTo>
                    <a:pt x="0" y="0"/>
                  </a:moveTo>
                  <a:lnTo>
                    <a:pt x="0" y="0"/>
                  </a:lnTo>
                  <a:cubicBezTo>
                    <a:pt x="29" y="35"/>
                    <a:pt x="59" y="68"/>
                    <a:pt x="91" y="92"/>
                  </a:cubicBezTo>
                  <a:cubicBezTo>
                    <a:pt x="154" y="141"/>
                    <a:pt x="217" y="189"/>
                    <a:pt x="278" y="240"/>
                  </a:cubicBezTo>
                  <a:cubicBezTo>
                    <a:pt x="320" y="275"/>
                    <a:pt x="364" y="310"/>
                    <a:pt x="406" y="345"/>
                  </a:cubicBezTo>
                  <a:cubicBezTo>
                    <a:pt x="380" y="313"/>
                    <a:pt x="352" y="284"/>
                    <a:pt x="323" y="260"/>
                  </a:cubicBezTo>
                  <a:cubicBezTo>
                    <a:pt x="282" y="228"/>
                    <a:pt x="243" y="192"/>
                    <a:pt x="204" y="157"/>
                  </a:cubicBezTo>
                  <a:cubicBezTo>
                    <a:pt x="152" y="108"/>
                    <a:pt x="99" y="63"/>
                    <a:pt x="45" y="25"/>
                  </a:cubicBezTo>
                  <a:cubicBezTo>
                    <a:pt x="32" y="15"/>
                    <a:pt x="16"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
            <p:cNvSpPr/>
            <p:nvPr/>
          </p:nvSpPr>
          <p:spPr>
            <a:xfrm>
              <a:off x="510616" y="646373"/>
              <a:ext cx="28377" cy="18022"/>
            </a:xfrm>
            <a:custGeom>
              <a:rect b="b" l="l" r="r" t="t"/>
              <a:pathLst>
                <a:path extrusionOk="0" h="637" w="1003">
                  <a:moveTo>
                    <a:pt x="166" y="1"/>
                  </a:moveTo>
                  <a:lnTo>
                    <a:pt x="236" y="44"/>
                  </a:lnTo>
                  <a:cubicBezTo>
                    <a:pt x="261" y="59"/>
                    <a:pt x="280" y="70"/>
                    <a:pt x="300" y="85"/>
                  </a:cubicBezTo>
                  <a:cubicBezTo>
                    <a:pt x="214" y="59"/>
                    <a:pt x="130" y="38"/>
                    <a:pt x="47" y="25"/>
                  </a:cubicBezTo>
                  <a:cubicBezTo>
                    <a:pt x="45" y="25"/>
                    <a:pt x="44" y="25"/>
                    <a:pt x="42" y="25"/>
                  </a:cubicBezTo>
                  <a:cubicBezTo>
                    <a:pt x="14" y="25"/>
                    <a:pt x="1" y="71"/>
                    <a:pt x="33" y="78"/>
                  </a:cubicBezTo>
                  <a:cubicBezTo>
                    <a:pt x="413" y="161"/>
                    <a:pt x="643" y="376"/>
                    <a:pt x="922" y="627"/>
                  </a:cubicBezTo>
                  <a:cubicBezTo>
                    <a:pt x="929" y="633"/>
                    <a:pt x="938" y="636"/>
                    <a:pt x="945" y="636"/>
                  </a:cubicBezTo>
                  <a:cubicBezTo>
                    <a:pt x="969" y="636"/>
                    <a:pt x="990" y="611"/>
                    <a:pt x="976" y="585"/>
                  </a:cubicBezTo>
                  <a:cubicBezTo>
                    <a:pt x="975" y="584"/>
                    <a:pt x="974" y="580"/>
                    <a:pt x="971" y="578"/>
                  </a:cubicBezTo>
                  <a:lnTo>
                    <a:pt x="971" y="578"/>
                  </a:lnTo>
                  <a:cubicBezTo>
                    <a:pt x="982" y="585"/>
                    <a:pt x="991" y="593"/>
                    <a:pt x="1002" y="600"/>
                  </a:cubicBezTo>
                  <a:cubicBezTo>
                    <a:pt x="989" y="587"/>
                    <a:pt x="975" y="576"/>
                    <a:pt x="962" y="563"/>
                  </a:cubicBezTo>
                  <a:cubicBezTo>
                    <a:pt x="831" y="335"/>
                    <a:pt x="582" y="179"/>
                    <a:pt x="326" y="95"/>
                  </a:cubicBezTo>
                  <a:cubicBezTo>
                    <a:pt x="322" y="92"/>
                    <a:pt x="319" y="89"/>
                    <a:pt x="315" y="88"/>
                  </a:cubicBezTo>
                  <a:cubicBezTo>
                    <a:pt x="265" y="56"/>
                    <a:pt x="214" y="27"/>
                    <a:pt x="1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1"/>
            <p:cNvSpPr/>
            <p:nvPr/>
          </p:nvSpPr>
          <p:spPr>
            <a:xfrm>
              <a:off x="464104" y="835588"/>
              <a:ext cx="22606" cy="28208"/>
            </a:xfrm>
            <a:custGeom>
              <a:rect b="b" l="l" r="r" t="t"/>
              <a:pathLst>
                <a:path extrusionOk="0" h="997" w="799">
                  <a:moveTo>
                    <a:pt x="0" y="1"/>
                  </a:moveTo>
                  <a:cubicBezTo>
                    <a:pt x="95" y="143"/>
                    <a:pt x="195" y="274"/>
                    <a:pt x="298" y="412"/>
                  </a:cubicBezTo>
                  <a:lnTo>
                    <a:pt x="377" y="517"/>
                  </a:lnTo>
                  <a:cubicBezTo>
                    <a:pt x="397" y="546"/>
                    <a:pt x="428" y="572"/>
                    <a:pt x="454" y="600"/>
                  </a:cubicBezTo>
                  <a:cubicBezTo>
                    <a:pt x="486" y="630"/>
                    <a:pt x="516" y="659"/>
                    <a:pt x="541" y="693"/>
                  </a:cubicBezTo>
                  <a:lnTo>
                    <a:pt x="569" y="729"/>
                  </a:lnTo>
                  <a:cubicBezTo>
                    <a:pt x="638" y="819"/>
                    <a:pt x="713" y="921"/>
                    <a:pt x="798" y="997"/>
                  </a:cubicBezTo>
                  <a:cubicBezTo>
                    <a:pt x="793" y="979"/>
                    <a:pt x="791" y="962"/>
                    <a:pt x="788" y="941"/>
                  </a:cubicBezTo>
                  <a:cubicBezTo>
                    <a:pt x="785" y="933"/>
                    <a:pt x="784" y="917"/>
                    <a:pt x="778" y="903"/>
                  </a:cubicBezTo>
                  <a:cubicBezTo>
                    <a:pt x="756" y="844"/>
                    <a:pt x="697" y="789"/>
                    <a:pt x="638" y="738"/>
                  </a:cubicBezTo>
                  <a:cubicBezTo>
                    <a:pt x="598" y="701"/>
                    <a:pt x="556" y="665"/>
                    <a:pt x="526" y="626"/>
                  </a:cubicBezTo>
                  <a:cubicBezTo>
                    <a:pt x="444" y="514"/>
                    <a:pt x="349" y="408"/>
                    <a:pt x="258" y="306"/>
                  </a:cubicBezTo>
                  <a:cubicBezTo>
                    <a:pt x="170" y="207"/>
                    <a:pt x="82" y="107"/>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
            <p:cNvSpPr/>
            <p:nvPr/>
          </p:nvSpPr>
          <p:spPr>
            <a:xfrm>
              <a:off x="683422" y="586649"/>
              <a:ext cx="7356" cy="10440"/>
            </a:xfrm>
            <a:custGeom>
              <a:rect b="b" l="l" r="r" t="t"/>
              <a:pathLst>
                <a:path extrusionOk="0" h="369" w="260">
                  <a:moveTo>
                    <a:pt x="0" y="1"/>
                  </a:moveTo>
                  <a:cubicBezTo>
                    <a:pt x="61" y="123"/>
                    <a:pt x="156" y="272"/>
                    <a:pt x="259" y="368"/>
                  </a:cubicBezTo>
                  <a:cubicBezTo>
                    <a:pt x="245" y="339"/>
                    <a:pt x="232" y="312"/>
                    <a:pt x="216" y="287"/>
                  </a:cubicBezTo>
                  <a:cubicBezTo>
                    <a:pt x="188" y="245"/>
                    <a:pt x="152" y="200"/>
                    <a:pt x="114" y="150"/>
                  </a:cubicBezTo>
                  <a:cubicBezTo>
                    <a:pt x="76" y="102"/>
                    <a:pt x="37" y="5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
            <p:cNvSpPr/>
            <p:nvPr/>
          </p:nvSpPr>
          <p:spPr>
            <a:xfrm>
              <a:off x="516133" y="661453"/>
              <a:ext cx="16551" cy="9676"/>
            </a:xfrm>
            <a:custGeom>
              <a:rect b="b" l="l" r="r" t="t"/>
              <a:pathLst>
                <a:path extrusionOk="0" h="342" w="585">
                  <a:moveTo>
                    <a:pt x="76" y="1"/>
                  </a:moveTo>
                  <a:cubicBezTo>
                    <a:pt x="65" y="1"/>
                    <a:pt x="54" y="2"/>
                    <a:pt x="43" y="3"/>
                  </a:cubicBezTo>
                  <a:cubicBezTo>
                    <a:pt x="18" y="6"/>
                    <a:pt x="0" y="42"/>
                    <a:pt x="28" y="54"/>
                  </a:cubicBezTo>
                  <a:cubicBezTo>
                    <a:pt x="108" y="88"/>
                    <a:pt x="192" y="109"/>
                    <a:pt x="269" y="154"/>
                  </a:cubicBezTo>
                  <a:cubicBezTo>
                    <a:pt x="351" y="202"/>
                    <a:pt x="416" y="270"/>
                    <a:pt x="489" y="333"/>
                  </a:cubicBezTo>
                  <a:cubicBezTo>
                    <a:pt x="496" y="339"/>
                    <a:pt x="504" y="342"/>
                    <a:pt x="512" y="342"/>
                  </a:cubicBezTo>
                  <a:cubicBezTo>
                    <a:pt x="536" y="342"/>
                    <a:pt x="556" y="318"/>
                    <a:pt x="544" y="291"/>
                  </a:cubicBezTo>
                  <a:cubicBezTo>
                    <a:pt x="534" y="275"/>
                    <a:pt x="524" y="256"/>
                    <a:pt x="512" y="240"/>
                  </a:cubicBezTo>
                  <a:lnTo>
                    <a:pt x="512" y="240"/>
                  </a:lnTo>
                  <a:cubicBezTo>
                    <a:pt x="538" y="250"/>
                    <a:pt x="562" y="261"/>
                    <a:pt x="585" y="270"/>
                  </a:cubicBezTo>
                  <a:cubicBezTo>
                    <a:pt x="554" y="248"/>
                    <a:pt x="521" y="231"/>
                    <a:pt x="489" y="211"/>
                  </a:cubicBezTo>
                  <a:cubicBezTo>
                    <a:pt x="392" y="92"/>
                    <a:pt x="221"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
            <p:cNvSpPr/>
            <p:nvPr/>
          </p:nvSpPr>
          <p:spPr>
            <a:xfrm>
              <a:off x="447695" y="896330"/>
              <a:ext cx="10185" cy="18956"/>
            </a:xfrm>
            <a:custGeom>
              <a:rect b="b" l="l" r="r" t="t"/>
              <a:pathLst>
                <a:path extrusionOk="0" h="670" w="360">
                  <a:moveTo>
                    <a:pt x="0" y="1"/>
                  </a:moveTo>
                  <a:cubicBezTo>
                    <a:pt x="15" y="42"/>
                    <a:pt x="38" y="91"/>
                    <a:pt x="73" y="159"/>
                  </a:cubicBezTo>
                  <a:lnTo>
                    <a:pt x="135" y="276"/>
                  </a:lnTo>
                  <a:cubicBezTo>
                    <a:pt x="205" y="415"/>
                    <a:pt x="270" y="547"/>
                    <a:pt x="359" y="669"/>
                  </a:cubicBezTo>
                  <a:lnTo>
                    <a:pt x="359" y="669"/>
                  </a:lnTo>
                  <a:cubicBezTo>
                    <a:pt x="358" y="667"/>
                    <a:pt x="358" y="664"/>
                    <a:pt x="356" y="663"/>
                  </a:cubicBezTo>
                  <a:cubicBezTo>
                    <a:pt x="339" y="616"/>
                    <a:pt x="321" y="572"/>
                    <a:pt x="302" y="537"/>
                  </a:cubicBezTo>
                  <a:cubicBezTo>
                    <a:pt x="244" y="443"/>
                    <a:pt x="191" y="343"/>
                    <a:pt x="137" y="245"/>
                  </a:cubicBezTo>
                  <a:cubicBezTo>
                    <a:pt x="93" y="164"/>
                    <a:pt x="48" y="81"/>
                    <a:pt x="0" y="1"/>
                  </a:cubicBezTo>
                  <a:close/>
                  <a:moveTo>
                    <a:pt x="359" y="669"/>
                  </a:moveTo>
                  <a:cubicBezTo>
                    <a:pt x="359" y="669"/>
                    <a:pt x="359" y="670"/>
                    <a:pt x="359" y="670"/>
                  </a:cubicBezTo>
                  <a:cubicBezTo>
                    <a:pt x="359" y="670"/>
                    <a:pt x="359" y="669"/>
                    <a:pt x="359" y="66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
            <p:cNvSpPr/>
            <p:nvPr/>
          </p:nvSpPr>
          <p:spPr>
            <a:xfrm>
              <a:off x="455871" y="795725"/>
              <a:ext cx="31292" cy="42212"/>
            </a:xfrm>
            <a:custGeom>
              <a:rect b="b" l="l" r="r" t="t"/>
              <a:pathLst>
                <a:path extrusionOk="0" h="1492" w="1106">
                  <a:moveTo>
                    <a:pt x="0" y="1"/>
                  </a:moveTo>
                  <a:lnTo>
                    <a:pt x="0" y="1"/>
                  </a:lnTo>
                  <a:cubicBezTo>
                    <a:pt x="6" y="11"/>
                    <a:pt x="11" y="21"/>
                    <a:pt x="18" y="31"/>
                  </a:cubicBezTo>
                  <a:cubicBezTo>
                    <a:pt x="169" y="306"/>
                    <a:pt x="326" y="553"/>
                    <a:pt x="489" y="786"/>
                  </a:cubicBezTo>
                  <a:cubicBezTo>
                    <a:pt x="534" y="851"/>
                    <a:pt x="589" y="912"/>
                    <a:pt x="643" y="975"/>
                  </a:cubicBezTo>
                  <a:cubicBezTo>
                    <a:pt x="691" y="1029"/>
                    <a:pt x="738" y="1082"/>
                    <a:pt x="780" y="1138"/>
                  </a:cubicBezTo>
                  <a:lnTo>
                    <a:pt x="793" y="1157"/>
                  </a:lnTo>
                  <a:cubicBezTo>
                    <a:pt x="845" y="1225"/>
                    <a:pt x="988" y="1418"/>
                    <a:pt x="1078" y="1491"/>
                  </a:cubicBezTo>
                  <a:cubicBezTo>
                    <a:pt x="1082" y="1485"/>
                    <a:pt x="1084" y="1478"/>
                    <a:pt x="1086" y="1472"/>
                  </a:cubicBezTo>
                  <a:cubicBezTo>
                    <a:pt x="1094" y="1458"/>
                    <a:pt x="1100" y="1446"/>
                    <a:pt x="1105" y="1431"/>
                  </a:cubicBezTo>
                  <a:cubicBezTo>
                    <a:pt x="1007" y="1333"/>
                    <a:pt x="922" y="1216"/>
                    <a:pt x="838" y="1104"/>
                  </a:cubicBezTo>
                  <a:lnTo>
                    <a:pt x="799" y="1049"/>
                  </a:lnTo>
                  <a:cubicBezTo>
                    <a:pt x="759" y="998"/>
                    <a:pt x="716" y="952"/>
                    <a:pt x="669" y="901"/>
                  </a:cubicBezTo>
                  <a:cubicBezTo>
                    <a:pt x="620" y="850"/>
                    <a:pt x="570" y="795"/>
                    <a:pt x="530" y="736"/>
                  </a:cubicBezTo>
                  <a:cubicBezTo>
                    <a:pt x="394" y="553"/>
                    <a:pt x="268" y="373"/>
                    <a:pt x="137" y="185"/>
                  </a:cubicBezTo>
                  <a:lnTo>
                    <a:pt x="93" y="124"/>
                  </a:lnTo>
                  <a:cubicBezTo>
                    <a:pt x="67" y="88"/>
                    <a:pt x="35" y="4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
            <p:cNvSpPr/>
            <p:nvPr/>
          </p:nvSpPr>
          <p:spPr>
            <a:xfrm>
              <a:off x="1026119" y="659133"/>
              <a:ext cx="56330" cy="8431"/>
            </a:xfrm>
            <a:custGeom>
              <a:rect b="b" l="l" r="r" t="t"/>
              <a:pathLst>
                <a:path extrusionOk="0" h="298" w="1991">
                  <a:moveTo>
                    <a:pt x="1198" y="1"/>
                  </a:moveTo>
                  <a:cubicBezTo>
                    <a:pt x="795" y="1"/>
                    <a:pt x="383" y="99"/>
                    <a:pt x="27" y="243"/>
                  </a:cubicBezTo>
                  <a:cubicBezTo>
                    <a:pt x="0" y="255"/>
                    <a:pt x="8" y="297"/>
                    <a:pt x="33" y="297"/>
                  </a:cubicBezTo>
                  <a:cubicBezTo>
                    <a:pt x="36" y="297"/>
                    <a:pt x="39" y="297"/>
                    <a:pt x="42" y="296"/>
                  </a:cubicBezTo>
                  <a:cubicBezTo>
                    <a:pt x="379" y="171"/>
                    <a:pt x="693" y="126"/>
                    <a:pt x="1010" y="126"/>
                  </a:cubicBezTo>
                  <a:cubicBezTo>
                    <a:pt x="1303" y="126"/>
                    <a:pt x="1599" y="165"/>
                    <a:pt x="1918" y="216"/>
                  </a:cubicBezTo>
                  <a:cubicBezTo>
                    <a:pt x="1920" y="216"/>
                    <a:pt x="1923" y="216"/>
                    <a:pt x="1926" y="216"/>
                  </a:cubicBezTo>
                  <a:cubicBezTo>
                    <a:pt x="1975" y="216"/>
                    <a:pt x="1991" y="153"/>
                    <a:pt x="1942" y="134"/>
                  </a:cubicBezTo>
                  <a:cubicBezTo>
                    <a:pt x="1709" y="41"/>
                    <a:pt x="1455" y="1"/>
                    <a:pt x="11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
            <p:cNvSpPr/>
            <p:nvPr/>
          </p:nvSpPr>
          <p:spPr>
            <a:xfrm>
              <a:off x="1050450" y="652371"/>
              <a:ext cx="21417" cy="3254"/>
            </a:xfrm>
            <a:custGeom>
              <a:rect b="b" l="l" r="r" t="t"/>
              <a:pathLst>
                <a:path extrusionOk="0" h="115" w="757">
                  <a:moveTo>
                    <a:pt x="43" y="1"/>
                  </a:moveTo>
                  <a:cubicBezTo>
                    <a:pt x="1" y="1"/>
                    <a:pt x="2" y="61"/>
                    <a:pt x="43" y="65"/>
                  </a:cubicBezTo>
                  <a:lnTo>
                    <a:pt x="402" y="97"/>
                  </a:lnTo>
                  <a:cubicBezTo>
                    <a:pt x="472" y="103"/>
                    <a:pt x="542" y="114"/>
                    <a:pt x="612" y="114"/>
                  </a:cubicBezTo>
                  <a:cubicBezTo>
                    <a:pt x="648" y="114"/>
                    <a:pt x="684" y="111"/>
                    <a:pt x="720" y="103"/>
                  </a:cubicBezTo>
                  <a:cubicBezTo>
                    <a:pt x="757" y="94"/>
                    <a:pt x="751" y="46"/>
                    <a:pt x="720" y="36"/>
                  </a:cubicBezTo>
                  <a:cubicBezTo>
                    <a:pt x="647" y="9"/>
                    <a:pt x="568" y="7"/>
                    <a:pt x="489" y="7"/>
                  </a:cubicBezTo>
                  <a:cubicBezTo>
                    <a:pt x="470" y="7"/>
                    <a:pt x="452" y="7"/>
                    <a:pt x="433" y="7"/>
                  </a:cubicBezTo>
                  <a:cubicBezTo>
                    <a:pt x="422" y="7"/>
                    <a:pt x="412" y="7"/>
                    <a:pt x="402" y="7"/>
                  </a:cubicBezTo>
                  <a:lnTo>
                    <a:pt x="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1"/>
            <p:cNvSpPr/>
            <p:nvPr/>
          </p:nvSpPr>
          <p:spPr>
            <a:xfrm>
              <a:off x="949562" y="732040"/>
              <a:ext cx="22096" cy="11657"/>
            </a:xfrm>
            <a:custGeom>
              <a:rect b="b" l="l" r="r" t="t"/>
              <a:pathLst>
                <a:path extrusionOk="0" h="412" w="781">
                  <a:moveTo>
                    <a:pt x="31" y="1"/>
                  </a:moveTo>
                  <a:cubicBezTo>
                    <a:pt x="4" y="1"/>
                    <a:pt x="1" y="42"/>
                    <a:pt x="26" y="51"/>
                  </a:cubicBezTo>
                  <a:cubicBezTo>
                    <a:pt x="156" y="91"/>
                    <a:pt x="284" y="139"/>
                    <a:pt x="403" y="205"/>
                  </a:cubicBezTo>
                  <a:cubicBezTo>
                    <a:pt x="512" y="266"/>
                    <a:pt x="601" y="354"/>
                    <a:pt x="711" y="408"/>
                  </a:cubicBezTo>
                  <a:cubicBezTo>
                    <a:pt x="716" y="411"/>
                    <a:pt x="722" y="412"/>
                    <a:pt x="727" y="412"/>
                  </a:cubicBezTo>
                  <a:cubicBezTo>
                    <a:pt x="754" y="412"/>
                    <a:pt x="780" y="385"/>
                    <a:pt x="762" y="357"/>
                  </a:cubicBezTo>
                  <a:cubicBezTo>
                    <a:pt x="617" y="144"/>
                    <a:pt x="279" y="33"/>
                    <a:pt x="34" y="1"/>
                  </a:cubicBezTo>
                  <a:cubicBezTo>
                    <a:pt x="33" y="1"/>
                    <a:pt x="32" y="1"/>
                    <a:pt x="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
            <p:cNvSpPr/>
            <p:nvPr/>
          </p:nvSpPr>
          <p:spPr>
            <a:xfrm>
              <a:off x="964613" y="732295"/>
              <a:ext cx="23058" cy="10016"/>
            </a:xfrm>
            <a:custGeom>
              <a:rect b="b" l="l" r="r" t="t"/>
              <a:pathLst>
                <a:path extrusionOk="0" h="354" w="815">
                  <a:moveTo>
                    <a:pt x="50" y="0"/>
                  </a:moveTo>
                  <a:cubicBezTo>
                    <a:pt x="19" y="0"/>
                    <a:pt x="1" y="50"/>
                    <a:pt x="32" y="65"/>
                  </a:cubicBezTo>
                  <a:cubicBezTo>
                    <a:pt x="258" y="162"/>
                    <a:pt x="505" y="309"/>
                    <a:pt x="746" y="353"/>
                  </a:cubicBezTo>
                  <a:cubicBezTo>
                    <a:pt x="749" y="353"/>
                    <a:pt x="751" y="353"/>
                    <a:pt x="754" y="353"/>
                  </a:cubicBezTo>
                  <a:cubicBezTo>
                    <a:pt x="793" y="353"/>
                    <a:pt x="815" y="303"/>
                    <a:pt x="777" y="280"/>
                  </a:cubicBezTo>
                  <a:cubicBezTo>
                    <a:pt x="570" y="145"/>
                    <a:pt x="290" y="85"/>
                    <a:pt x="60" y="2"/>
                  </a:cubicBezTo>
                  <a:cubicBezTo>
                    <a:pt x="56" y="1"/>
                    <a:pt x="53" y="0"/>
                    <a:pt x="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
            <p:cNvSpPr/>
            <p:nvPr/>
          </p:nvSpPr>
          <p:spPr>
            <a:xfrm>
              <a:off x="992424" y="733059"/>
              <a:ext cx="19748" cy="10581"/>
            </a:xfrm>
            <a:custGeom>
              <a:rect b="b" l="l" r="r" t="t"/>
              <a:pathLst>
                <a:path extrusionOk="0" h="374" w="698">
                  <a:moveTo>
                    <a:pt x="87" y="1"/>
                  </a:moveTo>
                  <a:cubicBezTo>
                    <a:pt x="35" y="1"/>
                    <a:pt x="1" y="77"/>
                    <a:pt x="58" y="106"/>
                  </a:cubicBezTo>
                  <a:lnTo>
                    <a:pt x="353" y="252"/>
                  </a:lnTo>
                  <a:cubicBezTo>
                    <a:pt x="441" y="295"/>
                    <a:pt x="531" y="349"/>
                    <a:pt x="627" y="372"/>
                  </a:cubicBezTo>
                  <a:cubicBezTo>
                    <a:pt x="631" y="373"/>
                    <a:pt x="634" y="374"/>
                    <a:pt x="638" y="374"/>
                  </a:cubicBezTo>
                  <a:cubicBezTo>
                    <a:pt x="671" y="374"/>
                    <a:pt x="697" y="330"/>
                    <a:pt x="666" y="304"/>
                  </a:cubicBezTo>
                  <a:cubicBezTo>
                    <a:pt x="590" y="241"/>
                    <a:pt x="496" y="204"/>
                    <a:pt x="409" y="159"/>
                  </a:cubicBezTo>
                  <a:lnTo>
                    <a:pt x="114" y="7"/>
                  </a:lnTo>
                  <a:cubicBezTo>
                    <a:pt x="104" y="3"/>
                    <a:pt x="96" y="1"/>
                    <a:pt x="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
            <p:cNvSpPr/>
            <p:nvPr/>
          </p:nvSpPr>
          <p:spPr>
            <a:xfrm>
              <a:off x="480825" y="984459"/>
              <a:ext cx="42297" cy="6903"/>
            </a:xfrm>
            <a:custGeom>
              <a:rect b="b" l="l" r="r" t="t"/>
              <a:pathLst>
                <a:path extrusionOk="0" h="244" w="1495">
                  <a:moveTo>
                    <a:pt x="1096" y="0"/>
                  </a:moveTo>
                  <a:cubicBezTo>
                    <a:pt x="732" y="0"/>
                    <a:pt x="356" y="92"/>
                    <a:pt x="26" y="201"/>
                  </a:cubicBezTo>
                  <a:cubicBezTo>
                    <a:pt x="0" y="209"/>
                    <a:pt x="7" y="244"/>
                    <a:pt x="29" y="244"/>
                  </a:cubicBezTo>
                  <a:cubicBezTo>
                    <a:pt x="31" y="244"/>
                    <a:pt x="34" y="244"/>
                    <a:pt x="36" y="243"/>
                  </a:cubicBezTo>
                  <a:cubicBezTo>
                    <a:pt x="510" y="130"/>
                    <a:pt x="968" y="137"/>
                    <a:pt x="1446" y="96"/>
                  </a:cubicBezTo>
                  <a:cubicBezTo>
                    <a:pt x="1481" y="93"/>
                    <a:pt x="1494" y="41"/>
                    <a:pt x="1455" y="34"/>
                  </a:cubicBezTo>
                  <a:cubicBezTo>
                    <a:pt x="1338" y="10"/>
                    <a:pt x="1218" y="0"/>
                    <a:pt x="10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
            <p:cNvSpPr/>
            <p:nvPr/>
          </p:nvSpPr>
          <p:spPr>
            <a:xfrm>
              <a:off x="499412" y="971897"/>
              <a:ext cx="27019" cy="4725"/>
            </a:xfrm>
            <a:custGeom>
              <a:rect b="b" l="l" r="r" t="t"/>
              <a:pathLst>
                <a:path extrusionOk="0" h="167" w="955">
                  <a:moveTo>
                    <a:pt x="572" y="0"/>
                  </a:moveTo>
                  <a:cubicBezTo>
                    <a:pt x="389" y="0"/>
                    <a:pt x="203" y="42"/>
                    <a:pt x="39" y="98"/>
                  </a:cubicBezTo>
                  <a:cubicBezTo>
                    <a:pt x="0" y="112"/>
                    <a:pt x="10" y="166"/>
                    <a:pt x="46" y="166"/>
                  </a:cubicBezTo>
                  <a:cubicBezTo>
                    <a:pt x="49" y="166"/>
                    <a:pt x="53" y="166"/>
                    <a:pt x="56" y="165"/>
                  </a:cubicBezTo>
                  <a:cubicBezTo>
                    <a:pt x="203" y="125"/>
                    <a:pt x="341" y="113"/>
                    <a:pt x="480" y="113"/>
                  </a:cubicBezTo>
                  <a:cubicBezTo>
                    <a:pt x="621" y="113"/>
                    <a:pt x="763" y="125"/>
                    <a:pt x="913" y="132"/>
                  </a:cubicBezTo>
                  <a:cubicBezTo>
                    <a:pt x="913" y="132"/>
                    <a:pt x="914" y="132"/>
                    <a:pt x="914" y="132"/>
                  </a:cubicBezTo>
                  <a:cubicBezTo>
                    <a:pt x="955" y="132"/>
                    <a:pt x="954" y="76"/>
                    <a:pt x="921" y="63"/>
                  </a:cubicBezTo>
                  <a:cubicBezTo>
                    <a:pt x="811" y="19"/>
                    <a:pt x="692" y="0"/>
                    <a:pt x="5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
            <p:cNvSpPr/>
            <p:nvPr/>
          </p:nvSpPr>
          <p:spPr>
            <a:xfrm>
              <a:off x="509428" y="901706"/>
              <a:ext cx="6762" cy="2122"/>
            </a:xfrm>
            <a:custGeom>
              <a:rect b="b" l="l" r="r" t="t"/>
              <a:pathLst>
                <a:path extrusionOk="0" h="75" w="239">
                  <a:moveTo>
                    <a:pt x="146" y="1"/>
                  </a:moveTo>
                  <a:cubicBezTo>
                    <a:pt x="112" y="1"/>
                    <a:pt x="78" y="5"/>
                    <a:pt x="43" y="6"/>
                  </a:cubicBezTo>
                  <a:cubicBezTo>
                    <a:pt x="0" y="7"/>
                    <a:pt x="0" y="67"/>
                    <a:pt x="43" y="70"/>
                  </a:cubicBezTo>
                  <a:cubicBezTo>
                    <a:pt x="74" y="71"/>
                    <a:pt x="105" y="74"/>
                    <a:pt x="136" y="74"/>
                  </a:cubicBezTo>
                  <a:cubicBezTo>
                    <a:pt x="160" y="74"/>
                    <a:pt x="184" y="73"/>
                    <a:pt x="208" y="67"/>
                  </a:cubicBezTo>
                  <a:cubicBezTo>
                    <a:pt x="239" y="64"/>
                    <a:pt x="239" y="15"/>
                    <a:pt x="208" y="7"/>
                  </a:cubicBezTo>
                  <a:cubicBezTo>
                    <a:pt x="187" y="2"/>
                    <a:pt x="166" y="1"/>
                    <a:pt x="1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
            <p:cNvSpPr/>
            <p:nvPr/>
          </p:nvSpPr>
          <p:spPr>
            <a:xfrm>
              <a:off x="508013" y="890050"/>
              <a:ext cx="9223" cy="2971"/>
            </a:xfrm>
            <a:custGeom>
              <a:rect b="b" l="l" r="r" t="t"/>
              <a:pathLst>
                <a:path extrusionOk="0" h="105" w="326">
                  <a:moveTo>
                    <a:pt x="248" y="1"/>
                  </a:moveTo>
                  <a:cubicBezTo>
                    <a:pt x="184" y="1"/>
                    <a:pt x="117" y="18"/>
                    <a:pt x="55" y="25"/>
                  </a:cubicBezTo>
                  <a:cubicBezTo>
                    <a:pt x="1" y="32"/>
                    <a:pt x="6" y="104"/>
                    <a:pt x="58" y="104"/>
                  </a:cubicBezTo>
                  <a:cubicBezTo>
                    <a:pt x="60" y="104"/>
                    <a:pt x="62" y="104"/>
                    <a:pt x="65" y="104"/>
                  </a:cubicBezTo>
                  <a:cubicBezTo>
                    <a:pt x="143" y="91"/>
                    <a:pt x="235" y="91"/>
                    <a:pt x="305" y="54"/>
                  </a:cubicBezTo>
                  <a:cubicBezTo>
                    <a:pt x="325" y="46"/>
                    <a:pt x="322" y="11"/>
                    <a:pt x="298" y="5"/>
                  </a:cubicBezTo>
                  <a:cubicBezTo>
                    <a:pt x="281" y="2"/>
                    <a:pt x="265" y="1"/>
                    <a:pt x="2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
            <p:cNvSpPr/>
            <p:nvPr/>
          </p:nvSpPr>
          <p:spPr>
            <a:xfrm>
              <a:off x="503175" y="876639"/>
              <a:ext cx="16325" cy="3395"/>
            </a:xfrm>
            <a:custGeom>
              <a:rect b="b" l="l" r="r" t="t"/>
              <a:pathLst>
                <a:path extrusionOk="0" h="120" w="577">
                  <a:moveTo>
                    <a:pt x="502" y="1"/>
                  </a:moveTo>
                  <a:cubicBezTo>
                    <a:pt x="501" y="1"/>
                    <a:pt x="501" y="1"/>
                    <a:pt x="501" y="1"/>
                  </a:cubicBezTo>
                  <a:cubicBezTo>
                    <a:pt x="357" y="3"/>
                    <a:pt x="211" y="6"/>
                    <a:pt x="67" y="8"/>
                  </a:cubicBezTo>
                  <a:cubicBezTo>
                    <a:pt x="0" y="11"/>
                    <a:pt x="0" y="110"/>
                    <a:pt x="67" y="113"/>
                  </a:cubicBezTo>
                  <a:cubicBezTo>
                    <a:pt x="211" y="114"/>
                    <a:pt x="357" y="117"/>
                    <a:pt x="501" y="120"/>
                  </a:cubicBezTo>
                  <a:cubicBezTo>
                    <a:pt x="576" y="120"/>
                    <a:pt x="576" y="1"/>
                    <a:pt x="5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
            <p:cNvSpPr/>
            <p:nvPr/>
          </p:nvSpPr>
          <p:spPr>
            <a:xfrm>
              <a:off x="501195" y="860598"/>
              <a:ext cx="20767" cy="4640"/>
            </a:xfrm>
            <a:custGeom>
              <a:rect b="b" l="l" r="r" t="t"/>
              <a:pathLst>
                <a:path extrusionOk="0" h="164" w="734">
                  <a:moveTo>
                    <a:pt x="51" y="0"/>
                  </a:moveTo>
                  <a:cubicBezTo>
                    <a:pt x="1" y="0"/>
                    <a:pt x="3" y="84"/>
                    <a:pt x="57" y="91"/>
                  </a:cubicBezTo>
                  <a:cubicBezTo>
                    <a:pt x="162" y="105"/>
                    <a:pt x="267" y="120"/>
                    <a:pt x="371" y="131"/>
                  </a:cubicBezTo>
                  <a:cubicBezTo>
                    <a:pt x="455" y="142"/>
                    <a:pt x="545" y="164"/>
                    <a:pt x="631" y="164"/>
                  </a:cubicBezTo>
                  <a:cubicBezTo>
                    <a:pt x="649" y="164"/>
                    <a:pt x="667" y="163"/>
                    <a:pt x="685" y="160"/>
                  </a:cubicBezTo>
                  <a:cubicBezTo>
                    <a:pt x="725" y="156"/>
                    <a:pt x="733" y="108"/>
                    <a:pt x="696" y="94"/>
                  </a:cubicBezTo>
                  <a:cubicBezTo>
                    <a:pt x="603" y="57"/>
                    <a:pt x="493" y="56"/>
                    <a:pt x="395" y="43"/>
                  </a:cubicBezTo>
                  <a:cubicBezTo>
                    <a:pt x="283" y="28"/>
                    <a:pt x="171" y="14"/>
                    <a:pt x="57" y="1"/>
                  </a:cubicBezTo>
                  <a:cubicBezTo>
                    <a:pt x="55" y="0"/>
                    <a:pt x="53" y="0"/>
                    <a:pt x="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
            <p:cNvSpPr/>
            <p:nvPr/>
          </p:nvSpPr>
          <p:spPr>
            <a:xfrm>
              <a:off x="513926" y="632680"/>
              <a:ext cx="17824" cy="12618"/>
            </a:xfrm>
            <a:custGeom>
              <a:rect b="b" l="l" r="r" t="t"/>
              <a:pathLst>
                <a:path extrusionOk="0" h="446" w="630">
                  <a:moveTo>
                    <a:pt x="46" y="0"/>
                  </a:moveTo>
                  <a:cubicBezTo>
                    <a:pt x="20" y="0"/>
                    <a:pt x="1" y="37"/>
                    <a:pt x="29" y="50"/>
                  </a:cubicBezTo>
                  <a:cubicBezTo>
                    <a:pt x="128" y="94"/>
                    <a:pt x="222" y="146"/>
                    <a:pt x="311" y="208"/>
                  </a:cubicBezTo>
                  <a:cubicBezTo>
                    <a:pt x="407" y="277"/>
                    <a:pt x="485" y="364"/>
                    <a:pt x="574" y="438"/>
                  </a:cubicBezTo>
                  <a:cubicBezTo>
                    <a:pt x="579" y="443"/>
                    <a:pt x="586" y="445"/>
                    <a:pt x="592" y="445"/>
                  </a:cubicBezTo>
                  <a:cubicBezTo>
                    <a:pt x="611" y="445"/>
                    <a:pt x="629" y="427"/>
                    <a:pt x="616" y="406"/>
                  </a:cubicBezTo>
                  <a:cubicBezTo>
                    <a:pt x="487" y="223"/>
                    <a:pt x="256" y="89"/>
                    <a:pt x="57" y="2"/>
                  </a:cubicBezTo>
                  <a:cubicBezTo>
                    <a:pt x="53" y="1"/>
                    <a:pt x="50" y="0"/>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
            <p:cNvSpPr/>
            <p:nvPr/>
          </p:nvSpPr>
          <p:spPr>
            <a:xfrm>
              <a:off x="333425" y="580708"/>
              <a:ext cx="137728" cy="310340"/>
            </a:xfrm>
            <a:custGeom>
              <a:rect b="b" l="l" r="r" t="t"/>
              <a:pathLst>
                <a:path extrusionOk="0" h="10969" w="4868">
                  <a:moveTo>
                    <a:pt x="4452" y="0"/>
                  </a:moveTo>
                  <a:cubicBezTo>
                    <a:pt x="4441" y="0"/>
                    <a:pt x="4430" y="3"/>
                    <a:pt x="4419" y="9"/>
                  </a:cubicBezTo>
                  <a:cubicBezTo>
                    <a:pt x="2944" y="750"/>
                    <a:pt x="1351" y="1759"/>
                    <a:pt x="909" y="3457"/>
                  </a:cubicBezTo>
                  <a:cubicBezTo>
                    <a:pt x="689" y="4303"/>
                    <a:pt x="737" y="5197"/>
                    <a:pt x="715" y="6067"/>
                  </a:cubicBezTo>
                  <a:cubicBezTo>
                    <a:pt x="689" y="7102"/>
                    <a:pt x="580" y="8110"/>
                    <a:pt x="342" y="9116"/>
                  </a:cubicBezTo>
                  <a:cubicBezTo>
                    <a:pt x="0" y="9507"/>
                    <a:pt x="266" y="10046"/>
                    <a:pt x="718" y="10308"/>
                  </a:cubicBezTo>
                  <a:cubicBezTo>
                    <a:pt x="1268" y="10626"/>
                    <a:pt x="2031" y="10664"/>
                    <a:pt x="2643" y="10751"/>
                  </a:cubicBezTo>
                  <a:cubicBezTo>
                    <a:pt x="3348" y="10852"/>
                    <a:pt x="4057" y="10913"/>
                    <a:pt x="4767" y="10968"/>
                  </a:cubicBezTo>
                  <a:cubicBezTo>
                    <a:pt x="4769" y="10968"/>
                    <a:pt x="4770" y="10968"/>
                    <a:pt x="4772" y="10968"/>
                  </a:cubicBezTo>
                  <a:cubicBezTo>
                    <a:pt x="4868" y="10968"/>
                    <a:pt x="4865" y="10820"/>
                    <a:pt x="4770" y="10812"/>
                  </a:cubicBezTo>
                  <a:cubicBezTo>
                    <a:pt x="3975" y="10741"/>
                    <a:pt x="3181" y="10663"/>
                    <a:pt x="2395" y="10532"/>
                  </a:cubicBezTo>
                  <a:cubicBezTo>
                    <a:pt x="1819" y="10436"/>
                    <a:pt x="89" y="10205"/>
                    <a:pt x="352" y="9337"/>
                  </a:cubicBezTo>
                  <a:cubicBezTo>
                    <a:pt x="365" y="9332"/>
                    <a:pt x="377" y="9327"/>
                    <a:pt x="383" y="9311"/>
                  </a:cubicBezTo>
                  <a:cubicBezTo>
                    <a:pt x="409" y="9245"/>
                    <a:pt x="432" y="9181"/>
                    <a:pt x="454" y="9116"/>
                  </a:cubicBezTo>
                  <a:lnTo>
                    <a:pt x="457" y="9120"/>
                  </a:lnTo>
                  <a:cubicBezTo>
                    <a:pt x="1495" y="9686"/>
                    <a:pt x="2660" y="9939"/>
                    <a:pt x="3835" y="9939"/>
                  </a:cubicBezTo>
                  <a:cubicBezTo>
                    <a:pt x="3994" y="9939"/>
                    <a:pt x="4154" y="9935"/>
                    <a:pt x="4314" y="9926"/>
                  </a:cubicBezTo>
                  <a:cubicBezTo>
                    <a:pt x="4394" y="9920"/>
                    <a:pt x="4397" y="9797"/>
                    <a:pt x="4318" y="9797"/>
                  </a:cubicBezTo>
                  <a:cubicBezTo>
                    <a:pt x="4317" y="9797"/>
                    <a:pt x="4315" y="9798"/>
                    <a:pt x="4314" y="9798"/>
                  </a:cubicBezTo>
                  <a:cubicBezTo>
                    <a:pt x="4214" y="9801"/>
                    <a:pt x="4115" y="9803"/>
                    <a:pt x="4017" y="9803"/>
                  </a:cubicBezTo>
                  <a:cubicBezTo>
                    <a:pt x="2783" y="9803"/>
                    <a:pt x="1654" y="9519"/>
                    <a:pt x="513" y="9027"/>
                  </a:cubicBezTo>
                  <a:cubicBezTo>
                    <a:pt x="516" y="9023"/>
                    <a:pt x="519" y="9020"/>
                    <a:pt x="521" y="9017"/>
                  </a:cubicBezTo>
                  <a:cubicBezTo>
                    <a:pt x="531" y="9002"/>
                    <a:pt x="518" y="8982"/>
                    <a:pt x="500" y="8981"/>
                  </a:cubicBezTo>
                  <a:cubicBezTo>
                    <a:pt x="964" y="7554"/>
                    <a:pt x="791" y="6039"/>
                    <a:pt x="899" y="4556"/>
                  </a:cubicBezTo>
                  <a:cubicBezTo>
                    <a:pt x="1064" y="2230"/>
                    <a:pt x="2649" y="1220"/>
                    <a:pt x="4488" y="128"/>
                  </a:cubicBezTo>
                  <a:cubicBezTo>
                    <a:pt x="4553" y="88"/>
                    <a:pt x="4513" y="0"/>
                    <a:pt x="44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
            <p:cNvSpPr/>
            <p:nvPr/>
          </p:nvSpPr>
          <p:spPr>
            <a:xfrm>
              <a:off x="495423" y="679559"/>
              <a:ext cx="113736" cy="35620"/>
            </a:xfrm>
            <a:custGeom>
              <a:rect b="b" l="l" r="r" t="t"/>
              <a:pathLst>
                <a:path extrusionOk="0" h="1259" w="4020">
                  <a:moveTo>
                    <a:pt x="2247" y="1"/>
                  </a:moveTo>
                  <a:cubicBezTo>
                    <a:pt x="1460" y="1"/>
                    <a:pt x="599" y="343"/>
                    <a:pt x="13" y="773"/>
                  </a:cubicBezTo>
                  <a:cubicBezTo>
                    <a:pt x="0" y="783"/>
                    <a:pt x="8" y="801"/>
                    <a:pt x="20" y="801"/>
                  </a:cubicBezTo>
                  <a:cubicBezTo>
                    <a:pt x="22" y="801"/>
                    <a:pt x="25" y="800"/>
                    <a:pt x="27" y="799"/>
                  </a:cubicBezTo>
                  <a:cubicBezTo>
                    <a:pt x="676" y="442"/>
                    <a:pt x="1447" y="144"/>
                    <a:pt x="2157" y="144"/>
                  </a:cubicBezTo>
                  <a:cubicBezTo>
                    <a:pt x="2853" y="144"/>
                    <a:pt x="3491" y="431"/>
                    <a:pt x="3900" y="1231"/>
                  </a:cubicBezTo>
                  <a:cubicBezTo>
                    <a:pt x="3911" y="1250"/>
                    <a:pt x="3929" y="1259"/>
                    <a:pt x="3948" y="1259"/>
                  </a:cubicBezTo>
                  <a:cubicBezTo>
                    <a:pt x="3983" y="1259"/>
                    <a:pt x="4019" y="1228"/>
                    <a:pt x="4005" y="1187"/>
                  </a:cubicBezTo>
                  <a:cubicBezTo>
                    <a:pt x="3698" y="320"/>
                    <a:pt x="3007" y="1"/>
                    <a:pt x="22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
            <p:cNvSpPr/>
            <p:nvPr/>
          </p:nvSpPr>
          <p:spPr>
            <a:xfrm>
              <a:off x="431031" y="453141"/>
              <a:ext cx="68722" cy="164662"/>
            </a:xfrm>
            <a:custGeom>
              <a:rect b="b" l="l" r="r" t="t"/>
              <a:pathLst>
                <a:path extrusionOk="0" h="5820" w="2429">
                  <a:moveTo>
                    <a:pt x="889" y="0"/>
                  </a:moveTo>
                  <a:cubicBezTo>
                    <a:pt x="880" y="0"/>
                    <a:pt x="870" y="2"/>
                    <a:pt x="860" y="6"/>
                  </a:cubicBezTo>
                  <a:cubicBezTo>
                    <a:pt x="70" y="304"/>
                    <a:pt x="407" y="1383"/>
                    <a:pt x="551" y="2007"/>
                  </a:cubicBezTo>
                  <a:cubicBezTo>
                    <a:pt x="666" y="2502"/>
                    <a:pt x="804" y="3196"/>
                    <a:pt x="1111" y="3615"/>
                  </a:cubicBezTo>
                  <a:cubicBezTo>
                    <a:pt x="1136" y="3650"/>
                    <a:pt x="1150" y="3673"/>
                    <a:pt x="1160" y="3689"/>
                  </a:cubicBezTo>
                  <a:cubicBezTo>
                    <a:pt x="1008" y="3839"/>
                    <a:pt x="982" y="4060"/>
                    <a:pt x="1049" y="4281"/>
                  </a:cubicBezTo>
                  <a:cubicBezTo>
                    <a:pt x="1219" y="4827"/>
                    <a:pt x="1751" y="5354"/>
                    <a:pt x="2085" y="5810"/>
                  </a:cubicBezTo>
                  <a:cubicBezTo>
                    <a:pt x="2090" y="5817"/>
                    <a:pt x="2097" y="5819"/>
                    <a:pt x="2103" y="5819"/>
                  </a:cubicBezTo>
                  <a:cubicBezTo>
                    <a:pt x="2118" y="5819"/>
                    <a:pt x="2133" y="5804"/>
                    <a:pt x="2123" y="5788"/>
                  </a:cubicBezTo>
                  <a:cubicBezTo>
                    <a:pt x="1911" y="5447"/>
                    <a:pt x="912" y="4203"/>
                    <a:pt x="1251" y="3783"/>
                  </a:cubicBezTo>
                  <a:lnTo>
                    <a:pt x="1251" y="3783"/>
                  </a:lnTo>
                  <a:cubicBezTo>
                    <a:pt x="1431" y="3809"/>
                    <a:pt x="1605" y="3859"/>
                    <a:pt x="1774" y="3933"/>
                  </a:cubicBezTo>
                  <a:cubicBezTo>
                    <a:pt x="2065" y="4096"/>
                    <a:pt x="2261" y="4342"/>
                    <a:pt x="2364" y="4667"/>
                  </a:cubicBezTo>
                  <a:cubicBezTo>
                    <a:pt x="2370" y="4681"/>
                    <a:pt x="2382" y="4688"/>
                    <a:pt x="2394" y="4688"/>
                  </a:cubicBezTo>
                  <a:cubicBezTo>
                    <a:pt x="2412" y="4688"/>
                    <a:pt x="2429" y="4674"/>
                    <a:pt x="2421" y="4651"/>
                  </a:cubicBezTo>
                  <a:cubicBezTo>
                    <a:pt x="2257" y="4113"/>
                    <a:pt x="1979" y="3987"/>
                    <a:pt x="1549" y="3695"/>
                  </a:cubicBezTo>
                  <a:cubicBezTo>
                    <a:pt x="1015" y="3330"/>
                    <a:pt x="0" y="525"/>
                    <a:pt x="903" y="167"/>
                  </a:cubicBezTo>
                  <a:cubicBezTo>
                    <a:pt x="992" y="134"/>
                    <a:pt x="967" y="0"/>
                    <a:pt x="8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
            <p:cNvSpPr/>
            <p:nvPr/>
          </p:nvSpPr>
          <p:spPr>
            <a:xfrm>
              <a:off x="567991" y="592902"/>
              <a:ext cx="12534" cy="7639"/>
            </a:xfrm>
            <a:custGeom>
              <a:rect b="b" l="l" r="r" t="t"/>
              <a:pathLst>
                <a:path extrusionOk="0" h="270" w="443">
                  <a:moveTo>
                    <a:pt x="37" y="1"/>
                  </a:moveTo>
                  <a:cubicBezTo>
                    <a:pt x="19" y="1"/>
                    <a:pt x="1" y="14"/>
                    <a:pt x="2" y="34"/>
                  </a:cubicBezTo>
                  <a:cubicBezTo>
                    <a:pt x="8" y="105"/>
                    <a:pt x="84" y="150"/>
                    <a:pt x="140" y="185"/>
                  </a:cubicBezTo>
                  <a:cubicBezTo>
                    <a:pt x="213" y="229"/>
                    <a:pt x="293" y="256"/>
                    <a:pt x="377" y="270"/>
                  </a:cubicBezTo>
                  <a:cubicBezTo>
                    <a:pt x="379" y="270"/>
                    <a:pt x="380" y="270"/>
                    <a:pt x="381" y="270"/>
                  </a:cubicBezTo>
                  <a:cubicBezTo>
                    <a:pt x="424" y="270"/>
                    <a:pt x="443" y="207"/>
                    <a:pt x="398" y="198"/>
                  </a:cubicBezTo>
                  <a:cubicBezTo>
                    <a:pt x="325" y="184"/>
                    <a:pt x="257" y="158"/>
                    <a:pt x="196" y="117"/>
                  </a:cubicBezTo>
                  <a:cubicBezTo>
                    <a:pt x="145" y="82"/>
                    <a:pt x="107" y="17"/>
                    <a:pt x="46" y="2"/>
                  </a:cubicBezTo>
                  <a:cubicBezTo>
                    <a:pt x="43" y="1"/>
                    <a:pt x="40" y="1"/>
                    <a:pt x="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
            <p:cNvSpPr/>
            <p:nvPr/>
          </p:nvSpPr>
          <p:spPr>
            <a:xfrm>
              <a:off x="2013018" y="1508535"/>
              <a:ext cx="7271" cy="3508"/>
            </a:xfrm>
            <a:custGeom>
              <a:rect b="b" l="l" r="r" t="t"/>
              <a:pathLst>
                <a:path extrusionOk="0" h="124" w="257">
                  <a:moveTo>
                    <a:pt x="88" y="0"/>
                  </a:moveTo>
                  <a:cubicBezTo>
                    <a:pt x="58" y="0"/>
                    <a:pt x="28" y="0"/>
                    <a:pt x="0" y="3"/>
                  </a:cubicBezTo>
                  <a:cubicBezTo>
                    <a:pt x="60" y="51"/>
                    <a:pt x="125" y="90"/>
                    <a:pt x="198" y="120"/>
                  </a:cubicBezTo>
                  <a:cubicBezTo>
                    <a:pt x="204" y="122"/>
                    <a:pt x="210" y="123"/>
                    <a:pt x="215" y="123"/>
                  </a:cubicBezTo>
                  <a:cubicBezTo>
                    <a:pt x="236" y="123"/>
                    <a:pt x="250" y="107"/>
                    <a:pt x="256" y="88"/>
                  </a:cubicBezTo>
                  <a:cubicBezTo>
                    <a:pt x="245" y="74"/>
                    <a:pt x="230" y="63"/>
                    <a:pt x="216" y="53"/>
                  </a:cubicBezTo>
                  <a:cubicBezTo>
                    <a:pt x="176" y="26"/>
                    <a:pt x="124" y="26"/>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1"/>
            <p:cNvSpPr/>
            <p:nvPr/>
          </p:nvSpPr>
          <p:spPr>
            <a:xfrm>
              <a:off x="1954398" y="1513401"/>
              <a:ext cx="2858" cy="3706"/>
            </a:xfrm>
            <a:custGeom>
              <a:rect b="b" l="l" r="r" t="t"/>
              <a:pathLst>
                <a:path extrusionOk="0" h="131" w="101">
                  <a:moveTo>
                    <a:pt x="79" y="1"/>
                  </a:moveTo>
                  <a:cubicBezTo>
                    <a:pt x="32" y="1"/>
                    <a:pt x="1" y="76"/>
                    <a:pt x="51" y="107"/>
                  </a:cubicBezTo>
                  <a:lnTo>
                    <a:pt x="89" y="131"/>
                  </a:lnTo>
                  <a:cubicBezTo>
                    <a:pt x="94" y="87"/>
                    <a:pt x="96" y="43"/>
                    <a:pt x="101" y="6"/>
                  </a:cubicBezTo>
                  <a:cubicBezTo>
                    <a:pt x="94" y="2"/>
                    <a:pt x="86"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
            <p:cNvSpPr/>
            <p:nvPr/>
          </p:nvSpPr>
          <p:spPr>
            <a:xfrm>
              <a:off x="2103042" y="825629"/>
              <a:ext cx="18390" cy="26991"/>
            </a:xfrm>
            <a:custGeom>
              <a:rect b="b" l="l" r="r" t="t"/>
              <a:pathLst>
                <a:path extrusionOk="0" h="954" w="650">
                  <a:moveTo>
                    <a:pt x="39" y="0"/>
                  </a:moveTo>
                  <a:cubicBezTo>
                    <a:pt x="20" y="0"/>
                    <a:pt x="1" y="20"/>
                    <a:pt x="14" y="40"/>
                  </a:cubicBezTo>
                  <a:cubicBezTo>
                    <a:pt x="197" y="340"/>
                    <a:pt x="367" y="652"/>
                    <a:pt x="575" y="937"/>
                  </a:cubicBezTo>
                  <a:cubicBezTo>
                    <a:pt x="584" y="948"/>
                    <a:pt x="595" y="953"/>
                    <a:pt x="606" y="953"/>
                  </a:cubicBezTo>
                  <a:cubicBezTo>
                    <a:pt x="629" y="953"/>
                    <a:pt x="650" y="930"/>
                    <a:pt x="635" y="902"/>
                  </a:cubicBezTo>
                  <a:cubicBezTo>
                    <a:pt x="466" y="594"/>
                    <a:pt x="255" y="305"/>
                    <a:pt x="61" y="12"/>
                  </a:cubicBezTo>
                  <a:cubicBezTo>
                    <a:pt x="55" y="4"/>
                    <a:pt x="47" y="0"/>
                    <a:pt x="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
            <p:cNvSpPr/>
            <p:nvPr/>
          </p:nvSpPr>
          <p:spPr>
            <a:xfrm>
              <a:off x="2101345" y="842067"/>
              <a:ext cx="20059" cy="22719"/>
            </a:xfrm>
            <a:custGeom>
              <a:rect b="b" l="l" r="r" t="t"/>
              <a:pathLst>
                <a:path extrusionOk="0" h="803" w="709">
                  <a:moveTo>
                    <a:pt x="81" y="0"/>
                  </a:moveTo>
                  <a:cubicBezTo>
                    <a:pt x="39" y="0"/>
                    <a:pt x="0" y="59"/>
                    <a:pt x="38" y="103"/>
                  </a:cubicBezTo>
                  <a:cubicBezTo>
                    <a:pt x="141" y="230"/>
                    <a:pt x="246" y="353"/>
                    <a:pt x="349" y="478"/>
                  </a:cubicBezTo>
                  <a:cubicBezTo>
                    <a:pt x="442" y="589"/>
                    <a:pt x="529" y="718"/>
                    <a:pt x="651" y="798"/>
                  </a:cubicBezTo>
                  <a:cubicBezTo>
                    <a:pt x="656" y="801"/>
                    <a:pt x="661" y="802"/>
                    <a:pt x="666" y="802"/>
                  </a:cubicBezTo>
                  <a:cubicBezTo>
                    <a:pt x="687" y="802"/>
                    <a:pt x="709" y="781"/>
                    <a:pt x="701" y="762"/>
                  </a:cubicBezTo>
                  <a:cubicBezTo>
                    <a:pt x="644" y="629"/>
                    <a:pt x="541" y="528"/>
                    <a:pt x="449" y="416"/>
                  </a:cubicBezTo>
                  <a:cubicBezTo>
                    <a:pt x="340" y="283"/>
                    <a:pt x="230" y="151"/>
                    <a:pt x="121" y="20"/>
                  </a:cubicBezTo>
                  <a:cubicBezTo>
                    <a:pt x="109" y="6"/>
                    <a:pt x="95" y="0"/>
                    <a:pt x="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
            <p:cNvSpPr/>
            <p:nvPr/>
          </p:nvSpPr>
          <p:spPr>
            <a:xfrm>
              <a:off x="2127288" y="722987"/>
              <a:ext cx="11345" cy="9478"/>
            </a:xfrm>
            <a:custGeom>
              <a:rect b="b" l="l" r="r" t="t"/>
              <a:pathLst>
                <a:path extrusionOk="0" h="335" w="401">
                  <a:moveTo>
                    <a:pt x="28" y="0"/>
                  </a:moveTo>
                  <a:cubicBezTo>
                    <a:pt x="12" y="0"/>
                    <a:pt x="0" y="23"/>
                    <a:pt x="13" y="35"/>
                  </a:cubicBezTo>
                  <a:cubicBezTo>
                    <a:pt x="112" y="132"/>
                    <a:pt x="213" y="231"/>
                    <a:pt x="316" y="324"/>
                  </a:cubicBezTo>
                  <a:cubicBezTo>
                    <a:pt x="324" y="331"/>
                    <a:pt x="333" y="334"/>
                    <a:pt x="341" y="334"/>
                  </a:cubicBezTo>
                  <a:cubicBezTo>
                    <a:pt x="372" y="334"/>
                    <a:pt x="401" y="295"/>
                    <a:pt x="371" y="269"/>
                  </a:cubicBezTo>
                  <a:cubicBezTo>
                    <a:pt x="262" y="176"/>
                    <a:pt x="150" y="91"/>
                    <a:pt x="38" y="4"/>
                  </a:cubicBezTo>
                  <a:cubicBezTo>
                    <a:pt x="35" y="2"/>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1"/>
            <p:cNvSpPr/>
            <p:nvPr/>
          </p:nvSpPr>
          <p:spPr>
            <a:xfrm>
              <a:off x="2133937" y="722251"/>
              <a:ext cx="21134" cy="16806"/>
            </a:xfrm>
            <a:custGeom>
              <a:rect b="b" l="l" r="r" t="t"/>
              <a:pathLst>
                <a:path extrusionOk="0" h="594" w="747">
                  <a:moveTo>
                    <a:pt x="73" y="0"/>
                  </a:moveTo>
                  <a:cubicBezTo>
                    <a:pt x="35" y="0"/>
                    <a:pt x="0" y="47"/>
                    <a:pt x="37" y="77"/>
                  </a:cubicBezTo>
                  <a:cubicBezTo>
                    <a:pt x="153" y="173"/>
                    <a:pt x="270" y="270"/>
                    <a:pt x="385" y="367"/>
                  </a:cubicBezTo>
                  <a:cubicBezTo>
                    <a:pt x="478" y="446"/>
                    <a:pt x="574" y="555"/>
                    <a:pt x="690" y="591"/>
                  </a:cubicBezTo>
                  <a:cubicBezTo>
                    <a:pt x="694" y="593"/>
                    <a:pt x="697" y="593"/>
                    <a:pt x="701" y="593"/>
                  </a:cubicBezTo>
                  <a:cubicBezTo>
                    <a:pt x="727" y="593"/>
                    <a:pt x="746" y="561"/>
                    <a:pt x="732" y="539"/>
                  </a:cubicBezTo>
                  <a:cubicBezTo>
                    <a:pt x="670" y="430"/>
                    <a:pt x="537" y="354"/>
                    <a:pt x="441" y="279"/>
                  </a:cubicBezTo>
                  <a:lnTo>
                    <a:pt x="103" y="11"/>
                  </a:lnTo>
                  <a:cubicBezTo>
                    <a:pt x="93" y="4"/>
                    <a:pt x="83"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
            <p:cNvSpPr/>
            <p:nvPr/>
          </p:nvSpPr>
          <p:spPr>
            <a:xfrm>
              <a:off x="2151902" y="728391"/>
              <a:ext cx="22379" cy="15023"/>
            </a:xfrm>
            <a:custGeom>
              <a:rect b="b" l="l" r="r" t="t"/>
              <a:pathLst>
                <a:path extrusionOk="0" h="531" w="791">
                  <a:moveTo>
                    <a:pt x="72" y="1"/>
                  </a:moveTo>
                  <a:cubicBezTo>
                    <a:pt x="28" y="1"/>
                    <a:pt x="0" y="68"/>
                    <a:pt x="46" y="98"/>
                  </a:cubicBezTo>
                  <a:cubicBezTo>
                    <a:pt x="264" y="244"/>
                    <a:pt x="478" y="418"/>
                    <a:pt x="716" y="527"/>
                  </a:cubicBezTo>
                  <a:cubicBezTo>
                    <a:pt x="722" y="529"/>
                    <a:pt x="727" y="530"/>
                    <a:pt x="733" y="530"/>
                  </a:cubicBezTo>
                  <a:cubicBezTo>
                    <a:pt x="764" y="530"/>
                    <a:pt x="790" y="495"/>
                    <a:pt x="762" y="469"/>
                  </a:cubicBezTo>
                  <a:cubicBezTo>
                    <a:pt x="565" y="289"/>
                    <a:pt x="320" y="156"/>
                    <a:pt x="99" y="9"/>
                  </a:cubicBezTo>
                  <a:cubicBezTo>
                    <a:pt x="89" y="3"/>
                    <a:pt x="80" y="1"/>
                    <a:pt x="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
            <p:cNvSpPr/>
            <p:nvPr/>
          </p:nvSpPr>
          <p:spPr>
            <a:xfrm>
              <a:off x="339536" y="393615"/>
              <a:ext cx="1881706" cy="1332973"/>
            </a:xfrm>
            <a:custGeom>
              <a:rect b="b" l="l" r="r" t="t"/>
              <a:pathLst>
                <a:path extrusionOk="0" h="47114" w="66509">
                  <a:moveTo>
                    <a:pt x="7489" y="224"/>
                  </a:moveTo>
                  <a:cubicBezTo>
                    <a:pt x="7652" y="224"/>
                    <a:pt x="7831" y="229"/>
                    <a:pt x="8016" y="242"/>
                  </a:cubicBezTo>
                  <a:cubicBezTo>
                    <a:pt x="8109" y="267"/>
                    <a:pt x="8199" y="291"/>
                    <a:pt x="8294" y="315"/>
                  </a:cubicBezTo>
                  <a:cubicBezTo>
                    <a:pt x="8428" y="351"/>
                    <a:pt x="8563" y="384"/>
                    <a:pt x="8695" y="421"/>
                  </a:cubicBezTo>
                  <a:cubicBezTo>
                    <a:pt x="8758" y="440"/>
                    <a:pt x="8824" y="448"/>
                    <a:pt x="8888" y="457"/>
                  </a:cubicBezTo>
                  <a:cubicBezTo>
                    <a:pt x="8947" y="464"/>
                    <a:pt x="9002" y="470"/>
                    <a:pt x="9048" y="483"/>
                  </a:cubicBezTo>
                  <a:lnTo>
                    <a:pt x="9211" y="496"/>
                  </a:lnTo>
                  <a:cubicBezTo>
                    <a:pt x="9224" y="499"/>
                    <a:pt x="9234" y="499"/>
                    <a:pt x="9248" y="504"/>
                  </a:cubicBezTo>
                  <a:cubicBezTo>
                    <a:pt x="9441" y="586"/>
                    <a:pt x="9608" y="695"/>
                    <a:pt x="9735" y="832"/>
                  </a:cubicBezTo>
                  <a:cubicBezTo>
                    <a:pt x="9739" y="852"/>
                    <a:pt x="9732" y="870"/>
                    <a:pt x="9714" y="883"/>
                  </a:cubicBezTo>
                  <a:cubicBezTo>
                    <a:pt x="9703" y="890"/>
                    <a:pt x="9690" y="899"/>
                    <a:pt x="9676" y="911"/>
                  </a:cubicBezTo>
                  <a:cubicBezTo>
                    <a:pt x="9720" y="905"/>
                    <a:pt x="9761" y="903"/>
                    <a:pt x="9784" y="903"/>
                  </a:cubicBezTo>
                  <a:cubicBezTo>
                    <a:pt x="9797" y="903"/>
                    <a:pt x="9806" y="905"/>
                    <a:pt x="9819" y="905"/>
                  </a:cubicBezTo>
                  <a:cubicBezTo>
                    <a:pt x="9865" y="909"/>
                    <a:pt x="9913" y="912"/>
                    <a:pt x="9951" y="924"/>
                  </a:cubicBezTo>
                  <a:cubicBezTo>
                    <a:pt x="9964" y="927"/>
                    <a:pt x="9973" y="934"/>
                    <a:pt x="9980" y="943"/>
                  </a:cubicBezTo>
                  <a:cubicBezTo>
                    <a:pt x="9989" y="957"/>
                    <a:pt x="9998" y="970"/>
                    <a:pt x="10008" y="986"/>
                  </a:cubicBezTo>
                  <a:cubicBezTo>
                    <a:pt x="10027" y="1014"/>
                    <a:pt x="10052" y="1049"/>
                    <a:pt x="10066" y="1087"/>
                  </a:cubicBezTo>
                  <a:cubicBezTo>
                    <a:pt x="10097" y="1171"/>
                    <a:pt x="10073" y="1257"/>
                    <a:pt x="10041" y="1312"/>
                  </a:cubicBezTo>
                  <a:cubicBezTo>
                    <a:pt x="9959" y="1459"/>
                    <a:pt x="9812" y="1470"/>
                    <a:pt x="9666" y="1470"/>
                  </a:cubicBezTo>
                  <a:lnTo>
                    <a:pt x="9562" y="1470"/>
                  </a:lnTo>
                  <a:cubicBezTo>
                    <a:pt x="9652" y="1492"/>
                    <a:pt x="9727" y="1524"/>
                    <a:pt x="9804" y="1556"/>
                  </a:cubicBezTo>
                  <a:lnTo>
                    <a:pt x="9848" y="1575"/>
                  </a:lnTo>
                  <a:lnTo>
                    <a:pt x="10092" y="1639"/>
                  </a:lnTo>
                  <a:cubicBezTo>
                    <a:pt x="10289" y="1722"/>
                    <a:pt x="10528" y="2030"/>
                    <a:pt x="10547" y="2302"/>
                  </a:cubicBezTo>
                  <a:cubicBezTo>
                    <a:pt x="10549" y="2315"/>
                    <a:pt x="10539" y="2330"/>
                    <a:pt x="10528" y="2338"/>
                  </a:cubicBezTo>
                  <a:cubicBezTo>
                    <a:pt x="10526" y="2343"/>
                    <a:pt x="10524" y="2343"/>
                    <a:pt x="10520" y="2344"/>
                  </a:cubicBezTo>
                  <a:cubicBezTo>
                    <a:pt x="10475" y="2311"/>
                    <a:pt x="10427" y="2285"/>
                    <a:pt x="10371" y="2263"/>
                  </a:cubicBezTo>
                  <a:cubicBezTo>
                    <a:pt x="10369" y="2263"/>
                    <a:pt x="10367" y="2263"/>
                    <a:pt x="10366" y="2263"/>
                  </a:cubicBezTo>
                  <a:cubicBezTo>
                    <a:pt x="10365" y="2263"/>
                    <a:pt x="10365" y="2263"/>
                    <a:pt x="10364" y="2263"/>
                  </a:cubicBezTo>
                  <a:cubicBezTo>
                    <a:pt x="10351" y="2257"/>
                    <a:pt x="10342" y="2250"/>
                    <a:pt x="10329" y="2242"/>
                  </a:cubicBezTo>
                  <a:cubicBezTo>
                    <a:pt x="10307" y="2229"/>
                    <a:pt x="10286" y="2215"/>
                    <a:pt x="10264" y="2199"/>
                  </a:cubicBezTo>
                  <a:cubicBezTo>
                    <a:pt x="10235" y="2178"/>
                    <a:pt x="10204" y="2155"/>
                    <a:pt x="10171" y="2129"/>
                  </a:cubicBezTo>
                  <a:cubicBezTo>
                    <a:pt x="10127" y="2097"/>
                    <a:pt x="10082" y="2065"/>
                    <a:pt x="10037" y="2032"/>
                  </a:cubicBezTo>
                  <a:lnTo>
                    <a:pt x="10037" y="2032"/>
                  </a:lnTo>
                  <a:cubicBezTo>
                    <a:pt x="10155" y="2142"/>
                    <a:pt x="10251" y="2280"/>
                    <a:pt x="10345" y="2417"/>
                  </a:cubicBezTo>
                  <a:lnTo>
                    <a:pt x="10393" y="2485"/>
                  </a:lnTo>
                  <a:cubicBezTo>
                    <a:pt x="10412" y="2514"/>
                    <a:pt x="10437" y="2543"/>
                    <a:pt x="10460" y="2572"/>
                  </a:cubicBezTo>
                  <a:cubicBezTo>
                    <a:pt x="10518" y="2648"/>
                    <a:pt x="10576" y="2724"/>
                    <a:pt x="10616" y="2815"/>
                  </a:cubicBezTo>
                  <a:cubicBezTo>
                    <a:pt x="10680" y="2961"/>
                    <a:pt x="10709" y="3115"/>
                    <a:pt x="10736" y="3276"/>
                  </a:cubicBezTo>
                  <a:cubicBezTo>
                    <a:pt x="10757" y="3382"/>
                    <a:pt x="10774" y="3491"/>
                    <a:pt x="10805" y="3597"/>
                  </a:cubicBezTo>
                  <a:cubicBezTo>
                    <a:pt x="10854" y="3772"/>
                    <a:pt x="10914" y="3935"/>
                    <a:pt x="10989" y="4089"/>
                  </a:cubicBezTo>
                  <a:cubicBezTo>
                    <a:pt x="10997" y="4103"/>
                    <a:pt x="10989" y="4119"/>
                    <a:pt x="10982" y="4132"/>
                  </a:cubicBezTo>
                  <a:cubicBezTo>
                    <a:pt x="10972" y="4147"/>
                    <a:pt x="10953" y="4154"/>
                    <a:pt x="10936" y="4154"/>
                  </a:cubicBezTo>
                  <a:cubicBezTo>
                    <a:pt x="10924" y="4154"/>
                    <a:pt x="10912" y="4151"/>
                    <a:pt x="10904" y="4141"/>
                  </a:cubicBezTo>
                  <a:cubicBezTo>
                    <a:pt x="10834" y="4076"/>
                    <a:pt x="10549" y="3997"/>
                    <a:pt x="10302" y="3997"/>
                  </a:cubicBezTo>
                  <a:cubicBezTo>
                    <a:pt x="10229" y="3997"/>
                    <a:pt x="10169" y="4003"/>
                    <a:pt x="10120" y="4018"/>
                  </a:cubicBezTo>
                  <a:cubicBezTo>
                    <a:pt x="10089" y="4026"/>
                    <a:pt x="10056" y="4039"/>
                    <a:pt x="10023" y="4054"/>
                  </a:cubicBezTo>
                  <a:cubicBezTo>
                    <a:pt x="9951" y="4084"/>
                    <a:pt x="9870" y="4119"/>
                    <a:pt x="9777" y="4119"/>
                  </a:cubicBezTo>
                  <a:cubicBezTo>
                    <a:pt x="9751" y="4119"/>
                    <a:pt x="9726" y="4116"/>
                    <a:pt x="9703" y="4112"/>
                  </a:cubicBezTo>
                  <a:lnTo>
                    <a:pt x="8958" y="3946"/>
                  </a:lnTo>
                  <a:lnTo>
                    <a:pt x="8958" y="3946"/>
                  </a:lnTo>
                  <a:cubicBezTo>
                    <a:pt x="8971" y="3957"/>
                    <a:pt x="8986" y="3965"/>
                    <a:pt x="8999" y="3971"/>
                  </a:cubicBezTo>
                  <a:cubicBezTo>
                    <a:pt x="9125" y="4038"/>
                    <a:pt x="9281" y="4083"/>
                    <a:pt x="9429" y="4127"/>
                  </a:cubicBezTo>
                  <a:lnTo>
                    <a:pt x="9518" y="4154"/>
                  </a:lnTo>
                  <a:cubicBezTo>
                    <a:pt x="9559" y="4167"/>
                    <a:pt x="9639" y="4176"/>
                    <a:pt x="9724" y="4189"/>
                  </a:cubicBezTo>
                  <a:cubicBezTo>
                    <a:pt x="9903" y="4212"/>
                    <a:pt x="10017" y="4228"/>
                    <a:pt x="10063" y="4265"/>
                  </a:cubicBezTo>
                  <a:cubicBezTo>
                    <a:pt x="10078" y="4278"/>
                    <a:pt x="10085" y="4298"/>
                    <a:pt x="10081" y="4316"/>
                  </a:cubicBezTo>
                  <a:cubicBezTo>
                    <a:pt x="10076" y="4335"/>
                    <a:pt x="10060" y="4349"/>
                    <a:pt x="10040" y="4351"/>
                  </a:cubicBezTo>
                  <a:cubicBezTo>
                    <a:pt x="9906" y="4367"/>
                    <a:pt x="9770" y="4451"/>
                    <a:pt x="9634" y="4531"/>
                  </a:cubicBezTo>
                  <a:cubicBezTo>
                    <a:pt x="9560" y="4574"/>
                    <a:pt x="9489" y="4618"/>
                    <a:pt x="9421" y="4647"/>
                  </a:cubicBezTo>
                  <a:cubicBezTo>
                    <a:pt x="9322" y="4691"/>
                    <a:pt x="9217" y="4714"/>
                    <a:pt x="9104" y="4736"/>
                  </a:cubicBezTo>
                  <a:cubicBezTo>
                    <a:pt x="9063" y="4745"/>
                    <a:pt x="9021" y="4755"/>
                    <a:pt x="8968" y="4765"/>
                  </a:cubicBezTo>
                  <a:lnTo>
                    <a:pt x="8771" y="4774"/>
                  </a:lnTo>
                  <a:cubicBezTo>
                    <a:pt x="8727" y="4785"/>
                    <a:pt x="8643" y="4794"/>
                    <a:pt x="8566" y="4794"/>
                  </a:cubicBezTo>
                  <a:cubicBezTo>
                    <a:pt x="8522" y="4794"/>
                    <a:pt x="8486" y="4790"/>
                    <a:pt x="8457" y="4782"/>
                  </a:cubicBezTo>
                  <a:cubicBezTo>
                    <a:pt x="8148" y="4714"/>
                    <a:pt x="7962" y="4666"/>
                    <a:pt x="7722" y="4563"/>
                  </a:cubicBezTo>
                  <a:cubicBezTo>
                    <a:pt x="7705" y="4554"/>
                    <a:pt x="7686" y="4551"/>
                    <a:pt x="7670" y="4545"/>
                  </a:cubicBezTo>
                  <a:cubicBezTo>
                    <a:pt x="7641" y="4537"/>
                    <a:pt x="7610" y="4526"/>
                    <a:pt x="7580" y="4508"/>
                  </a:cubicBezTo>
                  <a:cubicBezTo>
                    <a:pt x="7570" y="4502"/>
                    <a:pt x="7561" y="4494"/>
                    <a:pt x="7554" y="4487"/>
                  </a:cubicBezTo>
                  <a:lnTo>
                    <a:pt x="7554" y="4487"/>
                  </a:lnTo>
                  <a:cubicBezTo>
                    <a:pt x="7586" y="4548"/>
                    <a:pt x="7613" y="4614"/>
                    <a:pt x="7641" y="4678"/>
                  </a:cubicBezTo>
                  <a:lnTo>
                    <a:pt x="7660" y="4715"/>
                  </a:lnTo>
                  <a:cubicBezTo>
                    <a:pt x="7674" y="4752"/>
                    <a:pt x="7693" y="4785"/>
                    <a:pt x="7712" y="4817"/>
                  </a:cubicBezTo>
                  <a:cubicBezTo>
                    <a:pt x="7749" y="4881"/>
                    <a:pt x="7786" y="4948"/>
                    <a:pt x="7807" y="5035"/>
                  </a:cubicBezTo>
                  <a:cubicBezTo>
                    <a:pt x="7811" y="5048"/>
                    <a:pt x="7802" y="5063"/>
                    <a:pt x="7794" y="5076"/>
                  </a:cubicBezTo>
                  <a:cubicBezTo>
                    <a:pt x="7785" y="5086"/>
                    <a:pt x="7766" y="5093"/>
                    <a:pt x="7750" y="5093"/>
                  </a:cubicBezTo>
                  <a:cubicBezTo>
                    <a:pt x="7736" y="5093"/>
                    <a:pt x="7720" y="5085"/>
                    <a:pt x="7712" y="5072"/>
                  </a:cubicBezTo>
                  <a:cubicBezTo>
                    <a:pt x="7670" y="5009"/>
                    <a:pt x="7612" y="4963"/>
                    <a:pt x="7548" y="4916"/>
                  </a:cubicBezTo>
                  <a:cubicBezTo>
                    <a:pt x="7519" y="4894"/>
                    <a:pt x="7488" y="4871"/>
                    <a:pt x="7459" y="4845"/>
                  </a:cubicBezTo>
                  <a:cubicBezTo>
                    <a:pt x="7372" y="4769"/>
                    <a:pt x="7305" y="4672"/>
                    <a:pt x="7240" y="4580"/>
                  </a:cubicBezTo>
                  <a:cubicBezTo>
                    <a:pt x="7218" y="4547"/>
                    <a:pt x="7196" y="4516"/>
                    <a:pt x="7173" y="4486"/>
                  </a:cubicBezTo>
                  <a:cubicBezTo>
                    <a:pt x="7151" y="4458"/>
                    <a:pt x="7125" y="4429"/>
                    <a:pt x="7097" y="4401"/>
                  </a:cubicBezTo>
                  <a:cubicBezTo>
                    <a:pt x="7061" y="4364"/>
                    <a:pt x="7023" y="4323"/>
                    <a:pt x="6994" y="4276"/>
                  </a:cubicBezTo>
                  <a:cubicBezTo>
                    <a:pt x="6958" y="4224"/>
                    <a:pt x="6930" y="4156"/>
                    <a:pt x="6901" y="4087"/>
                  </a:cubicBezTo>
                  <a:cubicBezTo>
                    <a:pt x="6870" y="4015"/>
                    <a:pt x="6838" y="3941"/>
                    <a:pt x="6799" y="3882"/>
                  </a:cubicBezTo>
                  <a:lnTo>
                    <a:pt x="6799" y="3882"/>
                  </a:lnTo>
                  <a:cubicBezTo>
                    <a:pt x="6818" y="3936"/>
                    <a:pt x="6834" y="4002"/>
                    <a:pt x="6849" y="4066"/>
                  </a:cubicBezTo>
                  <a:cubicBezTo>
                    <a:pt x="6862" y="4115"/>
                    <a:pt x="6872" y="4162"/>
                    <a:pt x="6884" y="4196"/>
                  </a:cubicBezTo>
                  <a:cubicBezTo>
                    <a:pt x="6892" y="4224"/>
                    <a:pt x="6904" y="4252"/>
                    <a:pt x="6913" y="4279"/>
                  </a:cubicBezTo>
                  <a:cubicBezTo>
                    <a:pt x="6936" y="4346"/>
                    <a:pt x="6959" y="4415"/>
                    <a:pt x="6978" y="4489"/>
                  </a:cubicBezTo>
                  <a:cubicBezTo>
                    <a:pt x="7093" y="4979"/>
                    <a:pt x="6934" y="5455"/>
                    <a:pt x="6831" y="5770"/>
                  </a:cubicBezTo>
                  <a:cubicBezTo>
                    <a:pt x="6737" y="6055"/>
                    <a:pt x="6664" y="6360"/>
                    <a:pt x="6594" y="6659"/>
                  </a:cubicBezTo>
                  <a:cubicBezTo>
                    <a:pt x="6591" y="6677"/>
                    <a:pt x="6574" y="6685"/>
                    <a:pt x="6558" y="6691"/>
                  </a:cubicBezTo>
                  <a:cubicBezTo>
                    <a:pt x="6555" y="6693"/>
                    <a:pt x="6552" y="6693"/>
                    <a:pt x="6549" y="6693"/>
                  </a:cubicBezTo>
                  <a:cubicBezTo>
                    <a:pt x="6535" y="6693"/>
                    <a:pt x="6519" y="6685"/>
                    <a:pt x="6508" y="6674"/>
                  </a:cubicBezTo>
                  <a:cubicBezTo>
                    <a:pt x="6506" y="6668"/>
                    <a:pt x="6501" y="6661"/>
                    <a:pt x="6497" y="6652"/>
                  </a:cubicBezTo>
                  <a:cubicBezTo>
                    <a:pt x="6485" y="6639"/>
                    <a:pt x="6476" y="6624"/>
                    <a:pt x="6469" y="6610"/>
                  </a:cubicBezTo>
                  <a:lnTo>
                    <a:pt x="6469" y="6610"/>
                  </a:lnTo>
                  <a:lnTo>
                    <a:pt x="6471" y="6648"/>
                  </a:lnTo>
                  <a:cubicBezTo>
                    <a:pt x="6440" y="6774"/>
                    <a:pt x="6388" y="6883"/>
                    <a:pt x="6337" y="6989"/>
                  </a:cubicBezTo>
                  <a:cubicBezTo>
                    <a:pt x="6309" y="7042"/>
                    <a:pt x="6283" y="7098"/>
                    <a:pt x="6261" y="7152"/>
                  </a:cubicBezTo>
                  <a:cubicBezTo>
                    <a:pt x="6251" y="7178"/>
                    <a:pt x="6250" y="7221"/>
                    <a:pt x="6245" y="7258"/>
                  </a:cubicBezTo>
                  <a:cubicBezTo>
                    <a:pt x="6242" y="7318"/>
                    <a:pt x="6237" y="7383"/>
                    <a:pt x="6206" y="7431"/>
                  </a:cubicBezTo>
                  <a:cubicBezTo>
                    <a:pt x="6199" y="7443"/>
                    <a:pt x="6186" y="7449"/>
                    <a:pt x="6171" y="7449"/>
                  </a:cubicBezTo>
                  <a:cubicBezTo>
                    <a:pt x="6165" y="7449"/>
                    <a:pt x="6158" y="7447"/>
                    <a:pt x="6151" y="7446"/>
                  </a:cubicBezTo>
                  <a:cubicBezTo>
                    <a:pt x="6138" y="7442"/>
                    <a:pt x="6129" y="7433"/>
                    <a:pt x="6123" y="7418"/>
                  </a:cubicBezTo>
                  <a:cubicBezTo>
                    <a:pt x="6087" y="7376"/>
                    <a:pt x="6071" y="7325"/>
                    <a:pt x="6053" y="7279"/>
                  </a:cubicBezTo>
                  <a:cubicBezTo>
                    <a:pt x="6046" y="7258"/>
                    <a:pt x="6039" y="7238"/>
                    <a:pt x="6029" y="7218"/>
                  </a:cubicBezTo>
                  <a:cubicBezTo>
                    <a:pt x="6018" y="7193"/>
                    <a:pt x="6002" y="7167"/>
                    <a:pt x="5985" y="7142"/>
                  </a:cubicBezTo>
                  <a:cubicBezTo>
                    <a:pt x="5966" y="7113"/>
                    <a:pt x="5949" y="7082"/>
                    <a:pt x="5934" y="7053"/>
                  </a:cubicBezTo>
                  <a:cubicBezTo>
                    <a:pt x="5918" y="7017"/>
                    <a:pt x="5905" y="6981"/>
                    <a:pt x="5891" y="6944"/>
                  </a:cubicBezTo>
                  <a:cubicBezTo>
                    <a:pt x="5867" y="6882"/>
                    <a:pt x="5847" y="6822"/>
                    <a:pt x="5813" y="6767"/>
                  </a:cubicBezTo>
                  <a:cubicBezTo>
                    <a:pt x="5784" y="6720"/>
                    <a:pt x="5755" y="6671"/>
                    <a:pt x="5728" y="6622"/>
                  </a:cubicBezTo>
                  <a:cubicBezTo>
                    <a:pt x="5661" y="6505"/>
                    <a:pt x="5592" y="6387"/>
                    <a:pt x="5515" y="6284"/>
                  </a:cubicBezTo>
                  <a:cubicBezTo>
                    <a:pt x="5399" y="6127"/>
                    <a:pt x="5190" y="5973"/>
                    <a:pt x="5023" y="5850"/>
                  </a:cubicBezTo>
                  <a:lnTo>
                    <a:pt x="5007" y="5836"/>
                  </a:lnTo>
                  <a:lnTo>
                    <a:pt x="5007" y="5836"/>
                  </a:lnTo>
                  <a:cubicBezTo>
                    <a:pt x="5008" y="5850"/>
                    <a:pt x="5002" y="5864"/>
                    <a:pt x="4996" y="5873"/>
                  </a:cubicBezTo>
                  <a:cubicBezTo>
                    <a:pt x="4988" y="5887"/>
                    <a:pt x="4967" y="5899"/>
                    <a:pt x="4951" y="5899"/>
                  </a:cubicBezTo>
                  <a:cubicBezTo>
                    <a:pt x="4944" y="5899"/>
                    <a:pt x="4937" y="5897"/>
                    <a:pt x="4931" y="5895"/>
                  </a:cubicBezTo>
                  <a:cubicBezTo>
                    <a:pt x="4928" y="5893"/>
                    <a:pt x="4927" y="5892"/>
                    <a:pt x="4922" y="5890"/>
                  </a:cubicBezTo>
                  <a:cubicBezTo>
                    <a:pt x="4919" y="5887"/>
                    <a:pt x="4916" y="5886"/>
                    <a:pt x="4915" y="5883"/>
                  </a:cubicBezTo>
                  <a:cubicBezTo>
                    <a:pt x="4895" y="5858"/>
                    <a:pt x="4863" y="5839"/>
                    <a:pt x="4822" y="5822"/>
                  </a:cubicBezTo>
                  <a:cubicBezTo>
                    <a:pt x="4756" y="5797"/>
                    <a:pt x="4666" y="5784"/>
                    <a:pt x="4557" y="5784"/>
                  </a:cubicBezTo>
                  <a:cubicBezTo>
                    <a:pt x="4537" y="5784"/>
                    <a:pt x="4498" y="5786"/>
                    <a:pt x="4498" y="5786"/>
                  </a:cubicBezTo>
                  <a:cubicBezTo>
                    <a:pt x="4477" y="5786"/>
                    <a:pt x="4461" y="5774"/>
                    <a:pt x="4454" y="5759"/>
                  </a:cubicBezTo>
                  <a:cubicBezTo>
                    <a:pt x="4419" y="5695"/>
                    <a:pt x="4392" y="5634"/>
                    <a:pt x="4362" y="5573"/>
                  </a:cubicBezTo>
                  <a:cubicBezTo>
                    <a:pt x="4296" y="5426"/>
                    <a:pt x="4229" y="5278"/>
                    <a:pt x="4173" y="5120"/>
                  </a:cubicBezTo>
                  <a:cubicBezTo>
                    <a:pt x="4143" y="5030"/>
                    <a:pt x="4121" y="4938"/>
                    <a:pt x="4099" y="4851"/>
                  </a:cubicBezTo>
                  <a:cubicBezTo>
                    <a:pt x="4070" y="4733"/>
                    <a:pt x="4043" y="4621"/>
                    <a:pt x="3999" y="4512"/>
                  </a:cubicBezTo>
                  <a:cubicBezTo>
                    <a:pt x="3982" y="4468"/>
                    <a:pt x="3961" y="4423"/>
                    <a:pt x="3939" y="4378"/>
                  </a:cubicBezTo>
                  <a:cubicBezTo>
                    <a:pt x="3910" y="4310"/>
                    <a:pt x="3878" y="4246"/>
                    <a:pt x="3852" y="4169"/>
                  </a:cubicBezTo>
                  <a:lnTo>
                    <a:pt x="3832" y="4029"/>
                  </a:lnTo>
                  <a:cubicBezTo>
                    <a:pt x="3816" y="3965"/>
                    <a:pt x="3800" y="3894"/>
                    <a:pt x="3785" y="3824"/>
                  </a:cubicBezTo>
                  <a:cubicBezTo>
                    <a:pt x="3771" y="3759"/>
                    <a:pt x="3756" y="3692"/>
                    <a:pt x="3739" y="3634"/>
                  </a:cubicBezTo>
                  <a:cubicBezTo>
                    <a:pt x="3724" y="3574"/>
                    <a:pt x="3723" y="3520"/>
                    <a:pt x="3721" y="3467"/>
                  </a:cubicBezTo>
                  <a:cubicBezTo>
                    <a:pt x="3720" y="3419"/>
                    <a:pt x="3720" y="3372"/>
                    <a:pt x="3708" y="3321"/>
                  </a:cubicBezTo>
                  <a:cubicBezTo>
                    <a:pt x="3633" y="2980"/>
                    <a:pt x="3761" y="2514"/>
                    <a:pt x="3881" y="2321"/>
                  </a:cubicBezTo>
                  <a:cubicBezTo>
                    <a:pt x="3918" y="2264"/>
                    <a:pt x="3964" y="2215"/>
                    <a:pt x="4012" y="2170"/>
                  </a:cubicBezTo>
                  <a:lnTo>
                    <a:pt x="4050" y="2129"/>
                  </a:lnTo>
                  <a:lnTo>
                    <a:pt x="4054" y="2126"/>
                  </a:lnTo>
                  <a:cubicBezTo>
                    <a:pt x="4063" y="2117"/>
                    <a:pt x="4073" y="2113"/>
                    <a:pt x="4088" y="2113"/>
                  </a:cubicBezTo>
                  <a:lnTo>
                    <a:pt x="4117" y="2113"/>
                  </a:lnTo>
                  <a:lnTo>
                    <a:pt x="4107" y="2107"/>
                  </a:lnTo>
                  <a:cubicBezTo>
                    <a:pt x="4028" y="2068"/>
                    <a:pt x="3960" y="2017"/>
                    <a:pt x="3894" y="1971"/>
                  </a:cubicBezTo>
                  <a:cubicBezTo>
                    <a:pt x="3884" y="1962"/>
                    <a:pt x="3874" y="1957"/>
                    <a:pt x="3867" y="1950"/>
                  </a:cubicBezTo>
                  <a:cubicBezTo>
                    <a:pt x="3822" y="1921"/>
                    <a:pt x="3768" y="1888"/>
                    <a:pt x="3761" y="1790"/>
                  </a:cubicBezTo>
                  <a:cubicBezTo>
                    <a:pt x="3761" y="1777"/>
                    <a:pt x="3765" y="1763"/>
                    <a:pt x="3774" y="1754"/>
                  </a:cubicBezTo>
                  <a:lnTo>
                    <a:pt x="3811" y="1710"/>
                  </a:lnTo>
                  <a:cubicBezTo>
                    <a:pt x="3873" y="1639"/>
                    <a:pt x="3932" y="1568"/>
                    <a:pt x="4086" y="1561"/>
                  </a:cubicBezTo>
                  <a:lnTo>
                    <a:pt x="4089" y="1561"/>
                  </a:lnTo>
                  <a:cubicBezTo>
                    <a:pt x="4101" y="1561"/>
                    <a:pt x="4109" y="1565"/>
                    <a:pt x="4120" y="1574"/>
                  </a:cubicBezTo>
                  <a:cubicBezTo>
                    <a:pt x="4140" y="1590"/>
                    <a:pt x="4168" y="1600"/>
                    <a:pt x="4201" y="1610"/>
                  </a:cubicBezTo>
                  <a:cubicBezTo>
                    <a:pt x="4226" y="1619"/>
                    <a:pt x="4253" y="1629"/>
                    <a:pt x="4277" y="1639"/>
                  </a:cubicBezTo>
                  <a:cubicBezTo>
                    <a:pt x="4339" y="1671"/>
                    <a:pt x="4403" y="1707"/>
                    <a:pt x="4466" y="1742"/>
                  </a:cubicBezTo>
                  <a:cubicBezTo>
                    <a:pt x="4479" y="1750"/>
                    <a:pt x="4493" y="1755"/>
                    <a:pt x="4505" y="1763"/>
                  </a:cubicBezTo>
                  <a:cubicBezTo>
                    <a:pt x="4405" y="1594"/>
                    <a:pt x="4309" y="1335"/>
                    <a:pt x="4344" y="1153"/>
                  </a:cubicBezTo>
                  <a:cubicBezTo>
                    <a:pt x="4345" y="1145"/>
                    <a:pt x="4360" y="1126"/>
                    <a:pt x="4364" y="1117"/>
                  </a:cubicBezTo>
                  <a:cubicBezTo>
                    <a:pt x="4371" y="1110"/>
                    <a:pt x="4383" y="1104"/>
                    <a:pt x="4392" y="1104"/>
                  </a:cubicBezTo>
                  <a:cubicBezTo>
                    <a:pt x="4412" y="1103"/>
                    <a:pt x="4428" y="1101"/>
                    <a:pt x="4447" y="1101"/>
                  </a:cubicBezTo>
                  <a:cubicBezTo>
                    <a:pt x="4661" y="1101"/>
                    <a:pt x="4818" y="1245"/>
                    <a:pt x="4916" y="1417"/>
                  </a:cubicBezTo>
                  <a:cubicBezTo>
                    <a:pt x="4912" y="1435"/>
                    <a:pt x="4905" y="1453"/>
                    <a:pt x="4899" y="1470"/>
                  </a:cubicBezTo>
                  <a:cubicBezTo>
                    <a:pt x="4891" y="1492"/>
                    <a:pt x="4910" y="1508"/>
                    <a:pt x="4928" y="1508"/>
                  </a:cubicBezTo>
                  <a:cubicBezTo>
                    <a:pt x="4937" y="1508"/>
                    <a:pt x="4946" y="1503"/>
                    <a:pt x="4951" y="1494"/>
                  </a:cubicBezTo>
                  <a:cubicBezTo>
                    <a:pt x="4951" y="1492"/>
                    <a:pt x="4953" y="1489"/>
                    <a:pt x="4956" y="1489"/>
                  </a:cubicBezTo>
                  <a:cubicBezTo>
                    <a:pt x="4979" y="1543"/>
                    <a:pt x="4999" y="1595"/>
                    <a:pt x="5014" y="1646"/>
                  </a:cubicBezTo>
                  <a:lnTo>
                    <a:pt x="5015" y="1648"/>
                  </a:lnTo>
                  <a:cubicBezTo>
                    <a:pt x="5033" y="1595"/>
                    <a:pt x="5055" y="1546"/>
                    <a:pt x="5075" y="1497"/>
                  </a:cubicBezTo>
                  <a:cubicBezTo>
                    <a:pt x="5088" y="1470"/>
                    <a:pt x="5101" y="1441"/>
                    <a:pt x="5111" y="1414"/>
                  </a:cubicBezTo>
                  <a:cubicBezTo>
                    <a:pt x="5132" y="1364"/>
                    <a:pt x="5148" y="1318"/>
                    <a:pt x="5162" y="1271"/>
                  </a:cubicBezTo>
                  <a:cubicBezTo>
                    <a:pt x="5178" y="1223"/>
                    <a:pt x="5196" y="1174"/>
                    <a:pt x="5214" y="1126"/>
                  </a:cubicBezTo>
                  <a:cubicBezTo>
                    <a:pt x="5713" y="536"/>
                    <a:pt x="6405" y="253"/>
                    <a:pt x="7216" y="229"/>
                  </a:cubicBezTo>
                  <a:cubicBezTo>
                    <a:pt x="7300" y="226"/>
                    <a:pt x="7391" y="224"/>
                    <a:pt x="7489" y="224"/>
                  </a:cubicBezTo>
                  <a:close/>
                  <a:moveTo>
                    <a:pt x="11196" y="3901"/>
                  </a:moveTo>
                  <a:cubicBezTo>
                    <a:pt x="11206" y="3901"/>
                    <a:pt x="11215" y="3904"/>
                    <a:pt x="11222" y="3909"/>
                  </a:cubicBezTo>
                  <a:cubicBezTo>
                    <a:pt x="11238" y="3920"/>
                    <a:pt x="11303" y="3922"/>
                    <a:pt x="11347" y="3922"/>
                  </a:cubicBezTo>
                  <a:cubicBezTo>
                    <a:pt x="11399" y="3922"/>
                    <a:pt x="11447" y="3923"/>
                    <a:pt x="11479" y="3935"/>
                  </a:cubicBezTo>
                  <a:cubicBezTo>
                    <a:pt x="11569" y="3962"/>
                    <a:pt x="11652" y="4025"/>
                    <a:pt x="11724" y="4076"/>
                  </a:cubicBezTo>
                  <a:cubicBezTo>
                    <a:pt x="11889" y="4202"/>
                    <a:pt x="11995" y="4396"/>
                    <a:pt x="12102" y="4588"/>
                  </a:cubicBezTo>
                  <a:cubicBezTo>
                    <a:pt x="12134" y="4647"/>
                    <a:pt x="12168" y="4708"/>
                    <a:pt x="12200" y="4765"/>
                  </a:cubicBezTo>
                  <a:cubicBezTo>
                    <a:pt x="12349" y="5005"/>
                    <a:pt x="12469" y="5264"/>
                    <a:pt x="12606" y="5579"/>
                  </a:cubicBezTo>
                  <a:cubicBezTo>
                    <a:pt x="12637" y="5649"/>
                    <a:pt x="12676" y="5719"/>
                    <a:pt x="12715" y="5788"/>
                  </a:cubicBezTo>
                  <a:cubicBezTo>
                    <a:pt x="12753" y="5860"/>
                    <a:pt x="12794" y="5932"/>
                    <a:pt x="12824" y="6005"/>
                  </a:cubicBezTo>
                  <a:lnTo>
                    <a:pt x="13105" y="6648"/>
                  </a:lnTo>
                  <a:cubicBezTo>
                    <a:pt x="13138" y="6725"/>
                    <a:pt x="13180" y="6802"/>
                    <a:pt x="13221" y="6880"/>
                  </a:cubicBezTo>
                  <a:cubicBezTo>
                    <a:pt x="13342" y="7110"/>
                    <a:pt x="13465" y="7347"/>
                    <a:pt x="13473" y="7660"/>
                  </a:cubicBezTo>
                  <a:cubicBezTo>
                    <a:pt x="13473" y="7673"/>
                    <a:pt x="13458" y="7696"/>
                    <a:pt x="13448" y="7706"/>
                  </a:cubicBezTo>
                  <a:cubicBezTo>
                    <a:pt x="13441" y="7713"/>
                    <a:pt x="13429" y="7718"/>
                    <a:pt x="13419" y="7718"/>
                  </a:cubicBezTo>
                  <a:cubicBezTo>
                    <a:pt x="13346" y="7722"/>
                    <a:pt x="13269" y="7725"/>
                    <a:pt x="13192" y="7725"/>
                  </a:cubicBezTo>
                  <a:cubicBezTo>
                    <a:pt x="13058" y="7725"/>
                    <a:pt x="12948" y="7715"/>
                    <a:pt x="12866" y="7699"/>
                  </a:cubicBezTo>
                  <a:lnTo>
                    <a:pt x="12670" y="7699"/>
                  </a:lnTo>
                  <a:cubicBezTo>
                    <a:pt x="12357" y="7699"/>
                    <a:pt x="12126" y="7738"/>
                    <a:pt x="11923" y="7830"/>
                  </a:cubicBezTo>
                  <a:cubicBezTo>
                    <a:pt x="11833" y="7869"/>
                    <a:pt x="11760" y="7933"/>
                    <a:pt x="11689" y="8006"/>
                  </a:cubicBezTo>
                  <a:cubicBezTo>
                    <a:pt x="11616" y="8043"/>
                    <a:pt x="11545" y="8084"/>
                    <a:pt x="11472" y="8122"/>
                  </a:cubicBezTo>
                  <a:cubicBezTo>
                    <a:pt x="11709" y="7468"/>
                    <a:pt x="11770" y="6758"/>
                    <a:pt x="11670" y="6072"/>
                  </a:cubicBezTo>
                  <a:lnTo>
                    <a:pt x="11670" y="6065"/>
                  </a:lnTo>
                  <a:cubicBezTo>
                    <a:pt x="11667" y="6053"/>
                    <a:pt x="11667" y="6044"/>
                    <a:pt x="11665" y="6036"/>
                  </a:cubicBezTo>
                  <a:cubicBezTo>
                    <a:pt x="11658" y="5988"/>
                    <a:pt x="11651" y="5941"/>
                    <a:pt x="11642" y="5893"/>
                  </a:cubicBezTo>
                  <a:cubicBezTo>
                    <a:pt x="11638" y="5871"/>
                    <a:pt x="11636" y="5848"/>
                    <a:pt x="11632" y="5825"/>
                  </a:cubicBezTo>
                  <a:cubicBezTo>
                    <a:pt x="11619" y="5722"/>
                    <a:pt x="11609" y="5623"/>
                    <a:pt x="11578" y="5527"/>
                  </a:cubicBezTo>
                  <a:cubicBezTo>
                    <a:pt x="11494" y="5274"/>
                    <a:pt x="11411" y="5014"/>
                    <a:pt x="11283" y="4806"/>
                  </a:cubicBezTo>
                  <a:cubicBezTo>
                    <a:pt x="11279" y="4795"/>
                    <a:pt x="11270" y="4787"/>
                    <a:pt x="11266" y="4779"/>
                  </a:cubicBezTo>
                  <a:cubicBezTo>
                    <a:pt x="11206" y="4662"/>
                    <a:pt x="11138" y="4545"/>
                    <a:pt x="11066" y="4435"/>
                  </a:cubicBezTo>
                  <a:cubicBezTo>
                    <a:pt x="11065" y="4435"/>
                    <a:pt x="11068" y="4431"/>
                    <a:pt x="11069" y="4428"/>
                  </a:cubicBezTo>
                  <a:cubicBezTo>
                    <a:pt x="11077" y="4413"/>
                    <a:pt x="11097" y="4403"/>
                    <a:pt x="11114" y="4403"/>
                  </a:cubicBezTo>
                  <a:cubicBezTo>
                    <a:pt x="11127" y="4403"/>
                    <a:pt x="11141" y="4407"/>
                    <a:pt x="11149" y="4416"/>
                  </a:cubicBezTo>
                  <a:cubicBezTo>
                    <a:pt x="11199" y="4465"/>
                    <a:pt x="11286" y="4518"/>
                    <a:pt x="11398" y="4532"/>
                  </a:cubicBezTo>
                  <a:cubicBezTo>
                    <a:pt x="11388" y="4512"/>
                    <a:pt x="11373" y="4494"/>
                    <a:pt x="11354" y="4474"/>
                  </a:cubicBezTo>
                  <a:cubicBezTo>
                    <a:pt x="11341" y="4458"/>
                    <a:pt x="11327" y="4442"/>
                    <a:pt x="11312" y="4422"/>
                  </a:cubicBezTo>
                  <a:cubicBezTo>
                    <a:pt x="11295" y="4394"/>
                    <a:pt x="11274" y="4367"/>
                    <a:pt x="11254" y="4340"/>
                  </a:cubicBezTo>
                  <a:cubicBezTo>
                    <a:pt x="11170" y="4198"/>
                    <a:pt x="11114" y="4052"/>
                    <a:pt x="11075" y="3904"/>
                  </a:cubicBezTo>
                  <a:cubicBezTo>
                    <a:pt x="11077" y="3904"/>
                    <a:pt x="11078" y="3901"/>
                    <a:pt x="11082" y="3901"/>
                  </a:cubicBezTo>
                  <a:close/>
                  <a:moveTo>
                    <a:pt x="10438" y="4119"/>
                  </a:moveTo>
                  <a:cubicBezTo>
                    <a:pt x="10447" y="4119"/>
                    <a:pt x="10456" y="4121"/>
                    <a:pt x="10463" y="4127"/>
                  </a:cubicBezTo>
                  <a:cubicBezTo>
                    <a:pt x="10466" y="4127"/>
                    <a:pt x="10467" y="4128"/>
                    <a:pt x="10469" y="4128"/>
                  </a:cubicBezTo>
                  <a:cubicBezTo>
                    <a:pt x="10476" y="4131"/>
                    <a:pt x="10489" y="4132"/>
                    <a:pt x="10499" y="4132"/>
                  </a:cubicBezTo>
                  <a:cubicBezTo>
                    <a:pt x="10504" y="4134"/>
                    <a:pt x="10511" y="4134"/>
                    <a:pt x="10514" y="4134"/>
                  </a:cubicBezTo>
                  <a:lnTo>
                    <a:pt x="10517" y="4134"/>
                  </a:lnTo>
                  <a:cubicBezTo>
                    <a:pt x="10524" y="4134"/>
                    <a:pt x="10531" y="4134"/>
                    <a:pt x="10540" y="4135"/>
                  </a:cubicBezTo>
                  <a:cubicBezTo>
                    <a:pt x="10549" y="4138"/>
                    <a:pt x="10558" y="4140"/>
                    <a:pt x="10568" y="4140"/>
                  </a:cubicBezTo>
                  <a:cubicBezTo>
                    <a:pt x="10572" y="4140"/>
                    <a:pt x="10579" y="4141"/>
                    <a:pt x="10585" y="4143"/>
                  </a:cubicBezTo>
                  <a:cubicBezTo>
                    <a:pt x="10655" y="4162"/>
                    <a:pt x="10729" y="4183"/>
                    <a:pt x="10793" y="4208"/>
                  </a:cubicBezTo>
                  <a:cubicBezTo>
                    <a:pt x="10796" y="4212"/>
                    <a:pt x="10802" y="4212"/>
                    <a:pt x="10805" y="4214"/>
                  </a:cubicBezTo>
                  <a:cubicBezTo>
                    <a:pt x="10827" y="4223"/>
                    <a:pt x="10848" y="4233"/>
                    <a:pt x="10866" y="4243"/>
                  </a:cubicBezTo>
                  <a:cubicBezTo>
                    <a:pt x="10853" y="4256"/>
                    <a:pt x="10845" y="4276"/>
                    <a:pt x="10860" y="4295"/>
                  </a:cubicBezTo>
                  <a:cubicBezTo>
                    <a:pt x="11378" y="5115"/>
                    <a:pt x="11631" y="6069"/>
                    <a:pt x="11556" y="7007"/>
                  </a:cubicBezTo>
                  <a:lnTo>
                    <a:pt x="11324" y="7828"/>
                  </a:lnTo>
                  <a:cubicBezTo>
                    <a:pt x="11295" y="7929"/>
                    <a:pt x="11274" y="8030"/>
                    <a:pt x="11254" y="8129"/>
                  </a:cubicBezTo>
                  <a:cubicBezTo>
                    <a:pt x="11245" y="8176"/>
                    <a:pt x="11234" y="8225"/>
                    <a:pt x="11225" y="8275"/>
                  </a:cubicBezTo>
                  <a:cubicBezTo>
                    <a:pt x="11223" y="8278"/>
                    <a:pt x="11222" y="8282"/>
                    <a:pt x="11222" y="8286"/>
                  </a:cubicBezTo>
                  <a:cubicBezTo>
                    <a:pt x="11216" y="8312"/>
                    <a:pt x="11209" y="8336"/>
                    <a:pt x="11202" y="8359"/>
                  </a:cubicBezTo>
                  <a:cubicBezTo>
                    <a:pt x="11178" y="8413"/>
                    <a:pt x="11154" y="8464"/>
                    <a:pt x="11129" y="8514"/>
                  </a:cubicBezTo>
                  <a:cubicBezTo>
                    <a:pt x="10979" y="8802"/>
                    <a:pt x="10793" y="9113"/>
                    <a:pt x="10550" y="9333"/>
                  </a:cubicBezTo>
                  <a:cubicBezTo>
                    <a:pt x="10271" y="9587"/>
                    <a:pt x="9983" y="9678"/>
                    <a:pt x="9682" y="9678"/>
                  </a:cubicBezTo>
                  <a:cubicBezTo>
                    <a:pt x="9486" y="9678"/>
                    <a:pt x="9285" y="9639"/>
                    <a:pt x="9079" y="9583"/>
                  </a:cubicBezTo>
                  <a:cubicBezTo>
                    <a:pt x="9077" y="9583"/>
                    <a:pt x="9075" y="9580"/>
                    <a:pt x="9073" y="9580"/>
                  </a:cubicBezTo>
                  <a:cubicBezTo>
                    <a:pt x="9070" y="9579"/>
                    <a:pt x="9066" y="9579"/>
                    <a:pt x="9063" y="9577"/>
                  </a:cubicBezTo>
                  <a:cubicBezTo>
                    <a:pt x="9059" y="9576"/>
                    <a:pt x="9057" y="9576"/>
                    <a:pt x="9053" y="9573"/>
                  </a:cubicBezTo>
                  <a:cubicBezTo>
                    <a:pt x="9041" y="9570"/>
                    <a:pt x="9029" y="9566"/>
                    <a:pt x="9016" y="9561"/>
                  </a:cubicBezTo>
                  <a:cubicBezTo>
                    <a:pt x="8929" y="9534"/>
                    <a:pt x="8839" y="9505"/>
                    <a:pt x="8747" y="9474"/>
                  </a:cubicBezTo>
                  <a:cubicBezTo>
                    <a:pt x="8739" y="9470"/>
                    <a:pt x="8730" y="9468"/>
                    <a:pt x="8721" y="9464"/>
                  </a:cubicBezTo>
                  <a:cubicBezTo>
                    <a:pt x="8461" y="9375"/>
                    <a:pt x="8207" y="9279"/>
                    <a:pt x="7954" y="9179"/>
                  </a:cubicBezTo>
                  <a:cubicBezTo>
                    <a:pt x="7910" y="9161"/>
                    <a:pt x="7866" y="9143"/>
                    <a:pt x="7821" y="9122"/>
                  </a:cubicBezTo>
                  <a:cubicBezTo>
                    <a:pt x="7690" y="9067"/>
                    <a:pt x="7561" y="9006"/>
                    <a:pt x="7436" y="8940"/>
                  </a:cubicBezTo>
                  <a:cubicBezTo>
                    <a:pt x="7394" y="8922"/>
                    <a:pt x="7352" y="8897"/>
                    <a:pt x="7311" y="8875"/>
                  </a:cubicBezTo>
                  <a:cubicBezTo>
                    <a:pt x="7241" y="8839"/>
                    <a:pt x="7174" y="8799"/>
                    <a:pt x="7109" y="8759"/>
                  </a:cubicBezTo>
                  <a:cubicBezTo>
                    <a:pt x="7057" y="8728"/>
                    <a:pt x="7006" y="8696"/>
                    <a:pt x="6956" y="8663"/>
                  </a:cubicBezTo>
                  <a:cubicBezTo>
                    <a:pt x="6927" y="8642"/>
                    <a:pt x="6897" y="8619"/>
                    <a:pt x="6869" y="8594"/>
                  </a:cubicBezTo>
                  <a:cubicBezTo>
                    <a:pt x="6846" y="8574"/>
                    <a:pt x="6824" y="8555"/>
                    <a:pt x="6799" y="8539"/>
                  </a:cubicBezTo>
                  <a:cubicBezTo>
                    <a:pt x="6795" y="8536"/>
                    <a:pt x="6788" y="8532"/>
                    <a:pt x="6780" y="8526"/>
                  </a:cubicBezTo>
                  <a:cubicBezTo>
                    <a:pt x="6774" y="8523"/>
                    <a:pt x="6767" y="8519"/>
                    <a:pt x="6761" y="8516"/>
                  </a:cubicBezTo>
                  <a:cubicBezTo>
                    <a:pt x="6748" y="8509"/>
                    <a:pt x="6734" y="8503"/>
                    <a:pt x="6722" y="8496"/>
                  </a:cubicBezTo>
                  <a:cubicBezTo>
                    <a:pt x="6709" y="8488"/>
                    <a:pt x="6696" y="8483"/>
                    <a:pt x="6686" y="8475"/>
                  </a:cubicBezTo>
                  <a:cubicBezTo>
                    <a:pt x="6673" y="8468"/>
                    <a:pt x="6661" y="8464"/>
                    <a:pt x="6649" y="8453"/>
                  </a:cubicBezTo>
                  <a:cubicBezTo>
                    <a:pt x="6609" y="8410"/>
                    <a:pt x="6569" y="8366"/>
                    <a:pt x="6527" y="8323"/>
                  </a:cubicBezTo>
                  <a:cubicBezTo>
                    <a:pt x="6526" y="8320"/>
                    <a:pt x="6523" y="8320"/>
                    <a:pt x="6522" y="8315"/>
                  </a:cubicBezTo>
                  <a:cubicBezTo>
                    <a:pt x="6516" y="8305"/>
                    <a:pt x="6508" y="8296"/>
                    <a:pt x="6501" y="8285"/>
                  </a:cubicBezTo>
                  <a:cubicBezTo>
                    <a:pt x="6497" y="8275"/>
                    <a:pt x="6490" y="8264"/>
                    <a:pt x="6482" y="8254"/>
                  </a:cubicBezTo>
                  <a:cubicBezTo>
                    <a:pt x="6478" y="8248"/>
                    <a:pt x="6475" y="8243"/>
                    <a:pt x="6469" y="8238"/>
                  </a:cubicBezTo>
                  <a:cubicBezTo>
                    <a:pt x="6462" y="8228"/>
                    <a:pt x="6456" y="8219"/>
                    <a:pt x="6447" y="8211"/>
                  </a:cubicBezTo>
                  <a:lnTo>
                    <a:pt x="6447" y="8209"/>
                  </a:lnTo>
                  <a:cubicBezTo>
                    <a:pt x="6434" y="8195"/>
                    <a:pt x="6421" y="8182"/>
                    <a:pt x="6410" y="8170"/>
                  </a:cubicBezTo>
                  <a:cubicBezTo>
                    <a:pt x="6402" y="8166"/>
                    <a:pt x="6396" y="8158"/>
                    <a:pt x="6389" y="8154"/>
                  </a:cubicBezTo>
                  <a:cubicBezTo>
                    <a:pt x="6382" y="8151"/>
                    <a:pt x="6375" y="8145"/>
                    <a:pt x="6367" y="8141"/>
                  </a:cubicBezTo>
                  <a:cubicBezTo>
                    <a:pt x="6360" y="8138"/>
                    <a:pt x="6353" y="8134"/>
                    <a:pt x="6346" y="8132"/>
                  </a:cubicBezTo>
                  <a:cubicBezTo>
                    <a:pt x="6337" y="8129"/>
                    <a:pt x="6330" y="8129"/>
                    <a:pt x="6319" y="8126"/>
                  </a:cubicBezTo>
                  <a:cubicBezTo>
                    <a:pt x="6315" y="8131"/>
                    <a:pt x="6305" y="8132"/>
                    <a:pt x="6298" y="8134"/>
                  </a:cubicBezTo>
                  <a:cubicBezTo>
                    <a:pt x="6289" y="8138"/>
                    <a:pt x="6282" y="8138"/>
                    <a:pt x="6273" y="8139"/>
                  </a:cubicBezTo>
                  <a:cubicBezTo>
                    <a:pt x="6244" y="8125"/>
                    <a:pt x="6213" y="8110"/>
                    <a:pt x="6180" y="8102"/>
                  </a:cubicBezTo>
                  <a:cubicBezTo>
                    <a:pt x="5639" y="7945"/>
                    <a:pt x="5235" y="7766"/>
                    <a:pt x="4927" y="7261"/>
                  </a:cubicBezTo>
                  <a:cubicBezTo>
                    <a:pt x="4922" y="7258"/>
                    <a:pt x="4921" y="7254"/>
                    <a:pt x="4916" y="7253"/>
                  </a:cubicBezTo>
                  <a:cubicBezTo>
                    <a:pt x="4916" y="7253"/>
                    <a:pt x="4916" y="7251"/>
                    <a:pt x="4915" y="7251"/>
                  </a:cubicBezTo>
                  <a:cubicBezTo>
                    <a:pt x="4911" y="7249"/>
                    <a:pt x="4907" y="7248"/>
                    <a:pt x="4904" y="7248"/>
                  </a:cubicBezTo>
                  <a:cubicBezTo>
                    <a:pt x="4890" y="7248"/>
                    <a:pt x="4878" y="7263"/>
                    <a:pt x="4880" y="7280"/>
                  </a:cubicBezTo>
                  <a:cubicBezTo>
                    <a:pt x="4807" y="7186"/>
                    <a:pt x="4735" y="7087"/>
                    <a:pt x="4668" y="6988"/>
                  </a:cubicBezTo>
                  <a:cubicBezTo>
                    <a:pt x="4636" y="6938"/>
                    <a:pt x="4602" y="6889"/>
                    <a:pt x="4572" y="6838"/>
                  </a:cubicBezTo>
                  <a:cubicBezTo>
                    <a:pt x="4570" y="6835"/>
                    <a:pt x="4567" y="6832"/>
                    <a:pt x="4567" y="6829"/>
                  </a:cubicBezTo>
                  <a:cubicBezTo>
                    <a:pt x="4535" y="6777"/>
                    <a:pt x="4505" y="6722"/>
                    <a:pt x="4476" y="6668"/>
                  </a:cubicBezTo>
                  <a:cubicBezTo>
                    <a:pt x="4432" y="6579"/>
                    <a:pt x="4283" y="6262"/>
                    <a:pt x="4384" y="6039"/>
                  </a:cubicBezTo>
                  <a:cubicBezTo>
                    <a:pt x="4394" y="6020"/>
                    <a:pt x="4406" y="6002"/>
                    <a:pt x="4421" y="5988"/>
                  </a:cubicBezTo>
                  <a:cubicBezTo>
                    <a:pt x="4426" y="5980"/>
                    <a:pt x="4434" y="5976"/>
                    <a:pt x="4441" y="5969"/>
                  </a:cubicBezTo>
                  <a:cubicBezTo>
                    <a:pt x="4450" y="5963"/>
                    <a:pt x="4457" y="5956"/>
                    <a:pt x="4464" y="5948"/>
                  </a:cubicBezTo>
                  <a:cubicBezTo>
                    <a:pt x="4477" y="5940"/>
                    <a:pt x="4489" y="5929"/>
                    <a:pt x="4499" y="5921"/>
                  </a:cubicBezTo>
                  <a:lnTo>
                    <a:pt x="4504" y="5918"/>
                  </a:lnTo>
                  <a:cubicBezTo>
                    <a:pt x="4506" y="5915"/>
                    <a:pt x="4508" y="5913"/>
                    <a:pt x="4512" y="5912"/>
                  </a:cubicBezTo>
                  <a:cubicBezTo>
                    <a:pt x="4515" y="5911"/>
                    <a:pt x="4522" y="5908"/>
                    <a:pt x="4528" y="5908"/>
                  </a:cubicBezTo>
                  <a:cubicBezTo>
                    <a:pt x="4544" y="5906"/>
                    <a:pt x="4559" y="5906"/>
                    <a:pt x="4573" y="5906"/>
                  </a:cubicBezTo>
                  <a:lnTo>
                    <a:pt x="4578" y="5906"/>
                  </a:lnTo>
                  <a:cubicBezTo>
                    <a:pt x="4586" y="5905"/>
                    <a:pt x="4589" y="5905"/>
                    <a:pt x="4598" y="5905"/>
                  </a:cubicBezTo>
                  <a:cubicBezTo>
                    <a:pt x="4655" y="5905"/>
                    <a:pt x="4707" y="5912"/>
                    <a:pt x="4755" y="5922"/>
                  </a:cubicBezTo>
                  <a:cubicBezTo>
                    <a:pt x="4799" y="5935"/>
                    <a:pt x="4836" y="5950"/>
                    <a:pt x="4871" y="5966"/>
                  </a:cubicBezTo>
                  <a:cubicBezTo>
                    <a:pt x="4890" y="5976"/>
                    <a:pt x="4908" y="5985"/>
                    <a:pt x="4924" y="5993"/>
                  </a:cubicBezTo>
                  <a:cubicBezTo>
                    <a:pt x="4938" y="6002"/>
                    <a:pt x="4951" y="6012"/>
                    <a:pt x="4964" y="6021"/>
                  </a:cubicBezTo>
                  <a:cubicBezTo>
                    <a:pt x="4964" y="6023"/>
                    <a:pt x="4966" y="6023"/>
                    <a:pt x="4966" y="6023"/>
                  </a:cubicBezTo>
                  <a:cubicBezTo>
                    <a:pt x="4967" y="6023"/>
                    <a:pt x="4967" y="6024"/>
                    <a:pt x="4970" y="6024"/>
                  </a:cubicBezTo>
                  <a:lnTo>
                    <a:pt x="4972" y="6024"/>
                  </a:lnTo>
                  <a:cubicBezTo>
                    <a:pt x="4973" y="6024"/>
                    <a:pt x="4973" y="6027"/>
                    <a:pt x="4975" y="6027"/>
                  </a:cubicBezTo>
                  <a:lnTo>
                    <a:pt x="4977" y="6027"/>
                  </a:lnTo>
                  <a:cubicBezTo>
                    <a:pt x="4979" y="6027"/>
                    <a:pt x="4979" y="6028"/>
                    <a:pt x="4980" y="6028"/>
                  </a:cubicBezTo>
                  <a:cubicBezTo>
                    <a:pt x="4986" y="6031"/>
                    <a:pt x="4993" y="6037"/>
                    <a:pt x="5001" y="6041"/>
                  </a:cubicBezTo>
                  <a:cubicBezTo>
                    <a:pt x="5036" y="6065"/>
                    <a:pt x="5071" y="6092"/>
                    <a:pt x="5101" y="6117"/>
                  </a:cubicBezTo>
                  <a:cubicBezTo>
                    <a:pt x="5121" y="6133"/>
                    <a:pt x="5143" y="6150"/>
                    <a:pt x="5164" y="6166"/>
                  </a:cubicBezTo>
                  <a:cubicBezTo>
                    <a:pt x="5236" y="6220"/>
                    <a:pt x="5328" y="6290"/>
                    <a:pt x="5382" y="6376"/>
                  </a:cubicBezTo>
                  <a:cubicBezTo>
                    <a:pt x="5393" y="6390"/>
                    <a:pt x="5387" y="6409"/>
                    <a:pt x="5379" y="6424"/>
                  </a:cubicBezTo>
                  <a:cubicBezTo>
                    <a:pt x="5377" y="6428"/>
                    <a:pt x="5374" y="6430"/>
                    <a:pt x="5370" y="6434"/>
                  </a:cubicBezTo>
                  <a:cubicBezTo>
                    <a:pt x="5367" y="6437"/>
                    <a:pt x="5364" y="6438"/>
                    <a:pt x="5357" y="6443"/>
                  </a:cubicBezTo>
                  <a:cubicBezTo>
                    <a:pt x="5348" y="6446"/>
                    <a:pt x="5338" y="6449"/>
                    <a:pt x="5329" y="6449"/>
                  </a:cubicBezTo>
                  <a:cubicBezTo>
                    <a:pt x="5316" y="6449"/>
                    <a:pt x="5306" y="6444"/>
                    <a:pt x="5297" y="6435"/>
                  </a:cubicBezTo>
                  <a:cubicBezTo>
                    <a:pt x="5290" y="6428"/>
                    <a:pt x="5280" y="6421"/>
                    <a:pt x="5270" y="6415"/>
                  </a:cubicBezTo>
                  <a:cubicBezTo>
                    <a:pt x="5262" y="6412"/>
                    <a:pt x="5254" y="6405"/>
                    <a:pt x="5242" y="6402"/>
                  </a:cubicBezTo>
                  <a:cubicBezTo>
                    <a:pt x="5233" y="6399"/>
                    <a:pt x="5222" y="6395"/>
                    <a:pt x="5213" y="6392"/>
                  </a:cubicBezTo>
                  <a:cubicBezTo>
                    <a:pt x="5200" y="6387"/>
                    <a:pt x="5185" y="6385"/>
                    <a:pt x="5171" y="6383"/>
                  </a:cubicBezTo>
                  <a:cubicBezTo>
                    <a:pt x="5153" y="6380"/>
                    <a:pt x="5134" y="6379"/>
                    <a:pt x="5113" y="6379"/>
                  </a:cubicBezTo>
                  <a:cubicBezTo>
                    <a:pt x="5075" y="6379"/>
                    <a:pt x="5036" y="6383"/>
                    <a:pt x="4996" y="6392"/>
                  </a:cubicBezTo>
                  <a:cubicBezTo>
                    <a:pt x="4977" y="6395"/>
                    <a:pt x="4960" y="6401"/>
                    <a:pt x="4944" y="6406"/>
                  </a:cubicBezTo>
                  <a:lnTo>
                    <a:pt x="4943" y="6406"/>
                  </a:lnTo>
                  <a:cubicBezTo>
                    <a:pt x="4927" y="6414"/>
                    <a:pt x="4912" y="6419"/>
                    <a:pt x="4898" y="6427"/>
                  </a:cubicBezTo>
                  <a:cubicBezTo>
                    <a:pt x="4877" y="6437"/>
                    <a:pt x="4861" y="6446"/>
                    <a:pt x="4848" y="6459"/>
                  </a:cubicBezTo>
                  <a:cubicBezTo>
                    <a:pt x="4841" y="6466"/>
                    <a:pt x="4834" y="6472"/>
                    <a:pt x="4828" y="6479"/>
                  </a:cubicBezTo>
                  <a:cubicBezTo>
                    <a:pt x="4791" y="6531"/>
                    <a:pt x="4793" y="6604"/>
                    <a:pt x="4804" y="6654"/>
                  </a:cubicBezTo>
                  <a:cubicBezTo>
                    <a:pt x="4807" y="6674"/>
                    <a:pt x="4815" y="6696"/>
                    <a:pt x="4822" y="6715"/>
                  </a:cubicBezTo>
                  <a:cubicBezTo>
                    <a:pt x="4829" y="6735"/>
                    <a:pt x="4836" y="6755"/>
                    <a:pt x="4847" y="6773"/>
                  </a:cubicBezTo>
                  <a:cubicBezTo>
                    <a:pt x="4847" y="6747"/>
                    <a:pt x="4850" y="6717"/>
                    <a:pt x="4854" y="6693"/>
                  </a:cubicBezTo>
                  <a:cubicBezTo>
                    <a:pt x="4870" y="6606"/>
                    <a:pt x="4906" y="6544"/>
                    <a:pt x="4944" y="6530"/>
                  </a:cubicBezTo>
                  <a:cubicBezTo>
                    <a:pt x="4988" y="6488"/>
                    <a:pt x="5066" y="6485"/>
                    <a:pt x="5097" y="6485"/>
                  </a:cubicBezTo>
                  <a:lnTo>
                    <a:pt x="5098" y="6485"/>
                  </a:lnTo>
                  <a:cubicBezTo>
                    <a:pt x="5134" y="6485"/>
                    <a:pt x="5169" y="6489"/>
                    <a:pt x="5198" y="6499"/>
                  </a:cubicBezTo>
                  <a:cubicBezTo>
                    <a:pt x="5251" y="6517"/>
                    <a:pt x="5345" y="6560"/>
                    <a:pt x="5428" y="6620"/>
                  </a:cubicBezTo>
                  <a:cubicBezTo>
                    <a:pt x="5447" y="6635"/>
                    <a:pt x="5469" y="6652"/>
                    <a:pt x="5488" y="6668"/>
                  </a:cubicBezTo>
                  <a:cubicBezTo>
                    <a:pt x="5526" y="6703"/>
                    <a:pt x="5559" y="6739"/>
                    <a:pt x="5576" y="6777"/>
                  </a:cubicBezTo>
                  <a:cubicBezTo>
                    <a:pt x="5581" y="6784"/>
                    <a:pt x="5585" y="6793"/>
                    <a:pt x="5588" y="6800"/>
                  </a:cubicBezTo>
                  <a:cubicBezTo>
                    <a:pt x="5591" y="6809"/>
                    <a:pt x="5592" y="6821"/>
                    <a:pt x="5595" y="6828"/>
                  </a:cubicBezTo>
                  <a:lnTo>
                    <a:pt x="5595" y="6835"/>
                  </a:lnTo>
                  <a:cubicBezTo>
                    <a:pt x="5595" y="6843"/>
                    <a:pt x="5592" y="6850"/>
                    <a:pt x="5590" y="6856"/>
                  </a:cubicBezTo>
                  <a:lnTo>
                    <a:pt x="5590" y="6857"/>
                  </a:lnTo>
                  <a:cubicBezTo>
                    <a:pt x="5588" y="6860"/>
                    <a:pt x="5585" y="6864"/>
                    <a:pt x="5582" y="6866"/>
                  </a:cubicBezTo>
                  <a:cubicBezTo>
                    <a:pt x="5578" y="6870"/>
                    <a:pt x="5576" y="6872"/>
                    <a:pt x="5574" y="6873"/>
                  </a:cubicBezTo>
                  <a:cubicBezTo>
                    <a:pt x="5511" y="6914"/>
                    <a:pt x="5411" y="7005"/>
                    <a:pt x="5446" y="7178"/>
                  </a:cubicBezTo>
                  <a:cubicBezTo>
                    <a:pt x="5473" y="7199"/>
                    <a:pt x="5524" y="7231"/>
                    <a:pt x="5576" y="7251"/>
                  </a:cubicBezTo>
                  <a:cubicBezTo>
                    <a:pt x="5556" y="7223"/>
                    <a:pt x="5546" y="7189"/>
                    <a:pt x="5540" y="7151"/>
                  </a:cubicBezTo>
                  <a:cubicBezTo>
                    <a:pt x="5524" y="7042"/>
                    <a:pt x="5575" y="6944"/>
                    <a:pt x="5665" y="6904"/>
                  </a:cubicBezTo>
                  <a:cubicBezTo>
                    <a:pt x="5670" y="6902"/>
                    <a:pt x="5675" y="6901"/>
                    <a:pt x="5678" y="6901"/>
                  </a:cubicBezTo>
                  <a:cubicBezTo>
                    <a:pt x="5690" y="6901"/>
                    <a:pt x="5700" y="6906"/>
                    <a:pt x="5712" y="6914"/>
                  </a:cubicBezTo>
                  <a:cubicBezTo>
                    <a:pt x="5715" y="6917"/>
                    <a:pt x="5720" y="6922"/>
                    <a:pt x="5723" y="6928"/>
                  </a:cubicBezTo>
                  <a:cubicBezTo>
                    <a:pt x="5751" y="6947"/>
                    <a:pt x="5771" y="6972"/>
                    <a:pt x="5792" y="6998"/>
                  </a:cubicBezTo>
                  <a:cubicBezTo>
                    <a:pt x="5805" y="7017"/>
                    <a:pt x="5815" y="7034"/>
                    <a:pt x="5824" y="7053"/>
                  </a:cubicBezTo>
                  <a:lnTo>
                    <a:pt x="5824" y="7055"/>
                  </a:lnTo>
                  <a:cubicBezTo>
                    <a:pt x="5838" y="7082"/>
                    <a:pt x="5851" y="7113"/>
                    <a:pt x="5864" y="7142"/>
                  </a:cubicBezTo>
                  <a:cubicBezTo>
                    <a:pt x="5872" y="7155"/>
                    <a:pt x="5877" y="7170"/>
                    <a:pt x="5885" y="7184"/>
                  </a:cubicBezTo>
                  <a:cubicBezTo>
                    <a:pt x="5889" y="7199"/>
                    <a:pt x="5896" y="7210"/>
                    <a:pt x="5904" y="7225"/>
                  </a:cubicBezTo>
                  <a:cubicBezTo>
                    <a:pt x="5986" y="7385"/>
                    <a:pt x="6071" y="7549"/>
                    <a:pt x="6193" y="7679"/>
                  </a:cubicBezTo>
                  <a:cubicBezTo>
                    <a:pt x="6215" y="7677"/>
                    <a:pt x="6237" y="7674"/>
                    <a:pt x="6260" y="7673"/>
                  </a:cubicBezTo>
                  <a:cubicBezTo>
                    <a:pt x="6266" y="7665"/>
                    <a:pt x="6273" y="7658"/>
                    <a:pt x="6279" y="7652"/>
                  </a:cubicBezTo>
                  <a:cubicBezTo>
                    <a:pt x="6289" y="7641"/>
                    <a:pt x="6299" y="7629"/>
                    <a:pt x="6302" y="7629"/>
                  </a:cubicBezTo>
                  <a:lnTo>
                    <a:pt x="6334" y="7270"/>
                  </a:lnTo>
                  <a:cubicBezTo>
                    <a:pt x="6353" y="7205"/>
                    <a:pt x="6378" y="7143"/>
                    <a:pt x="6402" y="7088"/>
                  </a:cubicBezTo>
                  <a:cubicBezTo>
                    <a:pt x="6430" y="7024"/>
                    <a:pt x="6455" y="6965"/>
                    <a:pt x="6471" y="6899"/>
                  </a:cubicBezTo>
                  <a:cubicBezTo>
                    <a:pt x="6472" y="6893"/>
                    <a:pt x="6475" y="6886"/>
                    <a:pt x="6478" y="6882"/>
                  </a:cubicBezTo>
                  <a:cubicBezTo>
                    <a:pt x="6482" y="6879"/>
                    <a:pt x="6484" y="6873"/>
                    <a:pt x="6490" y="6872"/>
                  </a:cubicBezTo>
                  <a:cubicBezTo>
                    <a:pt x="6497" y="6864"/>
                    <a:pt x="6507" y="6860"/>
                    <a:pt x="6516" y="6860"/>
                  </a:cubicBezTo>
                  <a:cubicBezTo>
                    <a:pt x="6520" y="6860"/>
                    <a:pt x="6522" y="6863"/>
                    <a:pt x="6526" y="6863"/>
                  </a:cubicBezTo>
                  <a:cubicBezTo>
                    <a:pt x="6540" y="6866"/>
                    <a:pt x="6552" y="6866"/>
                    <a:pt x="6564" y="6866"/>
                  </a:cubicBezTo>
                  <a:cubicBezTo>
                    <a:pt x="6581" y="6866"/>
                    <a:pt x="6599" y="6863"/>
                    <a:pt x="6620" y="6857"/>
                  </a:cubicBezTo>
                  <a:lnTo>
                    <a:pt x="6620" y="6856"/>
                  </a:lnTo>
                  <a:cubicBezTo>
                    <a:pt x="6677" y="6751"/>
                    <a:pt x="6703" y="6626"/>
                    <a:pt x="6734" y="6489"/>
                  </a:cubicBezTo>
                  <a:cubicBezTo>
                    <a:pt x="6754" y="6401"/>
                    <a:pt x="6774" y="6307"/>
                    <a:pt x="6804" y="6219"/>
                  </a:cubicBezTo>
                  <a:cubicBezTo>
                    <a:pt x="6841" y="6104"/>
                    <a:pt x="6884" y="5995"/>
                    <a:pt x="6927" y="5884"/>
                  </a:cubicBezTo>
                  <a:cubicBezTo>
                    <a:pt x="6998" y="5703"/>
                    <a:pt x="7073" y="5514"/>
                    <a:pt x="7123" y="5300"/>
                  </a:cubicBezTo>
                  <a:cubicBezTo>
                    <a:pt x="7153" y="5179"/>
                    <a:pt x="7137" y="5045"/>
                    <a:pt x="7118" y="4912"/>
                  </a:cubicBezTo>
                  <a:cubicBezTo>
                    <a:pt x="7110" y="4859"/>
                    <a:pt x="7105" y="4813"/>
                    <a:pt x="7102" y="4763"/>
                  </a:cubicBezTo>
                  <a:cubicBezTo>
                    <a:pt x="7100" y="4750"/>
                    <a:pt x="7110" y="4737"/>
                    <a:pt x="7119" y="4729"/>
                  </a:cubicBezTo>
                  <a:cubicBezTo>
                    <a:pt x="7122" y="4724"/>
                    <a:pt x="7123" y="4724"/>
                    <a:pt x="7126" y="4721"/>
                  </a:cubicBezTo>
                  <a:cubicBezTo>
                    <a:pt x="7131" y="4720"/>
                    <a:pt x="7134" y="4717"/>
                    <a:pt x="7138" y="4717"/>
                  </a:cubicBezTo>
                  <a:cubicBezTo>
                    <a:pt x="7141" y="4715"/>
                    <a:pt x="7145" y="4714"/>
                    <a:pt x="7151" y="4714"/>
                  </a:cubicBezTo>
                  <a:cubicBezTo>
                    <a:pt x="7154" y="4713"/>
                    <a:pt x="7158" y="4713"/>
                    <a:pt x="7161" y="4713"/>
                  </a:cubicBezTo>
                  <a:cubicBezTo>
                    <a:pt x="7174" y="4713"/>
                    <a:pt x="7184" y="4717"/>
                    <a:pt x="7195" y="4727"/>
                  </a:cubicBezTo>
                  <a:cubicBezTo>
                    <a:pt x="7203" y="4734"/>
                    <a:pt x="7209" y="4746"/>
                    <a:pt x="7209" y="4759"/>
                  </a:cubicBezTo>
                  <a:lnTo>
                    <a:pt x="7209" y="4761"/>
                  </a:lnTo>
                  <a:lnTo>
                    <a:pt x="7376" y="4928"/>
                  </a:lnTo>
                  <a:lnTo>
                    <a:pt x="7376" y="4931"/>
                  </a:lnTo>
                  <a:cubicBezTo>
                    <a:pt x="7401" y="4950"/>
                    <a:pt x="7432" y="4968"/>
                    <a:pt x="7464" y="4990"/>
                  </a:cubicBezTo>
                  <a:cubicBezTo>
                    <a:pt x="7488" y="5008"/>
                    <a:pt x="7516" y="5027"/>
                    <a:pt x="7545" y="5044"/>
                  </a:cubicBezTo>
                  <a:cubicBezTo>
                    <a:pt x="7563" y="5057"/>
                    <a:pt x="7581" y="5070"/>
                    <a:pt x="7599" y="5086"/>
                  </a:cubicBezTo>
                  <a:cubicBezTo>
                    <a:pt x="7626" y="5108"/>
                    <a:pt x="7654" y="5131"/>
                    <a:pt x="7677" y="5156"/>
                  </a:cubicBezTo>
                  <a:cubicBezTo>
                    <a:pt x="7686" y="5165"/>
                    <a:pt x="7693" y="5173"/>
                    <a:pt x="7701" y="5181"/>
                  </a:cubicBezTo>
                  <a:cubicBezTo>
                    <a:pt x="7721" y="5203"/>
                    <a:pt x="7737" y="5224"/>
                    <a:pt x="7750" y="5250"/>
                  </a:cubicBezTo>
                  <a:cubicBezTo>
                    <a:pt x="7757" y="5262"/>
                    <a:pt x="7763" y="5274"/>
                    <a:pt x="7769" y="5287"/>
                  </a:cubicBezTo>
                  <a:cubicBezTo>
                    <a:pt x="7773" y="5298"/>
                    <a:pt x="7779" y="5312"/>
                    <a:pt x="7781" y="5325"/>
                  </a:cubicBezTo>
                  <a:cubicBezTo>
                    <a:pt x="7785" y="5335"/>
                    <a:pt x="7785" y="5345"/>
                    <a:pt x="7788" y="5357"/>
                  </a:cubicBezTo>
                  <a:cubicBezTo>
                    <a:pt x="7792" y="5386"/>
                    <a:pt x="7791" y="5418"/>
                    <a:pt x="7785" y="5450"/>
                  </a:cubicBezTo>
                  <a:lnTo>
                    <a:pt x="7786" y="5450"/>
                  </a:lnTo>
                  <a:lnTo>
                    <a:pt x="7786" y="5448"/>
                  </a:lnTo>
                  <a:cubicBezTo>
                    <a:pt x="7791" y="5444"/>
                    <a:pt x="7794" y="5442"/>
                    <a:pt x="7799" y="5440"/>
                  </a:cubicBezTo>
                  <a:cubicBezTo>
                    <a:pt x="7801" y="5437"/>
                    <a:pt x="7802" y="5437"/>
                    <a:pt x="7802" y="5435"/>
                  </a:cubicBezTo>
                  <a:lnTo>
                    <a:pt x="7831" y="5406"/>
                  </a:lnTo>
                  <a:cubicBezTo>
                    <a:pt x="7842" y="5397"/>
                    <a:pt x="7849" y="5386"/>
                    <a:pt x="7856" y="5376"/>
                  </a:cubicBezTo>
                  <a:cubicBezTo>
                    <a:pt x="7974" y="5182"/>
                    <a:pt x="7858" y="4894"/>
                    <a:pt x="7802" y="4778"/>
                  </a:cubicBezTo>
                  <a:cubicBezTo>
                    <a:pt x="7795" y="4763"/>
                    <a:pt x="7801" y="4746"/>
                    <a:pt x="7810" y="4731"/>
                  </a:cubicBezTo>
                  <a:cubicBezTo>
                    <a:pt x="7820" y="4720"/>
                    <a:pt x="7837" y="4710"/>
                    <a:pt x="7853" y="4710"/>
                  </a:cubicBezTo>
                  <a:cubicBezTo>
                    <a:pt x="7866" y="4710"/>
                    <a:pt x="7878" y="4714"/>
                    <a:pt x="7887" y="4723"/>
                  </a:cubicBezTo>
                  <a:cubicBezTo>
                    <a:pt x="7987" y="4817"/>
                    <a:pt x="8319" y="4888"/>
                    <a:pt x="8663" y="4888"/>
                  </a:cubicBezTo>
                  <a:cubicBezTo>
                    <a:pt x="8795" y="4888"/>
                    <a:pt x="8907" y="4875"/>
                    <a:pt x="8995" y="4855"/>
                  </a:cubicBezTo>
                  <a:cubicBezTo>
                    <a:pt x="9095" y="4832"/>
                    <a:pt x="9191" y="4807"/>
                    <a:pt x="9282" y="4779"/>
                  </a:cubicBezTo>
                  <a:cubicBezTo>
                    <a:pt x="9314" y="4771"/>
                    <a:pt x="9346" y="4759"/>
                    <a:pt x="9377" y="4749"/>
                  </a:cubicBezTo>
                  <a:cubicBezTo>
                    <a:pt x="9399" y="4742"/>
                    <a:pt x="9421" y="4734"/>
                    <a:pt x="9444" y="4724"/>
                  </a:cubicBezTo>
                  <a:cubicBezTo>
                    <a:pt x="9448" y="4721"/>
                    <a:pt x="9451" y="4721"/>
                    <a:pt x="9457" y="4720"/>
                  </a:cubicBezTo>
                  <a:cubicBezTo>
                    <a:pt x="9487" y="4708"/>
                    <a:pt x="9518" y="4695"/>
                    <a:pt x="9550" y="4683"/>
                  </a:cubicBezTo>
                  <a:cubicBezTo>
                    <a:pt x="9608" y="4656"/>
                    <a:pt x="9663" y="4628"/>
                    <a:pt x="9719" y="4593"/>
                  </a:cubicBezTo>
                  <a:lnTo>
                    <a:pt x="9770" y="4563"/>
                  </a:lnTo>
                  <a:cubicBezTo>
                    <a:pt x="9786" y="4553"/>
                    <a:pt x="9804" y="4542"/>
                    <a:pt x="9820" y="4531"/>
                  </a:cubicBezTo>
                  <a:lnTo>
                    <a:pt x="9874" y="4497"/>
                  </a:lnTo>
                  <a:cubicBezTo>
                    <a:pt x="9913" y="4476"/>
                    <a:pt x="9954" y="4454"/>
                    <a:pt x="9998" y="4436"/>
                  </a:cubicBezTo>
                  <a:cubicBezTo>
                    <a:pt x="10085" y="4400"/>
                    <a:pt x="10184" y="4371"/>
                    <a:pt x="10289" y="4371"/>
                  </a:cubicBezTo>
                  <a:cubicBezTo>
                    <a:pt x="10344" y="4371"/>
                    <a:pt x="10398" y="4378"/>
                    <a:pt x="10453" y="4393"/>
                  </a:cubicBezTo>
                  <a:cubicBezTo>
                    <a:pt x="10466" y="4396"/>
                    <a:pt x="10480" y="4400"/>
                    <a:pt x="10495" y="4404"/>
                  </a:cubicBezTo>
                  <a:cubicBezTo>
                    <a:pt x="10505" y="4409"/>
                    <a:pt x="10514" y="4415"/>
                    <a:pt x="10524" y="4417"/>
                  </a:cubicBezTo>
                  <a:cubicBezTo>
                    <a:pt x="10505" y="4403"/>
                    <a:pt x="10489" y="4390"/>
                    <a:pt x="10470" y="4375"/>
                  </a:cubicBezTo>
                  <a:cubicBezTo>
                    <a:pt x="10451" y="4361"/>
                    <a:pt x="10433" y="4346"/>
                    <a:pt x="10411" y="4332"/>
                  </a:cubicBezTo>
                  <a:lnTo>
                    <a:pt x="10402" y="4332"/>
                  </a:lnTo>
                  <a:cubicBezTo>
                    <a:pt x="10374" y="4314"/>
                    <a:pt x="10350" y="4295"/>
                    <a:pt x="10323" y="4279"/>
                  </a:cubicBezTo>
                  <a:lnTo>
                    <a:pt x="10322" y="4279"/>
                  </a:lnTo>
                  <a:cubicBezTo>
                    <a:pt x="10284" y="4256"/>
                    <a:pt x="10249" y="4236"/>
                    <a:pt x="10222" y="4221"/>
                  </a:cubicBezTo>
                  <a:cubicBezTo>
                    <a:pt x="10219" y="4218"/>
                    <a:pt x="10213" y="4215"/>
                    <a:pt x="10212" y="4211"/>
                  </a:cubicBezTo>
                  <a:cubicBezTo>
                    <a:pt x="10207" y="4207"/>
                    <a:pt x="10204" y="4198"/>
                    <a:pt x="10200" y="4192"/>
                  </a:cubicBezTo>
                  <a:lnTo>
                    <a:pt x="10200" y="4191"/>
                  </a:lnTo>
                  <a:cubicBezTo>
                    <a:pt x="10197" y="4182"/>
                    <a:pt x="10197" y="4175"/>
                    <a:pt x="10197" y="4167"/>
                  </a:cubicBezTo>
                  <a:cubicBezTo>
                    <a:pt x="10197" y="4154"/>
                    <a:pt x="10200" y="4143"/>
                    <a:pt x="10210" y="4134"/>
                  </a:cubicBezTo>
                  <a:cubicBezTo>
                    <a:pt x="10213" y="4131"/>
                    <a:pt x="10219" y="4127"/>
                    <a:pt x="10225" y="4124"/>
                  </a:cubicBezTo>
                  <a:cubicBezTo>
                    <a:pt x="10229" y="4121"/>
                    <a:pt x="10236" y="4119"/>
                    <a:pt x="10242" y="4119"/>
                  </a:cubicBezTo>
                  <a:close/>
                  <a:moveTo>
                    <a:pt x="7174" y="8983"/>
                  </a:moveTo>
                  <a:cubicBezTo>
                    <a:pt x="7878" y="9348"/>
                    <a:pt x="8701" y="9733"/>
                    <a:pt x="9451" y="9823"/>
                  </a:cubicBezTo>
                  <a:lnTo>
                    <a:pt x="9451" y="9832"/>
                  </a:lnTo>
                  <a:cubicBezTo>
                    <a:pt x="9451" y="9838"/>
                    <a:pt x="9450" y="9845"/>
                    <a:pt x="9448" y="9849"/>
                  </a:cubicBezTo>
                  <a:cubicBezTo>
                    <a:pt x="9445" y="9855"/>
                    <a:pt x="9444" y="9862"/>
                    <a:pt x="9438" y="9864"/>
                  </a:cubicBezTo>
                  <a:cubicBezTo>
                    <a:pt x="9344" y="9961"/>
                    <a:pt x="9312" y="10137"/>
                    <a:pt x="9280" y="10306"/>
                  </a:cubicBezTo>
                  <a:cubicBezTo>
                    <a:pt x="9266" y="10364"/>
                    <a:pt x="9255" y="10421"/>
                    <a:pt x="9243" y="10476"/>
                  </a:cubicBezTo>
                  <a:cubicBezTo>
                    <a:pt x="9236" y="10506"/>
                    <a:pt x="9233" y="10546"/>
                    <a:pt x="9230" y="10589"/>
                  </a:cubicBezTo>
                  <a:cubicBezTo>
                    <a:pt x="9229" y="10618"/>
                    <a:pt x="9229" y="10650"/>
                    <a:pt x="9224" y="10676"/>
                  </a:cubicBezTo>
                  <a:cubicBezTo>
                    <a:pt x="9223" y="10688"/>
                    <a:pt x="9221" y="10697"/>
                    <a:pt x="9221" y="10706"/>
                  </a:cubicBezTo>
                  <a:cubicBezTo>
                    <a:pt x="9219" y="10717"/>
                    <a:pt x="9217" y="10726"/>
                    <a:pt x="9214" y="10736"/>
                  </a:cubicBezTo>
                  <a:cubicBezTo>
                    <a:pt x="9210" y="10748"/>
                    <a:pt x="9208" y="10756"/>
                    <a:pt x="9203" y="10768"/>
                  </a:cubicBezTo>
                  <a:cubicBezTo>
                    <a:pt x="9200" y="10771"/>
                    <a:pt x="9200" y="10778"/>
                    <a:pt x="9195" y="10783"/>
                  </a:cubicBezTo>
                  <a:cubicBezTo>
                    <a:pt x="9192" y="10790"/>
                    <a:pt x="9188" y="10797"/>
                    <a:pt x="9182" y="10801"/>
                  </a:cubicBezTo>
                  <a:cubicBezTo>
                    <a:pt x="9175" y="10813"/>
                    <a:pt x="9163" y="10816"/>
                    <a:pt x="9152" y="10816"/>
                  </a:cubicBezTo>
                  <a:cubicBezTo>
                    <a:pt x="9144" y="10816"/>
                    <a:pt x="9137" y="10815"/>
                    <a:pt x="9131" y="10813"/>
                  </a:cubicBezTo>
                  <a:cubicBezTo>
                    <a:pt x="9127" y="10812"/>
                    <a:pt x="9118" y="10807"/>
                    <a:pt x="9115" y="10801"/>
                  </a:cubicBezTo>
                  <a:cubicBezTo>
                    <a:pt x="9111" y="10799"/>
                    <a:pt x="9108" y="10793"/>
                    <a:pt x="9104" y="10790"/>
                  </a:cubicBezTo>
                  <a:cubicBezTo>
                    <a:pt x="9077" y="10761"/>
                    <a:pt x="9059" y="10727"/>
                    <a:pt x="9041" y="10695"/>
                  </a:cubicBezTo>
                  <a:cubicBezTo>
                    <a:pt x="9028" y="10675"/>
                    <a:pt x="9018" y="10655"/>
                    <a:pt x="9005" y="10634"/>
                  </a:cubicBezTo>
                  <a:cubicBezTo>
                    <a:pt x="8970" y="10589"/>
                    <a:pt x="8928" y="10546"/>
                    <a:pt x="8881" y="10502"/>
                  </a:cubicBezTo>
                  <a:cubicBezTo>
                    <a:pt x="8838" y="10460"/>
                    <a:pt x="8793" y="10416"/>
                    <a:pt x="8756" y="10368"/>
                  </a:cubicBezTo>
                  <a:lnTo>
                    <a:pt x="8745" y="10355"/>
                  </a:lnTo>
                  <a:cubicBezTo>
                    <a:pt x="8739" y="10346"/>
                    <a:pt x="8731" y="10339"/>
                    <a:pt x="8724" y="10329"/>
                  </a:cubicBezTo>
                  <a:lnTo>
                    <a:pt x="8723" y="10328"/>
                  </a:lnTo>
                  <a:cubicBezTo>
                    <a:pt x="8707" y="10307"/>
                    <a:pt x="8692" y="10285"/>
                    <a:pt x="8673" y="10266"/>
                  </a:cubicBezTo>
                  <a:cubicBezTo>
                    <a:pt x="8649" y="10239"/>
                    <a:pt x="8622" y="10211"/>
                    <a:pt x="8598" y="10189"/>
                  </a:cubicBezTo>
                  <a:cubicBezTo>
                    <a:pt x="8535" y="10144"/>
                    <a:pt x="8478" y="10092"/>
                    <a:pt x="8423" y="10041"/>
                  </a:cubicBezTo>
                  <a:cubicBezTo>
                    <a:pt x="8394" y="10013"/>
                    <a:pt x="8362" y="9987"/>
                    <a:pt x="8336" y="9963"/>
                  </a:cubicBezTo>
                  <a:cubicBezTo>
                    <a:pt x="8307" y="9936"/>
                    <a:pt x="8275" y="9913"/>
                    <a:pt x="8244" y="9891"/>
                  </a:cubicBezTo>
                  <a:lnTo>
                    <a:pt x="8121" y="9801"/>
                  </a:lnTo>
                  <a:cubicBezTo>
                    <a:pt x="7971" y="9692"/>
                    <a:pt x="7813" y="9577"/>
                    <a:pt x="7670" y="9452"/>
                  </a:cubicBezTo>
                  <a:cubicBezTo>
                    <a:pt x="7610" y="9398"/>
                    <a:pt x="7548" y="9353"/>
                    <a:pt x="7485" y="9307"/>
                  </a:cubicBezTo>
                  <a:cubicBezTo>
                    <a:pt x="7417" y="9257"/>
                    <a:pt x="7350" y="9207"/>
                    <a:pt x="7286" y="9150"/>
                  </a:cubicBezTo>
                  <a:cubicBezTo>
                    <a:pt x="7161" y="9038"/>
                    <a:pt x="7166" y="9010"/>
                    <a:pt x="7169" y="8994"/>
                  </a:cubicBezTo>
                  <a:cubicBezTo>
                    <a:pt x="7169" y="8990"/>
                    <a:pt x="7169" y="8990"/>
                    <a:pt x="7170" y="8988"/>
                  </a:cubicBezTo>
                  <a:cubicBezTo>
                    <a:pt x="7170" y="8987"/>
                    <a:pt x="7173" y="8984"/>
                    <a:pt x="7174" y="8983"/>
                  </a:cubicBezTo>
                  <a:close/>
                  <a:moveTo>
                    <a:pt x="5273" y="7889"/>
                  </a:moveTo>
                  <a:cubicBezTo>
                    <a:pt x="5280" y="7889"/>
                    <a:pt x="5290" y="7891"/>
                    <a:pt x="5296" y="7894"/>
                  </a:cubicBezTo>
                  <a:cubicBezTo>
                    <a:pt x="5297" y="7894"/>
                    <a:pt x="5297" y="7894"/>
                    <a:pt x="5299" y="7898"/>
                  </a:cubicBezTo>
                  <a:lnTo>
                    <a:pt x="5300" y="7898"/>
                  </a:lnTo>
                  <a:cubicBezTo>
                    <a:pt x="5306" y="7901"/>
                    <a:pt x="5310" y="7904"/>
                    <a:pt x="5313" y="7911"/>
                  </a:cubicBezTo>
                  <a:cubicBezTo>
                    <a:pt x="5318" y="7915"/>
                    <a:pt x="5321" y="7921"/>
                    <a:pt x="5328" y="7927"/>
                  </a:cubicBezTo>
                  <a:lnTo>
                    <a:pt x="5329" y="7929"/>
                  </a:lnTo>
                  <a:cubicBezTo>
                    <a:pt x="5415" y="8036"/>
                    <a:pt x="5595" y="8094"/>
                    <a:pt x="5768" y="8139"/>
                  </a:cubicBezTo>
                  <a:cubicBezTo>
                    <a:pt x="6110" y="8270"/>
                    <a:pt x="6354" y="8279"/>
                    <a:pt x="6616" y="8599"/>
                  </a:cubicBezTo>
                  <a:cubicBezTo>
                    <a:pt x="6674" y="8670"/>
                    <a:pt x="6725" y="8727"/>
                    <a:pt x="6782" y="8778"/>
                  </a:cubicBezTo>
                  <a:cubicBezTo>
                    <a:pt x="6786" y="8781"/>
                    <a:pt x="6786" y="8783"/>
                    <a:pt x="6789" y="8786"/>
                  </a:cubicBezTo>
                  <a:cubicBezTo>
                    <a:pt x="6790" y="8788"/>
                    <a:pt x="6793" y="8788"/>
                    <a:pt x="6795" y="8791"/>
                  </a:cubicBezTo>
                  <a:cubicBezTo>
                    <a:pt x="6802" y="8795"/>
                    <a:pt x="6808" y="8802"/>
                    <a:pt x="6815" y="8810"/>
                  </a:cubicBezTo>
                  <a:cubicBezTo>
                    <a:pt x="6817" y="8814"/>
                    <a:pt x="6818" y="8815"/>
                    <a:pt x="6820" y="8820"/>
                  </a:cubicBezTo>
                  <a:lnTo>
                    <a:pt x="6969" y="8968"/>
                  </a:lnTo>
                  <a:cubicBezTo>
                    <a:pt x="7182" y="9250"/>
                    <a:pt x="7488" y="9489"/>
                    <a:pt x="7789" y="9704"/>
                  </a:cubicBezTo>
                  <a:cubicBezTo>
                    <a:pt x="7843" y="9744"/>
                    <a:pt x="7895" y="9787"/>
                    <a:pt x="7949" y="9827"/>
                  </a:cubicBezTo>
                  <a:cubicBezTo>
                    <a:pt x="8000" y="9868"/>
                    <a:pt x="8048" y="9906"/>
                    <a:pt x="8099" y="9944"/>
                  </a:cubicBezTo>
                  <a:cubicBezTo>
                    <a:pt x="8116" y="9957"/>
                    <a:pt x="8135" y="9968"/>
                    <a:pt x="8153" y="9980"/>
                  </a:cubicBezTo>
                  <a:cubicBezTo>
                    <a:pt x="8205" y="10013"/>
                    <a:pt x="8262" y="10050"/>
                    <a:pt x="8298" y="10102"/>
                  </a:cubicBezTo>
                  <a:cubicBezTo>
                    <a:pt x="8307" y="10117"/>
                    <a:pt x="8301" y="10136"/>
                    <a:pt x="8294" y="10152"/>
                  </a:cubicBezTo>
                  <a:cubicBezTo>
                    <a:pt x="8291" y="10160"/>
                    <a:pt x="8279" y="10168"/>
                    <a:pt x="8269" y="10172"/>
                  </a:cubicBezTo>
                  <a:cubicBezTo>
                    <a:pt x="8262" y="10175"/>
                    <a:pt x="8255" y="10176"/>
                    <a:pt x="8247" y="10176"/>
                  </a:cubicBezTo>
                  <a:cubicBezTo>
                    <a:pt x="8234" y="10176"/>
                    <a:pt x="8225" y="10173"/>
                    <a:pt x="8215" y="10165"/>
                  </a:cubicBezTo>
                  <a:cubicBezTo>
                    <a:pt x="8212" y="10160"/>
                    <a:pt x="8211" y="10159"/>
                    <a:pt x="8205" y="10157"/>
                  </a:cubicBezTo>
                  <a:cubicBezTo>
                    <a:pt x="8124" y="10088"/>
                    <a:pt x="7849" y="10040"/>
                    <a:pt x="7576" y="10040"/>
                  </a:cubicBezTo>
                  <a:cubicBezTo>
                    <a:pt x="7525" y="10040"/>
                    <a:pt x="7478" y="10041"/>
                    <a:pt x="7437" y="10044"/>
                  </a:cubicBezTo>
                  <a:cubicBezTo>
                    <a:pt x="6838" y="10098"/>
                    <a:pt x="6370" y="10250"/>
                    <a:pt x="6007" y="10502"/>
                  </a:cubicBezTo>
                  <a:cubicBezTo>
                    <a:pt x="5960" y="10535"/>
                    <a:pt x="5917" y="10572"/>
                    <a:pt x="5875" y="10608"/>
                  </a:cubicBezTo>
                  <a:cubicBezTo>
                    <a:pt x="5799" y="10669"/>
                    <a:pt x="5719" y="10733"/>
                    <a:pt x="5620" y="10785"/>
                  </a:cubicBezTo>
                  <a:lnTo>
                    <a:pt x="5606" y="10793"/>
                  </a:lnTo>
                  <a:cubicBezTo>
                    <a:pt x="5566" y="10815"/>
                    <a:pt x="5507" y="10848"/>
                    <a:pt x="5438" y="10848"/>
                  </a:cubicBezTo>
                  <a:cubicBezTo>
                    <a:pt x="5422" y="10848"/>
                    <a:pt x="5406" y="10844"/>
                    <a:pt x="5389" y="10841"/>
                  </a:cubicBezTo>
                  <a:cubicBezTo>
                    <a:pt x="5177" y="10783"/>
                    <a:pt x="5116" y="10515"/>
                    <a:pt x="5066" y="10298"/>
                  </a:cubicBezTo>
                  <a:cubicBezTo>
                    <a:pt x="5059" y="10268"/>
                    <a:pt x="5053" y="10236"/>
                    <a:pt x="5044" y="10200"/>
                  </a:cubicBezTo>
                  <a:lnTo>
                    <a:pt x="5033" y="10019"/>
                  </a:lnTo>
                  <a:cubicBezTo>
                    <a:pt x="5021" y="9954"/>
                    <a:pt x="5021" y="9884"/>
                    <a:pt x="5021" y="9811"/>
                  </a:cubicBezTo>
                  <a:cubicBezTo>
                    <a:pt x="5023" y="9744"/>
                    <a:pt x="5024" y="9678"/>
                    <a:pt x="5011" y="9614"/>
                  </a:cubicBezTo>
                  <a:cubicBezTo>
                    <a:pt x="4970" y="9377"/>
                    <a:pt x="5039" y="8813"/>
                    <a:pt x="5105" y="8546"/>
                  </a:cubicBezTo>
                  <a:cubicBezTo>
                    <a:pt x="5117" y="8503"/>
                    <a:pt x="5119" y="8465"/>
                    <a:pt x="5119" y="8423"/>
                  </a:cubicBezTo>
                  <a:cubicBezTo>
                    <a:pt x="5123" y="8379"/>
                    <a:pt x="5123" y="8337"/>
                    <a:pt x="5137" y="8286"/>
                  </a:cubicBezTo>
                  <a:lnTo>
                    <a:pt x="5152" y="8227"/>
                  </a:lnTo>
                  <a:cubicBezTo>
                    <a:pt x="5175" y="8134"/>
                    <a:pt x="5200" y="8038"/>
                    <a:pt x="5207" y="7942"/>
                  </a:cubicBezTo>
                  <a:cubicBezTo>
                    <a:pt x="5210" y="7926"/>
                    <a:pt x="5219" y="7911"/>
                    <a:pt x="5233" y="7904"/>
                  </a:cubicBezTo>
                  <a:lnTo>
                    <a:pt x="5254" y="7892"/>
                  </a:lnTo>
                  <a:cubicBezTo>
                    <a:pt x="5261" y="7889"/>
                    <a:pt x="5268" y="7889"/>
                    <a:pt x="5273" y="7889"/>
                  </a:cubicBezTo>
                  <a:close/>
                  <a:moveTo>
                    <a:pt x="23225" y="7546"/>
                  </a:moveTo>
                  <a:cubicBezTo>
                    <a:pt x="23238" y="7546"/>
                    <a:pt x="23247" y="7549"/>
                    <a:pt x="23256" y="7558"/>
                  </a:cubicBezTo>
                  <a:cubicBezTo>
                    <a:pt x="23326" y="7619"/>
                    <a:pt x="23412" y="7658"/>
                    <a:pt x="23502" y="7702"/>
                  </a:cubicBezTo>
                  <a:cubicBezTo>
                    <a:pt x="23560" y="7729"/>
                    <a:pt x="23618" y="7757"/>
                    <a:pt x="23675" y="7790"/>
                  </a:cubicBezTo>
                  <a:cubicBezTo>
                    <a:pt x="23910" y="7934"/>
                    <a:pt x="24169" y="8052"/>
                    <a:pt x="24394" y="8151"/>
                  </a:cubicBezTo>
                  <a:cubicBezTo>
                    <a:pt x="24473" y="8186"/>
                    <a:pt x="24543" y="8238"/>
                    <a:pt x="24608" y="8289"/>
                  </a:cubicBezTo>
                  <a:cubicBezTo>
                    <a:pt x="24692" y="8353"/>
                    <a:pt x="24771" y="8413"/>
                    <a:pt x="24862" y="8437"/>
                  </a:cubicBezTo>
                  <a:cubicBezTo>
                    <a:pt x="24883" y="8443"/>
                    <a:pt x="24899" y="8472"/>
                    <a:pt x="24899" y="8494"/>
                  </a:cubicBezTo>
                  <a:cubicBezTo>
                    <a:pt x="24899" y="8514"/>
                    <a:pt x="24884" y="8532"/>
                    <a:pt x="24865" y="8538"/>
                  </a:cubicBezTo>
                  <a:lnTo>
                    <a:pt x="24874" y="8542"/>
                  </a:lnTo>
                  <a:cubicBezTo>
                    <a:pt x="24887" y="8545"/>
                    <a:pt x="24902" y="8545"/>
                    <a:pt x="24916" y="8546"/>
                  </a:cubicBezTo>
                  <a:cubicBezTo>
                    <a:pt x="24787" y="8571"/>
                    <a:pt x="24657" y="8603"/>
                    <a:pt x="24527" y="8647"/>
                  </a:cubicBezTo>
                  <a:cubicBezTo>
                    <a:pt x="24499" y="8655"/>
                    <a:pt x="24508" y="8695"/>
                    <a:pt x="24536" y="8695"/>
                  </a:cubicBezTo>
                  <a:cubicBezTo>
                    <a:pt x="24537" y="8695"/>
                    <a:pt x="24538" y="8695"/>
                    <a:pt x="24540" y="8695"/>
                  </a:cubicBezTo>
                  <a:cubicBezTo>
                    <a:pt x="24762" y="8648"/>
                    <a:pt x="24980" y="8628"/>
                    <a:pt x="25193" y="8628"/>
                  </a:cubicBezTo>
                  <a:cubicBezTo>
                    <a:pt x="25260" y="8628"/>
                    <a:pt x="25326" y="8630"/>
                    <a:pt x="25392" y="8634"/>
                  </a:cubicBezTo>
                  <a:cubicBezTo>
                    <a:pt x="25477" y="8654"/>
                    <a:pt x="25565" y="8676"/>
                    <a:pt x="25643" y="8698"/>
                  </a:cubicBezTo>
                  <a:cubicBezTo>
                    <a:pt x="25716" y="8718"/>
                    <a:pt x="25783" y="8727"/>
                    <a:pt x="25857" y="8738"/>
                  </a:cubicBezTo>
                  <a:cubicBezTo>
                    <a:pt x="25931" y="8747"/>
                    <a:pt x="26008" y="8757"/>
                    <a:pt x="26088" y="8782"/>
                  </a:cubicBezTo>
                  <a:cubicBezTo>
                    <a:pt x="26188" y="8808"/>
                    <a:pt x="26286" y="8834"/>
                    <a:pt x="26386" y="8858"/>
                  </a:cubicBezTo>
                  <a:cubicBezTo>
                    <a:pt x="26542" y="8895"/>
                    <a:pt x="26705" y="8936"/>
                    <a:pt x="26857" y="8988"/>
                  </a:cubicBezTo>
                  <a:cubicBezTo>
                    <a:pt x="26904" y="9004"/>
                    <a:pt x="26949" y="9023"/>
                    <a:pt x="26997" y="9039"/>
                  </a:cubicBezTo>
                  <a:cubicBezTo>
                    <a:pt x="27766" y="9350"/>
                    <a:pt x="28512" y="9766"/>
                    <a:pt x="29300" y="10008"/>
                  </a:cubicBezTo>
                  <a:cubicBezTo>
                    <a:pt x="29454" y="10061"/>
                    <a:pt x="29615" y="10109"/>
                    <a:pt x="29788" y="10150"/>
                  </a:cubicBezTo>
                  <a:cubicBezTo>
                    <a:pt x="29833" y="10160"/>
                    <a:pt x="29890" y="10166"/>
                    <a:pt x="29961" y="10166"/>
                  </a:cubicBezTo>
                  <a:cubicBezTo>
                    <a:pt x="29970" y="10166"/>
                    <a:pt x="29980" y="10165"/>
                    <a:pt x="29990" y="10165"/>
                  </a:cubicBezTo>
                  <a:cubicBezTo>
                    <a:pt x="30102" y="10179"/>
                    <a:pt x="30216" y="10192"/>
                    <a:pt x="30332" y="10197"/>
                  </a:cubicBezTo>
                  <a:cubicBezTo>
                    <a:pt x="30191" y="10281"/>
                    <a:pt x="30067" y="10386"/>
                    <a:pt x="29961" y="10515"/>
                  </a:cubicBezTo>
                  <a:cubicBezTo>
                    <a:pt x="29935" y="10544"/>
                    <a:pt x="29959" y="10581"/>
                    <a:pt x="29990" y="10581"/>
                  </a:cubicBezTo>
                  <a:cubicBezTo>
                    <a:pt x="29998" y="10581"/>
                    <a:pt x="30008" y="10578"/>
                    <a:pt x="30017" y="10570"/>
                  </a:cubicBezTo>
                  <a:cubicBezTo>
                    <a:pt x="30277" y="10364"/>
                    <a:pt x="30544" y="10252"/>
                    <a:pt x="30822" y="10185"/>
                  </a:cubicBezTo>
                  <a:cubicBezTo>
                    <a:pt x="30870" y="10181"/>
                    <a:pt x="30917" y="10175"/>
                    <a:pt x="30965" y="10168"/>
                  </a:cubicBezTo>
                  <a:cubicBezTo>
                    <a:pt x="30981" y="10165"/>
                    <a:pt x="30991" y="10156"/>
                    <a:pt x="30998" y="10146"/>
                  </a:cubicBezTo>
                  <a:cubicBezTo>
                    <a:pt x="31344" y="10083"/>
                    <a:pt x="31703" y="10070"/>
                    <a:pt x="32081" y="10015"/>
                  </a:cubicBezTo>
                  <a:cubicBezTo>
                    <a:pt x="32101" y="10012"/>
                    <a:pt x="32109" y="9992"/>
                    <a:pt x="32107" y="9971"/>
                  </a:cubicBezTo>
                  <a:cubicBezTo>
                    <a:pt x="32179" y="9960"/>
                    <a:pt x="32247" y="9947"/>
                    <a:pt x="32312" y="9923"/>
                  </a:cubicBezTo>
                  <a:cubicBezTo>
                    <a:pt x="32543" y="9838"/>
                    <a:pt x="32740" y="9710"/>
                    <a:pt x="32965" y="9545"/>
                  </a:cubicBezTo>
                  <a:cubicBezTo>
                    <a:pt x="33001" y="9518"/>
                    <a:pt x="33039" y="9489"/>
                    <a:pt x="33076" y="9461"/>
                  </a:cubicBezTo>
                  <a:cubicBezTo>
                    <a:pt x="33220" y="9346"/>
                    <a:pt x="33371" y="9230"/>
                    <a:pt x="33593" y="9176"/>
                  </a:cubicBezTo>
                  <a:cubicBezTo>
                    <a:pt x="33622" y="9169"/>
                    <a:pt x="33654" y="9164"/>
                    <a:pt x="33680" y="9164"/>
                  </a:cubicBezTo>
                  <a:cubicBezTo>
                    <a:pt x="33775" y="9164"/>
                    <a:pt x="33861" y="9207"/>
                    <a:pt x="33917" y="9281"/>
                  </a:cubicBezTo>
                  <a:cubicBezTo>
                    <a:pt x="33997" y="9387"/>
                    <a:pt x="34021" y="9542"/>
                    <a:pt x="33981" y="9691"/>
                  </a:cubicBezTo>
                  <a:cubicBezTo>
                    <a:pt x="33884" y="10043"/>
                    <a:pt x="33688" y="10304"/>
                    <a:pt x="33496" y="10553"/>
                  </a:cubicBezTo>
                  <a:lnTo>
                    <a:pt x="33459" y="10602"/>
                  </a:lnTo>
                  <a:lnTo>
                    <a:pt x="33228" y="10825"/>
                  </a:lnTo>
                  <a:cubicBezTo>
                    <a:pt x="33212" y="10835"/>
                    <a:pt x="33193" y="10844"/>
                    <a:pt x="33176" y="10851"/>
                  </a:cubicBezTo>
                  <a:cubicBezTo>
                    <a:pt x="33154" y="10863"/>
                    <a:pt x="33132" y="10871"/>
                    <a:pt x="33125" y="10884"/>
                  </a:cubicBezTo>
                  <a:cubicBezTo>
                    <a:pt x="33105" y="10912"/>
                    <a:pt x="33084" y="10950"/>
                    <a:pt x="33065" y="10989"/>
                  </a:cubicBezTo>
                  <a:cubicBezTo>
                    <a:pt x="33012" y="11089"/>
                    <a:pt x="32951" y="11204"/>
                    <a:pt x="32869" y="11242"/>
                  </a:cubicBezTo>
                  <a:cubicBezTo>
                    <a:pt x="32863" y="11246"/>
                    <a:pt x="32856" y="11246"/>
                    <a:pt x="32849" y="11246"/>
                  </a:cubicBezTo>
                  <a:lnTo>
                    <a:pt x="24470" y="11246"/>
                  </a:lnTo>
                  <a:cubicBezTo>
                    <a:pt x="24458" y="11246"/>
                    <a:pt x="24448" y="11242"/>
                    <a:pt x="24439" y="11233"/>
                  </a:cubicBezTo>
                  <a:cubicBezTo>
                    <a:pt x="24380" y="11181"/>
                    <a:pt x="24258" y="11139"/>
                    <a:pt x="24154" y="11101"/>
                  </a:cubicBezTo>
                  <a:cubicBezTo>
                    <a:pt x="24102" y="11082"/>
                    <a:pt x="24048" y="11065"/>
                    <a:pt x="24008" y="11046"/>
                  </a:cubicBezTo>
                  <a:cubicBezTo>
                    <a:pt x="23945" y="11018"/>
                    <a:pt x="23881" y="10985"/>
                    <a:pt x="23820" y="10950"/>
                  </a:cubicBezTo>
                  <a:cubicBezTo>
                    <a:pt x="23760" y="10916"/>
                    <a:pt x="23702" y="10884"/>
                    <a:pt x="23644" y="10858"/>
                  </a:cubicBezTo>
                  <a:cubicBezTo>
                    <a:pt x="23350" y="10727"/>
                    <a:pt x="23096" y="10633"/>
                    <a:pt x="22820" y="10550"/>
                  </a:cubicBezTo>
                  <a:cubicBezTo>
                    <a:pt x="22724" y="10522"/>
                    <a:pt x="22631" y="10498"/>
                    <a:pt x="22536" y="10473"/>
                  </a:cubicBezTo>
                  <a:cubicBezTo>
                    <a:pt x="22404" y="10439"/>
                    <a:pt x="22279" y="10406"/>
                    <a:pt x="22154" y="10362"/>
                  </a:cubicBezTo>
                  <a:cubicBezTo>
                    <a:pt x="22135" y="10355"/>
                    <a:pt x="22112" y="10352"/>
                    <a:pt x="22088" y="10348"/>
                  </a:cubicBezTo>
                  <a:cubicBezTo>
                    <a:pt x="22026" y="10335"/>
                    <a:pt x="21953" y="10325"/>
                    <a:pt x="21923" y="10269"/>
                  </a:cubicBezTo>
                  <a:cubicBezTo>
                    <a:pt x="21910" y="10250"/>
                    <a:pt x="21915" y="10221"/>
                    <a:pt x="21936" y="10208"/>
                  </a:cubicBezTo>
                  <a:cubicBezTo>
                    <a:pt x="21968" y="10185"/>
                    <a:pt x="21991" y="10149"/>
                    <a:pt x="22016" y="10112"/>
                  </a:cubicBezTo>
                  <a:cubicBezTo>
                    <a:pt x="22026" y="10095"/>
                    <a:pt x="22038" y="10079"/>
                    <a:pt x="22049" y="10063"/>
                  </a:cubicBezTo>
                  <a:cubicBezTo>
                    <a:pt x="22083" y="10018"/>
                    <a:pt x="22118" y="9971"/>
                    <a:pt x="22150" y="9928"/>
                  </a:cubicBezTo>
                  <a:cubicBezTo>
                    <a:pt x="22219" y="9836"/>
                    <a:pt x="22289" y="9742"/>
                    <a:pt x="22359" y="9640"/>
                  </a:cubicBezTo>
                  <a:cubicBezTo>
                    <a:pt x="22616" y="9252"/>
                    <a:pt x="22805" y="8903"/>
                    <a:pt x="22955" y="8539"/>
                  </a:cubicBezTo>
                  <a:cubicBezTo>
                    <a:pt x="22997" y="8440"/>
                    <a:pt x="23016" y="8341"/>
                    <a:pt x="23041" y="8237"/>
                  </a:cubicBezTo>
                  <a:cubicBezTo>
                    <a:pt x="23052" y="8173"/>
                    <a:pt x="23067" y="8106"/>
                    <a:pt x="23087" y="8036"/>
                  </a:cubicBezTo>
                  <a:cubicBezTo>
                    <a:pt x="23135" y="7870"/>
                    <a:pt x="23157" y="7728"/>
                    <a:pt x="23159" y="7593"/>
                  </a:cubicBezTo>
                  <a:cubicBezTo>
                    <a:pt x="23159" y="7565"/>
                    <a:pt x="23179" y="7546"/>
                    <a:pt x="23205" y="7546"/>
                  </a:cubicBezTo>
                  <a:close/>
                  <a:moveTo>
                    <a:pt x="15552" y="10429"/>
                  </a:moveTo>
                  <a:cubicBezTo>
                    <a:pt x="15555" y="10429"/>
                    <a:pt x="15556" y="10431"/>
                    <a:pt x="15558" y="10431"/>
                  </a:cubicBezTo>
                  <a:cubicBezTo>
                    <a:pt x="15598" y="10576"/>
                    <a:pt x="15629" y="10713"/>
                    <a:pt x="15658" y="10784"/>
                  </a:cubicBezTo>
                  <a:cubicBezTo>
                    <a:pt x="15717" y="10931"/>
                    <a:pt x="15789" y="11078"/>
                    <a:pt x="15876" y="11214"/>
                  </a:cubicBezTo>
                  <a:cubicBezTo>
                    <a:pt x="15876" y="11219"/>
                    <a:pt x="15874" y="11226"/>
                    <a:pt x="15870" y="11229"/>
                  </a:cubicBezTo>
                  <a:cubicBezTo>
                    <a:pt x="15861" y="11242"/>
                    <a:pt x="15848" y="11248"/>
                    <a:pt x="15834" y="11248"/>
                  </a:cubicBezTo>
                  <a:lnTo>
                    <a:pt x="13448" y="11248"/>
                  </a:lnTo>
                  <a:cubicBezTo>
                    <a:pt x="13420" y="11248"/>
                    <a:pt x="13401" y="11217"/>
                    <a:pt x="13401" y="11190"/>
                  </a:cubicBezTo>
                  <a:cubicBezTo>
                    <a:pt x="13401" y="11169"/>
                    <a:pt x="13416" y="11149"/>
                    <a:pt x="13438" y="11145"/>
                  </a:cubicBezTo>
                  <a:cubicBezTo>
                    <a:pt x="13503" y="11130"/>
                    <a:pt x="13566" y="11094"/>
                    <a:pt x="13628" y="11060"/>
                  </a:cubicBezTo>
                  <a:cubicBezTo>
                    <a:pt x="13666" y="11040"/>
                    <a:pt x="13702" y="11018"/>
                    <a:pt x="13739" y="11002"/>
                  </a:cubicBezTo>
                  <a:lnTo>
                    <a:pt x="13855" y="10951"/>
                  </a:lnTo>
                  <a:cubicBezTo>
                    <a:pt x="14041" y="10868"/>
                    <a:pt x="14233" y="10784"/>
                    <a:pt x="14426" y="10711"/>
                  </a:cubicBezTo>
                  <a:cubicBezTo>
                    <a:pt x="14596" y="10646"/>
                    <a:pt x="14783" y="10599"/>
                    <a:pt x="14960" y="10553"/>
                  </a:cubicBezTo>
                  <a:cubicBezTo>
                    <a:pt x="15037" y="10534"/>
                    <a:pt x="15111" y="10514"/>
                    <a:pt x="15187" y="10493"/>
                  </a:cubicBezTo>
                  <a:cubicBezTo>
                    <a:pt x="15241" y="10479"/>
                    <a:pt x="15296" y="10473"/>
                    <a:pt x="15351" y="10469"/>
                  </a:cubicBezTo>
                  <a:cubicBezTo>
                    <a:pt x="15419" y="10463"/>
                    <a:pt x="15483" y="10455"/>
                    <a:pt x="15533" y="10434"/>
                  </a:cubicBezTo>
                  <a:cubicBezTo>
                    <a:pt x="15537" y="10429"/>
                    <a:pt x="15546" y="10429"/>
                    <a:pt x="15552" y="10429"/>
                  </a:cubicBezTo>
                  <a:close/>
                  <a:moveTo>
                    <a:pt x="17327" y="9795"/>
                  </a:moveTo>
                  <a:cubicBezTo>
                    <a:pt x="17339" y="9795"/>
                    <a:pt x="17349" y="9800"/>
                    <a:pt x="17357" y="9808"/>
                  </a:cubicBezTo>
                  <a:cubicBezTo>
                    <a:pt x="17373" y="9822"/>
                    <a:pt x="17397" y="9830"/>
                    <a:pt x="17423" y="9839"/>
                  </a:cubicBezTo>
                  <a:cubicBezTo>
                    <a:pt x="17442" y="9846"/>
                    <a:pt x="17464" y="9854"/>
                    <a:pt x="17482" y="9865"/>
                  </a:cubicBezTo>
                  <a:cubicBezTo>
                    <a:pt x="17612" y="9932"/>
                    <a:pt x="17750" y="9997"/>
                    <a:pt x="17914" y="10070"/>
                  </a:cubicBezTo>
                  <a:cubicBezTo>
                    <a:pt x="18202" y="10197"/>
                    <a:pt x="18529" y="10371"/>
                    <a:pt x="18884" y="10592"/>
                  </a:cubicBezTo>
                  <a:cubicBezTo>
                    <a:pt x="18935" y="10621"/>
                    <a:pt x="18983" y="10650"/>
                    <a:pt x="19031" y="10676"/>
                  </a:cubicBezTo>
                  <a:cubicBezTo>
                    <a:pt x="19248" y="10803"/>
                    <a:pt x="19453" y="10921"/>
                    <a:pt x="19576" y="11181"/>
                  </a:cubicBezTo>
                  <a:cubicBezTo>
                    <a:pt x="19583" y="11195"/>
                    <a:pt x="19583" y="11211"/>
                    <a:pt x="19575" y="11227"/>
                  </a:cubicBezTo>
                  <a:cubicBezTo>
                    <a:pt x="19566" y="11241"/>
                    <a:pt x="19551" y="11248"/>
                    <a:pt x="19534" y="11248"/>
                  </a:cubicBezTo>
                  <a:lnTo>
                    <a:pt x="17077" y="11248"/>
                  </a:lnTo>
                  <a:cubicBezTo>
                    <a:pt x="17052" y="11248"/>
                    <a:pt x="17032" y="11227"/>
                    <a:pt x="17032" y="11203"/>
                  </a:cubicBezTo>
                  <a:cubicBezTo>
                    <a:pt x="17019" y="10778"/>
                    <a:pt x="17112" y="10355"/>
                    <a:pt x="17167" y="10143"/>
                  </a:cubicBezTo>
                  <a:cubicBezTo>
                    <a:pt x="17174" y="10115"/>
                    <a:pt x="17177" y="10083"/>
                    <a:pt x="17182" y="10050"/>
                  </a:cubicBezTo>
                  <a:cubicBezTo>
                    <a:pt x="17192" y="9945"/>
                    <a:pt x="17205" y="9814"/>
                    <a:pt x="17321" y="9797"/>
                  </a:cubicBezTo>
                  <a:cubicBezTo>
                    <a:pt x="17323" y="9795"/>
                    <a:pt x="17324" y="9795"/>
                    <a:pt x="17327" y="9795"/>
                  </a:cubicBezTo>
                  <a:close/>
                  <a:moveTo>
                    <a:pt x="22449" y="6765"/>
                  </a:moveTo>
                  <a:cubicBezTo>
                    <a:pt x="22520" y="6773"/>
                    <a:pt x="22587" y="6786"/>
                    <a:pt x="22653" y="6799"/>
                  </a:cubicBezTo>
                  <a:cubicBezTo>
                    <a:pt x="22750" y="6816"/>
                    <a:pt x="22849" y="6835"/>
                    <a:pt x="22964" y="6837"/>
                  </a:cubicBezTo>
                  <a:cubicBezTo>
                    <a:pt x="22980" y="6838"/>
                    <a:pt x="22994" y="6845"/>
                    <a:pt x="23004" y="6860"/>
                  </a:cubicBezTo>
                  <a:cubicBezTo>
                    <a:pt x="23084" y="6991"/>
                    <a:pt x="23093" y="7177"/>
                    <a:pt x="23031" y="7426"/>
                  </a:cubicBezTo>
                  <a:cubicBezTo>
                    <a:pt x="23016" y="7479"/>
                    <a:pt x="23012" y="7533"/>
                    <a:pt x="23007" y="7588"/>
                  </a:cubicBezTo>
                  <a:cubicBezTo>
                    <a:pt x="23004" y="7649"/>
                    <a:pt x="22997" y="7715"/>
                    <a:pt x="22980" y="7780"/>
                  </a:cubicBezTo>
                  <a:lnTo>
                    <a:pt x="22942" y="7915"/>
                  </a:lnTo>
                  <a:cubicBezTo>
                    <a:pt x="22885" y="8118"/>
                    <a:pt x="22827" y="8328"/>
                    <a:pt x="22750" y="8510"/>
                  </a:cubicBezTo>
                  <a:cubicBezTo>
                    <a:pt x="22571" y="8929"/>
                    <a:pt x="22357" y="9310"/>
                    <a:pt x="22049" y="9743"/>
                  </a:cubicBezTo>
                  <a:cubicBezTo>
                    <a:pt x="22006" y="9804"/>
                    <a:pt x="21958" y="9861"/>
                    <a:pt x="21908" y="9915"/>
                  </a:cubicBezTo>
                  <a:cubicBezTo>
                    <a:pt x="21866" y="9961"/>
                    <a:pt x="21827" y="10008"/>
                    <a:pt x="21792" y="10056"/>
                  </a:cubicBezTo>
                  <a:cubicBezTo>
                    <a:pt x="21706" y="10172"/>
                    <a:pt x="21524" y="10409"/>
                    <a:pt x="21377" y="10521"/>
                  </a:cubicBezTo>
                  <a:cubicBezTo>
                    <a:pt x="21319" y="10564"/>
                    <a:pt x="21261" y="10604"/>
                    <a:pt x="21203" y="10646"/>
                  </a:cubicBezTo>
                  <a:cubicBezTo>
                    <a:pt x="21151" y="10682"/>
                    <a:pt x="21097" y="10720"/>
                    <a:pt x="21050" y="10755"/>
                  </a:cubicBezTo>
                  <a:lnTo>
                    <a:pt x="20950" y="10855"/>
                  </a:lnTo>
                  <a:cubicBezTo>
                    <a:pt x="20848" y="10929"/>
                    <a:pt x="20748" y="10989"/>
                    <a:pt x="20639" y="11053"/>
                  </a:cubicBezTo>
                  <a:cubicBezTo>
                    <a:pt x="20595" y="11081"/>
                    <a:pt x="20549" y="11108"/>
                    <a:pt x="20504" y="11136"/>
                  </a:cubicBezTo>
                  <a:cubicBezTo>
                    <a:pt x="20486" y="11146"/>
                    <a:pt x="20469" y="11161"/>
                    <a:pt x="20450" y="11175"/>
                  </a:cubicBezTo>
                  <a:cubicBezTo>
                    <a:pt x="20418" y="11201"/>
                    <a:pt x="20383" y="11229"/>
                    <a:pt x="20351" y="11243"/>
                  </a:cubicBezTo>
                  <a:cubicBezTo>
                    <a:pt x="20345" y="11245"/>
                    <a:pt x="20338" y="11248"/>
                    <a:pt x="20332" y="11248"/>
                  </a:cubicBezTo>
                  <a:lnTo>
                    <a:pt x="19742" y="11248"/>
                  </a:lnTo>
                  <a:cubicBezTo>
                    <a:pt x="19729" y="11248"/>
                    <a:pt x="19714" y="11242"/>
                    <a:pt x="19706" y="11230"/>
                  </a:cubicBezTo>
                  <a:cubicBezTo>
                    <a:pt x="19695" y="11220"/>
                    <a:pt x="19692" y="11207"/>
                    <a:pt x="19694" y="11194"/>
                  </a:cubicBezTo>
                  <a:cubicBezTo>
                    <a:pt x="19707" y="11111"/>
                    <a:pt x="19753" y="11047"/>
                    <a:pt x="19816" y="10998"/>
                  </a:cubicBezTo>
                  <a:cubicBezTo>
                    <a:pt x="19820" y="11000"/>
                    <a:pt x="19824" y="11001"/>
                    <a:pt x="19829" y="11001"/>
                  </a:cubicBezTo>
                  <a:cubicBezTo>
                    <a:pt x="19834" y="11001"/>
                    <a:pt x="19840" y="10999"/>
                    <a:pt x="19845" y="10995"/>
                  </a:cubicBezTo>
                  <a:cubicBezTo>
                    <a:pt x="20854" y="10501"/>
                    <a:pt x="21609" y="9563"/>
                    <a:pt x="22008" y="8501"/>
                  </a:cubicBezTo>
                  <a:cubicBezTo>
                    <a:pt x="22054" y="8421"/>
                    <a:pt x="22097" y="8341"/>
                    <a:pt x="22134" y="8256"/>
                  </a:cubicBezTo>
                  <a:cubicBezTo>
                    <a:pt x="22295" y="7884"/>
                    <a:pt x="22387" y="7398"/>
                    <a:pt x="22398" y="6813"/>
                  </a:cubicBezTo>
                  <a:cubicBezTo>
                    <a:pt x="22398" y="6800"/>
                    <a:pt x="22404" y="6786"/>
                    <a:pt x="22416" y="6777"/>
                  </a:cubicBezTo>
                  <a:cubicBezTo>
                    <a:pt x="22424" y="6770"/>
                    <a:pt x="22434" y="6765"/>
                    <a:pt x="22446" y="6765"/>
                  </a:cubicBezTo>
                  <a:close/>
                  <a:moveTo>
                    <a:pt x="21697" y="10543"/>
                  </a:moveTo>
                  <a:cubicBezTo>
                    <a:pt x="21710" y="10543"/>
                    <a:pt x="21722" y="10548"/>
                    <a:pt x="21732" y="10559"/>
                  </a:cubicBezTo>
                  <a:cubicBezTo>
                    <a:pt x="21798" y="10637"/>
                    <a:pt x="21940" y="10666"/>
                    <a:pt x="22081" y="10694"/>
                  </a:cubicBezTo>
                  <a:cubicBezTo>
                    <a:pt x="22141" y="10706"/>
                    <a:pt x="22197" y="10716"/>
                    <a:pt x="22248" y="10730"/>
                  </a:cubicBezTo>
                  <a:cubicBezTo>
                    <a:pt x="22413" y="10777"/>
                    <a:pt x="22593" y="10813"/>
                    <a:pt x="22767" y="10851"/>
                  </a:cubicBezTo>
                  <a:cubicBezTo>
                    <a:pt x="22984" y="10897"/>
                    <a:pt x="23209" y="10944"/>
                    <a:pt x="23412" y="11009"/>
                  </a:cubicBezTo>
                  <a:cubicBezTo>
                    <a:pt x="23448" y="11022"/>
                    <a:pt x="23494" y="11033"/>
                    <a:pt x="23544" y="11046"/>
                  </a:cubicBezTo>
                  <a:cubicBezTo>
                    <a:pt x="23663" y="11073"/>
                    <a:pt x="23790" y="11105"/>
                    <a:pt x="23859" y="11162"/>
                  </a:cubicBezTo>
                  <a:cubicBezTo>
                    <a:pt x="23872" y="11177"/>
                    <a:pt x="23878" y="11197"/>
                    <a:pt x="23872" y="11217"/>
                  </a:cubicBezTo>
                  <a:cubicBezTo>
                    <a:pt x="23865" y="11236"/>
                    <a:pt x="23848" y="11248"/>
                    <a:pt x="23827" y="11248"/>
                  </a:cubicBezTo>
                  <a:lnTo>
                    <a:pt x="21008" y="11248"/>
                  </a:lnTo>
                  <a:cubicBezTo>
                    <a:pt x="20981" y="11248"/>
                    <a:pt x="20962" y="11217"/>
                    <a:pt x="20962" y="11190"/>
                  </a:cubicBezTo>
                  <a:cubicBezTo>
                    <a:pt x="20962" y="11171"/>
                    <a:pt x="20972" y="11155"/>
                    <a:pt x="20986" y="11147"/>
                  </a:cubicBezTo>
                  <a:cubicBezTo>
                    <a:pt x="21151" y="11066"/>
                    <a:pt x="21335" y="10879"/>
                    <a:pt x="21473" y="10742"/>
                  </a:cubicBezTo>
                  <a:lnTo>
                    <a:pt x="21661" y="10556"/>
                  </a:lnTo>
                  <a:cubicBezTo>
                    <a:pt x="21670" y="10546"/>
                    <a:pt x="21681" y="10543"/>
                    <a:pt x="21693" y="10543"/>
                  </a:cubicBezTo>
                  <a:close/>
                  <a:moveTo>
                    <a:pt x="12264" y="4265"/>
                  </a:moveTo>
                  <a:cubicBezTo>
                    <a:pt x="12323" y="4265"/>
                    <a:pt x="12389" y="4289"/>
                    <a:pt x="12436" y="4305"/>
                  </a:cubicBezTo>
                  <a:lnTo>
                    <a:pt x="12455" y="4311"/>
                  </a:lnTo>
                  <a:cubicBezTo>
                    <a:pt x="12571" y="4351"/>
                    <a:pt x="12706" y="4387"/>
                    <a:pt x="12833" y="4420"/>
                  </a:cubicBezTo>
                  <a:lnTo>
                    <a:pt x="12919" y="4444"/>
                  </a:lnTo>
                  <a:lnTo>
                    <a:pt x="13071" y="4454"/>
                  </a:lnTo>
                  <a:cubicBezTo>
                    <a:pt x="13196" y="4481"/>
                    <a:pt x="13348" y="4496"/>
                    <a:pt x="13550" y="4496"/>
                  </a:cubicBezTo>
                  <a:cubicBezTo>
                    <a:pt x="13650" y="4496"/>
                    <a:pt x="13747" y="4493"/>
                    <a:pt x="13848" y="4490"/>
                  </a:cubicBezTo>
                  <a:cubicBezTo>
                    <a:pt x="13944" y="4487"/>
                    <a:pt x="14038" y="4487"/>
                    <a:pt x="14131" y="4487"/>
                  </a:cubicBezTo>
                  <a:lnTo>
                    <a:pt x="14722" y="4487"/>
                  </a:lnTo>
                  <a:cubicBezTo>
                    <a:pt x="14764" y="4478"/>
                    <a:pt x="14810" y="4474"/>
                    <a:pt x="14871" y="4474"/>
                  </a:cubicBezTo>
                  <a:cubicBezTo>
                    <a:pt x="14906" y="4474"/>
                    <a:pt x="14940" y="4476"/>
                    <a:pt x="14973" y="4478"/>
                  </a:cubicBezTo>
                  <a:cubicBezTo>
                    <a:pt x="15006" y="4480"/>
                    <a:pt x="15041" y="4481"/>
                    <a:pt x="15075" y="4481"/>
                  </a:cubicBezTo>
                  <a:cubicBezTo>
                    <a:pt x="15133" y="4481"/>
                    <a:pt x="15178" y="4478"/>
                    <a:pt x="15220" y="4468"/>
                  </a:cubicBezTo>
                  <a:cubicBezTo>
                    <a:pt x="15261" y="4460"/>
                    <a:pt x="15331" y="4451"/>
                    <a:pt x="15392" y="4451"/>
                  </a:cubicBezTo>
                  <a:cubicBezTo>
                    <a:pt x="15425" y="4451"/>
                    <a:pt x="15454" y="4454"/>
                    <a:pt x="15476" y="4458"/>
                  </a:cubicBezTo>
                  <a:lnTo>
                    <a:pt x="15530" y="4471"/>
                  </a:lnTo>
                  <a:cubicBezTo>
                    <a:pt x="15685" y="4505"/>
                    <a:pt x="15835" y="4540"/>
                    <a:pt x="15985" y="4570"/>
                  </a:cubicBezTo>
                  <a:cubicBezTo>
                    <a:pt x="16000" y="4574"/>
                    <a:pt x="16013" y="4583"/>
                    <a:pt x="16017" y="4598"/>
                  </a:cubicBezTo>
                  <a:cubicBezTo>
                    <a:pt x="16049" y="4667"/>
                    <a:pt x="16088" y="4737"/>
                    <a:pt x="16126" y="4807"/>
                  </a:cubicBezTo>
                  <a:lnTo>
                    <a:pt x="16148" y="4845"/>
                  </a:lnTo>
                  <a:cubicBezTo>
                    <a:pt x="16129" y="4785"/>
                    <a:pt x="16107" y="4733"/>
                    <a:pt x="16087" y="4689"/>
                  </a:cubicBezTo>
                  <a:cubicBezTo>
                    <a:pt x="16079" y="4675"/>
                    <a:pt x="16081" y="4657"/>
                    <a:pt x="16090" y="4643"/>
                  </a:cubicBezTo>
                  <a:cubicBezTo>
                    <a:pt x="16100" y="4631"/>
                    <a:pt x="16114" y="4621"/>
                    <a:pt x="16130" y="4621"/>
                  </a:cubicBezTo>
                  <a:lnTo>
                    <a:pt x="16173" y="4621"/>
                  </a:lnTo>
                  <a:cubicBezTo>
                    <a:pt x="16181" y="4621"/>
                    <a:pt x="16191" y="4625"/>
                    <a:pt x="16199" y="4631"/>
                  </a:cubicBezTo>
                  <a:cubicBezTo>
                    <a:pt x="16238" y="4657"/>
                    <a:pt x="16292" y="4670"/>
                    <a:pt x="16350" y="4683"/>
                  </a:cubicBezTo>
                  <a:cubicBezTo>
                    <a:pt x="16394" y="4694"/>
                    <a:pt x="16439" y="4704"/>
                    <a:pt x="16481" y="4720"/>
                  </a:cubicBezTo>
                  <a:cubicBezTo>
                    <a:pt x="16575" y="4758"/>
                    <a:pt x="16676" y="4794"/>
                    <a:pt x="16776" y="4829"/>
                  </a:cubicBezTo>
                  <a:cubicBezTo>
                    <a:pt x="16892" y="4868"/>
                    <a:pt x="17010" y="4909"/>
                    <a:pt x="17125" y="4960"/>
                  </a:cubicBezTo>
                  <a:cubicBezTo>
                    <a:pt x="17852" y="5278"/>
                    <a:pt x="18414" y="5496"/>
                    <a:pt x="18945" y="5674"/>
                  </a:cubicBezTo>
                  <a:cubicBezTo>
                    <a:pt x="19218" y="5765"/>
                    <a:pt x="19503" y="5845"/>
                    <a:pt x="19778" y="5922"/>
                  </a:cubicBezTo>
                  <a:cubicBezTo>
                    <a:pt x="20050" y="5999"/>
                    <a:pt x="20334" y="6081"/>
                    <a:pt x="20604" y="6169"/>
                  </a:cubicBezTo>
                  <a:cubicBezTo>
                    <a:pt x="20745" y="6217"/>
                    <a:pt x="20883" y="6257"/>
                    <a:pt x="21018" y="6297"/>
                  </a:cubicBezTo>
                  <a:cubicBezTo>
                    <a:pt x="21152" y="6337"/>
                    <a:pt x="21283" y="6376"/>
                    <a:pt x="21408" y="6417"/>
                  </a:cubicBezTo>
                  <a:lnTo>
                    <a:pt x="21603" y="6460"/>
                  </a:lnTo>
                  <a:cubicBezTo>
                    <a:pt x="21665" y="6485"/>
                    <a:pt x="21729" y="6521"/>
                    <a:pt x="21792" y="6553"/>
                  </a:cubicBezTo>
                  <a:cubicBezTo>
                    <a:pt x="21841" y="6581"/>
                    <a:pt x="21888" y="6606"/>
                    <a:pt x="21936" y="6626"/>
                  </a:cubicBezTo>
                  <a:cubicBezTo>
                    <a:pt x="21968" y="6640"/>
                    <a:pt x="22016" y="6654"/>
                    <a:pt x="22064" y="6667"/>
                  </a:cubicBezTo>
                  <a:cubicBezTo>
                    <a:pt x="22100" y="6675"/>
                    <a:pt x="22138" y="6685"/>
                    <a:pt x="22173" y="6697"/>
                  </a:cubicBezTo>
                  <a:cubicBezTo>
                    <a:pt x="22099" y="8379"/>
                    <a:pt x="21350" y="9673"/>
                    <a:pt x="20097" y="10713"/>
                  </a:cubicBezTo>
                  <a:cubicBezTo>
                    <a:pt x="20092" y="10717"/>
                    <a:pt x="20088" y="10719"/>
                    <a:pt x="20085" y="10723"/>
                  </a:cubicBezTo>
                  <a:cubicBezTo>
                    <a:pt x="20031" y="10762"/>
                    <a:pt x="19969" y="10807"/>
                    <a:pt x="19881" y="10822"/>
                  </a:cubicBezTo>
                  <a:cubicBezTo>
                    <a:pt x="19874" y="10825"/>
                    <a:pt x="19865" y="10826"/>
                    <a:pt x="19861" y="10826"/>
                  </a:cubicBezTo>
                  <a:cubicBezTo>
                    <a:pt x="19825" y="10826"/>
                    <a:pt x="19780" y="10804"/>
                    <a:pt x="19726" y="10775"/>
                  </a:cubicBezTo>
                  <a:cubicBezTo>
                    <a:pt x="19711" y="10768"/>
                    <a:pt x="19698" y="10761"/>
                    <a:pt x="19691" y="10756"/>
                  </a:cubicBezTo>
                  <a:cubicBezTo>
                    <a:pt x="19640" y="10724"/>
                    <a:pt x="19591" y="10704"/>
                    <a:pt x="19540" y="10684"/>
                  </a:cubicBezTo>
                  <a:cubicBezTo>
                    <a:pt x="19441" y="10644"/>
                    <a:pt x="19349" y="10608"/>
                    <a:pt x="19255" y="10559"/>
                  </a:cubicBezTo>
                  <a:cubicBezTo>
                    <a:pt x="19067" y="10463"/>
                    <a:pt x="18887" y="10351"/>
                    <a:pt x="18712" y="10245"/>
                  </a:cubicBezTo>
                  <a:cubicBezTo>
                    <a:pt x="18448" y="10082"/>
                    <a:pt x="18175" y="9916"/>
                    <a:pt x="17881" y="9794"/>
                  </a:cubicBezTo>
                  <a:cubicBezTo>
                    <a:pt x="17831" y="9774"/>
                    <a:pt x="17775" y="9760"/>
                    <a:pt x="17715" y="9749"/>
                  </a:cubicBezTo>
                  <a:cubicBezTo>
                    <a:pt x="17629" y="9730"/>
                    <a:pt x="17541" y="9713"/>
                    <a:pt x="17462" y="9659"/>
                  </a:cubicBezTo>
                  <a:lnTo>
                    <a:pt x="17373" y="9570"/>
                  </a:lnTo>
                  <a:cubicBezTo>
                    <a:pt x="17363" y="9563"/>
                    <a:pt x="17353" y="9555"/>
                    <a:pt x="17341" y="9548"/>
                  </a:cubicBezTo>
                  <a:cubicBezTo>
                    <a:pt x="17295" y="9519"/>
                    <a:pt x="17232" y="9478"/>
                    <a:pt x="17221" y="9404"/>
                  </a:cubicBezTo>
                  <a:cubicBezTo>
                    <a:pt x="17219" y="9391"/>
                    <a:pt x="17222" y="9380"/>
                    <a:pt x="17230" y="9368"/>
                  </a:cubicBezTo>
                  <a:cubicBezTo>
                    <a:pt x="17243" y="9350"/>
                    <a:pt x="17250" y="9321"/>
                    <a:pt x="17256" y="9289"/>
                  </a:cubicBezTo>
                  <a:cubicBezTo>
                    <a:pt x="17261" y="9265"/>
                    <a:pt x="17266" y="9239"/>
                    <a:pt x="17276" y="9214"/>
                  </a:cubicBezTo>
                  <a:lnTo>
                    <a:pt x="17312" y="9119"/>
                  </a:lnTo>
                  <a:cubicBezTo>
                    <a:pt x="17350" y="9016"/>
                    <a:pt x="17388" y="8908"/>
                    <a:pt x="17433" y="8808"/>
                  </a:cubicBezTo>
                  <a:cubicBezTo>
                    <a:pt x="17530" y="8590"/>
                    <a:pt x="17656" y="8384"/>
                    <a:pt x="17767" y="8202"/>
                  </a:cubicBezTo>
                  <a:cubicBezTo>
                    <a:pt x="17795" y="8155"/>
                    <a:pt x="17821" y="8109"/>
                    <a:pt x="17843" y="8064"/>
                  </a:cubicBezTo>
                  <a:cubicBezTo>
                    <a:pt x="17861" y="8029"/>
                    <a:pt x="17876" y="7995"/>
                    <a:pt x="17897" y="7962"/>
                  </a:cubicBezTo>
                  <a:lnTo>
                    <a:pt x="17897" y="7962"/>
                  </a:lnTo>
                  <a:lnTo>
                    <a:pt x="17804" y="8046"/>
                  </a:lnTo>
                  <a:cubicBezTo>
                    <a:pt x="17482" y="8471"/>
                    <a:pt x="17264" y="8845"/>
                    <a:pt x="17094" y="9259"/>
                  </a:cubicBezTo>
                  <a:cubicBezTo>
                    <a:pt x="17045" y="9380"/>
                    <a:pt x="17014" y="9510"/>
                    <a:pt x="16981" y="9649"/>
                  </a:cubicBezTo>
                  <a:cubicBezTo>
                    <a:pt x="16971" y="9691"/>
                    <a:pt x="16961" y="9731"/>
                    <a:pt x="16950" y="9774"/>
                  </a:cubicBezTo>
                  <a:cubicBezTo>
                    <a:pt x="16943" y="9803"/>
                    <a:pt x="16943" y="9839"/>
                    <a:pt x="16942" y="9875"/>
                  </a:cubicBezTo>
                  <a:cubicBezTo>
                    <a:pt x="16937" y="9941"/>
                    <a:pt x="16937" y="10006"/>
                    <a:pt x="16902" y="10057"/>
                  </a:cubicBezTo>
                  <a:cubicBezTo>
                    <a:pt x="16894" y="10072"/>
                    <a:pt x="16879" y="10079"/>
                    <a:pt x="16863" y="10079"/>
                  </a:cubicBezTo>
                  <a:cubicBezTo>
                    <a:pt x="16859" y="10079"/>
                    <a:pt x="16854" y="10077"/>
                    <a:pt x="16850" y="10076"/>
                  </a:cubicBezTo>
                  <a:cubicBezTo>
                    <a:pt x="16830" y="10070"/>
                    <a:pt x="16815" y="10051"/>
                    <a:pt x="16818" y="10029"/>
                  </a:cubicBezTo>
                  <a:cubicBezTo>
                    <a:pt x="16828" y="9244"/>
                    <a:pt x="16772" y="8608"/>
                    <a:pt x="16644" y="8081"/>
                  </a:cubicBezTo>
                  <a:cubicBezTo>
                    <a:pt x="16615" y="7965"/>
                    <a:pt x="16597" y="7847"/>
                    <a:pt x="16583" y="7732"/>
                  </a:cubicBezTo>
                  <a:cubicBezTo>
                    <a:pt x="16571" y="7641"/>
                    <a:pt x="16558" y="7549"/>
                    <a:pt x="16539" y="7463"/>
                  </a:cubicBezTo>
                  <a:lnTo>
                    <a:pt x="16539" y="7463"/>
                  </a:lnTo>
                  <a:cubicBezTo>
                    <a:pt x="16516" y="7822"/>
                    <a:pt x="16537" y="8203"/>
                    <a:pt x="16600" y="8488"/>
                  </a:cubicBezTo>
                  <a:cubicBezTo>
                    <a:pt x="16619" y="8586"/>
                    <a:pt x="16623" y="8685"/>
                    <a:pt x="16626" y="8779"/>
                  </a:cubicBezTo>
                  <a:cubicBezTo>
                    <a:pt x="16631" y="8872"/>
                    <a:pt x="16632" y="8958"/>
                    <a:pt x="16651" y="9048"/>
                  </a:cubicBezTo>
                  <a:lnTo>
                    <a:pt x="16661" y="9505"/>
                  </a:lnTo>
                  <a:cubicBezTo>
                    <a:pt x="16689" y="9635"/>
                    <a:pt x="16680" y="10015"/>
                    <a:pt x="16651" y="10149"/>
                  </a:cubicBezTo>
                  <a:cubicBezTo>
                    <a:pt x="16622" y="10284"/>
                    <a:pt x="16654" y="10531"/>
                    <a:pt x="16681" y="10665"/>
                  </a:cubicBezTo>
                  <a:lnTo>
                    <a:pt x="16712" y="11204"/>
                  </a:lnTo>
                  <a:cubicBezTo>
                    <a:pt x="16713" y="11217"/>
                    <a:pt x="16709" y="11229"/>
                    <a:pt x="16699" y="11239"/>
                  </a:cubicBezTo>
                  <a:cubicBezTo>
                    <a:pt x="16690" y="11249"/>
                    <a:pt x="16677" y="11254"/>
                    <a:pt x="16665" y="11254"/>
                  </a:cubicBezTo>
                  <a:lnTo>
                    <a:pt x="16078" y="11254"/>
                  </a:lnTo>
                  <a:cubicBezTo>
                    <a:pt x="15994" y="11108"/>
                    <a:pt x="15899" y="10967"/>
                    <a:pt x="15831" y="10813"/>
                  </a:cubicBezTo>
                  <a:cubicBezTo>
                    <a:pt x="15722" y="10567"/>
                    <a:pt x="15691" y="10313"/>
                    <a:pt x="15601" y="10063"/>
                  </a:cubicBezTo>
                  <a:cubicBezTo>
                    <a:pt x="15553" y="9926"/>
                    <a:pt x="15456" y="9804"/>
                    <a:pt x="15329" y="9792"/>
                  </a:cubicBezTo>
                  <a:cubicBezTo>
                    <a:pt x="15321" y="9788"/>
                    <a:pt x="15312" y="9784"/>
                    <a:pt x="15301" y="9784"/>
                  </a:cubicBezTo>
                  <a:cubicBezTo>
                    <a:pt x="15295" y="9784"/>
                    <a:pt x="15289" y="9785"/>
                    <a:pt x="15281" y="9788"/>
                  </a:cubicBezTo>
                  <a:cubicBezTo>
                    <a:pt x="15274" y="9790"/>
                    <a:pt x="15270" y="9792"/>
                    <a:pt x="15262" y="9794"/>
                  </a:cubicBezTo>
                  <a:cubicBezTo>
                    <a:pt x="15249" y="9797"/>
                    <a:pt x="15235" y="9803"/>
                    <a:pt x="15222" y="9807"/>
                  </a:cubicBezTo>
                  <a:cubicBezTo>
                    <a:pt x="15213" y="9810"/>
                    <a:pt x="15204" y="9811"/>
                    <a:pt x="15194" y="9816"/>
                  </a:cubicBezTo>
                  <a:cubicBezTo>
                    <a:pt x="15142" y="9824"/>
                    <a:pt x="15091" y="9839"/>
                    <a:pt x="15053" y="9852"/>
                  </a:cubicBezTo>
                  <a:cubicBezTo>
                    <a:pt x="14960" y="9881"/>
                    <a:pt x="14871" y="9906"/>
                    <a:pt x="14783" y="9933"/>
                  </a:cubicBezTo>
                  <a:cubicBezTo>
                    <a:pt x="14642" y="9976"/>
                    <a:pt x="14503" y="10013"/>
                    <a:pt x="14370" y="10059"/>
                  </a:cubicBezTo>
                  <a:cubicBezTo>
                    <a:pt x="14155" y="10131"/>
                    <a:pt x="13935" y="10197"/>
                    <a:pt x="13723" y="10261"/>
                  </a:cubicBezTo>
                  <a:cubicBezTo>
                    <a:pt x="13314" y="10383"/>
                    <a:pt x="12926" y="10498"/>
                    <a:pt x="12558" y="10659"/>
                  </a:cubicBezTo>
                  <a:cubicBezTo>
                    <a:pt x="12437" y="10711"/>
                    <a:pt x="12321" y="10777"/>
                    <a:pt x="12209" y="10848"/>
                  </a:cubicBezTo>
                  <a:cubicBezTo>
                    <a:pt x="12148" y="10883"/>
                    <a:pt x="12094" y="10916"/>
                    <a:pt x="12042" y="10957"/>
                  </a:cubicBezTo>
                  <a:cubicBezTo>
                    <a:pt x="11998" y="10986"/>
                    <a:pt x="11956" y="11017"/>
                    <a:pt x="11913" y="11047"/>
                  </a:cubicBezTo>
                  <a:cubicBezTo>
                    <a:pt x="11863" y="11082"/>
                    <a:pt x="11814" y="11123"/>
                    <a:pt x="11767" y="11161"/>
                  </a:cubicBezTo>
                  <a:lnTo>
                    <a:pt x="11725" y="11195"/>
                  </a:lnTo>
                  <a:lnTo>
                    <a:pt x="11709" y="11227"/>
                  </a:lnTo>
                  <a:cubicBezTo>
                    <a:pt x="11702" y="11242"/>
                    <a:pt x="11686" y="11254"/>
                    <a:pt x="11667" y="11254"/>
                  </a:cubicBezTo>
                  <a:lnTo>
                    <a:pt x="9425" y="11254"/>
                  </a:lnTo>
                  <a:cubicBezTo>
                    <a:pt x="9397" y="11254"/>
                    <a:pt x="9377" y="11233"/>
                    <a:pt x="9377" y="11207"/>
                  </a:cubicBezTo>
                  <a:lnTo>
                    <a:pt x="9376" y="11161"/>
                  </a:lnTo>
                  <a:cubicBezTo>
                    <a:pt x="9374" y="11101"/>
                    <a:pt x="9374" y="11044"/>
                    <a:pt x="9371" y="10985"/>
                  </a:cubicBezTo>
                  <a:lnTo>
                    <a:pt x="9371" y="10982"/>
                  </a:lnTo>
                  <a:cubicBezTo>
                    <a:pt x="9368" y="10669"/>
                    <a:pt x="9374" y="10362"/>
                    <a:pt x="9450" y="10124"/>
                  </a:cubicBezTo>
                  <a:cubicBezTo>
                    <a:pt x="9458" y="10099"/>
                    <a:pt x="9464" y="10072"/>
                    <a:pt x="9470" y="10044"/>
                  </a:cubicBezTo>
                  <a:cubicBezTo>
                    <a:pt x="9485" y="9976"/>
                    <a:pt x="9503" y="9888"/>
                    <a:pt x="9567" y="9843"/>
                  </a:cubicBezTo>
                  <a:cubicBezTo>
                    <a:pt x="9602" y="9846"/>
                    <a:pt x="9635" y="9847"/>
                    <a:pt x="9668" y="9847"/>
                  </a:cubicBezTo>
                  <a:cubicBezTo>
                    <a:pt x="9778" y="9847"/>
                    <a:pt x="9880" y="9834"/>
                    <a:pt x="9979" y="9814"/>
                  </a:cubicBezTo>
                  <a:cubicBezTo>
                    <a:pt x="10133" y="9795"/>
                    <a:pt x="10261" y="9746"/>
                    <a:pt x="10345" y="9705"/>
                  </a:cubicBezTo>
                  <a:cubicBezTo>
                    <a:pt x="10763" y="9490"/>
                    <a:pt x="11055" y="9147"/>
                    <a:pt x="11223" y="8688"/>
                  </a:cubicBezTo>
                  <a:cubicBezTo>
                    <a:pt x="11289" y="8568"/>
                    <a:pt x="11348" y="8445"/>
                    <a:pt x="11399" y="8321"/>
                  </a:cubicBezTo>
                  <a:cubicBezTo>
                    <a:pt x="11580" y="8216"/>
                    <a:pt x="11758" y="8110"/>
                    <a:pt x="11934" y="8004"/>
                  </a:cubicBezTo>
                  <a:cubicBezTo>
                    <a:pt x="12116" y="7939"/>
                    <a:pt x="12294" y="7895"/>
                    <a:pt x="12512" y="7846"/>
                  </a:cubicBezTo>
                  <a:cubicBezTo>
                    <a:pt x="12562" y="7833"/>
                    <a:pt x="12619" y="7830"/>
                    <a:pt x="12686" y="7830"/>
                  </a:cubicBezTo>
                  <a:cubicBezTo>
                    <a:pt x="12782" y="7830"/>
                    <a:pt x="12887" y="7840"/>
                    <a:pt x="12988" y="7849"/>
                  </a:cubicBezTo>
                  <a:cubicBezTo>
                    <a:pt x="13086" y="7860"/>
                    <a:pt x="13186" y="7869"/>
                    <a:pt x="13275" y="7869"/>
                  </a:cubicBezTo>
                  <a:cubicBezTo>
                    <a:pt x="13420" y="7869"/>
                    <a:pt x="13509" y="7840"/>
                    <a:pt x="13553" y="7779"/>
                  </a:cubicBezTo>
                  <a:cubicBezTo>
                    <a:pt x="13596" y="7716"/>
                    <a:pt x="13609" y="7577"/>
                    <a:pt x="13577" y="7468"/>
                  </a:cubicBezTo>
                  <a:cubicBezTo>
                    <a:pt x="13516" y="7255"/>
                    <a:pt x="13435" y="7062"/>
                    <a:pt x="13340" y="6851"/>
                  </a:cubicBezTo>
                  <a:cubicBezTo>
                    <a:pt x="12991" y="6059"/>
                    <a:pt x="12578" y="5152"/>
                    <a:pt x="12112" y="4371"/>
                  </a:cubicBezTo>
                  <a:lnTo>
                    <a:pt x="12112" y="4371"/>
                  </a:lnTo>
                  <a:cubicBezTo>
                    <a:pt x="12113" y="4371"/>
                    <a:pt x="12115" y="4371"/>
                    <a:pt x="12117" y="4371"/>
                  </a:cubicBezTo>
                  <a:cubicBezTo>
                    <a:pt x="12143" y="4371"/>
                    <a:pt x="12168" y="4350"/>
                    <a:pt x="12157" y="4323"/>
                  </a:cubicBezTo>
                  <a:cubicBezTo>
                    <a:pt x="12152" y="4307"/>
                    <a:pt x="12145" y="4292"/>
                    <a:pt x="12138" y="4278"/>
                  </a:cubicBezTo>
                  <a:lnTo>
                    <a:pt x="12199" y="4278"/>
                  </a:lnTo>
                  <a:cubicBezTo>
                    <a:pt x="12218" y="4269"/>
                    <a:pt x="12240" y="4265"/>
                    <a:pt x="12264" y="4265"/>
                  </a:cubicBezTo>
                  <a:close/>
                  <a:moveTo>
                    <a:pt x="15306" y="9916"/>
                  </a:moveTo>
                  <a:cubicBezTo>
                    <a:pt x="15411" y="9989"/>
                    <a:pt x="15483" y="10168"/>
                    <a:pt x="15537" y="10354"/>
                  </a:cubicBezTo>
                  <a:cubicBezTo>
                    <a:pt x="15536" y="10359"/>
                    <a:pt x="15534" y="10367"/>
                    <a:pt x="15530" y="10371"/>
                  </a:cubicBezTo>
                  <a:cubicBezTo>
                    <a:pt x="15521" y="10384"/>
                    <a:pt x="15508" y="10390"/>
                    <a:pt x="15494" y="10391"/>
                  </a:cubicBezTo>
                  <a:cubicBezTo>
                    <a:pt x="15358" y="10397"/>
                    <a:pt x="15193" y="10423"/>
                    <a:pt x="15005" y="10473"/>
                  </a:cubicBezTo>
                  <a:cubicBezTo>
                    <a:pt x="14922" y="10493"/>
                    <a:pt x="14845" y="10508"/>
                    <a:pt x="14770" y="10521"/>
                  </a:cubicBezTo>
                  <a:cubicBezTo>
                    <a:pt x="14671" y="10537"/>
                    <a:pt x="14576" y="10553"/>
                    <a:pt x="14482" y="10586"/>
                  </a:cubicBezTo>
                  <a:cubicBezTo>
                    <a:pt x="14173" y="10688"/>
                    <a:pt x="13884" y="10819"/>
                    <a:pt x="13606" y="10945"/>
                  </a:cubicBezTo>
                  <a:cubicBezTo>
                    <a:pt x="13506" y="10990"/>
                    <a:pt x="13406" y="11038"/>
                    <a:pt x="13304" y="11082"/>
                  </a:cubicBezTo>
                  <a:cubicBezTo>
                    <a:pt x="13228" y="11110"/>
                    <a:pt x="13157" y="11146"/>
                    <a:pt x="13112" y="11178"/>
                  </a:cubicBezTo>
                  <a:cubicBezTo>
                    <a:pt x="13106" y="11182"/>
                    <a:pt x="13098" y="11191"/>
                    <a:pt x="13090" y="11198"/>
                  </a:cubicBezTo>
                  <a:cubicBezTo>
                    <a:pt x="13071" y="11217"/>
                    <a:pt x="13054" y="11235"/>
                    <a:pt x="13031" y="11243"/>
                  </a:cubicBezTo>
                  <a:cubicBezTo>
                    <a:pt x="13025" y="11245"/>
                    <a:pt x="13018" y="11248"/>
                    <a:pt x="13012" y="11248"/>
                  </a:cubicBezTo>
                  <a:lnTo>
                    <a:pt x="12254" y="11248"/>
                  </a:lnTo>
                  <a:cubicBezTo>
                    <a:pt x="12238" y="11248"/>
                    <a:pt x="12218" y="11249"/>
                    <a:pt x="12195" y="11251"/>
                  </a:cubicBezTo>
                  <a:cubicBezTo>
                    <a:pt x="12167" y="11254"/>
                    <a:pt x="12134" y="11255"/>
                    <a:pt x="12105" y="11255"/>
                  </a:cubicBezTo>
                  <a:cubicBezTo>
                    <a:pt x="12046" y="11255"/>
                    <a:pt x="12009" y="11248"/>
                    <a:pt x="11981" y="11233"/>
                  </a:cubicBezTo>
                  <a:cubicBezTo>
                    <a:pt x="11965" y="11222"/>
                    <a:pt x="11956" y="11206"/>
                    <a:pt x="11959" y="11188"/>
                  </a:cubicBezTo>
                  <a:cubicBezTo>
                    <a:pt x="11962" y="11168"/>
                    <a:pt x="11974" y="11153"/>
                    <a:pt x="11993" y="11147"/>
                  </a:cubicBezTo>
                  <a:cubicBezTo>
                    <a:pt x="12042" y="11133"/>
                    <a:pt x="12090" y="11091"/>
                    <a:pt x="12138" y="11052"/>
                  </a:cubicBezTo>
                  <a:cubicBezTo>
                    <a:pt x="12166" y="11028"/>
                    <a:pt x="12192" y="11006"/>
                    <a:pt x="12219" y="10988"/>
                  </a:cubicBezTo>
                  <a:cubicBezTo>
                    <a:pt x="12308" y="10928"/>
                    <a:pt x="12403" y="10876"/>
                    <a:pt x="12496" y="10822"/>
                  </a:cubicBezTo>
                  <a:cubicBezTo>
                    <a:pt x="12516" y="10810"/>
                    <a:pt x="12533" y="10800"/>
                    <a:pt x="12554" y="10788"/>
                  </a:cubicBezTo>
                  <a:cubicBezTo>
                    <a:pt x="12885" y="10658"/>
                    <a:pt x="13244" y="10578"/>
                    <a:pt x="13569" y="10473"/>
                  </a:cubicBezTo>
                  <a:cubicBezTo>
                    <a:pt x="14147" y="10290"/>
                    <a:pt x="14726" y="10101"/>
                    <a:pt x="15306" y="9916"/>
                  </a:cubicBezTo>
                  <a:close/>
                  <a:moveTo>
                    <a:pt x="34285" y="9587"/>
                  </a:moveTo>
                  <a:cubicBezTo>
                    <a:pt x="34295" y="9587"/>
                    <a:pt x="34314" y="9592"/>
                    <a:pt x="34322" y="9596"/>
                  </a:cubicBezTo>
                  <a:lnTo>
                    <a:pt x="34342" y="9596"/>
                  </a:lnTo>
                  <a:cubicBezTo>
                    <a:pt x="34355" y="9596"/>
                    <a:pt x="34372" y="9596"/>
                    <a:pt x="34391" y="9599"/>
                  </a:cubicBezTo>
                  <a:cubicBezTo>
                    <a:pt x="34467" y="9619"/>
                    <a:pt x="34573" y="9676"/>
                    <a:pt x="34618" y="9758"/>
                  </a:cubicBezTo>
                  <a:cubicBezTo>
                    <a:pt x="34695" y="9906"/>
                    <a:pt x="34676" y="10211"/>
                    <a:pt x="34633" y="10371"/>
                  </a:cubicBezTo>
                  <a:cubicBezTo>
                    <a:pt x="34543" y="10719"/>
                    <a:pt x="34420" y="11118"/>
                    <a:pt x="34237" y="11472"/>
                  </a:cubicBezTo>
                  <a:lnTo>
                    <a:pt x="34221" y="11504"/>
                  </a:lnTo>
                  <a:cubicBezTo>
                    <a:pt x="34151" y="11636"/>
                    <a:pt x="34066" y="11803"/>
                    <a:pt x="33896" y="11847"/>
                  </a:cubicBezTo>
                  <a:cubicBezTo>
                    <a:pt x="33878" y="11851"/>
                    <a:pt x="33861" y="11853"/>
                    <a:pt x="33842" y="11853"/>
                  </a:cubicBezTo>
                  <a:cubicBezTo>
                    <a:pt x="33766" y="11853"/>
                    <a:pt x="33704" y="11809"/>
                    <a:pt x="33666" y="11780"/>
                  </a:cubicBezTo>
                  <a:lnTo>
                    <a:pt x="33648" y="11767"/>
                  </a:lnTo>
                  <a:cubicBezTo>
                    <a:pt x="33411" y="11604"/>
                    <a:pt x="33387" y="11211"/>
                    <a:pt x="33390" y="10887"/>
                  </a:cubicBezTo>
                  <a:cubicBezTo>
                    <a:pt x="33390" y="10873"/>
                    <a:pt x="33397" y="10858"/>
                    <a:pt x="33410" y="10849"/>
                  </a:cubicBezTo>
                  <a:cubicBezTo>
                    <a:pt x="33600" y="10720"/>
                    <a:pt x="33903" y="10258"/>
                    <a:pt x="34005" y="10024"/>
                  </a:cubicBezTo>
                  <a:lnTo>
                    <a:pt x="34096" y="9746"/>
                  </a:lnTo>
                  <a:cubicBezTo>
                    <a:pt x="34101" y="9736"/>
                    <a:pt x="34101" y="9721"/>
                    <a:pt x="34101" y="9707"/>
                  </a:cubicBezTo>
                  <a:cubicBezTo>
                    <a:pt x="34102" y="9682"/>
                    <a:pt x="34104" y="9657"/>
                    <a:pt x="34114" y="9634"/>
                  </a:cubicBezTo>
                  <a:cubicBezTo>
                    <a:pt x="34115" y="9608"/>
                    <a:pt x="34135" y="9587"/>
                    <a:pt x="34160" y="9587"/>
                  </a:cubicBezTo>
                  <a:close/>
                  <a:moveTo>
                    <a:pt x="34862" y="10000"/>
                  </a:moveTo>
                  <a:cubicBezTo>
                    <a:pt x="35200" y="10034"/>
                    <a:pt x="35469" y="10189"/>
                    <a:pt x="35584" y="10422"/>
                  </a:cubicBezTo>
                  <a:cubicBezTo>
                    <a:pt x="35655" y="10560"/>
                    <a:pt x="35594" y="10739"/>
                    <a:pt x="35552" y="10868"/>
                  </a:cubicBezTo>
                  <a:lnTo>
                    <a:pt x="35546" y="10884"/>
                  </a:lnTo>
                  <a:cubicBezTo>
                    <a:pt x="35454" y="11159"/>
                    <a:pt x="35360" y="11443"/>
                    <a:pt x="35220" y="11671"/>
                  </a:cubicBezTo>
                  <a:cubicBezTo>
                    <a:pt x="35206" y="11693"/>
                    <a:pt x="35192" y="11719"/>
                    <a:pt x="35182" y="11744"/>
                  </a:cubicBezTo>
                  <a:cubicBezTo>
                    <a:pt x="35152" y="11806"/>
                    <a:pt x="35120" y="11869"/>
                    <a:pt x="35065" y="11912"/>
                  </a:cubicBezTo>
                  <a:cubicBezTo>
                    <a:pt x="34986" y="11973"/>
                    <a:pt x="34900" y="12002"/>
                    <a:pt x="34813" y="12002"/>
                  </a:cubicBezTo>
                  <a:cubicBezTo>
                    <a:pt x="34598" y="12002"/>
                    <a:pt x="34407" y="11813"/>
                    <a:pt x="34375" y="11569"/>
                  </a:cubicBezTo>
                  <a:cubicBezTo>
                    <a:pt x="34374" y="11556"/>
                    <a:pt x="34378" y="11542"/>
                    <a:pt x="34387" y="11533"/>
                  </a:cubicBezTo>
                  <a:cubicBezTo>
                    <a:pt x="34445" y="11469"/>
                    <a:pt x="34476" y="11377"/>
                    <a:pt x="34506" y="11277"/>
                  </a:cubicBezTo>
                  <a:cubicBezTo>
                    <a:pt x="34521" y="11227"/>
                    <a:pt x="34537" y="11178"/>
                    <a:pt x="34554" y="11132"/>
                  </a:cubicBezTo>
                  <a:cubicBezTo>
                    <a:pt x="34684" y="10822"/>
                    <a:pt x="34807" y="10480"/>
                    <a:pt x="34812" y="10050"/>
                  </a:cubicBezTo>
                  <a:cubicBezTo>
                    <a:pt x="34812" y="10037"/>
                    <a:pt x="34816" y="10022"/>
                    <a:pt x="34826" y="10013"/>
                  </a:cubicBezTo>
                  <a:cubicBezTo>
                    <a:pt x="34835" y="10006"/>
                    <a:pt x="34845" y="10000"/>
                    <a:pt x="34858" y="10000"/>
                  </a:cubicBezTo>
                  <a:close/>
                  <a:moveTo>
                    <a:pt x="319" y="15717"/>
                  </a:moveTo>
                  <a:cubicBezTo>
                    <a:pt x="328" y="15717"/>
                    <a:pt x="340" y="15720"/>
                    <a:pt x="347" y="15726"/>
                  </a:cubicBezTo>
                  <a:cubicBezTo>
                    <a:pt x="593" y="15913"/>
                    <a:pt x="944" y="16040"/>
                    <a:pt x="1255" y="16143"/>
                  </a:cubicBezTo>
                  <a:cubicBezTo>
                    <a:pt x="1299" y="16158"/>
                    <a:pt x="1343" y="16165"/>
                    <a:pt x="1385" y="16172"/>
                  </a:cubicBezTo>
                  <a:cubicBezTo>
                    <a:pt x="1430" y="16182"/>
                    <a:pt x="1476" y="16190"/>
                    <a:pt x="1524" y="16206"/>
                  </a:cubicBezTo>
                  <a:cubicBezTo>
                    <a:pt x="1706" y="16265"/>
                    <a:pt x="1902" y="16306"/>
                    <a:pt x="2107" y="16347"/>
                  </a:cubicBezTo>
                  <a:cubicBezTo>
                    <a:pt x="2250" y="16374"/>
                    <a:pt x="2397" y="16405"/>
                    <a:pt x="2538" y="16441"/>
                  </a:cubicBezTo>
                  <a:cubicBezTo>
                    <a:pt x="2606" y="16460"/>
                    <a:pt x="2676" y="16467"/>
                    <a:pt x="2746" y="16475"/>
                  </a:cubicBezTo>
                  <a:cubicBezTo>
                    <a:pt x="2811" y="16482"/>
                    <a:pt x="2878" y="16489"/>
                    <a:pt x="2935" y="16502"/>
                  </a:cubicBezTo>
                  <a:lnTo>
                    <a:pt x="3301" y="16540"/>
                  </a:lnTo>
                  <a:lnTo>
                    <a:pt x="3313" y="16541"/>
                  </a:lnTo>
                  <a:lnTo>
                    <a:pt x="3518" y="16563"/>
                  </a:lnTo>
                  <a:lnTo>
                    <a:pt x="4006" y="16543"/>
                  </a:lnTo>
                  <a:cubicBezTo>
                    <a:pt x="4027" y="16543"/>
                    <a:pt x="4043" y="16556"/>
                    <a:pt x="4050" y="16571"/>
                  </a:cubicBezTo>
                  <a:lnTo>
                    <a:pt x="4383" y="17306"/>
                  </a:lnTo>
                  <a:cubicBezTo>
                    <a:pt x="4389" y="17321"/>
                    <a:pt x="4389" y="17338"/>
                    <a:pt x="4380" y="17350"/>
                  </a:cubicBezTo>
                  <a:cubicBezTo>
                    <a:pt x="4370" y="17363"/>
                    <a:pt x="4355" y="17372"/>
                    <a:pt x="4339" y="17372"/>
                  </a:cubicBezTo>
                  <a:lnTo>
                    <a:pt x="4319" y="17372"/>
                  </a:lnTo>
                  <a:cubicBezTo>
                    <a:pt x="4310" y="17372"/>
                    <a:pt x="4300" y="17369"/>
                    <a:pt x="4293" y="17363"/>
                  </a:cubicBezTo>
                  <a:cubicBezTo>
                    <a:pt x="4242" y="17328"/>
                    <a:pt x="4173" y="17327"/>
                    <a:pt x="4094" y="17325"/>
                  </a:cubicBezTo>
                  <a:cubicBezTo>
                    <a:pt x="4035" y="17324"/>
                    <a:pt x="3977" y="17321"/>
                    <a:pt x="3915" y="17309"/>
                  </a:cubicBezTo>
                  <a:cubicBezTo>
                    <a:pt x="3784" y="17280"/>
                    <a:pt x="3636" y="17280"/>
                    <a:pt x="3493" y="17277"/>
                  </a:cubicBezTo>
                  <a:cubicBezTo>
                    <a:pt x="3343" y="17277"/>
                    <a:pt x="3192" y="17277"/>
                    <a:pt x="3064" y="17248"/>
                  </a:cubicBezTo>
                  <a:lnTo>
                    <a:pt x="2920" y="17247"/>
                  </a:lnTo>
                  <a:cubicBezTo>
                    <a:pt x="2804" y="17219"/>
                    <a:pt x="2680" y="17207"/>
                    <a:pt x="2558" y="17200"/>
                  </a:cubicBezTo>
                  <a:lnTo>
                    <a:pt x="2551" y="17200"/>
                  </a:lnTo>
                  <a:cubicBezTo>
                    <a:pt x="2548" y="17197"/>
                    <a:pt x="2542" y="17197"/>
                    <a:pt x="2538" y="17197"/>
                  </a:cubicBezTo>
                  <a:cubicBezTo>
                    <a:pt x="2494" y="17194"/>
                    <a:pt x="2453" y="17193"/>
                    <a:pt x="2410" y="17190"/>
                  </a:cubicBezTo>
                  <a:cubicBezTo>
                    <a:pt x="2221" y="17178"/>
                    <a:pt x="2028" y="17168"/>
                    <a:pt x="1852" y="17122"/>
                  </a:cubicBezTo>
                  <a:lnTo>
                    <a:pt x="1247" y="16975"/>
                  </a:lnTo>
                  <a:cubicBezTo>
                    <a:pt x="1197" y="16956"/>
                    <a:pt x="1146" y="16938"/>
                    <a:pt x="1098" y="16918"/>
                  </a:cubicBezTo>
                  <a:cubicBezTo>
                    <a:pt x="1097" y="16918"/>
                    <a:pt x="1097" y="16917"/>
                    <a:pt x="1096" y="16917"/>
                  </a:cubicBezTo>
                  <a:cubicBezTo>
                    <a:pt x="1094" y="16917"/>
                    <a:pt x="1091" y="16914"/>
                    <a:pt x="1091" y="16914"/>
                  </a:cubicBezTo>
                  <a:cubicBezTo>
                    <a:pt x="1059" y="16902"/>
                    <a:pt x="1026" y="16887"/>
                    <a:pt x="994" y="16874"/>
                  </a:cubicBezTo>
                  <a:cubicBezTo>
                    <a:pt x="909" y="16838"/>
                    <a:pt x="828" y="16803"/>
                    <a:pt x="748" y="16776"/>
                  </a:cubicBezTo>
                  <a:cubicBezTo>
                    <a:pt x="704" y="16761"/>
                    <a:pt x="655" y="16746"/>
                    <a:pt x="607" y="16728"/>
                  </a:cubicBezTo>
                  <a:lnTo>
                    <a:pt x="607" y="16728"/>
                  </a:lnTo>
                  <a:cubicBezTo>
                    <a:pt x="608" y="16730"/>
                    <a:pt x="608" y="16731"/>
                    <a:pt x="606" y="16731"/>
                  </a:cubicBezTo>
                  <a:cubicBezTo>
                    <a:pt x="605" y="16731"/>
                    <a:pt x="604" y="16731"/>
                    <a:pt x="603" y="16730"/>
                  </a:cubicBezTo>
                  <a:cubicBezTo>
                    <a:pt x="434" y="16666"/>
                    <a:pt x="252" y="16568"/>
                    <a:pt x="181" y="16379"/>
                  </a:cubicBezTo>
                  <a:lnTo>
                    <a:pt x="181" y="16376"/>
                  </a:lnTo>
                  <a:cubicBezTo>
                    <a:pt x="145" y="16284"/>
                    <a:pt x="137" y="16165"/>
                    <a:pt x="172" y="16022"/>
                  </a:cubicBezTo>
                  <a:cubicBezTo>
                    <a:pt x="178" y="15996"/>
                    <a:pt x="183" y="15973"/>
                    <a:pt x="187" y="15950"/>
                  </a:cubicBezTo>
                  <a:cubicBezTo>
                    <a:pt x="200" y="15873"/>
                    <a:pt x="214" y="15797"/>
                    <a:pt x="270" y="15743"/>
                  </a:cubicBezTo>
                  <a:cubicBezTo>
                    <a:pt x="276" y="15735"/>
                    <a:pt x="283" y="15729"/>
                    <a:pt x="292" y="15724"/>
                  </a:cubicBezTo>
                  <a:cubicBezTo>
                    <a:pt x="302" y="15720"/>
                    <a:pt x="310" y="15717"/>
                    <a:pt x="319" y="15717"/>
                  </a:cubicBezTo>
                  <a:close/>
                  <a:moveTo>
                    <a:pt x="4330" y="6667"/>
                  </a:moveTo>
                  <a:cubicBezTo>
                    <a:pt x="4344" y="6667"/>
                    <a:pt x="4354" y="6671"/>
                    <a:pt x="4362" y="6678"/>
                  </a:cubicBezTo>
                  <a:cubicBezTo>
                    <a:pt x="4370" y="6683"/>
                    <a:pt x="4376" y="6691"/>
                    <a:pt x="4377" y="6699"/>
                  </a:cubicBezTo>
                  <a:cubicBezTo>
                    <a:pt x="4413" y="6741"/>
                    <a:pt x="4438" y="6790"/>
                    <a:pt x="4461" y="6837"/>
                  </a:cubicBezTo>
                  <a:cubicBezTo>
                    <a:pt x="4476" y="6867"/>
                    <a:pt x="4490" y="6896"/>
                    <a:pt x="4508" y="6925"/>
                  </a:cubicBezTo>
                  <a:cubicBezTo>
                    <a:pt x="4595" y="7056"/>
                    <a:pt x="4693" y="7186"/>
                    <a:pt x="4787" y="7309"/>
                  </a:cubicBezTo>
                  <a:lnTo>
                    <a:pt x="4861" y="7410"/>
                  </a:lnTo>
                  <a:cubicBezTo>
                    <a:pt x="4882" y="7437"/>
                    <a:pt x="4915" y="7471"/>
                    <a:pt x="4954" y="7510"/>
                  </a:cubicBezTo>
                  <a:cubicBezTo>
                    <a:pt x="5037" y="7593"/>
                    <a:pt x="5123" y="7681"/>
                    <a:pt x="5140" y="7760"/>
                  </a:cubicBezTo>
                  <a:cubicBezTo>
                    <a:pt x="5145" y="7779"/>
                    <a:pt x="5137" y="7796"/>
                    <a:pt x="5123" y="7808"/>
                  </a:cubicBezTo>
                  <a:cubicBezTo>
                    <a:pt x="5100" y="7825"/>
                    <a:pt x="5092" y="7860"/>
                    <a:pt x="5082" y="7913"/>
                  </a:cubicBezTo>
                  <a:cubicBezTo>
                    <a:pt x="5079" y="7940"/>
                    <a:pt x="5073" y="7965"/>
                    <a:pt x="5066" y="7991"/>
                  </a:cubicBezTo>
                  <a:cubicBezTo>
                    <a:pt x="5041" y="8077"/>
                    <a:pt x="5027" y="8167"/>
                    <a:pt x="5012" y="8263"/>
                  </a:cubicBezTo>
                  <a:cubicBezTo>
                    <a:pt x="4999" y="8346"/>
                    <a:pt x="4985" y="8430"/>
                    <a:pt x="4964" y="8516"/>
                  </a:cubicBezTo>
                  <a:cubicBezTo>
                    <a:pt x="4770" y="9298"/>
                    <a:pt x="4768" y="10594"/>
                    <a:pt x="5264" y="10900"/>
                  </a:cubicBezTo>
                  <a:cubicBezTo>
                    <a:pt x="5312" y="10929"/>
                    <a:pt x="5419" y="10960"/>
                    <a:pt x="5526" y="10960"/>
                  </a:cubicBezTo>
                  <a:cubicBezTo>
                    <a:pt x="5591" y="10960"/>
                    <a:pt x="5646" y="10950"/>
                    <a:pt x="5684" y="10931"/>
                  </a:cubicBezTo>
                  <a:cubicBezTo>
                    <a:pt x="5741" y="10905"/>
                    <a:pt x="5824" y="10842"/>
                    <a:pt x="5856" y="10800"/>
                  </a:cubicBezTo>
                  <a:cubicBezTo>
                    <a:pt x="5863" y="10788"/>
                    <a:pt x="5867" y="10777"/>
                    <a:pt x="5875" y="10764"/>
                  </a:cubicBezTo>
                  <a:cubicBezTo>
                    <a:pt x="5886" y="10745"/>
                    <a:pt x="5896" y="10724"/>
                    <a:pt x="5915" y="10704"/>
                  </a:cubicBezTo>
                  <a:cubicBezTo>
                    <a:pt x="5915" y="10703"/>
                    <a:pt x="5917" y="10703"/>
                    <a:pt x="5917" y="10703"/>
                  </a:cubicBezTo>
                  <a:cubicBezTo>
                    <a:pt x="5923" y="10697"/>
                    <a:pt x="5930" y="10690"/>
                    <a:pt x="5937" y="10684"/>
                  </a:cubicBezTo>
                  <a:cubicBezTo>
                    <a:pt x="6117" y="10550"/>
                    <a:pt x="6318" y="10432"/>
                    <a:pt x="6536" y="10338"/>
                  </a:cubicBezTo>
                  <a:cubicBezTo>
                    <a:pt x="6565" y="10325"/>
                    <a:pt x="6597" y="10312"/>
                    <a:pt x="6629" y="10301"/>
                  </a:cubicBezTo>
                  <a:cubicBezTo>
                    <a:pt x="6633" y="10298"/>
                    <a:pt x="6641" y="10297"/>
                    <a:pt x="6644" y="10296"/>
                  </a:cubicBezTo>
                  <a:cubicBezTo>
                    <a:pt x="6648" y="10294"/>
                    <a:pt x="6655" y="10291"/>
                    <a:pt x="6658" y="10291"/>
                  </a:cubicBezTo>
                  <a:lnTo>
                    <a:pt x="6660" y="10291"/>
                  </a:lnTo>
                  <a:cubicBezTo>
                    <a:pt x="6754" y="10261"/>
                    <a:pt x="6852" y="10237"/>
                    <a:pt x="6948" y="10216"/>
                  </a:cubicBezTo>
                  <a:cubicBezTo>
                    <a:pt x="6997" y="10202"/>
                    <a:pt x="7045" y="10194"/>
                    <a:pt x="7094" y="10179"/>
                  </a:cubicBezTo>
                  <a:cubicBezTo>
                    <a:pt x="7234" y="10143"/>
                    <a:pt x="7382" y="10124"/>
                    <a:pt x="7532" y="10124"/>
                  </a:cubicBezTo>
                  <a:cubicBezTo>
                    <a:pt x="8191" y="10124"/>
                    <a:pt x="8695" y="10466"/>
                    <a:pt x="8836" y="10570"/>
                  </a:cubicBezTo>
                  <a:cubicBezTo>
                    <a:pt x="8875" y="10599"/>
                    <a:pt x="8903" y="10637"/>
                    <a:pt x="8925" y="10679"/>
                  </a:cubicBezTo>
                  <a:lnTo>
                    <a:pt x="8925" y="10681"/>
                  </a:lnTo>
                  <a:cubicBezTo>
                    <a:pt x="8935" y="10698"/>
                    <a:pt x="8945" y="10717"/>
                    <a:pt x="8952" y="10733"/>
                  </a:cubicBezTo>
                  <a:cubicBezTo>
                    <a:pt x="8967" y="10762"/>
                    <a:pt x="8982" y="10793"/>
                    <a:pt x="9000" y="10819"/>
                  </a:cubicBezTo>
                  <a:cubicBezTo>
                    <a:pt x="9037" y="10871"/>
                    <a:pt x="9077" y="10919"/>
                    <a:pt x="9120" y="10967"/>
                  </a:cubicBezTo>
                  <a:cubicBezTo>
                    <a:pt x="9172" y="11028"/>
                    <a:pt x="9229" y="11094"/>
                    <a:pt x="9272" y="11162"/>
                  </a:cubicBezTo>
                  <a:cubicBezTo>
                    <a:pt x="9277" y="11190"/>
                    <a:pt x="9277" y="11210"/>
                    <a:pt x="9269" y="11225"/>
                  </a:cubicBezTo>
                  <a:cubicBezTo>
                    <a:pt x="9261" y="11239"/>
                    <a:pt x="9245" y="11248"/>
                    <a:pt x="9229" y="11248"/>
                  </a:cubicBezTo>
                  <a:lnTo>
                    <a:pt x="5428" y="11248"/>
                  </a:lnTo>
                  <a:cubicBezTo>
                    <a:pt x="5428" y="11597"/>
                    <a:pt x="5425" y="11954"/>
                    <a:pt x="5424" y="12316"/>
                  </a:cubicBezTo>
                  <a:cubicBezTo>
                    <a:pt x="5421" y="12712"/>
                    <a:pt x="5418" y="13110"/>
                    <a:pt x="5418" y="13501"/>
                  </a:cubicBezTo>
                  <a:lnTo>
                    <a:pt x="5418" y="14113"/>
                  </a:lnTo>
                  <a:cubicBezTo>
                    <a:pt x="5418" y="14129"/>
                    <a:pt x="5421" y="14150"/>
                    <a:pt x="5422" y="14173"/>
                  </a:cubicBezTo>
                  <a:cubicBezTo>
                    <a:pt x="5428" y="14266"/>
                    <a:pt x="5430" y="14336"/>
                    <a:pt x="5402" y="14380"/>
                  </a:cubicBezTo>
                  <a:cubicBezTo>
                    <a:pt x="5398" y="14388"/>
                    <a:pt x="5387" y="14396"/>
                    <a:pt x="5377" y="14398"/>
                  </a:cubicBezTo>
                  <a:lnTo>
                    <a:pt x="5377" y="14877"/>
                  </a:lnTo>
                  <a:cubicBezTo>
                    <a:pt x="5380" y="14877"/>
                    <a:pt x="5382" y="14878"/>
                    <a:pt x="5385" y="14878"/>
                  </a:cubicBezTo>
                  <a:cubicBezTo>
                    <a:pt x="5405" y="14884"/>
                    <a:pt x="5418" y="14904"/>
                    <a:pt x="5418" y="14923"/>
                  </a:cubicBezTo>
                  <a:lnTo>
                    <a:pt x="5418" y="17277"/>
                  </a:lnTo>
                  <a:cubicBezTo>
                    <a:pt x="5418" y="17290"/>
                    <a:pt x="5421" y="17306"/>
                    <a:pt x="5421" y="17322"/>
                  </a:cubicBezTo>
                  <a:cubicBezTo>
                    <a:pt x="5424" y="17401"/>
                    <a:pt x="5425" y="17460"/>
                    <a:pt x="5402" y="17497"/>
                  </a:cubicBezTo>
                  <a:cubicBezTo>
                    <a:pt x="5398" y="17508"/>
                    <a:pt x="5387" y="17514"/>
                    <a:pt x="5377" y="17517"/>
                  </a:cubicBezTo>
                  <a:lnTo>
                    <a:pt x="5377" y="17569"/>
                  </a:lnTo>
                  <a:cubicBezTo>
                    <a:pt x="5380" y="17569"/>
                    <a:pt x="5382" y="17572"/>
                    <a:pt x="5386" y="17572"/>
                  </a:cubicBezTo>
                  <a:cubicBezTo>
                    <a:pt x="5406" y="17577"/>
                    <a:pt x="5418" y="17597"/>
                    <a:pt x="5418" y="17617"/>
                  </a:cubicBezTo>
                  <a:lnTo>
                    <a:pt x="5418" y="18394"/>
                  </a:lnTo>
                  <a:cubicBezTo>
                    <a:pt x="5418" y="18420"/>
                    <a:pt x="5387" y="18440"/>
                    <a:pt x="5360" y="18440"/>
                  </a:cubicBezTo>
                  <a:cubicBezTo>
                    <a:pt x="5335" y="18440"/>
                    <a:pt x="5315" y="18420"/>
                    <a:pt x="5315" y="18394"/>
                  </a:cubicBezTo>
                  <a:lnTo>
                    <a:pt x="5315" y="18391"/>
                  </a:lnTo>
                  <a:cubicBezTo>
                    <a:pt x="5233" y="18299"/>
                    <a:pt x="5175" y="18170"/>
                    <a:pt x="5119" y="18045"/>
                  </a:cubicBezTo>
                  <a:cubicBezTo>
                    <a:pt x="5082" y="17965"/>
                    <a:pt x="5047" y="17888"/>
                    <a:pt x="5009" y="17827"/>
                  </a:cubicBezTo>
                  <a:cubicBezTo>
                    <a:pt x="4841" y="17548"/>
                    <a:pt x="4690" y="17248"/>
                    <a:pt x="4543" y="16957"/>
                  </a:cubicBezTo>
                  <a:cubicBezTo>
                    <a:pt x="4485" y="16841"/>
                    <a:pt x="4426" y="16726"/>
                    <a:pt x="4367" y="16611"/>
                  </a:cubicBezTo>
                  <a:cubicBezTo>
                    <a:pt x="4059" y="16021"/>
                    <a:pt x="3705" y="15325"/>
                    <a:pt x="3390" y="14606"/>
                  </a:cubicBezTo>
                  <a:cubicBezTo>
                    <a:pt x="3263" y="14314"/>
                    <a:pt x="3146" y="14013"/>
                    <a:pt x="3029" y="13722"/>
                  </a:cubicBezTo>
                  <a:cubicBezTo>
                    <a:pt x="2957" y="13539"/>
                    <a:pt x="2885" y="13356"/>
                    <a:pt x="2808" y="13174"/>
                  </a:cubicBezTo>
                  <a:cubicBezTo>
                    <a:pt x="2757" y="13051"/>
                    <a:pt x="2733" y="12920"/>
                    <a:pt x="2706" y="12790"/>
                  </a:cubicBezTo>
                  <a:cubicBezTo>
                    <a:pt x="2688" y="12690"/>
                    <a:pt x="2663" y="12585"/>
                    <a:pt x="2631" y="12487"/>
                  </a:cubicBezTo>
                  <a:cubicBezTo>
                    <a:pt x="2618" y="12446"/>
                    <a:pt x="2597" y="12407"/>
                    <a:pt x="2579" y="12367"/>
                  </a:cubicBezTo>
                  <a:cubicBezTo>
                    <a:pt x="2564" y="12337"/>
                    <a:pt x="2547" y="12303"/>
                    <a:pt x="2535" y="12271"/>
                  </a:cubicBezTo>
                  <a:cubicBezTo>
                    <a:pt x="2531" y="12268"/>
                    <a:pt x="2528" y="12268"/>
                    <a:pt x="2522" y="12267"/>
                  </a:cubicBezTo>
                  <a:cubicBezTo>
                    <a:pt x="2506" y="12260"/>
                    <a:pt x="2494" y="12244"/>
                    <a:pt x="2493" y="12225"/>
                  </a:cubicBezTo>
                  <a:cubicBezTo>
                    <a:pt x="2490" y="12184"/>
                    <a:pt x="2477" y="12149"/>
                    <a:pt x="2462" y="12111"/>
                  </a:cubicBezTo>
                  <a:cubicBezTo>
                    <a:pt x="2455" y="12093"/>
                    <a:pt x="2449" y="12077"/>
                    <a:pt x="2442" y="12061"/>
                  </a:cubicBezTo>
                  <a:cubicBezTo>
                    <a:pt x="2422" y="11995"/>
                    <a:pt x="2406" y="11927"/>
                    <a:pt x="2392" y="11861"/>
                  </a:cubicBezTo>
                  <a:lnTo>
                    <a:pt x="2392" y="11861"/>
                  </a:lnTo>
                  <a:cubicBezTo>
                    <a:pt x="2406" y="12159"/>
                    <a:pt x="2438" y="12389"/>
                    <a:pt x="2491" y="12549"/>
                  </a:cubicBezTo>
                  <a:cubicBezTo>
                    <a:pt x="2501" y="12581"/>
                    <a:pt x="2516" y="12616"/>
                    <a:pt x="2531" y="12649"/>
                  </a:cubicBezTo>
                  <a:cubicBezTo>
                    <a:pt x="2547" y="12686"/>
                    <a:pt x="2561" y="12722"/>
                    <a:pt x="2574" y="12761"/>
                  </a:cubicBezTo>
                  <a:lnTo>
                    <a:pt x="2615" y="12963"/>
                  </a:lnTo>
                  <a:cubicBezTo>
                    <a:pt x="2638" y="13038"/>
                    <a:pt x="2661" y="13115"/>
                    <a:pt x="2685" y="13192"/>
                  </a:cubicBezTo>
                  <a:cubicBezTo>
                    <a:pt x="2733" y="13349"/>
                    <a:pt x="2782" y="13512"/>
                    <a:pt x="2842" y="13654"/>
                  </a:cubicBezTo>
                  <a:cubicBezTo>
                    <a:pt x="2877" y="13735"/>
                    <a:pt x="2898" y="13815"/>
                    <a:pt x="2922" y="13892"/>
                  </a:cubicBezTo>
                  <a:cubicBezTo>
                    <a:pt x="2943" y="13970"/>
                    <a:pt x="2965" y="14045"/>
                    <a:pt x="2997" y="14121"/>
                  </a:cubicBezTo>
                  <a:cubicBezTo>
                    <a:pt x="3060" y="14270"/>
                    <a:pt x="3121" y="14420"/>
                    <a:pt x="3183" y="14571"/>
                  </a:cubicBezTo>
                  <a:cubicBezTo>
                    <a:pt x="3313" y="14890"/>
                    <a:pt x="3447" y="15218"/>
                    <a:pt x="3589" y="15540"/>
                  </a:cubicBezTo>
                  <a:cubicBezTo>
                    <a:pt x="3637" y="15649"/>
                    <a:pt x="3686" y="15756"/>
                    <a:pt x="3737" y="15865"/>
                  </a:cubicBezTo>
                  <a:cubicBezTo>
                    <a:pt x="3790" y="15976"/>
                    <a:pt x="3841" y="16089"/>
                    <a:pt x="3890" y="16201"/>
                  </a:cubicBezTo>
                  <a:cubicBezTo>
                    <a:pt x="3903" y="16227"/>
                    <a:pt x="3913" y="16251"/>
                    <a:pt x="3926" y="16275"/>
                  </a:cubicBezTo>
                  <a:cubicBezTo>
                    <a:pt x="3947" y="16316"/>
                    <a:pt x="3970" y="16358"/>
                    <a:pt x="3986" y="16403"/>
                  </a:cubicBezTo>
                  <a:cubicBezTo>
                    <a:pt x="3990" y="16414"/>
                    <a:pt x="3993" y="16425"/>
                    <a:pt x="3998" y="16438"/>
                  </a:cubicBezTo>
                  <a:cubicBezTo>
                    <a:pt x="4000" y="16451"/>
                    <a:pt x="3998" y="16467"/>
                    <a:pt x="3989" y="16479"/>
                  </a:cubicBezTo>
                  <a:cubicBezTo>
                    <a:pt x="3979" y="16491"/>
                    <a:pt x="3967" y="16498"/>
                    <a:pt x="3952" y="16498"/>
                  </a:cubicBezTo>
                  <a:lnTo>
                    <a:pt x="3932" y="16498"/>
                  </a:lnTo>
                  <a:cubicBezTo>
                    <a:pt x="3923" y="16498"/>
                    <a:pt x="3916" y="16493"/>
                    <a:pt x="3909" y="16492"/>
                  </a:cubicBezTo>
                  <a:cubicBezTo>
                    <a:pt x="3870" y="16469"/>
                    <a:pt x="3807" y="16466"/>
                    <a:pt x="3750" y="16466"/>
                  </a:cubicBezTo>
                  <a:lnTo>
                    <a:pt x="3630" y="16467"/>
                  </a:lnTo>
                  <a:cubicBezTo>
                    <a:pt x="3592" y="16467"/>
                    <a:pt x="3541" y="16466"/>
                    <a:pt x="3497" y="16454"/>
                  </a:cubicBezTo>
                  <a:cubicBezTo>
                    <a:pt x="3337" y="16418"/>
                    <a:pt x="3169" y="16398"/>
                    <a:pt x="3003" y="16377"/>
                  </a:cubicBezTo>
                  <a:cubicBezTo>
                    <a:pt x="2836" y="16358"/>
                    <a:pt x="2661" y="16336"/>
                    <a:pt x="2496" y="16296"/>
                  </a:cubicBezTo>
                  <a:cubicBezTo>
                    <a:pt x="2494" y="16296"/>
                    <a:pt x="2493" y="16294"/>
                    <a:pt x="2491" y="16294"/>
                  </a:cubicBezTo>
                  <a:lnTo>
                    <a:pt x="2488" y="16294"/>
                  </a:lnTo>
                  <a:cubicBezTo>
                    <a:pt x="2485" y="16294"/>
                    <a:pt x="2485" y="16293"/>
                    <a:pt x="2481" y="16293"/>
                  </a:cubicBezTo>
                  <a:cubicBezTo>
                    <a:pt x="2478" y="16293"/>
                    <a:pt x="2477" y="16293"/>
                    <a:pt x="2472" y="16291"/>
                  </a:cubicBezTo>
                  <a:cubicBezTo>
                    <a:pt x="2469" y="16291"/>
                    <a:pt x="2464" y="16288"/>
                    <a:pt x="2459" y="16288"/>
                  </a:cubicBezTo>
                  <a:cubicBezTo>
                    <a:pt x="2456" y="16287"/>
                    <a:pt x="2455" y="16286"/>
                    <a:pt x="2451" y="16286"/>
                  </a:cubicBezTo>
                  <a:cubicBezTo>
                    <a:pt x="2317" y="16251"/>
                    <a:pt x="2179" y="16222"/>
                    <a:pt x="2042" y="16193"/>
                  </a:cubicBezTo>
                  <a:cubicBezTo>
                    <a:pt x="1876" y="16156"/>
                    <a:pt x="1703" y="16118"/>
                    <a:pt x="1542" y="16073"/>
                  </a:cubicBezTo>
                  <a:cubicBezTo>
                    <a:pt x="1506" y="16062"/>
                    <a:pt x="1468" y="16054"/>
                    <a:pt x="1431" y="16044"/>
                  </a:cubicBezTo>
                  <a:lnTo>
                    <a:pt x="1424" y="16044"/>
                  </a:lnTo>
                  <a:cubicBezTo>
                    <a:pt x="1418" y="16041"/>
                    <a:pt x="1411" y="16040"/>
                    <a:pt x="1408" y="16040"/>
                  </a:cubicBezTo>
                  <a:cubicBezTo>
                    <a:pt x="1385" y="16037"/>
                    <a:pt x="1363" y="16031"/>
                    <a:pt x="1338" y="16027"/>
                  </a:cubicBezTo>
                  <a:cubicBezTo>
                    <a:pt x="1276" y="16015"/>
                    <a:pt x="1210" y="16002"/>
                    <a:pt x="1142" y="15974"/>
                  </a:cubicBezTo>
                  <a:cubicBezTo>
                    <a:pt x="1094" y="15954"/>
                    <a:pt x="1043" y="15935"/>
                    <a:pt x="994" y="15915"/>
                  </a:cubicBezTo>
                  <a:cubicBezTo>
                    <a:pt x="907" y="15880"/>
                    <a:pt x="813" y="15845"/>
                    <a:pt x="728" y="15804"/>
                  </a:cubicBezTo>
                  <a:cubicBezTo>
                    <a:pt x="722" y="15801"/>
                    <a:pt x="716" y="15800"/>
                    <a:pt x="710" y="15797"/>
                  </a:cubicBezTo>
                  <a:cubicBezTo>
                    <a:pt x="706" y="15797"/>
                    <a:pt x="706" y="15794"/>
                    <a:pt x="703" y="15793"/>
                  </a:cubicBezTo>
                  <a:cubicBezTo>
                    <a:pt x="699" y="15793"/>
                    <a:pt x="699" y="15791"/>
                    <a:pt x="696" y="15790"/>
                  </a:cubicBezTo>
                  <a:cubicBezTo>
                    <a:pt x="694" y="15790"/>
                    <a:pt x="691" y="15787"/>
                    <a:pt x="691" y="15787"/>
                  </a:cubicBezTo>
                  <a:cubicBezTo>
                    <a:pt x="675" y="15780"/>
                    <a:pt x="659" y="15772"/>
                    <a:pt x="643" y="15764"/>
                  </a:cubicBezTo>
                  <a:cubicBezTo>
                    <a:pt x="611" y="15748"/>
                    <a:pt x="582" y="15727"/>
                    <a:pt x="550" y="15710"/>
                  </a:cubicBezTo>
                  <a:cubicBezTo>
                    <a:pt x="483" y="15668"/>
                    <a:pt x="414" y="15625"/>
                    <a:pt x="335" y="15612"/>
                  </a:cubicBezTo>
                  <a:cubicBezTo>
                    <a:pt x="325" y="15611"/>
                    <a:pt x="316" y="15605"/>
                    <a:pt x="309" y="15598"/>
                  </a:cubicBezTo>
                  <a:lnTo>
                    <a:pt x="309" y="15596"/>
                  </a:lnTo>
                  <a:cubicBezTo>
                    <a:pt x="305" y="15596"/>
                    <a:pt x="303" y="15594"/>
                    <a:pt x="303" y="15589"/>
                  </a:cubicBezTo>
                  <a:lnTo>
                    <a:pt x="302" y="15588"/>
                  </a:lnTo>
                  <a:cubicBezTo>
                    <a:pt x="297" y="15580"/>
                    <a:pt x="294" y="15569"/>
                    <a:pt x="296" y="15560"/>
                  </a:cubicBezTo>
                  <a:cubicBezTo>
                    <a:pt x="296" y="15557"/>
                    <a:pt x="297" y="15553"/>
                    <a:pt x="297" y="15547"/>
                  </a:cubicBezTo>
                  <a:cubicBezTo>
                    <a:pt x="299" y="15546"/>
                    <a:pt x="299" y="15544"/>
                    <a:pt x="299" y="15540"/>
                  </a:cubicBezTo>
                  <a:cubicBezTo>
                    <a:pt x="313" y="15442"/>
                    <a:pt x="385" y="15079"/>
                    <a:pt x="419" y="15029"/>
                  </a:cubicBezTo>
                  <a:cubicBezTo>
                    <a:pt x="422" y="15024"/>
                    <a:pt x="430" y="15016"/>
                    <a:pt x="437" y="15015"/>
                  </a:cubicBezTo>
                  <a:lnTo>
                    <a:pt x="510" y="14634"/>
                  </a:lnTo>
                  <a:lnTo>
                    <a:pt x="515" y="14598"/>
                  </a:lnTo>
                  <a:lnTo>
                    <a:pt x="575" y="14268"/>
                  </a:lnTo>
                  <a:lnTo>
                    <a:pt x="587" y="14010"/>
                  </a:lnTo>
                  <a:cubicBezTo>
                    <a:pt x="617" y="13874"/>
                    <a:pt x="617" y="13718"/>
                    <a:pt x="617" y="13565"/>
                  </a:cubicBezTo>
                  <a:cubicBezTo>
                    <a:pt x="617" y="13507"/>
                    <a:pt x="617" y="13446"/>
                    <a:pt x="622" y="13388"/>
                  </a:cubicBezTo>
                  <a:cubicBezTo>
                    <a:pt x="622" y="13369"/>
                    <a:pt x="622" y="13347"/>
                    <a:pt x="623" y="13328"/>
                  </a:cubicBezTo>
                  <a:cubicBezTo>
                    <a:pt x="623" y="13325"/>
                    <a:pt x="623" y="13323"/>
                    <a:pt x="624" y="13320"/>
                  </a:cubicBezTo>
                  <a:cubicBezTo>
                    <a:pt x="629" y="13248"/>
                    <a:pt x="636" y="13180"/>
                    <a:pt x="649" y="13118"/>
                  </a:cubicBezTo>
                  <a:lnTo>
                    <a:pt x="670" y="12186"/>
                  </a:lnTo>
                  <a:cubicBezTo>
                    <a:pt x="686" y="12113"/>
                    <a:pt x="684" y="12033"/>
                    <a:pt x="684" y="11949"/>
                  </a:cubicBezTo>
                  <a:cubicBezTo>
                    <a:pt x="683" y="11860"/>
                    <a:pt x="681" y="11770"/>
                    <a:pt x="702" y="11678"/>
                  </a:cubicBezTo>
                  <a:cubicBezTo>
                    <a:pt x="716" y="11611"/>
                    <a:pt x="719" y="11533"/>
                    <a:pt x="720" y="11451"/>
                  </a:cubicBezTo>
                  <a:cubicBezTo>
                    <a:pt x="725" y="11367"/>
                    <a:pt x="726" y="11278"/>
                    <a:pt x="742" y="11211"/>
                  </a:cubicBezTo>
                  <a:lnTo>
                    <a:pt x="742" y="10974"/>
                  </a:lnTo>
                  <a:cubicBezTo>
                    <a:pt x="755" y="10916"/>
                    <a:pt x="755" y="10855"/>
                    <a:pt x="757" y="10788"/>
                  </a:cubicBezTo>
                  <a:cubicBezTo>
                    <a:pt x="757" y="10716"/>
                    <a:pt x="757" y="10643"/>
                    <a:pt x="774" y="10570"/>
                  </a:cubicBezTo>
                  <a:cubicBezTo>
                    <a:pt x="793" y="10486"/>
                    <a:pt x="806" y="10405"/>
                    <a:pt x="819" y="10319"/>
                  </a:cubicBezTo>
                  <a:lnTo>
                    <a:pt x="819" y="10316"/>
                  </a:lnTo>
                  <a:cubicBezTo>
                    <a:pt x="825" y="10275"/>
                    <a:pt x="831" y="10233"/>
                    <a:pt x="837" y="10194"/>
                  </a:cubicBezTo>
                  <a:cubicBezTo>
                    <a:pt x="867" y="9979"/>
                    <a:pt x="898" y="9774"/>
                    <a:pt x="973" y="9586"/>
                  </a:cubicBezTo>
                  <a:cubicBezTo>
                    <a:pt x="1235" y="8949"/>
                    <a:pt x="1695" y="8514"/>
                    <a:pt x="2201" y="8144"/>
                  </a:cubicBezTo>
                  <a:cubicBezTo>
                    <a:pt x="2202" y="8144"/>
                    <a:pt x="2202" y="8142"/>
                    <a:pt x="2203" y="8142"/>
                  </a:cubicBezTo>
                  <a:cubicBezTo>
                    <a:pt x="2208" y="8138"/>
                    <a:pt x="2208" y="8138"/>
                    <a:pt x="2211" y="8136"/>
                  </a:cubicBezTo>
                  <a:cubicBezTo>
                    <a:pt x="2398" y="7997"/>
                    <a:pt x="2593" y="7868"/>
                    <a:pt x="2784" y="7738"/>
                  </a:cubicBezTo>
                  <a:cubicBezTo>
                    <a:pt x="2926" y="7644"/>
                    <a:pt x="3068" y="7549"/>
                    <a:pt x="3208" y="7449"/>
                  </a:cubicBezTo>
                  <a:cubicBezTo>
                    <a:pt x="3269" y="7408"/>
                    <a:pt x="3324" y="7362"/>
                    <a:pt x="3383" y="7316"/>
                  </a:cubicBezTo>
                  <a:cubicBezTo>
                    <a:pt x="3444" y="7270"/>
                    <a:pt x="3502" y="7222"/>
                    <a:pt x="3561" y="7180"/>
                  </a:cubicBezTo>
                  <a:cubicBezTo>
                    <a:pt x="3627" y="7135"/>
                    <a:pt x="3694" y="7095"/>
                    <a:pt x="3763" y="7053"/>
                  </a:cubicBezTo>
                  <a:cubicBezTo>
                    <a:pt x="3827" y="7016"/>
                    <a:pt x="3893" y="6976"/>
                    <a:pt x="3955" y="6931"/>
                  </a:cubicBezTo>
                  <a:cubicBezTo>
                    <a:pt x="3977" y="6917"/>
                    <a:pt x="4005" y="6895"/>
                    <a:pt x="4034" y="6872"/>
                  </a:cubicBezTo>
                  <a:lnTo>
                    <a:pt x="4035" y="6870"/>
                  </a:lnTo>
                  <a:cubicBezTo>
                    <a:pt x="4046" y="6863"/>
                    <a:pt x="4056" y="6853"/>
                    <a:pt x="4063" y="6845"/>
                  </a:cubicBezTo>
                  <a:cubicBezTo>
                    <a:pt x="4149" y="6773"/>
                    <a:pt x="4237" y="6700"/>
                    <a:pt x="4309" y="6671"/>
                  </a:cubicBezTo>
                  <a:cubicBezTo>
                    <a:pt x="4312" y="6670"/>
                    <a:pt x="4316" y="6668"/>
                    <a:pt x="4319" y="6668"/>
                  </a:cubicBezTo>
                  <a:cubicBezTo>
                    <a:pt x="4323" y="6668"/>
                    <a:pt x="4326" y="6667"/>
                    <a:pt x="4330" y="6667"/>
                  </a:cubicBezTo>
                  <a:close/>
                  <a:moveTo>
                    <a:pt x="4521" y="17633"/>
                  </a:moveTo>
                  <a:cubicBezTo>
                    <a:pt x="4546" y="17633"/>
                    <a:pt x="4569" y="17654"/>
                    <a:pt x="4569" y="17681"/>
                  </a:cubicBezTo>
                  <a:lnTo>
                    <a:pt x="4569" y="17684"/>
                  </a:lnTo>
                  <a:cubicBezTo>
                    <a:pt x="4637" y="17769"/>
                    <a:pt x="4690" y="17898"/>
                    <a:pt x="4740" y="18019"/>
                  </a:cubicBezTo>
                  <a:cubicBezTo>
                    <a:pt x="4777" y="18110"/>
                    <a:pt x="4813" y="18193"/>
                    <a:pt x="4852" y="18257"/>
                  </a:cubicBezTo>
                  <a:cubicBezTo>
                    <a:pt x="5001" y="18503"/>
                    <a:pt x="5126" y="18775"/>
                    <a:pt x="5239" y="19029"/>
                  </a:cubicBezTo>
                  <a:cubicBezTo>
                    <a:pt x="5252" y="19057"/>
                    <a:pt x="5268" y="19086"/>
                    <a:pt x="5284" y="19115"/>
                  </a:cubicBezTo>
                  <a:cubicBezTo>
                    <a:pt x="5312" y="19158"/>
                    <a:pt x="5339" y="19208"/>
                    <a:pt x="5355" y="19266"/>
                  </a:cubicBezTo>
                  <a:lnTo>
                    <a:pt x="5355" y="19473"/>
                  </a:lnTo>
                  <a:cubicBezTo>
                    <a:pt x="5373" y="19555"/>
                    <a:pt x="5373" y="19643"/>
                    <a:pt x="5376" y="19753"/>
                  </a:cubicBezTo>
                  <a:cubicBezTo>
                    <a:pt x="5376" y="19766"/>
                    <a:pt x="5371" y="19778"/>
                    <a:pt x="5363" y="19788"/>
                  </a:cubicBezTo>
                  <a:cubicBezTo>
                    <a:pt x="5353" y="19797"/>
                    <a:pt x="5342" y="19803"/>
                    <a:pt x="5328" y="19803"/>
                  </a:cubicBezTo>
                  <a:lnTo>
                    <a:pt x="5308" y="19803"/>
                  </a:lnTo>
                  <a:cubicBezTo>
                    <a:pt x="5297" y="19803"/>
                    <a:pt x="5286" y="19798"/>
                    <a:pt x="5277" y="19789"/>
                  </a:cubicBezTo>
                  <a:cubicBezTo>
                    <a:pt x="5217" y="19737"/>
                    <a:pt x="4835" y="19600"/>
                    <a:pt x="4710" y="19584"/>
                  </a:cubicBezTo>
                  <a:cubicBezTo>
                    <a:pt x="4688" y="19580"/>
                    <a:pt x="4671" y="19563"/>
                    <a:pt x="4671" y="19538"/>
                  </a:cubicBezTo>
                  <a:cubicBezTo>
                    <a:pt x="4671" y="19429"/>
                    <a:pt x="4634" y="19302"/>
                    <a:pt x="4599" y="19174"/>
                  </a:cubicBezTo>
                  <a:cubicBezTo>
                    <a:pt x="4583" y="19122"/>
                    <a:pt x="4569" y="19068"/>
                    <a:pt x="4556" y="19012"/>
                  </a:cubicBezTo>
                  <a:lnTo>
                    <a:pt x="4463" y="17684"/>
                  </a:lnTo>
                  <a:cubicBezTo>
                    <a:pt x="4461" y="17673"/>
                    <a:pt x="4472" y="17658"/>
                    <a:pt x="4482" y="17648"/>
                  </a:cubicBezTo>
                  <a:cubicBezTo>
                    <a:pt x="4490" y="17638"/>
                    <a:pt x="4508" y="17633"/>
                    <a:pt x="4521" y="17633"/>
                  </a:cubicBezTo>
                  <a:close/>
                  <a:moveTo>
                    <a:pt x="10270" y="21633"/>
                  </a:moveTo>
                  <a:lnTo>
                    <a:pt x="10270" y="21633"/>
                  </a:lnTo>
                  <a:cubicBezTo>
                    <a:pt x="10270" y="21633"/>
                    <a:pt x="10270" y="21633"/>
                    <a:pt x="10270" y="21633"/>
                  </a:cubicBezTo>
                  <a:cubicBezTo>
                    <a:pt x="10270" y="21633"/>
                    <a:pt x="10270" y="21633"/>
                    <a:pt x="10270" y="21633"/>
                  </a:cubicBezTo>
                  <a:close/>
                  <a:moveTo>
                    <a:pt x="1155" y="17101"/>
                  </a:moveTo>
                  <a:cubicBezTo>
                    <a:pt x="1165" y="17101"/>
                    <a:pt x="1176" y="17104"/>
                    <a:pt x="1183" y="17108"/>
                  </a:cubicBezTo>
                  <a:cubicBezTo>
                    <a:pt x="1255" y="17158"/>
                    <a:pt x="1379" y="17180"/>
                    <a:pt x="1498" y="17202"/>
                  </a:cubicBezTo>
                  <a:cubicBezTo>
                    <a:pt x="1514" y="17204"/>
                    <a:pt x="1529" y="17206"/>
                    <a:pt x="1543" y="17210"/>
                  </a:cubicBezTo>
                  <a:cubicBezTo>
                    <a:pt x="1575" y="17213"/>
                    <a:pt x="1606" y="17220"/>
                    <a:pt x="1635" y="17228"/>
                  </a:cubicBezTo>
                  <a:cubicBezTo>
                    <a:pt x="1649" y="17232"/>
                    <a:pt x="1663" y="17235"/>
                    <a:pt x="1677" y="17239"/>
                  </a:cubicBezTo>
                  <a:cubicBezTo>
                    <a:pt x="1731" y="17254"/>
                    <a:pt x="1788" y="17267"/>
                    <a:pt x="1847" y="17276"/>
                  </a:cubicBezTo>
                  <a:cubicBezTo>
                    <a:pt x="1907" y="17284"/>
                    <a:pt x="1969" y="17293"/>
                    <a:pt x="2030" y="17303"/>
                  </a:cubicBezTo>
                  <a:cubicBezTo>
                    <a:pt x="2137" y="17315"/>
                    <a:pt x="2244" y="17329"/>
                    <a:pt x="2349" y="17356"/>
                  </a:cubicBezTo>
                  <a:cubicBezTo>
                    <a:pt x="2419" y="17370"/>
                    <a:pt x="2494" y="17373"/>
                    <a:pt x="2567" y="17376"/>
                  </a:cubicBezTo>
                  <a:cubicBezTo>
                    <a:pt x="2595" y="17377"/>
                    <a:pt x="2619" y="17377"/>
                    <a:pt x="2648" y="17379"/>
                  </a:cubicBezTo>
                  <a:cubicBezTo>
                    <a:pt x="2676" y="17380"/>
                    <a:pt x="2704" y="17383"/>
                    <a:pt x="2731" y="17386"/>
                  </a:cubicBezTo>
                  <a:cubicBezTo>
                    <a:pt x="2749" y="17391"/>
                    <a:pt x="2768" y="17392"/>
                    <a:pt x="2784" y="17398"/>
                  </a:cubicBezTo>
                  <a:cubicBezTo>
                    <a:pt x="2830" y="17408"/>
                    <a:pt x="2879" y="17412"/>
                    <a:pt x="2929" y="17414"/>
                  </a:cubicBezTo>
                  <a:cubicBezTo>
                    <a:pt x="2978" y="17417"/>
                    <a:pt x="3026" y="17417"/>
                    <a:pt x="3073" y="17417"/>
                  </a:cubicBezTo>
                  <a:lnTo>
                    <a:pt x="3092" y="17417"/>
                  </a:lnTo>
                  <a:cubicBezTo>
                    <a:pt x="3185" y="17417"/>
                    <a:pt x="3288" y="17417"/>
                    <a:pt x="3375" y="17437"/>
                  </a:cubicBezTo>
                  <a:lnTo>
                    <a:pt x="3378" y="17437"/>
                  </a:lnTo>
                  <a:lnTo>
                    <a:pt x="3574" y="17439"/>
                  </a:lnTo>
                  <a:cubicBezTo>
                    <a:pt x="3615" y="17449"/>
                    <a:pt x="3657" y="17453"/>
                    <a:pt x="3701" y="17459"/>
                  </a:cubicBezTo>
                  <a:cubicBezTo>
                    <a:pt x="3743" y="17463"/>
                    <a:pt x="3785" y="17466"/>
                    <a:pt x="3826" y="17472"/>
                  </a:cubicBezTo>
                  <a:lnTo>
                    <a:pt x="3832" y="17472"/>
                  </a:lnTo>
                  <a:cubicBezTo>
                    <a:pt x="3881" y="17475"/>
                    <a:pt x="3932" y="17481"/>
                    <a:pt x="3982" y="17486"/>
                  </a:cubicBezTo>
                  <a:cubicBezTo>
                    <a:pt x="4030" y="17492"/>
                    <a:pt x="4079" y="17501"/>
                    <a:pt x="4123" y="17514"/>
                  </a:cubicBezTo>
                  <a:cubicBezTo>
                    <a:pt x="4131" y="17517"/>
                    <a:pt x="4143" y="17517"/>
                    <a:pt x="4153" y="17518"/>
                  </a:cubicBezTo>
                  <a:cubicBezTo>
                    <a:pt x="4165" y="17523"/>
                    <a:pt x="4175" y="17524"/>
                    <a:pt x="4187" y="17526"/>
                  </a:cubicBezTo>
                  <a:cubicBezTo>
                    <a:pt x="4197" y="17529"/>
                    <a:pt x="4207" y="17530"/>
                    <a:pt x="4217" y="17532"/>
                  </a:cubicBezTo>
                  <a:cubicBezTo>
                    <a:pt x="4229" y="17536"/>
                    <a:pt x="4237" y="17536"/>
                    <a:pt x="4248" y="17539"/>
                  </a:cubicBezTo>
                  <a:cubicBezTo>
                    <a:pt x="4269" y="17543"/>
                    <a:pt x="4290" y="17550"/>
                    <a:pt x="4309" y="17558"/>
                  </a:cubicBezTo>
                  <a:cubicBezTo>
                    <a:pt x="4319" y="17561"/>
                    <a:pt x="4328" y="17566"/>
                    <a:pt x="4339" y="17572"/>
                  </a:cubicBezTo>
                  <a:cubicBezTo>
                    <a:pt x="4355" y="17581"/>
                    <a:pt x="4370" y="17591"/>
                    <a:pt x="4383" y="17604"/>
                  </a:cubicBezTo>
                  <a:cubicBezTo>
                    <a:pt x="4389" y="17612"/>
                    <a:pt x="4396" y="17619"/>
                    <a:pt x="4399" y="17628"/>
                  </a:cubicBezTo>
                  <a:lnTo>
                    <a:pt x="4405" y="17639"/>
                  </a:lnTo>
                  <a:cubicBezTo>
                    <a:pt x="4408" y="17652"/>
                    <a:pt x="4406" y="17667"/>
                    <a:pt x="4399" y="17677"/>
                  </a:cubicBezTo>
                  <a:cubicBezTo>
                    <a:pt x="4376" y="17713"/>
                    <a:pt x="4378" y="17770"/>
                    <a:pt x="4381" y="17831"/>
                  </a:cubicBezTo>
                  <a:cubicBezTo>
                    <a:pt x="4383" y="17885"/>
                    <a:pt x="4384" y="17939"/>
                    <a:pt x="4374" y="17994"/>
                  </a:cubicBezTo>
                  <a:cubicBezTo>
                    <a:pt x="4370" y="18017"/>
                    <a:pt x="4364" y="18042"/>
                    <a:pt x="4362" y="18069"/>
                  </a:cubicBezTo>
                  <a:cubicBezTo>
                    <a:pt x="4357" y="18133"/>
                    <a:pt x="4360" y="18208"/>
                    <a:pt x="4364" y="18282"/>
                  </a:cubicBezTo>
                  <a:cubicBezTo>
                    <a:pt x="4368" y="18325"/>
                    <a:pt x="4370" y="18372"/>
                    <a:pt x="4374" y="18416"/>
                  </a:cubicBezTo>
                  <a:cubicBezTo>
                    <a:pt x="4378" y="18498"/>
                    <a:pt x="4384" y="18577"/>
                    <a:pt x="4386" y="18645"/>
                  </a:cubicBezTo>
                  <a:cubicBezTo>
                    <a:pt x="4386" y="18655"/>
                    <a:pt x="4383" y="18663"/>
                    <a:pt x="4376" y="18670"/>
                  </a:cubicBezTo>
                  <a:cubicBezTo>
                    <a:pt x="4383" y="18684"/>
                    <a:pt x="4390" y="18700"/>
                    <a:pt x="4396" y="18716"/>
                  </a:cubicBezTo>
                  <a:lnTo>
                    <a:pt x="4405" y="18999"/>
                  </a:lnTo>
                  <a:cubicBezTo>
                    <a:pt x="4415" y="19048"/>
                    <a:pt x="4425" y="19096"/>
                    <a:pt x="4434" y="19144"/>
                  </a:cubicBezTo>
                  <a:cubicBezTo>
                    <a:pt x="4456" y="19256"/>
                    <a:pt x="4477" y="19365"/>
                    <a:pt x="4515" y="19458"/>
                  </a:cubicBezTo>
                  <a:cubicBezTo>
                    <a:pt x="4517" y="19459"/>
                    <a:pt x="4519" y="19462"/>
                    <a:pt x="4517" y="19465"/>
                  </a:cubicBezTo>
                  <a:cubicBezTo>
                    <a:pt x="4521" y="19473"/>
                    <a:pt x="4519" y="19481"/>
                    <a:pt x="4517" y="19488"/>
                  </a:cubicBezTo>
                  <a:cubicBezTo>
                    <a:pt x="4515" y="19493"/>
                    <a:pt x="4514" y="19499"/>
                    <a:pt x="4512" y="19502"/>
                  </a:cubicBezTo>
                  <a:cubicBezTo>
                    <a:pt x="4509" y="19506"/>
                    <a:pt x="4508" y="19506"/>
                    <a:pt x="4505" y="19509"/>
                  </a:cubicBezTo>
                  <a:cubicBezTo>
                    <a:pt x="4501" y="19513"/>
                    <a:pt x="4492" y="19518"/>
                    <a:pt x="4485" y="19520"/>
                  </a:cubicBezTo>
                  <a:cubicBezTo>
                    <a:pt x="4483" y="19522"/>
                    <a:pt x="4480" y="19522"/>
                    <a:pt x="4479" y="19522"/>
                  </a:cubicBezTo>
                  <a:cubicBezTo>
                    <a:pt x="4477" y="19523"/>
                    <a:pt x="4476" y="19523"/>
                    <a:pt x="4473" y="19523"/>
                  </a:cubicBezTo>
                  <a:lnTo>
                    <a:pt x="4432" y="19523"/>
                  </a:lnTo>
                  <a:cubicBezTo>
                    <a:pt x="4422" y="19523"/>
                    <a:pt x="4412" y="19520"/>
                    <a:pt x="4405" y="19515"/>
                  </a:cubicBezTo>
                  <a:cubicBezTo>
                    <a:pt x="4368" y="19491"/>
                    <a:pt x="4304" y="19484"/>
                    <a:pt x="4243" y="19478"/>
                  </a:cubicBezTo>
                  <a:cubicBezTo>
                    <a:pt x="4223" y="19474"/>
                    <a:pt x="4200" y="19474"/>
                    <a:pt x="4179" y="19471"/>
                  </a:cubicBezTo>
                  <a:cubicBezTo>
                    <a:pt x="4159" y="19467"/>
                    <a:pt x="4137" y="19465"/>
                    <a:pt x="4120" y="19459"/>
                  </a:cubicBezTo>
                  <a:cubicBezTo>
                    <a:pt x="4108" y="19457"/>
                    <a:pt x="4098" y="19455"/>
                    <a:pt x="4085" y="19452"/>
                  </a:cubicBezTo>
                  <a:cubicBezTo>
                    <a:pt x="4083" y="19451"/>
                    <a:pt x="4083" y="19451"/>
                    <a:pt x="4080" y="19451"/>
                  </a:cubicBezTo>
                  <a:cubicBezTo>
                    <a:pt x="4064" y="19448"/>
                    <a:pt x="4050" y="19445"/>
                    <a:pt x="4034" y="19442"/>
                  </a:cubicBezTo>
                  <a:cubicBezTo>
                    <a:pt x="4012" y="19438"/>
                    <a:pt x="3990" y="19435"/>
                    <a:pt x="3964" y="19430"/>
                  </a:cubicBezTo>
                  <a:cubicBezTo>
                    <a:pt x="3941" y="19427"/>
                    <a:pt x="3916" y="19426"/>
                    <a:pt x="3890" y="19423"/>
                  </a:cubicBezTo>
                  <a:cubicBezTo>
                    <a:pt x="3877" y="19423"/>
                    <a:pt x="3862" y="19422"/>
                    <a:pt x="3846" y="19422"/>
                  </a:cubicBezTo>
                  <a:cubicBezTo>
                    <a:pt x="3788" y="19419"/>
                    <a:pt x="3724" y="19419"/>
                    <a:pt x="3657" y="19419"/>
                  </a:cubicBezTo>
                  <a:lnTo>
                    <a:pt x="3541" y="19420"/>
                  </a:lnTo>
                  <a:lnTo>
                    <a:pt x="3538" y="19420"/>
                  </a:lnTo>
                  <a:lnTo>
                    <a:pt x="3367" y="19419"/>
                  </a:lnTo>
                  <a:cubicBezTo>
                    <a:pt x="3330" y="19419"/>
                    <a:pt x="3288" y="19419"/>
                    <a:pt x="3250" y="19422"/>
                  </a:cubicBezTo>
                  <a:cubicBezTo>
                    <a:pt x="3237" y="19423"/>
                    <a:pt x="3226" y="19426"/>
                    <a:pt x="3214" y="19427"/>
                  </a:cubicBezTo>
                  <a:cubicBezTo>
                    <a:pt x="3208" y="19429"/>
                    <a:pt x="3204" y="19430"/>
                    <a:pt x="3198" y="19430"/>
                  </a:cubicBezTo>
                  <a:lnTo>
                    <a:pt x="3202" y="19430"/>
                  </a:lnTo>
                  <a:lnTo>
                    <a:pt x="3227" y="19441"/>
                  </a:lnTo>
                  <a:cubicBezTo>
                    <a:pt x="3272" y="19455"/>
                    <a:pt x="3316" y="19459"/>
                    <a:pt x="3359" y="19467"/>
                  </a:cubicBezTo>
                  <a:cubicBezTo>
                    <a:pt x="3372" y="19470"/>
                    <a:pt x="3384" y="19471"/>
                    <a:pt x="3396" y="19473"/>
                  </a:cubicBezTo>
                  <a:cubicBezTo>
                    <a:pt x="3432" y="19480"/>
                    <a:pt x="3468" y="19487"/>
                    <a:pt x="3508" y="19500"/>
                  </a:cubicBezTo>
                  <a:lnTo>
                    <a:pt x="3563" y="19518"/>
                  </a:lnTo>
                  <a:lnTo>
                    <a:pt x="3577" y="19522"/>
                  </a:lnTo>
                  <a:lnTo>
                    <a:pt x="3595" y="19528"/>
                  </a:lnTo>
                  <a:cubicBezTo>
                    <a:pt x="3634" y="19539"/>
                    <a:pt x="3676" y="19554"/>
                    <a:pt x="3718" y="19567"/>
                  </a:cubicBezTo>
                  <a:cubicBezTo>
                    <a:pt x="3742" y="19576"/>
                    <a:pt x="3763" y="19582"/>
                    <a:pt x="3787" y="19589"/>
                  </a:cubicBezTo>
                  <a:cubicBezTo>
                    <a:pt x="3800" y="19593"/>
                    <a:pt x="3810" y="19596"/>
                    <a:pt x="3822" y="19600"/>
                  </a:cubicBezTo>
                  <a:cubicBezTo>
                    <a:pt x="3832" y="19603"/>
                    <a:pt x="3843" y="19605"/>
                    <a:pt x="3854" y="19611"/>
                  </a:cubicBezTo>
                  <a:lnTo>
                    <a:pt x="4140" y="19654"/>
                  </a:lnTo>
                  <a:cubicBezTo>
                    <a:pt x="4184" y="19667"/>
                    <a:pt x="4224" y="19675"/>
                    <a:pt x="4268" y="19685"/>
                  </a:cubicBezTo>
                  <a:cubicBezTo>
                    <a:pt x="4312" y="19696"/>
                    <a:pt x="4354" y="19705"/>
                    <a:pt x="4397" y="19714"/>
                  </a:cubicBezTo>
                  <a:cubicBezTo>
                    <a:pt x="4543" y="19749"/>
                    <a:pt x="4694" y="19784"/>
                    <a:pt x="4838" y="19830"/>
                  </a:cubicBezTo>
                  <a:cubicBezTo>
                    <a:pt x="4906" y="19855"/>
                    <a:pt x="4977" y="19880"/>
                    <a:pt x="5046" y="19903"/>
                  </a:cubicBezTo>
                  <a:cubicBezTo>
                    <a:pt x="5116" y="19929"/>
                    <a:pt x="5187" y="19954"/>
                    <a:pt x="5257" y="19980"/>
                  </a:cubicBezTo>
                  <a:cubicBezTo>
                    <a:pt x="5329" y="20008"/>
                    <a:pt x="5401" y="20032"/>
                    <a:pt x="5472" y="20056"/>
                  </a:cubicBezTo>
                  <a:cubicBezTo>
                    <a:pt x="5543" y="20074"/>
                    <a:pt x="5613" y="20101"/>
                    <a:pt x="5681" y="20124"/>
                  </a:cubicBezTo>
                  <a:lnTo>
                    <a:pt x="6151" y="20229"/>
                  </a:lnTo>
                  <a:lnTo>
                    <a:pt x="6154" y="20229"/>
                  </a:lnTo>
                  <a:cubicBezTo>
                    <a:pt x="6255" y="20262"/>
                    <a:pt x="6360" y="20295"/>
                    <a:pt x="6469" y="20327"/>
                  </a:cubicBezTo>
                  <a:cubicBezTo>
                    <a:pt x="6522" y="20343"/>
                    <a:pt x="6578" y="20358"/>
                    <a:pt x="6635" y="20371"/>
                  </a:cubicBezTo>
                  <a:cubicBezTo>
                    <a:pt x="6745" y="20400"/>
                    <a:pt x="6860" y="20425"/>
                    <a:pt x="6979" y="20445"/>
                  </a:cubicBezTo>
                  <a:cubicBezTo>
                    <a:pt x="7041" y="20457"/>
                    <a:pt x="7100" y="20466"/>
                    <a:pt x="7161" y="20473"/>
                  </a:cubicBezTo>
                  <a:cubicBezTo>
                    <a:pt x="7224" y="20480"/>
                    <a:pt x="7288" y="20486"/>
                    <a:pt x="7350" y="20490"/>
                  </a:cubicBezTo>
                  <a:cubicBezTo>
                    <a:pt x="7414" y="20495"/>
                    <a:pt x="7480" y="20497"/>
                    <a:pt x="7547" y="20497"/>
                  </a:cubicBezTo>
                  <a:lnTo>
                    <a:pt x="7551" y="20497"/>
                  </a:lnTo>
                  <a:cubicBezTo>
                    <a:pt x="7576" y="20497"/>
                    <a:pt x="7596" y="20529"/>
                    <a:pt x="7596" y="20554"/>
                  </a:cubicBezTo>
                  <a:cubicBezTo>
                    <a:pt x="7596" y="20561"/>
                    <a:pt x="7594" y="20569"/>
                    <a:pt x="7590" y="20576"/>
                  </a:cubicBezTo>
                  <a:lnTo>
                    <a:pt x="7590" y="20577"/>
                  </a:lnTo>
                  <a:cubicBezTo>
                    <a:pt x="7587" y="20585"/>
                    <a:pt x="7581" y="20591"/>
                    <a:pt x="7574" y="20595"/>
                  </a:cubicBezTo>
                  <a:cubicBezTo>
                    <a:pt x="7531" y="20623"/>
                    <a:pt x="7491" y="20659"/>
                    <a:pt x="7451" y="20695"/>
                  </a:cubicBezTo>
                  <a:lnTo>
                    <a:pt x="7413" y="20734"/>
                  </a:lnTo>
                  <a:lnTo>
                    <a:pt x="7413" y="20734"/>
                  </a:lnTo>
                  <a:lnTo>
                    <a:pt x="7429" y="20729"/>
                  </a:lnTo>
                  <a:cubicBezTo>
                    <a:pt x="7554" y="20673"/>
                    <a:pt x="7688" y="20614"/>
                    <a:pt x="7823" y="20557"/>
                  </a:cubicBezTo>
                  <a:cubicBezTo>
                    <a:pt x="7958" y="20503"/>
                    <a:pt x="8096" y="20448"/>
                    <a:pt x="8228" y="20404"/>
                  </a:cubicBezTo>
                  <a:cubicBezTo>
                    <a:pt x="8292" y="20386"/>
                    <a:pt x="8390" y="20371"/>
                    <a:pt x="8480" y="20371"/>
                  </a:cubicBezTo>
                  <a:cubicBezTo>
                    <a:pt x="8528" y="20371"/>
                    <a:pt x="8572" y="20374"/>
                    <a:pt x="8606" y="20383"/>
                  </a:cubicBezTo>
                  <a:cubicBezTo>
                    <a:pt x="8614" y="20386"/>
                    <a:pt x="8621" y="20387"/>
                    <a:pt x="8630" y="20387"/>
                  </a:cubicBezTo>
                  <a:cubicBezTo>
                    <a:pt x="8635" y="20388"/>
                    <a:pt x="8643" y="20388"/>
                    <a:pt x="8650" y="20388"/>
                  </a:cubicBezTo>
                  <a:cubicBezTo>
                    <a:pt x="8657" y="20390"/>
                    <a:pt x="8665" y="20390"/>
                    <a:pt x="8673" y="20390"/>
                  </a:cubicBezTo>
                  <a:cubicBezTo>
                    <a:pt x="8691" y="20394"/>
                    <a:pt x="8710" y="20394"/>
                    <a:pt x="8729" y="20394"/>
                  </a:cubicBezTo>
                  <a:cubicBezTo>
                    <a:pt x="8756" y="20394"/>
                    <a:pt x="8787" y="20394"/>
                    <a:pt x="8814" y="20393"/>
                  </a:cubicBezTo>
                  <a:cubicBezTo>
                    <a:pt x="8843" y="20393"/>
                    <a:pt x="8874" y="20390"/>
                    <a:pt x="8903" y="20390"/>
                  </a:cubicBezTo>
                  <a:cubicBezTo>
                    <a:pt x="8931" y="20390"/>
                    <a:pt x="8960" y="20390"/>
                    <a:pt x="8986" y="20394"/>
                  </a:cubicBezTo>
                  <a:lnTo>
                    <a:pt x="8993" y="20394"/>
                  </a:lnTo>
                  <a:cubicBezTo>
                    <a:pt x="8998" y="20394"/>
                    <a:pt x="8999" y="20396"/>
                    <a:pt x="9003" y="20396"/>
                  </a:cubicBezTo>
                  <a:lnTo>
                    <a:pt x="9008" y="20396"/>
                  </a:lnTo>
                  <a:cubicBezTo>
                    <a:pt x="9014" y="20397"/>
                    <a:pt x="9021" y="20400"/>
                    <a:pt x="9028" y="20400"/>
                  </a:cubicBezTo>
                  <a:cubicBezTo>
                    <a:pt x="9043" y="20403"/>
                    <a:pt x="9057" y="20404"/>
                    <a:pt x="9072" y="20410"/>
                  </a:cubicBezTo>
                  <a:cubicBezTo>
                    <a:pt x="9088" y="20415"/>
                    <a:pt x="9105" y="20423"/>
                    <a:pt x="9120" y="20431"/>
                  </a:cubicBezTo>
                  <a:cubicBezTo>
                    <a:pt x="9137" y="20444"/>
                    <a:pt x="9144" y="20463"/>
                    <a:pt x="9139" y="20483"/>
                  </a:cubicBezTo>
                  <a:cubicBezTo>
                    <a:pt x="9139" y="20483"/>
                    <a:pt x="9139" y="20484"/>
                    <a:pt x="9137" y="20484"/>
                  </a:cubicBezTo>
                  <a:cubicBezTo>
                    <a:pt x="9136" y="20490"/>
                    <a:pt x="9134" y="20496"/>
                    <a:pt x="9128" y="20502"/>
                  </a:cubicBezTo>
                  <a:cubicBezTo>
                    <a:pt x="9188" y="20497"/>
                    <a:pt x="9252" y="20497"/>
                    <a:pt x="9310" y="20492"/>
                  </a:cubicBezTo>
                  <a:cubicBezTo>
                    <a:pt x="9370" y="20489"/>
                    <a:pt x="9432" y="20484"/>
                    <a:pt x="9490" y="20480"/>
                  </a:cubicBezTo>
                  <a:cubicBezTo>
                    <a:pt x="9727" y="20461"/>
                    <a:pt x="9957" y="20436"/>
                    <a:pt x="10171" y="20400"/>
                  </a:cubicBezTo>
                  <a:cubicBezTo>
                    <a:pt x="10225" y="20390"/>
                    <a:pt x="10277" y="20381"/>
                    <a:pt x="10328" y="20372"/>
                  </a:cubicBezTo>
                  <a:cubicBezTo>
                    <a:pt x="10380" y="20361"/>
                    <a:pt x="10430" y="20352"/>
                    <a:pt x="10479" y="20342"/>
                  </a:cubicBezTo>
                  <a:lnTo>
                    <a:pt x="11287" y="20330"/>
                  </a:lnTo>
                  <a:lnTo>
                    <a:pt x="11426" y="20330"/>
                  </a:lnTo>
                  <a:cubicBezTo>
                    <a:pt x="11521" y="20330"/>
                    <a:pt x="11616" y="20330"/>
                    <a:pt x="11709" y="20335"/>
                  </a:cubicBezTo>
                  <a:lnTo>
                    <a:pt x="11710" y="20335"/>
                  </a:lnTo>
                  <a:cubicBezTo>
                    <a:pt x="11773" y="20338"/>
                    <a:pt x="11833" y="20339"/>
                    <a:pt x="11892" y="20345"/>
                  </a:cubicBezTo>
                  <a:cubicBezTo>
                    <a:pt x="11952" y="20351"/>
                    <a:pt x="12009" y="20358"/>
                    <a:pt x="12065" y="20367"/>
                  </a:cubicBezTo>
                  <a:cubicBezTo>
                    <a:pt x="12093" y="20371"/>
                    <a:pt x="12119" y="20378"/>
                    <a:pt x="12148" y="20383"/>
                  </a:cubicBezTo>
                  <a:cubicBezTo>
                    <a:pt x="12161" y="20387"/>
                    <a:pt x="12177" y="20387"/>
                    <a:pt x="12199" y="20387"/>
                  </a:cubicBezTo>
                  <a:cubicBezTo>
                    <a:pt x="12218" y="20387"/>
                    <a:pt x="12234" y="20387"/>
                    <a:pt x="12253" y="20386"/>
                  </a:cubicBezTo>
                  <a:cubicBezTo>
                    <a:pt x="12272" y="20383"/>
                    <a:pt x="12289" y="20383"/>
                    <a:pt x="12308" y="20383"/>
                  </a:cubicBezTo>
                  <a:cubicBezTo>
                    <a:pt x="12343" y="20383"/>
                    <a:pt x="12387" y="20387"/>
                    <a:pt x="12424" y="20409"/>
                  </a:cubicBezTo>
                  <a:cubicBezTo>
                    <a:pt x="12429" y="20412"/>
                    <a:pt x="12430" y="20412"/>
                    <a:pt x="12435" y="20416"/>
                  </a:cubicBezTo>
                  <a:cubicBezTo>
                    <a:pt x="12437" y="20419"/>
                    <a:pt x="12442" y="20426"/>
                    <a:pt x="12445" y="20431"/>
                  </a:cubicBezTo>
                  <a:cubicBezTo>
                    <a:pt x="12449" y="20441"/>
                    <a:pt x="12449" y="20451"/>
                    <a:pt x="12446" y="20460"/>
                  </a:cubicBezTo>
                  <a:cubicBezTo>
                    <a:pt x="12443" y="20470"/>
                    <a:pt x="12439" y="20480"/>
                    <a:pt x="12432" y="20484"/>
                  </a:cubicBezTo>
                  <a:cubicBezTo>
                    <a:pt x="12423" y="20490"/>
                    <a:pt x="12414" y="20496"/>
                    <a:pt x="12405" y="20496"/>
                  </a:cubicBezTo>
                  <a:cubicBezTo>
                    <a:pt x="12378" y="20497"/>
                    <a:pt x="12350" y="20503"/>
                    <a:pt x="12321" y="20509"/>
                  </a:cubicBezTo>
                  <a:cubicBezTo>
                    <a:pt x="12314" y="20512"/>
                    <a:pt x="12305" y="20512"/>
                    <a:pt x="12296" y="20516"/>
                  </a:cubicBezTo>
                  <a:cubicBezTo>
                    <a:pt x="12285" y="20519"/>
                    <a:pt x="12275" y="20524"/>
                    <a:pt x="12262" y="20527"/>
                  </a:cubicBezTo>
                  <a:lnTo>
                    <a:pt x="12218" y="20543"/>
                  </a:lnTo>
                  <a:cubicBezTo>
                    <a:pt x="12205" y="20547"/>
                    <a:pt x="12195" y="20553"/>
                    <a:pt x="12182" y="20556"/>
                  </a:cubicBezTo>
                  <a:cubicBezTo>
                    <a:pt x="12168" y="20560"/>
                    <a:pt x="12158" y="20563"/>
                    <a:pt x="12145" y="20569"/>
                  </a:cubicBezTo>
                  <a:cubicBezTo>
                    <a:pt x="12129" y="20572"/>
                    <a:pt x="12112" y="20577"/>
                    <a:pt x="12096" y="20582"/>
                  </a:cubicBezTo>
                  <a:cubicBezTo>
                    <a:pt x="12064" y="20591"/>
                    <a:pt x="12030" y="20598"/>
                    <a:pt x="11998" y="20601"/>
                  </a:cubicBezTo>
                  <a:cubicBezTo>
                    <a:pt x="11993" y="20604"/>
                    <a:pt x="11985" y="20605"/>
                    <a:pt x="11978" y="20605"/>
                  </a:cubicBezTo>
                  <a:cubicBezTo>
                    <a:pt x="11971" y="20607"/>
                    <a:pt x="11963" y="20608"/>
                    <a:pt x="11958" y="20608"/>
                  </a:cubicBezTo>
                  <a:cubicBezTo>
                    <a:pt x="11955" y="20608"/>
                    <a:pt x="11955" y="20611"/>
                    <a:pt x="11950" y="20611"/>
                  </a:cubicBezTo>
                  <a:lnTo>
                    <a:pt x="12100" y="20611"/>
                  </a:lnTo>
                  <a:lnTo>
                    <a:pt x="12371" y="20601"/>
                  </a:lnTo>
                  <a:lnTo>
                    <a:pt x="12421" y="20599"/>
                  </a:lnTo>
                  <a:cubicBezTo>
                    <a:pt x="12494" y="20583"/>
                    <a:pt x="12568" y="20567"/>
                    <a:pt x="12641" y="20553"/>
                  </a:cubicBezTo>
                  <a:cubicBezTo>
                    <a:pt x="12645" y="20553"/>
                    <a:pt x="12648" y="20550"/>
                    <a:pt x="12653" y="20550"/>
                  </a:cubicBezTo>
                  <a:lnTo>
                    <a:pt x="12794" y="20519"/>
                  </a:lnTo>
                  <a:cubicBezTo>
                    <a:pt x="12926" y="20492"/>
                    <a:pt x="13060" y="20466"/>
                    <a:pt x="13191" y="20434"/>
                  </a:cubicBezTo>
                  <a:cubicBezTo>
                    <a:pt x="13230" y="20425"/>
                    <a:pt x="13278" y="20422"/>
                    <a:pt x="13333" y="20422"/>
                  </a:cubicBezTo>
                  <a:cubicBezTo>
                    <a:pt x="13403" y="20422"/>
                    <a:pt x="13486" y="20429"/>
                    <a:pt x="13566" y="20445"/>
                  </a:cubicBezTo>
                  <a:cubicBezTo>
                    <a:pt x="13593" y="20451"/>
                    <a:pt x="13619" y="20458"/>
                    <a:pt x="13643" y="20466"/>
                  </a:cubicBezTo>
                  <a:cubicBezTo>
                    <a:pt x="13656" y="20468"/>
                    <a:pt x="13667" y="20473"/>
                    <a:pt x="13681" y="20477"/>
                  </a:cubicBezTo>
                  <a:cubicBezTo>
                    <a:pt x="13699" y="20483"/>
                    <a:pt x="13715" y="20490"/>
                    <a:pt x="13731" y="20497"/>
                  </a:cubicBezTo>
                  <a:cubicBezTo>
                    <a:pt x="13747" y="20505"/>
                    <a:pt x="13765" y="20512"/>
                    <a:pt x="13776" y="20521"/>
                  </a:cubicBezTo>
                  <a:cubicBezTo>
                    <a:pt x="13795" y="20532"/>
                    <a:pt x="13811" y="20543"/>
                    <a:pt x="13824" y="20557"/>
                  </a:cubicBezTo>
                  <a:cubicBezTo>
                    <a:pt x="13838" y="20570"/>
                    <a:pt x="13848" y="20585"/>
                    <a:pt x="13854" y="20601"/>
                  </a:cubicBezTo>
                  <a:cubicBezTo>
                    <a:pt x="13855" y="20605"/>
                    <a:pt x="13856" y="20607"/>
                    <a:pt x="13855" y="20611"/>
                  </a:cubicBezTo>
                  <a:cubicBezTo>
                    <a:pt x="13856" y="20612"/>
                    <a:pt x="13856" y="20614"/>
                    <a:pt x="13856" y="20614"/>
                  </a:cubicBezTo>
                  <a:cubicBezTo>
                    <a:pt x="13859" y="20615"/>
                    <a:pt x="13859" y="20618"/>
                    <a:pt x="13859" y="20618"/>
                  </a:cubicBezTo>
                  <a:lnTo>
                    <a:pt x="13859" y="20710"/>
                  </a:lnTo>
                  <a:cubicBezTo>
                    <a:pt x="13859" y="20723"/>
                    <a:pt x="13855" y="20734"/>
                    <a:pt x="13846" y="20743"/>
                  </a:cubicBezTo>
                  <a:cubicBezTo>
                    <a:pt x="13832" y="20759"/>
                    <a:pt x="13817" y="20780"/>
                    <a:pt x="13803" y="20797"/>
                  </a:cubicBezTo>
                  <a:cubicBezTo>
                    <a:pt x="13776" y="20832"/>
                    <a:pt x="13750" y="20867"/>
                    <a:pt x="13715" y="20894"/>
                  </a:cubicBezTo>
                  <a:cubicBezTo>
                    <a:pt x="13678" y="20921"/>
                    <a:pt x="13638" y="20945"/>
                    <a:pt x="13599" y="20967"/>
                  </a:cubicBezTo>
                  <a:cubicBezTo>
                    <a:pt x="13564" y="20986"/>
                    <a:pt x="13529" y="21005"/>
                    <a:pt x="13497" y="21028"/>
                  </a:cubicBezTo>
                  <a:lnTo>
                    <a:pt x="13478" y="21043"/>
                  </a:lnTo>
                  <a:cubicBezTo>
                    <a:pt x="13426" y="21083"/>
                    <a:pt x="13388" y="21112"/>
                    <a:pt x="13353" y="21112"/>
                  </a:cubicBezTo>
                  <a:cubicBezTo>
                    <a:pt x="13340" y="21112"/>
                    <a:pt x="13319" y="21102"/>
                    <a:pt x="13310" y="21092"/>
                  </a:cubicBezTo>
                  <a:cubicBezTo>
                    <a:pt x="13292" y="21072"/>
                    <a:pt x="13279" y="21049"/>
                    <a:pt x="13268" y="21025"/>
                  </a:cubicBezTo>
                  <a:cubicBezTo>
                    <a:pt x="13265" y="21018"/>
                    <a:pt x="13259" y="21011"/>
                    <a:pt x="13256" y="21003"/>
                  </a:cubicBezTo>
                  <a:cubicBezTo>
                    <a:pt x="13252" y="20999"/>
                    <a:pt x="13250" y="20992"/>
                    <a:pt x="13249" y="20986"/>
                  </a:cubicBezTo>
                  <a:cubicBezTo>
                    <a:pt x="13244" y="20982"/>
                    <a:pt x="13244" y="20976"/>
                    <a:pt x="13241" y="20971"/>
                  </a:cubicBezTo>
                  <a:cubicBezTo>
                    <a:pt x="13239" y="20969"/>
                    <a:pt x="13237" y="20963"/>
                    <a:pt x="13236" y="20960"/>
                  </a:cubicBezTo>
                  <a:cubicBezTo>
                    <a:pt x="13231" y="20954"/>
                    <a:pt x="13228" y="20947"/>
                    <a:pt x="13224" y="20942"/>
                  </a:cubicBezTo>
                  <a:cubicBezTo>
                    <a:pt x="13220" y="20935"/>
                    <a:pt x="13212" y="20928"/>
                    <a:pt x="13205" y="20921"/>
                  </a:cubicBezTo>
                  <a:cubicBezTo>
                    <a:pt x="13191" y="20905"/>
                    <a:pt x="13169" y="20890"/>
                    <a:pt x="13148" y="20874"/>
                  </a:cubicBezTo>
                  <a:cubicBezTo>
                    <a:pt x="13135" y="20865"/>
                    <a:pt x="13121" y="20854"/>
                    <a:pt x="13105" y="20846"/>
                  </a:cubicBezTo>
                  <a:cubicBezTo>
                    <a:pt x="13083" y="20833"/>
                    <a:pt x="13061" y="20822"/>
                    <a:pt x="13038" y="20809"/>
                  </a:cubicBezTo>
                  <a:cubicBezTo>
                    <a:pt x="13035" y="20809"/>
                    <a:pt x="13034" y="20809"/>
                    <a:pt x="13034" y="20807"/>
                  </a:cubicBezTo>
                  <a:cubicBezTo>
                    <a:pt x="13010" y="20794"/>
                    <a:pt x="12987" y="20782"/>
                    <a:pt x="12965" y="20774"/>
                  </a:cubicBezTo>
                  <a:cubicBezTo>
                    <a:pt x="12922" y="20756"/>
                    <a:pt x="12874" y="20742"/>
                    <a:pt x="12827" y="20732"/>
                  </a:cubicBezTo>
                  <a:cubicBezTo>
                    <a:pt x="12778" y="20723"/>
                    <a:pt x="12727" y="20720"/>
                    <a:pt x="12672" y="20720"/>
                  </a:cubicBezTo>
                  <a:lnTo>
                    <a:pt x="12645" y="20720"/>
                  </a:lnTo>
                  <a:cubicBezTo>
                    <a:pt x="12635" y="20720"/>
                    <a:pt x="12625" y="20720"/>
                    <a:pt x="12618" y="20721"/>
                  </a:cubicBezTo>
                  <a:cubicBezTo>
                    <a:pt x="12606" y="20721"/>
                    <a:pt x="12597" y="20721"/>
                    <a:pt x="12590" y="20723"/>
                  </a:cubicBezTo>
                  <a:cubicBezTo>
                    <a:pt x="12581" y="20724"/>
                    <a:pt x="12573" y="20724"/>
                    <a:pt x="12562" y="20727"/>
                  </a:cubicBezTo>
                  <a:lnTo>
                    <a:pt x="12509" y="20732"/>
                  </a:lnTo>
                  <a:cubicBezTo>
                    <a:pt x="12490" y="20734"/>
                    <a:pt x="12472" y="20736"/>
                    <a:pt x="12452" y="20742"/>
                  </a:cubicBezTo>
                  <a:cubicBezTo>
                    <a:pt x="12403" y="20750"/>
                    <a:pt x="12356" y="20761"/>
                    <a:pt x="12308" y="20772"/>
                  </a:cubicBezTo>
                  <a:cubicBezTo>
                    <a:pt x="12238" y="20790"/>
                    <a:pt x="12168" y="20810"/>
                    <a:pt x="12103" y="20830"/>
                  </a:cubicBezTo>
                  <a:lnTo>
                    <a:pt x="12001" y="20860"/>
                  </a:lnTo>
                  <a:cubicBezTo>
                    <a:pt x="11884" y="20892"/>
                    <a:pt x="11756" y="20905"/>
                    <a:pt x="11631" y="20918"/>
                  </a:cubicBezTo>
                  <a:cubicBezTo>
                    <a:pt x="11628" y="20918"/>
                    <a:pt x="11625" y="20918"/>
                    <a:pt x="11622" y="20919"/>
                  </a:cubicBezTo>
                  <a:cubicBezTo>
                    <a:pt x="11556" y="20925"/>
                    <a:pt x="11492" y="20932"/>
                    <a:pt x="11433" y="20941"/>
                  </a:cubicBezTo>
                  <a:cubicBezTo>
                    <a:pt x="11367" y="20953"/>
                    <a:pt x="11305" y="20964"/>
                    <a:pt x="11247" y="20983"/>
                  </a:cubicBezTo>
                  <a:lnTo>
                    <a:pt x="10683" y="21174"/>
                  </a:lnTo>
                  <a:cubicBezTo>
                    <a:pt x="10722" y="21171"/>
                    <a:pt x="10763" y="21163"/>
                    <a:pt x="10802" y="21159"/>
                  </a:cubicBezTo>
                  <a:cubicBezTo>
                    <a:pt x="10888" y="21149"/>
                    <a:pt x="10976" y="21139"/>
                    <a:pt x="11064" y="21120"/>
                  </a:cubicBezTo>
                  <a:lnTo>
                    <a:pt x="11244" y="21110"/>
                  </a:lnTo>
                  <a:cubicBezTo>
                    <a:pt x="11332" y="21091"/>
                    <a:pt x="11421" y="21073"/>
                    <a:pt x="11513" y="21057"/>
                  </a:cubicBezTo>
                  <a:cubicBezTo>
                    <a:pt x="11629" y="21037"/>
                    <a:pt x="11748" y="21019"/>
                    <a:pt x="11863" y="20986"/>
                  </a:cubicBezTo>
                  <a:lnTo>
                    <a:pt x="12394" y="20830"/>
                  </a:lnTo>
                  <a:cubicBezTo>
                    <a:pt x="12407" y="20826"/>
                    <a:pt x="12421" y="20825"/>
                    <a:pt x="12437" y="20822"/>
                  </a:cubicBezTo>
                  <a:cubicBezTo>
                    <a:pt x="12468" y="20816"/>
                    <a:pt x="12500" y="20812"/>
                    <a:pt x="12533" y="20810"/>
                  </a:cubicBezTo>
                  <a:cubicBezTo>
                    <a:pt x="12551" y="20809"/>
                    <a:pt x="12568" y="20809"/>
                    <a:pt x="12587" y="20809"/>
                  </a:cubicBezTo>
                  <a:cubicBezTo>
                    <a:pt x="12735" y="20809"/>
                    <a:pt x="12888" y="20838"/>
                    <a:pt x="12977" y="20884"/>
                  </a:cubicBezTo>
                  <a:cubicBezTo>
                    <a:pt x="13010" y="20902"/>
                    <a:pt x="13038" y="20921"/>
                    <a:pt x="13063" y="20947"/>
                  </a:cubicBezTo>
                  <a:lnTo>
                    <a:pt x="13099" y="20983"/>
                  </a:lnTo>
                  <a:cubicBezTo>
                    <a:pt x="13111" y="20996"/>
                    <a:pt x="13121" y="21006"/>
                    <a:pt x="13132" y="21019"/>
                  </a:cubicBezTo>
                  <a:cubicBezTo>
                    <a:pt x="13140" y="21027"/>
                    <a:pt x="13147" y="21035"/>
                    <a:pt x="13154" y="21043"/>
                  </a:cubicBezTo>
                  <a:cubicBezTo>
                    <a:pt x="13161" y="21051"/>
                    <a:pt x="13169" y="21059"/>
                    <a:pt x="13176" y="21069"/>
                  </a:cubicBezTo>
                  <a:cubicBezTo>
                    <a:pt x="13185" y="21078"/>
                    <a:pt x="13188" y="21088"/>
                    <a:pt x="13188" y="21101"/>
                  </a:cubicBezTo>
                  <a:lnTo>
                    <a:pt x="13188" y="21130"/>
                  </a:lnTo>
                  <a:cubicBezTo>
                    <a:pt x="13188" y="21134"/>
                    <a:pt x="13188" y="21136"/>
                    <a:pt x="13191" y="21137"/>
                  </a:cubicBezTo>
                  <a:lnTo>
                    <a:pt x="13191" y="21142"/>
                  </a:lnTo>
                  <a:lnTo>
                    <a:pt x="13191" y="21144"/>
                  </a:lnTo>
                  <a:lnTo>
                    <a:pt x="13191" y="21149"/>
                  </a:lnTo>
                  <a:lnTo>
                    <a:pt x="13191" y="21152"/>
                  </a:lnTo>
                  <a:cubicBezTo>
                    <a:pt x="13191" y="21165"/>
                    <a:pt x="13191" y="21178"/>
                    <a:pt x="13188" y="21204"/>
                  </a:cubicBezTo>
                  <a:lnTo>
                    <a:pt x="13188" y="21208"/>
                  </a:lnTo>
                  <a:cubicBezTo>
                    <a:pt x="13188" y="21210"/>
                    <a:pt x="13188" y="21211"/>
                    <a:pt x="13186" y="21214"/>
                  </a:cubicBezTo>
                  <a:cubicBezTo>
                    <a:pt x="13186" y="21217"/>
                    <a:pt x="13185" y="21219"/>
                    <a:pt x="13183" y="21223"/>
                  </a:cubicBezTo>
                  <a:lnTo>
                    <a:pt x="13180" y="21224"/>
                  </a:lnTo>
                  <a:cubicBezTo>
                    <a:pt x="13180" y="21226"/>
                    <a:pt x="13180" y="21226"/>
                    <a:pt x="13179" y="21229"/>
                  </a:cubicBezTo>
                  <a:lnTo>
                    <a:pt x="13173" y="21239"/>
                  </a:lnTo>
                  <a:lnTo>
                    <a:pt x="13099" y="21312"/>
                  </a:lnTo>
                  <a:lnTo>
                    <a:pt x="13063" y="21348"/>
                  </a:lnTo>
                  <a:cubicBezTo>
                    <a:pt x="12897" y="21464"/>
                    <a:pt x="12701" y="21559"/>
                    <a:pt x="12512" y="21648"/>
                  </a:cubicBezTo>
                  <a:lnTo>
                    <a:pt x="12395" y="21704"/>
                  </a:lnTo>
                  <a:lnTo>
                    <a:pt x="12394" y="21706"/>
                  </a:lnTo>
                  <a:cubicBezTo>
                    <a:pt x="12388" y="21710"/>
                    <a:pt x="12381" y="21710"/>
                    <a:pt x="12373" y="21710"/>
                  </a:cubicBezTo>
                  <a:cubicBezTo>
                    <a:pt x="12365" y="21710"/>
                    <a:pt x="12357" y="21706"/>
                    <a:pt x="12350" y="21703"/>
                  </a:cubicBezTo>
                  <a:cubicBezTo>
                    <a:pt x="12336" y="21694"/>
                    <a:pt x="12328" y="21680"/>
                    <a:pt x="12328" y="21662"/>
                  </a:cubicBezTo>
                  <a:lnTo>
                    <a:pt x="12330" y="21655"/>
                  </a:lnTo>
                  <a:lnTo>
                    <a:pt x="12285" y="21499"/>
                  </a:lnTo>
                  <a:lnTo>
                    <a:pt x="12282" y="21486"/>
                  </a:lnTo>
                  <a:lnTo>
                    <a:pt x="12282" y="21485"/>
                  </a:lnTo>
                  <a:cubicBezTo>
                    <a:pt x="12264" y="21454"/>
                    <a:pt x="12246" y="21421"/>
                    <a:pt x="12221" y="21392"/>
                  </a:cubicBezTo>
                  <a:lnTo>
                    <a:pt x="12221" y="21390"/>
                  </a:lnTo>
                  <a:cubicBezTo>
                    <a:pt x="12209" y="21376"/>
                    <a:pt x="12196" y="21363"/>
                    <a:pt x="12183" y="21347"/>
                  </a:cubicBezTo>
                  <a:lnTo>
                    <a:pt x="12141" y="21304"/>
                  </a:lnTo>
                  <a:cubicBezTo>
                    <a:pt x="12119" y="21284"/>
                    <a:pt x="12096" y="21267"/>
                    <a:pt x="12073" y="21248"/>
                  </a:cubicBezTo>
                  <a:cubicBezTo>
                    <a:pt x="12046" y="21230"/>
                    <a:pt x="12023" y="21214"/>
                    <a:pt x="11995" y="21201"/>
                  </a:cubicBezTo>
                  <a:cubicBezTo>
                    <a:pt x="11978" y="21192"/>
                    <a:pt x="11959" y="21185"/>
                    <a:pt x="11943" y="21178"/>
                  </a:cubicBezTo>
                  <a:cubicBezTo>
                    <a:pt x="11915" y="21165"/>
                    <a:pt x="11891" y="21158"/>
                    <a:pt x="11865" y="21152"/>
                  </a:cubicBezTo>
                  <a:cubicBezTo>
                    <a:pt x="11862" y="21150"/>
                    <a:pt x="11856" y="21149"/>
                    <a:pt x="11853" y="21149"/>
                  </a:cubicBezTo>
                  <a:cubicBezTo>
                    <a:pt x="11825" y="21144"/>
                    <a:pt x="11798" y="21142"/>
                    <a:pt x="11770" y="21142"/>
                  </a:cubicBezTo>
                  <a:cubicBezTo>
                    <a:pt x="11753" y="21142"/>
                    <a:pt x="11734" y="21143"/>
                    <a:pt x="11718" y="21144"/>
                  </a:cubicBezTo>
                  <a:cubicBezTo>
                    <a:pt x="11702" y="21146"/>
                    <a:pt x="11686" y="21149"/>
                    <a:pt x="11671" y="21153"/>
                  </a:cubicBezTo>
                  <a:cubicBezTo>
                    <a:pt x="11654" y="21158"/>
                    <a:pt x="11636" y="21160"/>
                    <a:pt x="11620" y="21166"/>
                  </a:cubicBezTo>
                  <a:cubicBezTo>
                    <a:pt x="11587" y="21178"/>
                    <a:pt x="11556" y="21190"/>
                    <a:pt x="11526" y="21203"/>
                  </a:cubicBezTo>
                  <a:cubicBezTo>
                    <a:pt x="11494" y="21217"/>
                    <a:pt x="11463" y="21233"/>
                    <a:pt x="11433" y="21251"/>
                  </a:cubicBezTo>
                  <a:cubicBezTo>
                    <a:pt x="11417" y="21259"/>
                    <a:pt x="11402" y="21267"/>
                    <a:pt x="11388" y="21275"/>
                  </a:cubicBezTo>
                  <a:cubicBezTo>
                    <a:pt x="11334" y="21303"/>
                    <a:pt x="11286" y="21332"/>
                    <a:pt x="11237" y="21352"/>
                  </a:cubicBezTo>
                  <a:cubicBezTo>
                    <a:pt x="11123" y="21400"/>
                    <a:pt x="11000" y="21422"/>
                    <a:pt x="10879" y="21444"/>
                  </a:cubicBezTo>
                  <a:cubicBezTo>
                    <a:pt x="10854" y="21448"/>
                    <a:pt x="10829" y="21454"/>
                    <a:pt x="10806" y="21457"/>
                  </a:cubicBezTo>
                  <a:cubicBezTo>
                    <a:pt x="10781" y="21461"/>
                    <a:pt x="10757" y="21466"/>
                    <a:pt x="10733" y="21472"/>
                  </a:cubicBezTo>
                  <a:cubicBezTo>
                    <a:pt x="10707" y="21476"/>
                    <a:pt x="10684" y="21483"/>
                    <a:pt x="10658" y="21488"/>
                  </a:cubicBezTo>
                  <a:cubicBezTo>
                    <a:pt x="10635" y="21493"/>
                    <a:pt x="10611" y="21501"/>
                    <a:pt x="10588" y="21508"/>
                  </a:cubicBezTo>
                  <a:cubicBezTo>
                    <a:pt x="10555" y="21520"/>
                    <a:pt x="10524" y="21530"/>
                    <a:pt x="10491" y="21544"/>
                  </a:cubicBezTo>
                  <a:cubicBezTo>
                    <a:pt x="10475" y="21550"/>
                    <a:pt x="10460" y="21557"/>
                    <a:pt x="10444" y="21563"/>
                  </a:cubicBezTo>
                  <a:cubicBezTo>
                    <a:pt x="10403" y="21579"/>
                    <a:pt x="10363" y="21597"/>
                    <a:pt x="10321" y="21616"/>
                  </a:cubicBezTo>
                  <a:lnTo>
                    <a:pt x="10312" y="21616"/>
                  </a:lnTo>
                  <a:cubicBezTo>
                    <a:pt x="10307" y="21617"/>
                    <a:pt x="10305" y="21618"/>
                    <a:pt x="10299" y="21618"/>
                  </a:cubicBezTo>
                  <a:cubicBezTo>
                    <a:pt x="10294" y="21621"/>
                    <a:pt x="10291" y="21623"/>
                    <a:pt x="10287" y="21623"/>
                  </a:cubicBezTo>
                  <a:cubicBezTo>
                    <a:pt x="10286" y="21624"/>
                    <a:pt x="10284" y="21624"/>
                    <a:pt x="10284" y="21624"/>
                  </a:cubicBezTo>
                  <a:cubicBezTo>
                    <a:pt x="10282" y="21625"/>
                    <a:pt x="10281" y="21627"/>
                    <a:pt x="10280" y="21627"/>
                  </a:cubicBezTo>
                  <a:cubicBezTo>
                    <a:pt x="10280" y="21627"/>
                    <a:pt x="10280" y="21627"/>
                    <a:pt x="10280" y="21626"/>
                  </a:cubicBezTo>
                  <a:cubicBezTo>
                    <a:pt x="10278" y="21629"/>
                    <a:pt x="10278" y="21630"/>
                    <a:pt x="10277" y="21630"/>
                  </a:cubicBezTo>
                  <a:cubicBezTo>
                    <a:pt x="10277" y="21630"/>
                    <a:pt x="10274" y="21630"/>
                    <a:pt x="10273" y="21632"/>
                  </a:cubicBezTo>
                  <a:cubicBezTo>
                    <a:pt x="10271" y="21632"/>
                    <a:pt x="10271" y="21633"/>
                    <a:pt x="10270" y="21633"/>
                  </a:cubicBezTo>
                  <a:lnTo>
                    <a:pt x="10270" y="21633"/>
                  </a:lnTo>
                  <a:cubicBezTo>
                    <a:pt x="10299" y="21632"/>
                    <a:pt x="10329" y="21632"/>
                    <a:pt x="10357" y="21630"/>
                  </a:cubicBezTo>
                  <a:cubicBezTo>
                    <a:pt x="10361" y="21630"/>
                    <a:pt x="10367" y="21629"/>
                    <a:pt x="10373" y="21629"/>
                  </a:cubicBezTo>
                  <a:lnTo>
                    <a:pt x="10383" y="21629"/>
                  </a:lnTo>
                  <a:cubicBezTo>
                    <a:pt x="10408" y="21629"/>
                    <a:pt x="10431" y="21626"/>
                    <a:pt x="10453" y="21624"/>
                  </a:cubicBezTo>
                  <a:cubicBezTo>
                    <a:pt x="10470" y="21623"/>
                    <a:pt x="10488" y="21621"/>
                    <a:pt x="10502" y="21617"/>
                  </a:cubicBezTo>
                  <a:cubicBezTo>
                    <a:pt x="10584" y="21597"/>
                    <a:pt x="10662" y="21581"/>
                    <a:pt x="10738" y="21563"/>
                  </a:cubicBezTo>
                  <a:cubicBezTo>
                    <a:pt x="10774" y="21553"/>
                    <a:pt x="10815" y="21544"/>
                    <a:pt x="10851" y="21536"/>
                  </a:cubicBezTo>
                  <a:cubicBezTo>
                    <a:pt x="10888" y="21527"/>
                    <a:pt x="10925" y="21517"/>
                    <a:pt x="10962" y="21508"/>
                  </a:cubicBezTo>
                  <a:lnTo>
                    <a:pt x="11071" y="21480"/>
                  </a:lnTo>
                  <a:lnTo>
                    <a:pt x="11077" y="21480"/>
                  </a:lnTo>
                  <a:cubicBezTo>
                    <a:pt x="11080" y="21480"/>
                    <a:pt x="11081" y="21480"/>
                    <a:pt x="11084" y="21483"/>
                  </a:cubicBezTo>
                  <a:cubicBezTo>
                    <a:pt x="11085" y="21483"/>
                    <a:pt x="11087" y="21485"/>
                    <a:pt x="11091" y="21485"/>
                  </a:cubicBezTo>
                  <a:lnTo>
                    <a:pt x="11093" y="21485"/>
                  </a:lnTo>
                  <a:cubicBezTo>
                    <a:pt x="11094" y="21485"/>
                    <a:pt x="11095" y="21486"/>
                    <a:pt x="11095" y="21486"/>
                  </a:cubicBezTo>
                  <a:cubicBezTo>
                    <a:pt x="11135" y="21451"/>
                    <a:pt x="11180" y="21421"/>
                    <a:pt x="11229" y="21393"/>
                  </a:cubicBezTo>
                  <a:cubicBezTo>
                    <a:pt x="11282" y="21367"/>
                    <a:pt x="11338" y="21341"/>
                    <a:pt x="11396" y="21319"/>
                  </a:cubicBezTo>
                  <a:cubicBezTo>
                    <a:pt x="11404" y="21316"/>
                    <a:pt x="11412" y="21316"/>
                    <a:pt x="11420" y="21312"/>
                  </a:cubicBezTo>
                  <a:cubicBezTo>
                    <a:pt x="11423" y="21312"/>
                    <a:pt x="11423" y="21310"/>
                    <a:pt x="11427" y="21309"/>
                  </a:cubicBezTo>
                  <a:cubicBezTo>
                    <a:pt x="11444" y="21304"/>
                    <a:pt x="11463" y="21299"/>
                    <a:pt x="11479" y="21294"/>
                  </a:cubicBezTo>
                  <a:cubicBezTo>
                    <a:pt x="11508" y="21284"/>
                    <a:pt x="11537" y="21277"/>
                    <a:pt x="11565" y="21270"/>
                  </a:cubicBezTo>
                  <a:cubicBezTo>
                    <a:pt x="11588" y="21265"/>
                    <a:pt x="11612" y="21258"/>
                    <a:pt x="11636" y="21254"/>
                  </a:cubicBezTo>
                  <a:cubicBezTo>
                    <a:pt x="11647" y="21252"/>
                    <a:pt x="11658" y="21251"/>
                    <a:pt x="11670" y="21248"/>
                  </a:cubicBezTo>
                  <a:cubicBezTo>
                    <a:pt x="11683" y="21246"/>
                    <a:pt x="11692" y="21245"/>
                    <a:pt x="11703" y="21243"/>
                  </a:cubicBezTo>
                  <a:cubicBezTo>
                    <a:pt x="11712" y="21240"/>
                    <a:pt x="11721" y="21239"/>
                    <a:pt x="11731" y="21239"/>
                  </a:cubicBezTo>
                  <a:cubicBezTo>
                    <a:pt x="11740" y="21238"/>
                    <a:pt x="11748" y="21238"/>
                    <a:pt x="11757" y="21238"/>
                  </a:cubicBezTo>
                  <a:cubicBezTo>
                    <a:pt x="11776" y="21238"/>
                    <a:pt x="11792" y="21239"/>
                    <a:pt x="11811" y="21240"/>
                  </a:cubicBezTo>
                  <a:lnTo>
                    <a:pt x="11814" y="21240"/>
                  </a:lnTo>
                  <a:cubicBezTo>
                    <a:pt x="11815" y="21240"/>
                    <a:pt x="11818" y="21240"/>
                    <a:pt x="11818" y="21243"/>
                  </a:cubicBezTo>
                  <a:cubicBezTo>
                    <a:pt x="11833" y="21246"/>
                    <a:pt x="11849" y="21248"/>
                    <a:pt x="11863" y="21255"/>
                  </a:cubicBezTo>
                  <a:cubicBezTo>
                    <a:pt x="11869" y="21258"/>
                    <a:pt x="11876" y="21259"/>
                    <a:pt x="11881" y="21261"/>
                  </a:cubicBezTo>
                  <a:cubicBezTo>
                    <a:pt x="11884" y="21261"/>
                    <a:pt x="11885" y="21262"/>
                    <a:pt x="11885" y="21262"/>
                  </a:cubicBezTo>
                  <a:cubicBezTo>
                    <a:pt x="11898" y="21268"/>
                    <a:pt x="11910" y="21275"/>
                    <a:pt x="11923" y="21283"/>
                  </a:cubicBezTo>
                  <a:cubicBezTo>
                    <a:pt x="11937" y="21288"/>
                    <a:pt x="11950" y="21297"/>
                    <a:pt x="11965" y="21306"/>
                  </a:cubicBezTo>
                  <a:cubicBezTo>
                    <a:pt x="11975" y="21312"/>
                    <a:pt x="11985" y="21319"/>
                    <a:pt x="11994" y="21326"/>
                  </a:cubicBezTo>
                  <a:cubicBezTo>
                    <a:pt x="12004" y="21333"/>
                    <a:pt x="12014" y="21341"/>
                    <a:pt x="12023" y="21349"/>
                  </a:cubicBezTo>
                  <a:cubicBezTo>
                    <a:pt x="12025" y="21349"/>
                    <a:pt x="12025" y="21352"/>
                    <a:pt x="12026" y="21352"/>
                  </a:cubicBezTo>
                  <a:cubicBezTo>
                    <a:pt x="12033" y="21357"/>
                    <a:pt x="12043" y="21364"/>
                    <a:pt x="12048" y="21371"/>
                  </a:cubicBezTo>
                  <a:cubicBezTo>
                    <a:pt x="12058" y="21379"/>
                    <a:pt x="12062" y="21384"/>
                    <a:pt x="12068" y="21392"/>
                  </a:cubicBezTo>
                  <a:cubicBezTo>
                    <a:pt x="12087" y="21408"/>
                    <a:pt x="12102" y="21427"/>
                    <a:pt x="12113" y="21444"/>
                  </a:cubicBezTo>
                  <a:cubicBezTo>
                    <a:pt x="12125" y="21457"/>
                    <a:pt x="12132" y="21469"/>
                    <a:pt x="12139" y="21480"/>
                  </a:cubicBezTo>
                  <a:cubicBezTo>
                    <a:pt x="12142" y="21486"/>
                    <a:pt x="12148" y="21493"/>
                    <a:pt x="12152" y="21499"/>
                  </a:cubicBezTo>
                  <a:cubicBezTo>
                    <a:pt x="12163" y="21517"/>
                    <a:pt x="12171" y="21534"/>
                    <a:pt x="12179" y="21550"/>
                  </a:cubicBezTo>
                  <a:cubicBezTo>
                    <a:pt x="12179" y="21552"/>
                    <a:pt x="12183" y="21556"/>
                    <a:pt x="12186" y="21565"/>
                  </a:cubicBezTo>
                  <a:lnTo>
                    <a:pt x="12186" y="21566"/>
                  </a:lnTo>
                  <a:cubicBezTo>
                    <a:pt x="12190" y="21575"/>
                    <a:pt x="12196" y="21588"/>
                    <a:pt x="12199" y="21602"/>
                  </a:cubicBezTo>
                  <a:cubicBezTo>
                    <a:pt x="12212" y="21645"/>
                    <a:pt x="12227" y="21706"/>
                    <a:pt x="12214" y="21762"/>
                  </a:cubicBezTo>
                  <a:cubicBezTo>
                    <a:pt x="12211" y="21777"/>
                    <a:pt x="12206" y="21791"/>
                    <a:pt x="12199" y="21806"/>
                  </a:cubicBezTo>
                  <a:cubicBezTo>
                    <a:pt x="12157" y="21890"/>
                    <a:pt x="12084" y="21935"/>
                    <a:pt x="11995" y="21963"/>
                  </a:cubicBezTo>
                  <a:cubicBezTo>
                    <a:pt x="11908" y="21989"/>
                    <a:pt x="11805" y="22001"/>
                    <a:pt x="11703" y="22010"/>
                  </a:cubicBezTo>
                  <a:cubicBezTo>
                    <a:pt x="11660" y="22014"/>
                    <a:pt x="11612" y="22017"/>
                    <a:pt x="11571" y="22023"/>
                  </a:cubicBezTo>
                  <a:cubicBezTo>
                    <a:pt x="11549" y="22026"/>
                    <a:pt x="11527" y="22030"/>
                    <a:pt x="11507" y="22033"/>
                  </a:cubicBezTo>
                  <a:cubicBezTo>
                    <a:pt x="11503" y="22036"/>
                    <a:pt x="11495" y="22036"/>
                    <a:pt x="11492" y="22037"/>
                  </a:cubicBezTo>
                  <a:cubicBezTo>
                    <a:pt x="11488" y="22037"/>
                    <a:pt x="11487" y="22039"/>
                    <a:pt x="11484" y="22040"/>
                  </a:cubicBezTo>
                  <a:cubicBezTo>
                    <a:pt x="11476" y="22040"/>
                    <a:pt x="11471" y="22044"/>
                    <a:pt x="11463" y="22044"/>
                  </a:cubicBezTo>
                  <a:cubicBezTo>
                    <a:pt x="11456" y="22046"/>
                    <a:pt x="11450" y="22047"/>
                    <a:pt x="11443" y="22047"/>
                  </a:cubicBezTo>
                  <a:cubicBezTo>
                    <a:pt x="11190" y="22117"/>
                    <a:pt x="10931" y="22183"/>
                    <a:pt x="10670" y="22248"/>
                  </a:cubicBezTo>
                  <a:lnTo>
                    <a:pt x="10437" y="22308"/>
                  </a:lnTo>
                  <a:lnTo>
                    <a:pt x="10382" y="22319"/>
                  </a:lnTo>
                  <a:cubicBezTo>
                    <a:pt x="10345" y="22324"/>
                    <a:pt x="10307" y="22328"/>
                    <a:pt x="10271" y="22329"/>
                  </a:cubicBezTo>
                  <a:cubicBezTo>
                    <a:pt x="10251" y="22329"/>
                    <a:pt x="10233" y="22331"/>
                    <a:pt x="10214" y="22331"/>
                  </a:cubicBezTo>
                  <a:cubicBezTo>
                    <a:pt x="10165" y="22335"/>
                    <a:pt x="10114" y="22335"/>
                    <a:pt x="10068" y="22342"/>
                  </a:cubicBezTo>
                  <a:cubicBezTo>
                    <a:pt x="10052" y="22345"/>
                    <a:pt x="10034" y="22348"/>
                    <a:pt x="10020" y="22351"/>
                  </a:cubicBezTo>
                  <a:cubicBezTo>
                    <a:pt x="10017" y="22353"/>
                    <a:pt x="10009" y="22353"/>
                    <a:pt x="10004" y="22353"/>
                  </a:cubicBezTo>
                  <a:cubicBezTo>
                    <a:pt x="9996" y="22356"/>
                    <a:pt x="9989" y="22357"/>
                    <a:pt x="9982" y="22357"/>
                  </a:cubicBezTo>
                  <a:cubicBezTo>
                    <a:pt x="9964" y="22358"/>
                    <a:pt x="9944" y="22358"/>
                    <a:pt x="9918" y="22358"/>
                  </a:cubicBezTo>
                  <a:cubicBezTo>
                    <a:pt x="9858" y="22358"/>
                    <a:pt x="9780" y="22356"/>
                    <a:pt x="9710" y="22350"/>
                  </a:cubicBezTo>
                  <a:cubicBezTo>
                    <a:pt x="9700" y="22350"/>
                    <a:pt x="9690" y="22348"/>
                    <a:pt x="9682" y="22348"/>
                  </a:cubicBezTo>
                  <a:cubicBezTo>
                    <a:pt x="9666" y="22345"/>
                    <a:pt x="9649" y="22344"/>
                    <a:pt x="9634" y="22344"/>
                  </a:cubicBezTo>
                  <a:cubicBezTo>
                    <a:pt x="9620" y="22342"/>
                    <a:pt x="9608" y="22341"/>
                    <a:pt x="9595" y="22341"/>
                  </a:cubicBezTo>
                  <a:lnTo>
                    <a:pt x="9591" y="22341"/>
                  </a:lnTo>
                  <a:cubicBezTo>
                    <a:pt x="9579" y="22338"/>
                    <a:pt x="9569" y="22337"/>
                    <a:pt x="9560" y="22337"/>
                  </a:cubicBezTo>
                  <a:cubicBezTo>
                    <a:pt x="9554" y="22335"/>
                    <a:pt x="9550" y="22335"/>
                    <a:pt x="9547" y="22334"/>
                  </a:cubicBezTo>
                  <a:cubicBezTo>
                    <a:pt x="9482" y="22319"/>
                    <a:pt x="9399" y="22312"/>
                    <a:pt x="9303" y="22312"/>
                  </a:cubicBezTo>
                  <a:cubicBezTo>
                    <a:pt x="9269" y="22312"/>
                    <a:pt x="9237" y="22313"/>
                    <a:pt x="9203" y="22315"/>
                  </a:cubicBezTo>
                  <a:cubicBezTo>
                    <a:pt x="9102" y="22319"/>
                    <a:pt x="8999" y="22331"/>
                    <a:pt x="8912" y="22348"/>
                  </a:cubicBezTo>
                  <a:cubicBezTo>
                    <a:pt x="8883" y="22353"/>
                    <a:pt x="8854" y="22360"/>
                    <a:pt x="8827" y="22366"/>
                  </a:cubicBezTo>
                  <a:cubicBezTo>
                    <a:pt x="8816" y="22370"/>
                    <a:pt x="8803" y="22372"/>
                    <a:pt x="8791" y="22374"/>
                  </a:cubicBezTo>
                  <a:cubicBezTo>
                    <a:pt x="8779" y="22379"/>
                    <a:pt x="8769" y="22382"/>
                    <a:pt x="8759" y="22386"/>
                  </a:cubicBezTo>
                  <a:cubicBezTo>
                    <a:pt x="8750" y="22389"/>
                    <a:pt x="8743" y="22392"/>
                    <a:pt x="8736" y="22395"/>
                  </a:cubicBezTo>
                  <a:cubicBezTo>
                    <a:pt x="8730" y="22399"/>
                    <a:pt x="8723" y="22399"/>
                    <a:pt x="8717" y="22399"/>
                  </a:cubicBezTo>
                  <a:cubicBezTo>
                    <a:pt x="8708" y="22399"/>
                    <a:pt x="8699" y="22396"/>
                    <a:pt x="8689" y="22392"/>
                  </a:cubicBezTo>
                  <a:cubicBezTo>
                    <a:pt x="8686" y="22389"/>
                    <a:pt x="8686" y="22388"/>
                    <a:pt x="8682" y="22385"/>
                  </a:cubicBezTo>
                  <a:cubicBezTo>
                    <a:pt x="8679" y="22382"/>
                    <a:pt x="8678" y="22379"/>
                    <a:pt x="8675" y="22374"/>
                  </a:cubicBezTo>
                  <a:cubicBezTo>
                    <a:pt x="8672" y="22367"/>
                    <a:pt x="8670" y="22363"/>
                    <a:pt x="8670" y="22353"/>
                  </a:cubicBezTo>
                  <a:cubicBezTo>
                    <a:pt x="8670" y="22334"/>
                    <a:pt x="8667" y="22316"/>
                    <a:pt x="8667" y="22300"/>
                  </a:cubicBezTo>
                  <a:cubicBezTo>
                    <a:pt x="8666" y="22280"/>
                    <a:pt x="8665" y="22264"/>
                    <a:pt x="8663" y="22247"/>
                  </a:cubicBezTo>
                  <a:cubicBezTo>
                    <a:pt x="8660" y="22233"/>
                    <a:pt x="8659" y="22222"/>
                    <a:pt x="8656" y="22212"/>
                  </a:cubicBezTo>
                  <a:cubicBezTo>
                    <a:pt x="8651" y="22199"/>
                    <a:pt x="8649" y="22185"/>
                    <a:pt x="8643" y="22175"/>
                  </a:cubicBezTo>
                  <a:cubicBezTo>
                    <a:pt x="8638" y="22171"/>
                    <a:pt x="8630" y="22159"/>
                    <a:pt x="8624" y="22149"/>
                  </a:cubicBezTo>
                  <a:cubicBezTo>
                    <a:pt x="8608" y="22130"/>
                    <a:pt x="8592" y="22106"/>
                    <a:pt x="8588" y="22082"/>
                  </a:cubicBezTo>
                  <a:cubicBezTo>
                    <a:pt x="8586" y="22074"/>
                    <a:pt x="8585" y="22066"/>
                    <a:pt x="8585" y="22058"/>
                  </a:cubicBezTo>
                  <a:cubicBezTo>
                    <a:pt x="8585" y="22033"/>
                    <a:pt x="8588" y="22008"/>
                    <a:pt x="8598" y="21980"/>
                  </a:cubicBezTo>
                  <a:cubicBezTo>
                    <a:pt x="8606" y="21953"/>
                    <a:pt x="8617" y="21927"/>
                    <a:pt x="8630" y="21898"/>
                  </a:cubicBezTo>
                  <a:lnTo>
                    <a:pt x="8641" y="21870"/>
                  </a:lnTo>
                  <a:lnTo>
                    <a:pt x="8656" y="21829"/>
                  </a:lnTo>
                  <a:cubicBezTo>
                    <a:pt x="8686" y="21742"/>
                    <a:pt x="8715" y="21662"/>
                    <a:pt x="8755" y="21585"/>
                  </a:cubicBezTo>
                  <a:cubicBezTo>
                    <a:pt x="8766" y="21565"/>
                    <a:pt x="8775" y="21549"/>
                    <a:pt x="8787" y="21528"/>
                  </a:cubicBezTo>
                  <a:cubicBezTo>
                    <a:pt x="8787" y="21527"/>
                    <a:pt x="8788" y="21524"/>
                    <a:pt x="8790" y="21524"/>
                  </a:cubicBezTo>
                  <a:cubicBezTo>
                    <a:pt x="8791" y="21522"/>
                    <a:pt x="8791" y="21521"/>
                    <a:pt x="8794" y="21517"/>
                  </a:cubicBezTo>
                  <a:cubicBezTo>
                    <a:pt x="8795" y="21514"/>
                    <a:pt x="8797" y="21512"/>
                    <a:pt x="8797" y="21509"/>
                  </a:cubicBezTo>
                  <a:lnTo>
                    <a:pt x="8795" y="21509"/>
                  </a:lnTo>
                  <a:cubicBezTo>
                    <a:pt x="8787" y="21514"/>
                    <a:pt x="8777" y="21517"/>
                    <a:pt x="8769" y="21521"/>
                  </a:cubicBezTo>
                  <a:cubicBezTo>
                    <a:pt x="8736" y="21536"/>
                    <a:pt x="8704" y="21550"/>
                    <a:pt x="8678" y="21568"/>
                  </a:cubicBezTo>
                  <a:cubicBezTo>
                    <a:pt x="8667" y="21573"/>
                    <a:pt x="8659" y="21581"/>
                    <a:pt x="8651" y="21588"/>
                  </a:cubicBezTo>
                  <a:cubicBezTo>
                    <a:pt x="8638" y="21600"/>
                    <a:pt x="8628" y="21610"/>
                    <a:pt x="8619" y="21624"/>
                  </a:cubicBezTo>
                  <a:cubicBezTo>
                    <a:pt x="8601" y="21650"/>
                    <a:pt x="8590" y="21681"/>
                    <a:pt x="8580" y="21717"/>
                  </a:cubicBezTo>
                  <a:cubicBezTo>
                    <a:pt x="8573" y="21745"/>
                    <a:pt x="8569" y="21774"/>
                    <a:pt x="8563" y="21803"/>
                  </a:cubicBezTo>
                  <a:cubicBezTo>
                    <a:pt x="8556" y="21850"/>
                    <a:pt x="8547" y="21899"/>
                    <a:pt x="8529" y="21944"/>
                  </a:cubicBezTo>
                  <a:cubicBezTo>
                    <a:pt x="8526" y="21951"/>
                    <a:pt x="8525" y="21957"/>
                    <a:pt x="8519" y="21963"/>
                  </a:cubicBezTo>
                  <a:cubicBezTo>
                    <a:pt x="8515" y="21966"/>
                    <a:pt x="8508" y="21972"/>
                    <a:pt x="8503" y="21975"/>
                  </a:cubicBezTo>
                  <a:cubicBezTo>
                    <a:pt x="8497" y="21978"/>
                    <a:pt x="8490" y="21979"/>
                    <a:pt x="8484" y="21979"/>
                  </a:cubicBezTo>
                  <a:cubicBezTo>
                    <a:pt x="8477" y="21979"/>
                    <a:pt x="8468" y="21975"/>
                    <a:pt x="8461" y="21972"/>
                  </a:cubicBezTo>
                  <a:cubicBezTo>
                    <a:pt x="8461" y="21972"/>
                    <a:pt x="8400" y="21935"/>
                    <a:pt x="8345" y="21902"/>
                  </a:cubicBezTo>
                  <a:cubicBezTo>
                    <a:pt x="8329" y="21893"/>
                    <a:pt x="8314" y="21885"/>
                    <a:pt x="8301" y="21877"/>
                  </a:cubicBezTo>
                  <a:cubicBezTo>
                    <a:pt x="8288" y="21870"/>
                    <a:pt x="8278" y="21864"/>
                    <a:pt x="8272" y="21861"/>
                  </a:cubicBezTo>
                  <a:cubicBezTo>
                    <a:pt x="8271" y="21861"/>
                    <a:pt x="8268" y="21858"/>
                    <a:pt x="8268" y="21858"/>
                  </a:cubicBezTo>
                  <a:lnTo>
                    <a:pt x="8268" y="21858"/>
                  </a:lnTo>
                  <a:cubicBezTo>
                    <a:pt x="8295" y="21886"/>
                    <a:pt x="8324" y="21915"/>
                    <a:pt x="8352" y="21944"/>
                  </a:cubicBezTo>
                  <a:cubicBezTo>
                    <a:pt x="8364" y="21956"/>
                    <a:pt x="8372" y="21966"/>
                    <a:pt x="8381" y="21979"/>
                  </a:cubicBezTo>
                  <a:cubicBezTo>
                    <a:pt x="8390" y="21992"/>
                    <a:pt x="8401" y="22001"/>
                    <a:pt x="8409" y="22014"/>
                  </a:cubicBezTo>
                  <a:cubicBezTo>
                    <a:pt x="8422" y="22031"/>
                    <a:pt x="8436" y="22050"/>
                    <a:pt x="8448" y="22068"/>
                  </a:cubicBezTo>
                  <a:cubicBezTo>
                    <a:pt x="8461" y="22087"/>
                    <a:pt x="8473" y="22104"/>
                    <a:pt x="8484" y="22124"/>
                  </a:cubicBezTo>
                  <a:cubicBezTo>
                    <a:pt x="8492" y="22137"/>
                    <a:pt x="8499" y="22152"/>
                    <a:pt x="8505" y="22164"/>
                  </a:cubicBezTo>
                  <a:cubicBezTo>
                    <a:pt x="8512" y="22177"/>
                    <a:pt x="8518" y="22191"/>
                    <a:pt x="8525" y="22206"/>
                  </a:cubicBezTo>
                  <a:cubicBezTo>
                    <a:pt x="8528" y="22219"/>
                    <a:pt x="8535" y="22233"/>
                    <a:pt x="8540" y="22248"/>
                  </a:cubicBezTo>
                  <a:cubicBezTo>
                    <a:pt x="8545" y="22268"/>
                    <a:pt x="8550" y="22284"/>
                    <a:pt x="8554" y="22305"/>
                  </a:cubicBezTo>
                  <a:cubicBezTo>
                    <a:pt x="8558" y="22341"/>
                    <a:pt x="8558" y="22377"/>
                    <a:pt x="8556" y="22414"/>
                  </a:cubicBezTo>
                  <a:cubicBezTo>
                    <a:pt x="8553" y="22430"/>
                    <a:pt x="8550" y="22446"/>
                    <a:pt x="8545" y="22462"/>
                  </a:cubicBezTo>
                  <a:cubicBezTo>
                    <a:pt x="8535" y="22497"/>
                    <a:pt x="8522" y="22530"/>
                    <a:pt x="8505" y="22562"/>
                  </a:cubicBezTo>
                  <a:cubicBezTo>
                    <a:pt x="8489" y="22593"/>
                    <a:pt x="8467" y="22622"/>
                    <a:pt x="8441" y="22651"/>
                  </a:cubicBezTo>
                  <a:cubicBezTo>
                    <a:pt x="8428" y="22664"/>
                    <a:pt x="8416" y="22678"/>
                    <a:pt x="8403" y="22691"/>
                  </a:cubicBezTo>
                  <a:cubicBezTo>
                    <a:pt x="8390" y="22705"/>
                    <a:pt x="8375" y="22719"/>
                    <a:pt x="8361" y="22729"/>
                  </a:cubicBezTo>
                  <a:cubicBezTo>
                    <a:pt x="8346" y="22742"/>
                    <a:pt x="8332" y="22751"/>
                    <a:pt x="8317" y="22763"/>
                  </a:cubicBezTo>
                  <a:cubicBezTo>
                    <a:pt x="8287" y="22782"/>
                    <a:pt x="8255" y="22799"/>
                    <a:pt x="8223" y="22811"/>
                  </a:cubicBezTo>
                  <a:cubicBezTo>
                    <a:pt x="8207" y="22816"/>
                    <a:pt x="8192" y="22822"/>
                    <a:pt x="8176" y="22825"/>
                  </a:cubicBezTo>
                  <a:cubicBezTo>
                    <a:pt x="8156" y="22831"/>
                    <a:pt x="8135" y="22832"/>
                    <a:pt x="8116" y="22832"/>
                  </a:cubicBezTo>
                  <a:cubicBezTo>
                    <a:pt x="8066" y="22832"/>
                    <a:pt x="8020" y="22818"/>
                    <a:pt x="7984" y="22806"/>
                  </a:cubicBezTo>
                  <a:cubicBezTo>
                    <a:pt x="7973" y="22802"/>
                    <a:pt x="7958" y="22796"/>
                    <a:pt x="7946" y="22793"/>
                  </a:cubicBezTo>
                  <a:cubicBezTo>
                    <a:pt x="7943" y="22793"/>
                    <a:pt x="7943" y="22792"/>
                    <a:pt x="7939" y="22789"/>
                  </a:cubicBezTo>
                  <a:cubicBezTo>
                    <a:pt x="7930" y="22786"/>
                    <a:pt x="7922" y="22777"/>
                    <a:pt x="7917" y="22773"/>
                  </a:cubicBezTo>
                  <a:lnTo>
                    <a:pt x="7836" y="22691"/>
                  </a:lnTo>
                  <a:cubicBezTo>
                    <a:pt x="7792" y="22625"/>
                    <a:pt x="7772" y="22537"/>
                    <a:pt x="7754" y="22453"/>
                  </a:cubicBezTo>
                  <a:lnTo>
                    <a:pt x="7744" y="22417"/>
                  </a:lnTo>
                  <a:cubicBezTo>
                    <a:pt x="7718" y="22292"/>
                    <a:pt x="7744" y="22184"/>
                    <a:pt x="7772" y="22081"/>
                  </a:cubicBezTo>
                  <a:cubicBezTo>
                    <a:pt x="7798" y="21979"/>
                    <a:pt x="7823" y="21883"/>
                    <a:pt x="7798" y="21774"/>
                  </a:cubicBezTo>
                  <a:cubicBezTo>
                    <a:pt x="7762" y="21611"/>
                    <a:pt x="7728" y="21502"/>
                    <a:pt x="7682" y="21399"/>
                  </a:cubicBezTo>
                  <a:cubicBezTo>
                    <a:pt x="7682" y="21403"/>
                    <a:pt x="7682" y="21406"/>
                    <a:pt x="7679" y="21411"/>
                  </a:cubicBezTo>
                  <a:lnTo>
                    <a:pt x="7679" y="21441"/>
                  </a:lnTo>
                  <a:cubicBezTo>
                    <a:pt x="7676" y="21473"/>
                    <a:pt x="7676" y="21502"/>
                    <a:pt x="7683" y="21524"/>
                  </a:cubicBezTo>
                  <a:cubicBezTo>
                    <a:pt x="7692" y="21563"/>
                    <a:pt x="7696" y="21601"/>
                    <a:pt x="7701" y="21640"/>
                  </a:cubicBezTo>
                  <a:cubicBezTo>
                    <a:pt x="7706" y="21710"/>
                    <a:pt x="7706" y="21774"/>
                    <a:pt x="7705" y="21837"/>
                  </a:cubicBezTo>
                  <a:cubicBezTo>
                    <a:pt x="7701" y="21866"/>
                    <a:pt x="7701" y="21895"/>
                    <a:pt x="7698" y="21922"/>
                  </a:cubicBezTo>
                  <a:cubicBezTo>
                    <a:pt x="7690" y="21986"/>
                    <a:pt x="7679" y="22047"/>
                    <a:pt x="7670" y="22108"/>
                  </a:cubicBezTo>
                  <a:cubicBezTo>
                    <a:pt x="7661" y="22167"/>
                    <a:pt x="7653" y="22225"/>
                    <a:pt x="7645" y="22283"/>
                  </a:cubicBezTo>
                  <a:cubicBezTo>
                    <a:pt x="7641" y="22312"/>
                    <a:pt x="7640" y="22342"/>
                    <a:pt x="7635" y="22374"/>
                  </a:cubicBezTo>
                  <a:cubicBezTo>
                    <a:pt x="7632" y="22404"/>
                    <a:pt x="7632" y="22437"/>
                    <a:pt x="7632" y="22468"/>
                  </a:cubicBezTo>
                  <a:cubicBezTo>
                    <a:pt x="7632" y="22472"/>
                    <a:pt x="7631" y="22476"/>
                    <a:pt x="7628" y="22481"/>
                  </a:cubicBezTo>
                  <a:cubicBezTo>
                    <a:pt x="7626" y="22484"/>
                    <a:pt x="7625" y="22489"/>
                    <a:pt x="7619" y="22494"/>
                  </a:cubicBezTo>
                  <a:cubicBezTo>
                    <a:pt x="7613" y="22498"/>
                    <a:pt x="7606" y="22505"/>
                    <a:pt x="7597" y="22508"/>
                  </a:cubicBezTo>
                  <a:cubicBezTo>
                    <a:pt x="7589" y="22511"/>
                    <a:pt x="7580" y="22513"/>
                    <a:pt x="7573" y="22513"/>
                  </a:cubicBezTo>
                  <a:cubicBezTo>
                    <a:pt x="7552" y="22513"/>
                    <a:pt x="7531" y="22511"/>
                    <a:pt x="7510" y="22510"/>
                  </a:cubicBezTo>
                  <a:cubicBezTo>
                    <a:pt x="7496" y="22510"/>
                    <a:pt x="7483" y="22508"/>
                    <a:pt x="7467" y="22505"/>
                  </a:cubicBezTo>
                  <a:cubicBezTo>
                    <a:pt x="7464" y="22505"/>
                    <a:pt x="7459" y="22504"/>
                    <a:pt x="7456" y="22504"/>
                  </a:cubicBezTo>
                  <a:cubicBezTo>
                    <a:pt x="7436" y="22501"/>
                    <a:pt x="7420" y="22498"/>
                    <a:pt x="7401" y="22495"/>
                  </a:cubicBezTo>
                  <a:cubicBezTo>
                    <a:pt x="7388" y="22491"/>
                    <a:pt x="7374" y="22489"/>
                    <a:pt x="7362" y="22486"/>
                  </a:cubicBezTo>
                  <a:cubicBezTo>
                    <a:pt x="7358" y="22484"/>
                    <a:pt x="7352" y="22484"/>
                    <a:pt x="7349" y="22482"/>
                  </a:cubicBezTo>
                  <a:cubicBezTo>
                    <a:pt x="7344" y="22481"/>
                    <a:pt x="7337" y="22479"/>
                    <a:pt x="7334" y="22479"/>
                  </a:cubicBezTo>
                  <a:cubicBezTo>
                    <a:pt x="7314" y="22475"/>
                    <a:pt x="7298" y="22468"/>
                    <a:pt x="7278" y="22460"/>
                  </a:cubicBezTo>
                  <a:cubicBezTo>
                    <a:pt x="7224" y="22440"/>
                    <a:pt x="7170" y="22417"/>
                    <a:pt x="7122" y="22392"/>
                  </a:cubicBezTo>
                  <a:cubicBezTo>
                    <a:pt x="7087" y="22373"/>
                    <a:pt x="7054" y="22356"/>
                    <a:pt x="7023" y="22335"/>
                  </a:cubicBezTo>
                  <a:cubicBezTo>
                    <a:pt x="6955" y="22292"/>
                    <a:pt x="6886" y="22242"/>
                    <a:pt x="6825" y="22196"/>
                  </a:cubicBezTo>
                  <a:cubicBezTo>
                    <a:pt x="6805" y="22181"/>
                    <a:pt x="6783" y="22164"/>
                    <a:pt x="6766" y="22149"/>
                  </a:cubicBezTo>
                  <a:lnTo>
                    <a:pt x="6759" y="22145"/>
                  </a:lnTo>
                  <a:lnTo>
                    <a:pt x="6759" y="22145"/>
                  </a:lnTo>
                  <a:cubicBezTo>
                    <a:pt x="6761" y="22148"/>
                    <a:pt x="6766" y="22155"/>
                    <a:pt x="6769" y="22159"/>
                  </a:cubicBezTo>
                  <a:cubicBezTo>
                    <a:pt x="6777" y="22169"/>
                    <a:pt x="6788" y="22178"/>
                    <a:pt x="6796" y="22191"/>
                  </a:cubicBezTo>
                  <a:cubicBezTo>
                    <a:pt x="6805" y="22204"/>
                    <a:pt x="6814" y="22215"/>
                    <a:pt x="6824" y="22226"/>
                  </a:cubicBezTo>
                  <a:cubicBezTo>
                    <a:pt x="6841" y="22249"/>
                    <a:pt x="6857" y="22273"/>
                    <a:pt x="6872" y="22299"/>
                  </a:cubicBezTo>
                  <a:cubicBezTo>
                    <a:pt x="6882" y="22313"/>
                    <a:pt x="6882" y="22331"/>
                    <a:pt x="6875" y="22345"/>
                  </a:cubicBezTo>
                  <a:cubicBezTo>
                    <a:pt x="6866" y="22360"/>
                    <a:pt x="6849" y="22370"/>
                    <a:pt x="6833" y="22370"/>
                  </a:cubicBezTo>
                  <a:lnTo>
                    <a:pt x="6760" y="22370"/>
                  </a:lnTo>
                  <a:cubicBezTo>
                    <a:pt x="6751" y="22370"/>
                    <a:pt x="6743" y="22367"/>
                    <a:pt x="6735" y="22364"/>
                  </a:cubicBezTo>
                  <a:cubicBezTo>
                    <a:pt x="6709" y="22348"/>
                    <a:pt x="6670" y="22345"/>
                    <a:pt x="6626" y="22345"/>
                  </a:cubicBezTo>
                  <a:lnTo>
                    <a:pt x="6597" y="22345"/>
                  </a:lnTo>
                  <a:cubicBezTo>
                    <a:pt x="6564" y="22345"/>
                    <a:pt x="6526" y="22345"/>
                    <a:pt x="6490" y="22338"/>
                  </a:cubicBezTo>
                  <a:cubicBezTo>
                    <a:pt x="6476" y="22335"/>
                    <a:pt x="6466" y="22335"/>
                    <a:pt x="6453" y="22331"/>
                  </a:cubicBezTo>
                  <a:cubicBezTo>
                    <a:pt x="6415" y="22324"/>
                    <a:pt x="6369" y="22319"/>
                    <a:pt x="6324" y="22313"/>
                  </a:cubicBezTo>
                  <a:lnTo>
                    <a:pt x="6315" y="22313"/>
                  </a:lnTo>
                  <a:cubicBezTo>
                    <a:pt x="6251" y="22308"/>
                    <a:pt x="6183" y="22305"/>
                    <a:pt x="6114" y="22305"/>
                  </a:cubicBezTo>
                  <a:cubicBezTo>
                    <a:pt x="6061" y="22305"/>
                    <a:pt x="6005" y="22308"/>
                    <a:pt x="5959" y="22309"/>
                  </a:cubicBezTo>
                  <a:cubicBezTo>
                    <a:pt x="5909" y="22313"/>
                    <a:pt x="5866" y="22321"/>
                    <a:pt x="5828" y="22328"/>
                  </a:cubicBezTo>
                  <a:lnTo>
                    <a:pt x="5276" y="22358"/>
                  </a:lnTo>
                  <a:cubicBezTo>
                    <a:pt x="5239" y="22366"/>
                    <a:pt x="5203" y="22370"/>
                    <a:pt x="5164" y="22372"/>
                  </a:cubicBezTo>
                  <a:cubicBezTo>
                    <a:pt x="5126" y="22373"/>
                    <a:pt x="5088" y="22373"/>
                    <a:pt x="5050" y="22373"/>
                  </a:cubicBezTo>
                  <a:cubicBezTo>
                    <a:pt x="5030" y="22373"/>
                    <a:pt x="5014" y="22373"/>
                    <a:pt x="4993" y="22374"/>
                  </a:cubicBezTo>
                  <a:cubicBezTo>
                    <a:pt x="4957" y="22374"/>
                    <a:pt x="4919" y="22377"/>
                    <a:pt x="4883" y="22380"/>
                  </a:cubicBezTo>
                  <a:cubicBezTo>
                    <a:pt x="4864" y="22385"/>
                    <a:pt x="4847" y="22386"/>
                    <a:pt x="4829" y="22389"/>
                  </a:cubicBezTo>
                  <a:cubicBezTo>
                    <a:pt x="4726" y="22411"/>
                    <a:pt x="4537" y="22424"/>
                    <a:pt x="4328" y="22424"/>
                  </a:cubicBezTo>
                  <a:cubicBezTo>
                    <a:pt x="4301" y="22424"/>
                    <a:pt x="4275" y="22424"/>
                    <a:pt x="4252" y="22422"/>
                  </a:cubicBezTo>
                  <a:cubicBezTo>
                    <a:pt x="4216" y="22422"/>
                    <a:pt x="4178" y="22422"/>
                    <a:pt x="4143" y="22421"/>
                  </a:cubicBezTo>
                  <a:cubicBezTo>
                    <a:pt x="4107" y="22418"/>
                    <a:pt x="4073" y="22417"/>
                    <a:pt x="4043" y="22415"/>
                  </a:cubicBezTo>
                  <a:cubicBezTo>
                    <a:pt x="4003" y="22411"/>
                    <a:pt x="3967" y="22409"/>
                    <a:pt x="3934" y="22404"/>
                  </a:cubicBezTo>
                  <a:cubicBezTo>
                    <a:pt x="3897" y="22401"/>
                    <a:pt x="3867" y="22395"/>
                    <a:pt x="3843" y="22389"/>
                  </a:cubicBezTo>
                  <a:lnTo>
                    <a:pt x="3576" y="22370"/>
                  </a:lnTo>
                  <a:cubicBezTo>
                    <a:pt x="3547" y="22363"/>
                    <a:pt x="3516" y="22356"/>
                    <a:pt x="3484" y="22350"/>
                  </a:cubicBezTo>
                  <a:cubicBezTo>
                    <a:pt x="3454" y="22344"/>
                    <a:pt x="3425" y="22337"/>
                    <a:pt x="3393" y="22334"/>
                  </a:cubicBezTo>
                  <a:cubicBezTo>
                    <a:pt x="3364" y="22328"/>
                    <a:pt x="3332" y="22321"/>
                    <a:pt x="3301" y="22315"/>
                  </a:cubicBezTo>
                  <a:cubicBezTo>
                    <a:pt x="3279" y="22312"/>
                    <a:pt x="3258" y="22306"/>
                    <a:pt x="3233" y="22300"/>
                  </a:cubicBezTo>
                  <a:cubicBezTo>
                    <a:pt x="3212" y="22297"/>
                    <a:pt x="3192" y="22292"/>
                    <a:pt x="3172" y="22286"/>
                  </a:cubicBezTo>
                  <a:cubicBezTo>
                    <a:pt x="3127" y="22273"/>
                    <a:pt x="3080" y="22261"/>
                    <a:pt x="3037" y="22242"/>
                  </a:cubicBezTo>
                  <a:cubicBezTo>
                    <a:pt x="2833" y="22159"/>
                    <a:pt x="2648" y="22069"/>
                    <a:pt x="2485" y="21973"/>
                  </a:cubicBezTo>
                  <a:cubicBezTo>
                    <a:pt x="2443" y="21950"/>
                    <a:pt x="2404" y="21924"/>
                    <a:pt x="2365" y="21898"/>
                  </a:cubicBezTo>
                  <a:cubicBezTo>
                    <a:pt x="2333" y="21879"/>
                    <a:pt x="2305" y="21858"/>
                    <a:pt x="2276" y="21837"/>
                  </a:cubicBezTo>
                  <a:cubicBezTo>
                    <a:pt x="2275" y="21835"/>
                    <a:pt x="2273" y="21834"/>
                    <a:pt x="2270" y="21834"/>
                  </a:cubicBezTo>
                  <a:cubicBezTo>
                    <a:pt x="2267" y="21832"/>
                    <a:pt x="2263" y="21829"/>
                    <a:pt x="2260" y="21826"/>
                  </a:cubicBezTo>
                  <a:cubicBezTo>
                    <a:pt x="2222" y="21799"/>
                    <a:pt x="2183" y="21771"/>
                    <a:pt x="2145" y="21742"/>
                  </a:cubicBezTo>
                  <a:cubicBezTo>
                    <a:pt x="2077" y="21688"/>
                    <a:pt x="2012" y="21630"/>
                    <a:pt x="1953" y="21570"/>
                  </a:cubicBezTo>
                  <a:cubicBezTo>
                    <a:pt x="1921" y="21541"/>
                    <a:pt x="1892" y="21509"/>
                    <a:pt x="1863" y="21477"/>
                  </a:cubicBezTo>
                  <a:cubicBezTo>
                    <a:pt x="1837" y="21447"/>
                    <a:pt x="1811" y="21415"/>
                    <a:pt x="1786" y="21384"/>
                  </a:cubicBezTo>
                  <a:cubicBezTo>
                    <a:pt x="1769" y="21364"/>
                    <a:pt x="1753" y="21342"/>
                    <a:pt x="1738" y="21320"/>
                  </a:cubicBezTo>
                  <a:cubicBezTo>
                    <a:pt x="1725" y="21304"/>
                    <a:pt x="1713" y="21288"/>
                    <a:pt x="1702" y="21272"/>
                  </a:cubicBezTo>
                  <a:cubicBezTo>
                    <a:pt x="1681" y="21246"/>
                    <a:pt x="1665" y="21219"/>
                    <a:pt x="1649" y="21194"/>
                  </a:cubicBezTo>
                  <a:cubicBezTo>
                    <a:pt x="1626" y="21158"/>
                    <a:pt x="1604" y="21120"/>
                    <a:pt x="1583" y="21081"/>
                  </a:cubicBezTo>
                  <a:cubicBezTo>
                    <a:pt x="1562" y="21044"/>
                    <a:pt x="1543" y="21008"/>
                    <a:pt x="1526" y="20971"/>
                  </a:cubicBezTo>
                  <a:cubicBezTo>
                    <a:pt x="1507" y="20935"/>
                    <a:pt x="1491" y="20897"/>
                    <a:pt x="1476" y="20861"/>
                  </a:cubicBezTo>
                  <a:lnTo>
                    <a:pt x="1476" y="20860"/>
                  </a:lnTo>
                  <a:cubicBezTo>
                    <a:pt x="1463" y="20832"/>
                    <a:pt x="1455" y="20803"/>
                    <a:pt x="1447" y="20774"/>
                  </a:cubicBezTo>
                  <a:cubicBezTo>
                    <a:pt x="1439" y="20745"/>
                    <a:pt x="1433" y="20714"/>
                    <a:pt x="1427" y="20684"/>
                  </a:cubicBezTo>
                  <a:cubicBezTo>
                    <a:pt x="1420" y="20652"/>
                    <a:pt x="1415" y="20623"/>
                    <a:pt x="1411" y="20591"/>
                  </a:cubicBezTo>
                  <a:cubicBezTo>
                    <a:pt x="1405" y="20560"/>
                    <a:pt x="1401" y="20531"/>
                    <a:pt x="1397" y="20497"/>
                  </a:cubicBezTo>
                  <a:cubicBezTo>
                    <a:pt x="1386" y="20425"/>
                    <a:pt x="1376" y="20352"/>
                    <a:pt x="1360" y="20281"/>
                  </a:cubicBezTo>
                  <a:cubicBezTo>
                    <a:pt x="1347" y="20227"/>
                    <a:pt x="1347" y="20172"/>
                    <a:pt x="1347" y="20118"/>
                  </a:cubicBezTo>
                  <a:cubicBezTo>
                    <a:pt x="1347" y="20073"/>
                    <a:pt x="1347" y="20029"/>
                    <a:pt x="1337" y="19981"/>
                  </a:cubicBezTo>
                  <a:lnTo>
                    <a:pt x="1328" y="19339"/>
                  </a:lnTo>
                  <a:cubicBezTo>
                    <a:pt x="1302" y="19220"/>
                    <a:pt x="1301" y="19092"/>
                    <a:pt x="1301" y="18964"/>
                  </a:cubicBezTo>
                  <a:cubicBezTo>
                    <a:pt x="1299" y="18844"/>
                    <a:pt x="1299" y="18721"/>
                    <a:pt x="1273" y="18600"/>
                  </a:cubicBezTo>
                  <a:lnTo>
                    <a:pt x="1274" y="18434"/>
                  </a:lnTo>
                  <a:cubicBezTo>
                    <a:pt x="1248" y="18309"/>
                    <a:pt x="1244" y="18173"/>
                    <a:pt x="1238" y="18040"/>
                  </a:cubicBezTo>
                  <a:cubicBezTo>
                    <a:pt x="1235" y="17908"/>
                    <a:pt x="1229" y="17771"/>
                    <a:pt x="1202" y="17648"/>
                  </a:cubicBezTo>
                  <a:cubicBezTo>
                    <a:pt x="1193" y="17606"/>
                    <a:pt x="1183" y="17565"/>
                    <a:pt x="1176" y="17523"/>
                  </a:cubicBezTo>
                  <a:cubicBezTo>
                    <a:pt x="1155" y="17439"/>
                    <a:pt x="1136" y="17357"/>
                    <a:pt x="1117" y="17277"/>
                  </a:cubicBezTo>
                  <a:cubicBezTo>
                    <a:pt x="1107" y="17238"/>
                    <a:pt x="1097" y="17199"/>
                    <a:pt x="1090" y="17161"/>
                  </a:cubicBezTo>
                  <a:lnTo>
                    <a:pt x="1090" y="17158"/>
                  </a:lnTo>
                  <a:cubicBezTo>
                    <a:pt x="1088" y="17152"/>
                    <a:pt x="1088" y="17146"/>
                    <a:pt x="1090" y="17143"/>
                  </a:cubicBezTo>
                  <a:cubicBezTo>
                    <a:pt x="1090" y="17140"/>
                    <a:pt x="1091" y="17140"/>
                    <a:pt x="1091" y="17139"/>
                  </a:cubicBezTo>
                  <a:lnTo>
                    <a:pt x="1091" y="17136"/>
                  </a:lnTo>
                  <a:cubicBezTo>
                    <a:pt x="1093" y="17130"/>
                    <a:pt x="1096" y="17123"/>
                    <a:pt x="1098" y="17119"/>
                  </a:cubicBezTo>
                  <a:cubicBezTo>
                    <a:pt x="1107" y="17107"/>
                    <a:pt x="1122" y="17101"/>
                    <a:pt x="1135" y="17101"/>
                  </a:cubicBezTo>
                  <a:close/>
                  <a:moveTo>
                    <a:pt x="65287" y="27171"/>
                  </a:moveTo>
                  <a:cubicBezTo>
                    <a:pt x="65278" y="27183"/>
                    <a:pt x="65284" y="27175"/>
                    <a:pt x="65274" y="27191"/>
                  </a:cubicBezTo>
                  <a:lnTo>
                    <a:pt x="65287" y="27191"/>
                  </a:lnTo>
                  <a:lnTo>
                    <a:pt x="65287" y="27171"/>
                  </a:lnTo>
                  <a:close/>
                  <a:moveTo>
                    <a:pt x="66501" y="27771"/>
                  </a:moveTo>
                  <a:cubicBezTo>
                    <a:pt x="66470" y="27796"/>
                    <a:pt x="66441" y="27824"/>
                    <a:pt x="66421" y="27854"/>
                  </a:cubicBezTo>
                  <a:cubicBezTo>
                    <a:pt x="66400" y="27883"/>
                    <a:pt x="66385" y="27915"/>
                    <a:pt x="66369" y="27946"/>
                  </a:cubicBezTo>
                  <a:cubicBezTo>
                    <a:pt x="66353" y="27976"/>
                    <a:pt x="66338" y="28007"/>
                    <a:pt x="66325" y="28040"/>
                  </a:cubicBezTo>
                  <a:cubicBezTo>
                    <a:pt x="66312" y="28072"/>
                    <a:pt x="66299" y="28106"/>
                    <a:pt x="66289" y="28139"/>
                  </a:cubicBezTo>
                  <a:cubicBezTo>
                    <a:pt x="66275" y="28174"/>
                    <a:pt x="66265" y="28209"/>
                    <a:pt x="66254" y="28245"/>
                  </a:cubicBezTo>
                  <a:lnTo>
                    <a:pt x="66254" y="28767"/>
                  </a:lnTo>
                  <a:cubicBezTo>
                    <a:pt x="66257" y="28747"/>
                    <a:pt x="66257" y="28725"/>
                    <a:pt x="66261" y="28706"/>
                  </a:cubicBezTo>
                  <a:cubicBezTo>
                    <a:pt x="66262" y="28696"/>
                    <a:pt x="66265" y="28687"/>
                    <a:pt x="66265" y="28677"/>
                  </a:cubicBezTo>
                  <a:cubicBezTo>
                    <a:pt x="66268" y="28661"/>
                    <a:pt x="66270" y="28647"/>
                    <a:pt x="66273" y="28638"/>
                  </a:cubicBezTo>
                  <a:lnTo>
                    <a:pt x="66273" y="28636"/>
                  </a:lnTo>
                  <a:cubicBezTo>
                    <a:pt x="66319" y="28456"/>
                    <a:pt x="66355" y="28254"/>
                    <a:pt x="66412" y="28074"/>
                  </a:cubicBezTo>
                  <a:cubicBezTo>
                    <a:pt x="66424" y="28034"/>
                    <a:pt x="66438" y="27994"/>
                    <a:pt x="66454" y="27957"/>
                  </a:cubicBezTo>
                  <a:cubicBezTo>
                    <a:pt x="66466" y="27921"/>
                    <a:pt x="66483" y="27885"/>
                    <a:pt x="66501" y="27851"/>
                  </a:cubicBezTo>
                  <a:lnTo>
                    <a:pt x="66501" y="27771"/>
                  </a:lnTo>
                  <a:close/>
                  <a:moveTo>
                    <a:pt x="66252" y="28965"/>
                  </a:moveTo>
                  <a:lnTo>
                    <a:pt x="66252" y="29019"/>
                  </a:lnTo>
                  <a:lnTo>
                    <a:pt x="66261" y="29019"/>
                  </a:lnTo>
                  <a:lnTo>
                    <a:pt x="66261" y="28987"/>
                  </a:lnTo>
                  <a:cubicBezTo>
                    <a:pt x="66258" y="28982"/>
                    <a:pt x="66254" y="28974"/>
                    <a:pt x="66252" y="28965"/>
                  </a:cubicBezTo>
                  <a:close/>
                  <a:moveTo>
                    <a:pt x="65149" y="26514"/>
                  </a:moveTo>
                  <a:lnTo>
                    <a:pt x="65149" y="26797"/>
                  </a:lnTo>
                  <a:lnTo>
                    <a:pt x="65149" y="26799"/>
                  </a:lnTo>
                  <a:lnTo>
                    <a:pt x="65149" y="27523"/>
                  </a:lnTo>
                  <a:lnTo>
                    <a:pt x="65149" y="27526"/>
                  </a:lnTo>
                  <a:lnTo>
                    <a:pt x="65149" y="27895"/>
                  </a:lnTo>
                  <a:lnTo>
                    <a:pt x="65149" y="27896"/>
                  </a:lnTo>
                  <a:lnTo>
                    <a:pt x="65149" y="29592"/>
                  </a:lnTo>
                  <a:lnTo>
                    <a:pt x="65150" y="29592"/>
                  </a:lnTo>
                  <a:cubicBezTo>
                    <a:pt x="65218" y="29590"/>
                    <a:pt x="65284" y="29583"/>
                    <a:pt x="65342" y="29570"/>
                  </a:cubicBezTo>
                  <a:cubicBezTo>
                    <a:pt x="65358" y="29567"/>
                    <a:pt x="65373" y="29563"/>
                    <a:pt x="65387" y="29558"/>
                  </a:cubicBezTo>
                  <a:lnTo>
                    <a:pt x="65387" y="29308"/>
                  </a:lnTo>
                  <a:lnTo>
                    <a:pt x="65349" y="29352"/>
                  </a:lnTo>
                  <a:cubicBezTo>
                    <a:pt x="65309" y="29355"/>
                    <a:pt x="65265" y="29356"/>
                    <a:pt x="65223" y="29358"/>
                  </a:cubicBezTo>
                  <a:cubicBezTo>
                    <a:pt x="65223" y="29358"/>
                    <a:pt x="65222" y="29359"/>
                    <a:pt x="65222" y="29359"/>
                  </a:cubicBezTo>
                  <a:cubicBezTo>
                    <a:pt x="65221" y="29359"/>
                    <a:pt x="65221" y="29358"/>
                    <a:pt x="65220" y="29358"/>
                  </a:cubicBezTo>
                  <a:cubicBezTo>
                    <a:pt x="65198" y="29359"/>
                    <a:pt x="65176" y="29359"/>
                    <a:pt x="65153" y="29359"/>
                  </a:cubicBezTo>
                  <a:lnTo>
                    <a:pt x="65153" y="27898"/>
                  </a:lnTo>
                  <a:cubicBezTo>
                    <a:pt x="65168" y="27941"/>
                    <a:pt x="65184" y="27984"/>
                    <a:pt x="65201" y="28026"/>
                  </a:cubicBezTo>
                  <a:cubicBezTo>
                    <a:pt x="65229" y="28094"/>
                    <a:pt x="65250" y="28192"/>
                    <a:pt x="65278" y="28274"/>
                  </a:cubicBezTo>
                  <a:cubicBezTo>
                    <a:pt x="65291" y="28308"/>
                    <a:pt x="65303" y="28338"/>
                    <a:pt x="65316" y="28365"/>
                  </a:cubicBezTo>
                  <a:cubicBezTo>
                    <a:pt x="65323" y="28378"/>
                    <a:pt x="65330" y="28391"/>
                    <a:pt x="65339" y="28401"/>
                  </a:cubicBezTo>
                  <a:lnTo>
                    <a:pt x="65339" y="28391"/>
                  </a:lnTo>
                  <a:cubicBezTo>
                    <a:pt x="65361" y="28356"/>
                    <a:pt x="65360" y="28283"/>
                    <a:pt x="65346" y="28202"/>
                  </a:cubicBezTo>
                  <a:cubicBezTo>
                    <a:pt x="65345" y="28189"/>
                    <a:pt x="65344" y="28174"/>
                    <a:pt x="65342" y="28160"/>
                  </a:cubicBezTo>
                  <a:cubicBezTo>
                    <a:pt x="65329" y="28098"/>
                    <a:pt x="65313" y="28034"/>
                    <a:pt x="65298" y="27984"/>
                  </a:cubicBezTo>
                  <a:cubicBezTo>
                    <a:pt x="65293" y="27968"/>
                    <a:pt x="65287" y="27950"/>
                    <a:pt x="65285" y="27939"/>
                  </a:cubicBezTo>
                  <a:cubicBezTo>
                    <a:pt x="65281" y="27934"/>
                    <a:pt x="65281" y="27928"/>
                    <a:pt x="65281" y="27925"/>
                  </a:cubicBezTo>
                  <a:cubicBezTo>
                    <a:pt x="65278" y="27912"/>
                    <a:pt x="65272" y="27898"/>
                    <a:pt x="65269" y="27889"/>
                  </a:cubicBezTo>
                  <a:lnTo>
                    <a:pt x="65269" y="27888"/>
                  </a:lnTo>
                  <a:cubicBezTo>
                    <a:pt x="65269" y="27883"/>
                    <a:pt x="65266" y="27880"/>
                    <a:pt x="65265" y="27876"/>
                  </a:cubicBezTo>
                  <a:cubicBezTo>
                    <a:pt x="65258" y="27860"/>
                    <a:pt x="65252" y="27843"/>
                    <a:pt x="65248" y="27825"/>
                  </a:cubicBezTo>
                  <a:cubicBezTo>
                    <a:pt x="65240" y="27808"/>
                    <a:pt x="65234" y="27792"/>
                    <a:pt x="65229" y="27774"/>
                  </a:cubicBezTo>
                  <a:cubicBezTo>
                    <a:pt x="65208" y="27707"/>
                    <a:pt x="65186" y="27642"/>
                    <a:pt x="65168" y="27577"/>
                  </a:cubicBezTo>
                  <a:lnTo>
                    <a:pt x="65150" y="27527"/>
                  </a:lnTo>
                  <a:lnTo>
                    <a:pt x="65150" y="27524"/>
                  </a:lnTo>
                  <a:lnTo>
                    <a:pt x="65150" y="26799"/>
                  </a:lnTo>
                  <a:cubicBezTo>
                    <a:pt x="65163" y="26838"/>
                    <a:pt x="65178" y="26877"/>
                    <a:pt x="65189" y="26914"/>
                  </a:cubicBezTo>
                  <a:cubicBezTo>
                    <a:pt x="65191" y="26916"/>
                    <a:pt x="65191" y="26919"/>
                    <a:pt x="65192" y="26922"/>
                  </a:cubicBezTo>
                  <a:cubicBezTo>
                    <a:pt x="65198" y="26941"/>
                    <a:pt x="65204" y="26960"/>
                    <a:pt x="65207" y="26980"/>
                  </a:cubicBezTo>
                  <a:cubicBezTo>
                    <a:pt x="65211" y="26994"/>
                    <a:pt x="65213" y="27004"/>
                    <a:pt x="65214" y="27015"/>
                  </a:cubicBezTo>
                  <a:cubicBezTo>
                    <a:pt x="65220" y="27039"/>
                    <a:pt x="65227" y="27062"/>
                    <a:pt x="65233" y="27084"/>
                  </a:cubicBezTo>
                  <a:cubicBezTo>
                    <a:pt x="65236" y="27091"/>
                    <a:pt x="65236" y="27098"/>
                    <a:pt x="65240" y="27105"/>
                  </a:cubicBezTo>
                  <a:cubicBezTo>
                    <a:pt x="65243" y="27117"/>
                    <a:pt x="65245" y="27126"/>
                    <a:pt x="65252" y="27133"/>
                  </a:cubicBezTo>
                  <a:cubicBezTo>
                    <a:pt x="65258" y="27146"/>
                    <a:pt x="65265" y="27159"/>
                    <a:pt x="65274" y="27169"/>
                  </a:cubicBezTo>
                  <a:cubicBezTo>
                    <a:pt x="65281" y="26919"/>
                    <a:pt x="65227" y="26701"/>
                    <a:pt x="65150" y="26517"/>
                  </a:cubicBezTo>
                  <a:cubicBezTo>
                    <a:pt x="65150" y="26515"/>
                    <a:pt x="65149" y="26514"/>
                    <a:pt x="65149" y="26514"/>
                  </a:cubicBezTo>
                  <a:close/>
                  <a:moveTo>
                    <a:pt x="66495" y="30977"/>
                  </a:moveTo>
                  <a:cubicBezTo>
                    <a:pt x="66486" y="30992"/>
                    <a:pt x="66476" y="31008"/>
                    <a:pt x="66463" y="31027"/>
                  </a:cubicBezTo>
                  <a:cubicBezTo>
                    <a:pt x="66450" y="31044"/>
                    <a:pt x="66438" y="31063"/>
                    <a:pt x="66427" y="31080"/>
                  </a:cubicBezTo>
                  <a:cubicBezTo>
                    <a:pt x="66399" y="31131"/>
                    <a:pt x="66374" y="31184"/>
                    <a:pt x="66355" y="31245"/>
                  </a:cubicBezTo>
                  <a:cubicBezTo>
                    <a:pt x="66312" y="31373"/>
                    <a:pt x="66325" y="31503"/>
                    <a:pt x="66290" y="31649"/>
                  </a:cubicBezTo>
                  <a:cubicBezTo>
                    <a:pt x="66281" y="31685"/>
                    <a:pt x="66274" y="31724"/>
                    <a:pt x="66268" y="31762"/>
                  </a:cubicBezTo>
                  <a:cubicBezTo>
                    <a:pt x="66261" y="31800"/>
                    <a:pt x="66255" y="31838"/>
                    <a:pt x="66251" y="31879"/>
                  </a:cubicBezTo>
                  <a:lnTo>
                    <a:pt x="66251" y="34334"/>
                  </a:lnTo>
                  <a:cubicBezTo>
                    <a:pt x="66274" y="34423"/>
                    <a:pt x="66284" y="34513"/>
                    <a:pt x="66291" y="34606"/>
                  </a:cubicBezTo>
                  <a:cubicBezTo>
                    <a:pt x="66297" y="34664"/>
                    <a:pt x="66302" y="34722"/>
                    <a:pt x="66309" y="34779"/>
                  </a:cubicBezTo>
                  <a:cubicBezTo>
                    <a:pt x="66309" y="34785"/>
                    <a:pt x="66309" y="34792"/>
                    <a:pt x="66310" y="34799"/>
                  </a:cubicBezTo>
                  <a:cubicBezTo>
                    <a:pt x="66313" y="34852"/>
                    <a:pt x="66321" y="34906"/>
                    <a:pt x="66331" y="34955"/>
                  </a:cubicBezTo>
                  <a:cubicBezTo>
                    <a:pt x="66335" y="34991"/>
                    <a:pt x="66345" y="35026"/>
                    <a:pt x="66355" y="35058"/>
                  </a:cubicBezTo>
                  <a:cubicBezTo>
                    <a:pt x="66363" y="35084"/>
                    <a:pt x="66370" y="35108"/>
                    <a:pt x="66376" y="35132"/>
                  </a:cubicBezTo>
                  <a:cubicBezTo>
                    <a:pt x="66418" y="35266"/>
                    <a:pt x="66457" y="35398"/>
                    <a:pt x="66498" y="35531"/>
                  </a:cubicBezTo>
                  <a:lnTo>
                    <a:pt x="66498" y="34541"/>
                  </a:lnTo>
                  <a:cubicBezTo>
                    <a:pt x="66483" y="34432"/>
                    <a:pt x="66466" y="34324"/>
                    <a:pt x="66450" y="34215"/>
                  </a:cubicBezTo>
                  <a:cubicBezTo>
                    <a:pt x="66444" y="34193"/>
                    <a:pt x="66440" y="34170"/>
                    <a:pt x="66435" y="34147"/>
                  </a:cubicBezTo>
                  <a:cubicBezTo>
                    <a:pt x="66422" y="34077"/>
                    <a:pt x="66414" y="34009"/>
                    <a:pt x="66405" y="33937"/>
                  </a:cubicBezTo>
                  <a:cubicBezTo>
                    <a:pt x="66405" y="33931"/>
                    <a:pt x="66403" y="33924"/>
                    <a:pt x="66400" y="33920"/>
                  </a:cubicBezTo>
                  <a:cubicBezTo>
                    <a:pt x="66398" y="33898"/>
                    <a:pt x="66396" y="33875"/>
                    <a:pt x="66392" y="33852"/>
                  </a:cubicBezTo>
                  <a:cubicBezTo>
                    <a:pt x="66389" y="33827"/>
                    <a:pt x="66386" y="33801"/>
                    <a:pt x="66382" y="33776"/>
                  </a:cubicBezTo>
                  <a:cubicBezTo>
                    <a:pt x="66377" y="33753"/>
                    <a:pt x="66374" y="33726"/>
                    <a:pt x="66369" y="33702"/>
                  </a:cubicBezTo>
                  <a:cubicBezTo>
                    <a:pt x="66364" y="33676"/>
                    <a:pt x="66360" y="33652"/>
                    <a:pt x="66354" y="33626"/>
                  </a:cubicBezTo>
                  <a:lnTo>
                    <a:pt x="66354" y="33412"/>
                  </a:lnTo>
                  <a:cubicBezTo>
                    <a:pt x="66350" y="33399"/>
                    <a:pt x="66347" y="33385"/>
                    <a:pt x="66342" y="33367"/>
                  </a:cubicBezTo>
                  <a:cubicBezTo>
                    <a:pt x="66332" y="33302"/>
                    <a:pt x="66321" y="33210"/>
                    <a:pt x="66326" y="33146"/>
                  </a:cubicBezTo>
                  <a:cubicBezTo>
                    <a:pt x="66326" y="33142"/>
                    <a:pt x="66328" y="33135"/>
                    <a:pt x="66331" y="33129"/>
                  </a:cubicBezTo>
                  <a:cubicBezTo>
                    <a:pt x="66331" y="33123"/>
                    <a:pt x="66332" y="33117"/>
                    <a:pt x="66334" y="33114"/>
                  </a:cubicBezTo>
                  <a:cubicBezTo>
                    <a:pt x="66339" y="33087"/>
                    <a:pt x="66347" y="33056"/>
                    <a:pt x="66353" y="33027"/>
                  </a:cubicBezTo>
                  <a:cubicBezTo>
                    <a:pt x="66357" y="32998"/>
                    <a:pt x="66363" y="32966"/>
                    <a:pt x="66367" y="32938"/>
                  </a:cubicBezTo>
                  <a:lnTo>
                    <a:pt x="66367" y="32934"/>
                  </a:lnTo>
                  <a:cubicBezTo>
                    <a:pt x="66376" y="32876"/>
                    <a:pt x="66385" y="32818"/>
                    <a:pt x="66392" y="32761"/>
                  </a:cubicBezTo>
                  <a:cubicBezTo>
                    <a:pt x="66400" y="32680"/>
                    <a:pt x="66412" y="32597"/>
                    <a:pt x="66421" y="32514"/>
                  </a:cubicBezTo>
                  <a:cubicBezTo>
                    <a:pt x="66432" y="32431"/>
                    <a:pt x="66443" y="32351"/>
                    <a:pt x="66457" y="32271"/>
                  </a:cubicBezTo>
                  <a:cubicBezTo>
                    <a:pt x="66464" y="32230"/>
                    <a:pt x="66472" y="32191"/>
                    <a:pt x="66483" y="32155"/>
                  </a:cubicBezTo>
                  <a:cubicBezTo>
                    <a:pt x="66486" y="32133"/>
                    <a:pt x="66494" y="32107"/>
                    <a:pt x="66495" y="32084"/>
                  </a:cubicBezTo>
                  <a:lnTo>
                    <a:pt x="66495" y="30977"/>
                  </a:lnTo>
                  <a:close/>
                  <a:moveTo>
                    <a:pt x="66251" y="35900"/>
                  </a:moveTo>
                  <a:lnTo>
                    <a:pt x="66251" y="36355"/>
                  </a:lnTo>
                  <a:lnTo>
                    <a:pt x="66251" y="36357"/>
                  </a:lnTo>
                  <a:cubicBezTo>
                    <a:pt x="66255" y="36371"/>
                    <a:pt x="66262" y="36386"/>
                    <a:pt x="66268" y="36400"/>
                  </a:cubicBezTo>
                  <a:cubicBezTo>
                    <a:pt x="66274" y="36415"/>
                    <a:pt x="66281" y="36429"/>
                    <a:pt x="66287" y="36444"/>
                  </a:cubicBezTo>
                  <a:cubicBezTo>
                    <a:pt x="66299" y="36474"/>
                    <a:pt x="66310" y="36503"/>
                    <a:pt x="66323" y="36533"/>
                  </a:cubicBezTo>
                  <a:cubicBezTo>
                    <a:pt x="66347" y="36585"/>
                    <a:pt x="66385" y="36682"/>
                    <a:pt x="66432" y="36767"/>
                  </a:cubicBezTo>
                  <a:cubicBezTo>
                    <a:pt x="66435" y="36777"/>
                    <a:pt x="66443" y="36785"/>
                    <a:pt x="66447" y="36794"/>
                  </a:cubicBezTo>
                  <a:cubicBezTo>
                    <a:pt x="66454" y="36806"/>
                    <a:pt x="66459" y="36815"/>
                    <a:pt x="66466" y="36823"/>
                  </a:cubicBezTo>
                  <a:cubicBezTo>
                    <a:pt x="66478" y="36838"/>
                    <a:pt x="66486" y="36852"/>
                    <a:pt x="66498" y="36867"/>
                  </a:cubicBezTo>
                  <a:lnTo>
                    <a:pt x="66498" y="36660"/>
                  </a:lnTo>
                  <a:lnTo>
                    <a:pt x="66498" y="36658"/>
                  </a:lnTo>
                  <a:cubicBezTo>
                    <a:pt x="66485" y="36611"/>
                    <a:pt x="66469" y="36562"/>
                    <a:pt x="66454" y="36512"/>
                  </a:cubicBezTo>
                  <a:cubicBezTo>
                    <a:pt x="66430" y="36435"/>
                    <a:pt x="66406" y="36355"/>
                    <a:pt x="66377" y="36277"/>
                  </a:cubicBezTo>
                  <a:cubicBezTo>
                    <a:pt x="66357" y="36224"/>
                    <a:pt x="66339" y="36169"/>
                    <a:pt x="66321" y="36117"/>
                  </a:cubicBezTo>
                  <a:cubicBezTo>
                    <a:pt x="66318" y="36104"/>
                    <a:pt x="66312" y="36092"/>
                    <a:pt x="66309" y="36080"/>
                  </a:cubicBezTo>
                  <a:cubicBezTo>
                    <a:pt x="66289" y="36019"/>
                    <a:pt x="66268" y="35963"/>
                    <a:pt x="66251" y="35900"/>
                  </a:cubicBezTo>
                  <a:close/>
                  <a:moveTo>
                    <a:pt x="65288" y="36662"/>
                  </a:moveTo>
                  <a:cubicBezTo>
                    <a:pt x="65285" y="36665"/>
                    <a:pt x="65281" y="36672"/>
                    <a:pt x="65280" y="36678"/>
                  </a:cubicBezTo>
                  <a:cubicBezTo>
                    <a:pt x="65277" y="36685"/>
                    <a:pt x="65277" y="36692"/>
                    <a:pt x="65272" y="36700"/>
                  </a:cubicBezTo>
                  <a:cubicBezTo>
                    <a:pt x="65269" y="36710"/>
                    <a:pt x="65269" y="36722"/>
                    <a:pt x="65266" y="36735"/>
                  </a:cubicBezTo>
                  <a:cubicBezTo>
                    <a:pt x="65265" y="36738"/>
                    <a:pt x="65265" y="36742"/>
                    <a:pt x="65265" y="36746"/>
                  </a:cubicBezTo>
                  <a:cubicBezTo>
                    <a:pt x="65262" y="36796"/>
                    <a:pt x="65264" y="36854"/>
                    <a:pt x="65266" y="36896"/>
                  </a:cubicBezTo>
                  <a:lnTo>
                    <a:pt x="65266" y="36897"/>
                  </a:lnTo>
                  <a:cubicBezTo>
                    <a:pt x="65269" y="36921"/>
                    <a:pt x="65271" y="36945"/>
                    <a:pt x="65274" y="36970"/>
                  </a:cubicBezTo>
                  <a:cubicBezTo>
                    <a:pt x="65278" y="37004"/>
                    <a:pt x="65281" y="37036"/>
                    <a:pt x="65288" y="37069"/>
                  </a:cubicBezTo>
                  <a:cubicBezTo>
                    <a:pt x="65298" y="37117"/>
                    <a:pt x="65309" y="37165"/>
                    <a:pt x="65323" y="37211"/>
                  </a:cubicBezTo>
                  <a:cubicBezTo>
                    <a:pt x="65328" y="37230"/>
                    <a:pt x="65332" y="37248"/>
                    <a:pt x="65336" y="37265"/>
                  </a:cubicBezTo>
                  <a:cubicBezTo>
                    <a:pt x="65342" y="37284"/>
                    <a:pt x="65349" y="37302"/>
                    <a:pt x="65357" y="37321"/>
                  </a:cubicBezTo>
                  <a:cubicBezTo>
                    <a:pt x="65361" y="37341"/>
                    <a:pt x="65368" y="37360"/>
                    <a:pt x="65374" y="37377"/>
                  </a:cubicBezTo>
                  <a:cubicBezTo>
                    <a:pt x="65380" y="37393"/>
                    <a:pt x="65387" y="37412"/>
                    <a:pt x="65393" y="37428"/>
                  </a:cubicBezTo>
                  <a:lnTo>
                    <a:pt x="65393" y="37113"/>
                  </a:lnTo>
                  <a:cubicBezTo>
                    <a:pt x="65380" y="37084"/>
                    <a:pt x="65367" y="37054"/>
                    <a:pt x="65358" y="37025"/>
                  </a:cubicBezTo>
                  <a:cubicBezTo>
                    <a:pt x="65338" y="36970"/>
                    <a:pt x="65322" y="36912"/>
                    <a:pt x="65310" y="36852"/>
                  </a:cubicBezTo>
                  <a:cubicBezTo>
                    <a:pt x="65306" y="36829"/>
                    <a:pt x="65301" y="36806"/>
                    <a:pt x="65298" y="36781"/>
                  </a:cubicBezTo>
                  <a:cubicBezTo>
                    <a:pt x="65294" y="36767"/>
                    <a:pt x="65294" y="36751"/>
                    <a:pt x="65293" y="36735"/>
                  </a:cubicBezTo>
                  <a:cubicBezTo>
                    <a:pt x="65288" y="36710"/>
                    <a:pt x="65288" y="36687"/>
                    <a:pt x="65288" y="36662"/>
                  </a:cubicBezTo>
                  <a:close/>
                  <a:moveTo>
                    <a:pt x="66252" y="37360"/>
                  </a:moveTo>
                  <a:lnTo>
                    <a:pt x="66252" y="37812"/>
                  </a:lnTo>
                  <a:cubicBezTo>
                    <a:pt x="66252" y="37813"/>
                    <a:pt x="66254" y="37816"/>
                    <a:pt x="66255" y="37816"/>
                  </a:cubicBezTo>
                  <a:cubicBezTo>
                    <a:pt x="66281" y="37869"/>
                    <a:pt x="66306" y="37918"/>
                    <a:pt x="66332" y="37969"/>
                  </a:cubicBezTo>
                  <a:cubicBezTo>
                    <a:pt x="66357" y="38017"/>
                    <a:pt x="66385" y="38065"/>
                    <a:pt x="66414" y="38111"/>
                  </a:cubicBezTo>
                  <a:cubicBezTo>
                    <a:pt x="66441" y="38159"/>
                    <a:pt x="66470" y="38204"/>
                    <a:pt x="66499" y="38250"/>
                  </a:cubicBezTo>
                  <a:lnTo>
                    <a:pt x="66499" y="37950"/>
                  </a:lnTo>
                  <a:cubicBezTo>
                    <a:pt x="66470" y="37882"/>
                    <a:pt x="66441" y="37812"/>
                    <a:pt x="66411" y="37741"/>
                  </a:cubicBezTo>
                  <a:cubicBezTo>
                    <a:pt x="66355" y="37616"/>
                    <a:pt x="66303" y="37489"/>
                    <a:pt x="66252" y="37360"/>
                  </a:cubicBezTo>
                  <a:close/>
                  <a:moveTo>
                    <a:pt x="65156" y="38213"/>
                  </a:moveTo>
                  <a:cubicBezTo>
                    <a:pt x="65156" y="38247"/>
                    <a:pt x="65160" y="38277"/>
                    <a:pt x="65168" y="38308"/>
                  </a:cubicBezTo>
                  <a:cubicBezTo>
                    <a:pt x="65169" y="38321"/>
                    <a:pt x="65170" y="38335"/>
                    <a:pt x="65175" y="38348"/>
                  </a:cubicBezTo>
                  <a:cubicBezTo>
                    <a:pt x="65178" y="38360"/>
                    <a:pt x="65179" y="38375"/>
                    <a:pt x="65185" y="38388"/>
                  </a:cubicBezTo>
                  <a:cubicBezTo>
                    <a:pt x="65189" y="38408"/>
                    <a:pt x="65194" y="38425"/>
                    <a:pt x="65201" y="38444"/>
                  </a:cubicBezTo>
                  <a:cubicBezTo>
                    <a:pt x="65205" y="38462"/>
                    <a:pt x="65214" y="38481"/>
                    <a:pt x="65220" y="38497"/>
                  </a:cubicBezTo>
                  <a:cubicBezTo>
                    <a:pt x="65240" y="38549"/>
                    <a:pt x="65258" y="38600"/>
                    <a:pt x="65274" y="38649"/>
                  </a:cubicBezTo>
                  <a:cubicBezTo>
                    <a:pt x="65317" y="38782"/>
                    <a:pt x="65351" y="38911"/>
                    <a:pt x="65381" y="39043"/>
                  </a:cubicBezTo>
                  <a:cubicBezTo>
                    <a:pt x="65386" y="39055"/>
                    <a:pt x="65387" y="39064"/>
                    <a:pt x="65389" y="39075"/>
                  </a:cubicBezTo>
                  <a:lnTo>
                    <a:pt x="65389" y="38700"/>
                  </a:lnTo>
                  <a:cubicBezTo>
                    <a:pt x="65378" y="38674"/>
                    <a:pt x="65367" y="38648"/>
                    <a:pt x="65354" y="38623"/>
                  </a:cubicBezTo>
                  <a:cubicBezTo>
                    <a:pt x="65342" y="38596"/>
                    <a:pt x="65330" y="38569"/>
                    <a:pt x="65316" y="38545"/>
                  </a:cubicBezTo>
                  <a:cubicBezTo>
                    <a:pt x="65303" y="38517"/>
                    <a:pt x="65291" y="38491"/>
                    <a:pt x="65277" y="38468"/>
                  </a:cubicBezTo>
                  <a:cubicBezTo>
                    <a:pt x="65264" y="38443"/>
                    <a:pt x="65249" y="38417"/>
                    <a:pt x="65234" y="38393"/>
                  </a:cubicBezTo>
                  <a:cubicBezTo>
                    <a:pt x="65230" y="38388"/>
                    <a:pt x="65227" y="38380"/>
                    <a:pt x="65221" y="38373"/>
                  </a:cubicBezTo>
                  <a:cubicBezTo>
                    <a:pt x="65211" y="38350"/>
                    <a:pt x="65204" y="38321"/>
                    <a:pt x="65194" y="38293"/>
                  </a:cubicBezTo>
                  <a:cubicBezTo>
                    <a:pt x="65191" y="38282"/>
                    <a:pt x="65186" y="38271"/>
                    <a:pt x="65182" y="38261"/>
                  </a:cubicBezTo>
                  <a:cubicBezTo>
                    <a:pt x="65176" y="38242"/>
                    <a:pt x="65169" y="38226"/>
                    <a:pt x="65156" y="38213"/>
                  </a:cubicBezTo>
                  <a:close/>
                  <a:moveTo>
                    <a:pt x="66252" y="39003"/>
                  </a:moveTo>
                  <a:lnTo>
                    <a:pt x="66252" y="39142"/>
                  </a:lnTo>
                  <a:cubicBezTo>
                    <a:pt x="66275" y="39170"/>
                    <a:pt x="66303" y="39195"/>
                    <a:pt x="66331" y="39215"/>
                  </a:cubicBezTo>
                  <a:cubicBezTo>
                    <a:pt x="66339" y="39222"/>
                    <a:pt x="66348" y="39229"/>
                    <a:pt x="66357" y="39235"/>
                  </a:cubicBezTo>
                  <a:lnTo>
                    <a:pt x="66357" y="39215"/>
                  </a:lnTo>
                  <a:cubicBezTo>
                    <a:pt x="66345" y="39202"/>
                    <a:pt x="66334" y="39187"/>
                    <a:pt x="66325" y="39171"/>
                  </a:cubicBezTo>
                  <a:cubicBezTo>
                    <a:pt x="66296" y="39120"/>
                    <a:pt x="66275" y="39062"/>
                    <a:pt x="66252" y="39003"/>
                  </a:cubicBezTo>
                  <a:close/>
                  <a:moveTo>
                    <a:pt x="66495" y="39663"/>
                  </a:moveTo>
                  <a:cubicBezTo>
                    <a:pt x="66485" y="39666"/>
                    <a:pt x="66470" y="39670"/>
                    <a:pt x="66457" y="39674"/>
                  </a:cubicBezTo>
                  <a:cubicBezTo>
                    <a:pt x="66440" y="39679"/>
                    <a:pt x="66422" y="39686"/>
                    <a:pt x="66406" y="39693"/>
                  </a:cubicBezTo>
                  <a:cubicBezTo>
                    <a:pt x="66405" y="39695"/>
                    <a:pt x="66403" y="39695"/>
                    <a:pt x="66403" y="39695"/>
                  </a:cubicBezTo>
                  <a:cubicBezTo>
                    <a:pt x="66371" y="39708"/>
                    <a:pt x="66342" y="39722"/>
                    <a:pt x="66313" y="39740"/>
                  </a:cubicBezTo>
                  <a:cubicBezTo>
                    <a:pt x="66294" y="39753"/>
                    <a:pt x="66273" y="39767"/>
                    <a:pt x="66252" y="39783"/>
                  </a:cubicBezTo>
                  <a:lnTo>
                    <a:pt x="66252" y="40041"/>
                  </a:lnTo>
                  <a:lnTo>
                    <a:pt x="66255" y="40036"/>
                  </a:lnTo>
                  <a:cubicBezTo>
                    <a:pt x="66275" y="40016"/>
                    <a:pt x="66297" y="39997"/>
                    <a:pt x="66318" y="39978"/>
                  </a:cubicBezTo>
                  <a:cubicBezTo>
                    <a:pt x="66329" y="39971"/>
                    <a:pt x="66339" y="39962"/>
                    <a:pt x="66348" y="39954"/>
                  </a:cubicBezTo>
                  <a:cubicBezTo>
                    <a:pt x="66369" y="39936"/>
                    <a:pt x="66390" y="39924"/>
                    <a:pt x="66408" y="39911"/>
                  </a:cubicBezTo>
                  <a:cubicBezTo>
                    <a:pt x="66428" y="39898"/>
                    <a:pt x="66448" y="39890"/>
                    <a:pt x="66469" y="39878"/>
                  </a:cubicBezTo>
                  <a:cubicBezTo>
                    <a:pt x="66478" y="39875"/>
                    <a:pt x="66488" y="39871"/>
                    <a:pt x="66495" y="39868"/>
                  </a:cubicBezTo>
                  <a:lnTo>
                    <a:pt x="66495" y="39663"/>
                  </a:lnTo>
                  <a:close/>
                  <a:moveTo>
                    <a:pt x="65390" y="40515"/>
                  </a:moveTo>
                  <a:cubicBezTo>
                    <a:pt x="65387" y="40518"/>
                    <a:pt x="65383" y="40521"/>
                    <a:pt x="65380" y="40521"/>
                  </a:cubicBezTo>
                  <a:cubicBezTo>
                    <a:pt x="65303" y="40554"/>
                    <a:pt x="65227" y="40587"/>
                    <a:pt x="65153" y="40622"/>
                  </a:cubicBezTo>
                  <a:lnTo>
                    <a:pt x="65150" y="40622"/>
                  </a:lnTo>
                  <a:lnTo>
                    <a:pt x="65150" y="40867"/>
                  </a:lnTo>
                  <a:cubicBezTo>
                    <a:pt x="65150" y="40867"/>
                    <a:pt x="65150" y="40865"/>
                    <a:pt x="65153" y="40865"/>
                  </a:cubicBezTo>
                  <a:cubicBezTo>
                    <a:pt x="65194" y="40837"/>
                    <a:pt x="65236" y="40811"/>
                    <a:pt x="65277" y="40785"/>
                  </a:cubicBezTo>
                  <a:cubicBezTo>
                    <a:pt x="65296" y="40772"/>
                    <a:pt x="65316" y="40760"/>
                    <a:pt x="65336" y="40749"/>
                  </a:cubicBezTo>
                  <a:cubicBezTo>
                    <a:pt x="65357" y="40739"/>
                    <a:pt x="65373" y="40728"/>
                    <a:pt x="65390" y="40720"/>
                  </a:cubicBezTo>
                  <a:lnTo>
                    <a:pt x="65390" y="40515"/>
                  </a:lnTo>
                  <a:close/>
                  <a:moveTo>
                    <a:pt x="66252" y="40785"/>
                  </a:moveTo>
                  <a:lnTo>
                    <a:pt x="66252" y="40973"/>
                  </a:lnTo>
                  <a:cubicBezTo>
                    <a:pt x="66342" y="41016"/>
                    <a:pt x="66425" y="41061"/>
                    <a:pt x="66499" y="41106"/>
                  </a:cubicBezTo>
                  <a:lnTo>
                    <a:pt x="66499" y="40929"/>
                  </a:lnTo>
                  <a:cubicBezTo>
                    <a:pt x="66421" y="40878"/>
                    <a:pt x="66335" y="40833"/>
                    <a:pt x="66252" y="40785"/>
                  </a:cubicBezTo>
                  <a:close/>
                  <a:moveTo>
                    <a:pt x="66252" y="43010"/>
                  </a:moveTo>
                  <a:lnTo>
                    <a:pt x="66252" y="44295"/>
                  </a:lnTo>
                  <a:cubicBezTo>
                    <a:pt x="66267" y="44275"/>
                    <a:pt x="66280" y="44253"/>
                    <a:pt x="66291" y="44228"/>
                  </a:cubicBezTo>
                  <a:cubicBezTo>
                    <a:pt x="66301" y="44211"/>
                    <a:pt x="66309" y="44191"/>
                    <a:pt x="66317" y="44169"/>
                  </a:cubicBezTo>
                  <a:lnTo>
                    <a:pt x="66317" y="44169"/>
                  </a:lnTo>
                  <a:cubicBezTo>
                    <a:pt x="66318" y="44166"/>
                    <a:pt x="66319" y="44163"/>
                    <a:pt x="66321" y="44160"/>
                  </a:cubicBezTo>
                  <a:cubicBezTo>
                    <a:pt x="66326" y="44148"/>
                    <a:pt x="66332" y="44135"/>
                    <a:pt x="66335" y="44122"/>
                  </a:cubicBezTo>
                  <a:cubicBezTo>
                    <a:pt x="66341" y="44100"/>
                    <a:pt x="66348" y="44078"/>
                    <a:pt x="66353" y="44054"/>
                  </a:cubicBezTo>
                  <a:cubicBezTo>
                    <a:pt x="66367" y="43983"/>
                    <a:pt x="66373" y="43903"/>
                    <a:pt x="66373" y="43821"/>
                  </a:cubicBezTo>
                  <a:lnTo>
                    <a:pt x="66373" y="43821"/>
                  </a:lnTo>
                  <a:cubicBezTo>
                    <a:pt x="66373" y="43742"/>
                    <a:pt x="66367" y="43660"/>
                    <a:pt x="66358" y="43584"/>
                  </a:cubicBezTo>
                  <a:lnTo>
                    <a:pt x="66358" y="43584"/>
                  </a:lnTo>
                  <a:cubicBezTo>
                    <a:pt x="66358" y="43580"/>
                    <a:pt x="66357" y="43575"/>
                    <a:pt x="66357" y="43571"/>
                  </a:cubicBezTo>
                  <a:cubicBezTo>
                    <a:pt x="66354" y="43539"/>
                    <a:pt x="66348" y="43508"/>
                    <a:pt x="66345" y="43479"/>
                  </a:cubicBezTo>
                  <a:cubicBezTo>
                    <a:pt x="66339" y="43443"/>
                    <a:pt x="66332" y="43407"/>
                    <a:pt x="66325" y="43375"/>
                  </a:cubicBezTo>
                  <a:cubicBezTo>
                    <a:pt x="66312" y="43322"/>
                    <a:pt x="66305" y="43276"/>
                    <a:pt x="66297" y="43226"/>
                  </a:cubicBezTo>
                  <a:cubicBezTo>
                    <a:pt x="66290" y="43183"/>
                    <a:pt x="66284" y="43140"/>
                    <a:pt x="66275" y="43098"/>
                  </a:cubicBezTo>
                  <a:cubicBezTo>
                    <a:pt x="66268" y="43069"/>
                    <a:pt x="66262" y="43039"/>
                    <a:pt x="66252" y="43010"/>
                  </a:cubicBezTo>
                  <a:close/>
                  <a:moveTo>
                    <a:pt x="65150" y="41573"/>
                  </a:moveTo>
                  <a:lnTo>
                    <a:pt x="65150" y="44337"/>
                  </a:lnTo>
                  <a:lnTo>
                    <a:pt x="65387" y="44337"/>
                  </a:lnTo>
                  <a:lnTo>
                    <a:pt x="65387" y="44336"/>
                  </a:lnTo>
                  <a:lnTo>
                    <a:pt x="65389" y="44336"/>
                  </a:lnTo>
                  <a:lnTo>
                    <a:pt x="65389" y="44334"/>
                  </a:lnTo>
                  <a:lnTo>
                    <a:pt x="65389" y="44070"/>
                  </a:lnTo>
                  <a:cubicBezTo>
                    <a:pt x="65339" y="44070"/>
                    <a:pt x="65291" y="44072"/>
                    <a:pt x="65248" y="44072"/>
                  </a:cubicBezTo>
                  <a:cubicBezTo>
                    <a:pt x="65220" y="44072"/>
                    <a:pt x="65192" y="44071"/>
                    <a:pt x="65169" y="44068"/>
                  </a:cubicBezTo>
                  <a:lnTo>
                    <a:pt x="65152" y="44068"/>
                  </a:lnTo>
                  <a:lnTo>
                    <a:pt x="65152" y="42954"/>
                  </a:lnTo>
                  <a:lnTo>
                    <a:pt x="65153" y="41825"/>
                  </a:lnTo>
                  <a:lnTo>
                    <a:pt x="65153" y="41825"/>
                  </a:lnTo>
                  <a:cubicBezTo>
                    <a:pt x="65158" y="41827"/>
                    <a:pt x="65161" y="41829"/>
                    <a:pt x="65163" y="41831"/>
                  </a:cubicBezTo>
                  <a:cubicBezTo>
                    <a:pt x="65163" y="41831"/>
                    <a:pt x="65163" y="41831"/>
                    <a:pt x="65163" y="41831"/>
                  </a:cubicBezTo>
                  <a:lnTo>
                    <a:pt x="65163" y="41831"/>
                  </a:lnTo>
                  <a:cubicBezTo>
                    <a:pt x="65200" y="41854"/>
                    <a:pt x="65232" y="41880"/>
                    <a:pt x="65266" y="41906"/>
                  </a:cubicBezTo>
                  <a:lnTo>
                    <a:pt x="65360" y="41983"/>
                  </a:lnTo>
                  <a:cubicBezTo>
                    <a:pt x="65365" y="41986"/>
                    <a:pt x="65368" y="41992"/>
                    <a:pt x="65373" y="41995"/>
                  </a:cubicBezTo>
                  <a:cubicBezTo>
                    <a:pt x="65377" y="41999"/>
                    <a:pt x="65384" y="42006"/>
                    <a:pt x="65389" y="42012"/>
                  </a:cubicBezTo>
                  <a:lnTo>
                    <a:pt x="65389" y="41733"/>
                  </a:lnTo>
                  <a:cubicBezTo>
                    <a:pt x="65351" y="41704"/>
                    <a:pt x="65310" y="41675"/>
                    <a:pt x="65268" y="41650"/>
                  </a:cubicBezTo>
                  <a:cubicBezTo>
                    <a:pt x="65230" y="41621"/>
                    <a:pt x="65192" y="41598"/>
                    <a:pt x="65153" y="41575"/>
                  </a:cubicBezTo>
                  <a:lnTo>
                    <a:pt x="65153" y="41577"/>
                  </a:lnTo>
                  <a:cubicBezTo>
                    <a:pt x="65153" y="41577"/>
                    <a:pt x="65152" y="41576"/>
                    <a:pt x="65152" y="41576"/>
                  </a:cubicBezTo>
                  <a:cubicBezTo>
                    <a:pt x="65152" y="41576"/>
                    <a:pt x="65152" y="41573"/>
                    <a:pt x="65150" y="41573"/>
                  </a:cubicBezTo>
                  <a:close/>
                  <a:moveTo>
                    <a:pt x="66499" y="44549"/>
                  </a:moveTo>
                  <a:cubicBezTo>
                    <a:pt x="66447" y="44562"/>
                    <a:pt x="66398" y="44573"/>
                    <a:pt x="66345" y="44584"/>
                  </a:cubicBezTo>
                  <a:cubicBezTo>
                    <a:pt x="66313" y="44591"/>
                    <a:pt x="66283" y="44596"/>
                    <a:pt x="66252" y="44603"/>
                  </a:cubicBezTo>
                  <a:lnTo>
                    <a:pt x="66252" y="44778"/>
                  </a:lnTo>
                  <a:cubicBezTo>
                    <a:pt x="66335" y="44759"/>
                    <a:pt x="66414" y="44734"/>
                    <a:pt x="66473" y="44719"/>
                  </a:cubicBezTo>
                  <a:cubicBezTo>
                    <a:pt x="66483" y="44716"/>
                    <a:pt x="66491" y="44716"/>
                    <a:pt x="66499" y="44715"/>
                  </a:cubicBezTo>
                  <a:lnTo>
                    <a:pt x="66499" y="44549"/>
                  </a:lnTo>
                  <a:close/>
                  <a:moveTo>
                    <a:pt x="6686" y="45454"/>
                  </a:moveTo>
                  <a:cubicBezTo>
                    <a:pt x="6677" y="45458"/>
                    <a:pt x="6667" y="45461"/>
                    <a:pt x="6658" y="45467"/>
                  </a:cubicBezTo>
                  <a:cubicBezTo>
                    <a:pt x="6649" y="45470"/>
                    <a:pt x="6638" y="45474"/>
                    <a:pt x="6631" y="45478"/>
                  </a:cubicBezTo>
                  <a:cubicBezTo>
                    <a:pt x="6628" y="45480"/>
                    <a:pt x="6622" y="45481"/>
                    <a:pt x="6617" y="45481"/>
                  </a:cubicBezTo>
                  <a:lnTo>
                    <a:pt x="6617" y="45483"/>
                  </a:lnTo>
                  <a:lnTo>
                    <a:pt x="6616" y="45483"/>
                  </a:lnTo>
                  <a:cubicBezTo>
                    <a:pt x="6615" y="45489"/>
                    <a:pt x="6615" y="45496"/>
                    <a:pt x="6615" y="45499"/>
                  </a:cubicBezTo>
                  <a:cubicBezTo>
                    <a:pt x="6610" y="45518"/>
                    <a:pt x="6610" y="45528"/>
                    <a:pt x="6613" y="45535"/>
                  </a:cubicBezTo>
                  <a:cubicBezTo>
                    <a:pt x="6613" y="45539"/>
                    <a:pt x="6615" y="45541"/>
                    <a:pt x="6616" y="45542"/>
                  </a:cubicBezTo>
                  <a:lnTo>
                    <a:pt x="6620" y="45542"/>
                  </a:lnTo>
                  <a:cubicBezTo>
                    <a:pt x="6642" y="45563"/>
                    <a:pt x="6713" y="45582"/>
                    <a:pt x="6776" y="45595"/>
                  </a:cubicBezTo>
                  <a:lnTo>
                    <a:pt x="6776" y="45475"/>
                  </a:lnTo>
                  <a:lnTo>
                    <a:pt x="6686" y="45454"/>
                  </a:lnTo>
                  <a:close/>
                  <a:moveTo>
                    <a:pt x="65150" y="45728"/>
                  </a:moveTo>
                  <a:cubicBezTo>
                    <a:pt x="65150" y="45729"/>
                    <a:pt x="65150" y="45730"/>
                    <a:pt x="65150" y="45730"/>
                  </a:cubicBezTo>
                  <a:lnTo>
                    <a:pt x="65150" y="45730"/>
                  </a:lnTo>
                  <a:cubicBezTo>
                    <a:pt x="65150" y="45730"/>
                    <a:pt x="65150" y="45730"/>
                    <a:pt x="65150" y="45730"/>
                  </a:cubicBezTo>
                  <a:lnTo>
                    <a:pt x="65150" y="45728"/>
                  </a:lnTo>
                  <a:close/>
                  <a:moveTo>
                    <a:pt x="65150" y="45730"/>
                  </a:moveTo>
                  <a:cubicBezTo>
                    <a:pt x="65150" y="45736"/>
                    <a:pt x="65149" y="45743"/>
                    <a:pt x="65147" y="45749"/>
                  </a:cubicBezTo>
                  <a:cubicBezTo>
                    <a:pt x="65150" y="45743"/>
                    <a:pt x="65150" y="45737"/>
                    <a:pt x="65150" y="45730"/>
                  </a:cubicBezTo>
                  <a:close/>
                  <a:moveTo>
                    <a:pt x="56898" y="45776"/>
                  </a:moveTo>
                  <a:cubicBezTo>
                    <a:pt x="56905" y="45788"/>
                    <a:pt x="56912" y="45803"/>
                    <a:pt x="56920" y="45814"/>
                  </a:cubicBezTo>
                  <a:cubicBezTo>
                    <a:pt x="56936" y="45842"/>
                    <a:pt x="56954" y="45867"/>
                    <a:pt x="56972" y="45888"/>
                  </a:cubicBezTo>
                  <a:cubicBezTo>
                    <a:pt x="56976" y="45894"/>
                    <a:pt x="56981" y="45899"/>
                    <a:pt x="56986" y="45903"/>
                  </a:cubicBezTo>
                  <a:cubicBezTo>
                    <a:pt x="56991" y="45909"/>
                    <a:pt x="56998" y="45914"/>
                    <a:pt x="57004" y="45917"/>
                  </a:cubicBezTo>
                  <a:cubicBezTo>
                    <a:pt x="57007" y="45922"/>
                    <a:pt x="57011" y="45923"/>
                    <a:pt x="57014" y="45926"/>
                  </a:cubicBezTo>
                  <a:lnTo>
                    <a:pt x="57014" y="45896"/>
                  </a:lnTo>
                  <a:cubicBezTo>
                    <a:pt x="56991" y="45861"/>
                    <a:pt x="56972" y="45820"/>
                    <a:pt x="56957" y="45776"/>
                  </a:cubicBezTo>
                  <a:close/>
                  <a:moveTo>
                    <a:pt x="57027" y="45929"/>
                  </a:moveTo>
                  <a:cubicBezTo>
                    <a:pt x="57018" y="45938"/>
                    <a:pt x="57023" y="45930"/>
                    <a:pt x="57016" y="45948"/>
                  </a:cubicBezTo>
                  <a:lnTo>
                    <a:pt x="57027" y="45948"/>
                  </a:lnTo>
                  <a:lnTo>
                    <a:pt x="57027" y="45929"/>
                  </a:lnTo>
                  <a:close/>
                  <a:moveTo>
                    <a:pt x="21381" y="45914"/>
                  </a:moveTo>
                  <a:cubicBezTo>
                    <a:pt x="21308" y="45914"/>
                    <a:pt x="21230" y="45919"/>
                    <a:pt x="21151" y="45925"/>
                  </a:cubicBezTo>
                  <a:cubicBezTo>
                    <a:pt x="21123" y="45926"/>
                    <a:pt x="21095" y="45928"/>
                    <a:pt x="21066" y="45930"/>
                  </a:cubicBezTo>
                  <a:cubicBezTo>
                    <a:pt x="21014" y="45933"/>
                    <a:pt x="20962" y="45939"/>
                    <a:pt x="20911" y="45942"/>
                  </a:cubicBezTo>
                  <a:lnTo>
                    <a:pt x="20140" y="45992"/>
                  </a:lnTo>
                  <a:lnTo>
                    <a:pt x="21532" y="45992"/>
                  </a:lnTo>
                  <a:cubicBezTo>
                    <a:pt x="21536" y="45989"/>
                    <a:pt x="21537" y="45983"/>
                    <a:pt x="21543" y="45976"/>
                  </a:cubicBezTo>
                  <a:cubicBezTo>
                    <a:pt x="21546" y="45971"/>
                    <a:pt x="21546" y="45968"/>
                    <a:pt x="21548" y="45964"/>
                  </a:cubicBezTo>
                  <a:cubicBezTo>
                    <a:pt x="21545" y="45946"/>
                    <a:pt x="21539" y="45938"/>
                    <a:pt x="21524" y="45922"/>
                  </a:cubicBezTo>
                  <a:cubicBezTo>
                    <a:pt x="21480" y="45916"/>
                    <a:pt x="21432" y="45914"/>
                    <a:pt x="21381" y="45914"/>
                  </a:cubicBezTo>
                  <a:close/>
                  <a:moveTo>
                    <a:pt x="55544" y="45773"/>
                  </a:moveTo>
                  <a:lnTo>
                    <a:pt x="55544" y="45776"/>
                  </a:lnTo>
                  <a:lnTo>
                    <a:pt x="55528" y="45776"/>
                  </a:lnTo>
                  <a:cubicBezTo>
                    <a:pt x="55528" y="45803"/>
                    <a:pt x="55530" y="45829"/>
                    <a:pt x="55531" y="45853"/>
                  </a:cubicBezTo>
                  <a:cubicBezTo>
                    <a:pt x="55531" y="45856"/>
                    <a:pt x="55531" y="45858"/>
                    <a:pt x="55533" y="45859"/>
                  </a:cubicBezTo>
                  <a:cubicBezTo>
                    <a:pt x="55534" y="45878"/>
                    <a:pt x="55537" y="45896"/>
                    <a:pt x="55540" y="45914"/>
                  </a:cubicBezTo>
                  <a:cubicBezTo>
                    <a:pt x="55543" y="45933"/>
                    <a:pt x="55544" y="45952"/>
                    <a:pt x="55550" y="45973"/>
                  </a:cubicBezTo>
                  <a:cubicBezTo>
                    <a:pt x="55550" y="45977"/>
                    <a:pt x="55551" y="45984"/>
                    <a:pt x="55553" y="45992"/>
                  </a:cubicBezTo>
                  <a:lnTo>
                    <a:pt x="55652" y="45992"/>
                  </a:lnTo>
                  <a:cubicBezTo>
                    <a:pt x="55645" y="45974"/>
                    <a:pt x="55637" y="45954"/>
                    <a:pt x="55627" y="45933"/>
                  </a:cubicBezTo>
                  <a:cubicBezTo>
                    <a:pt x="55620" y="45914"/>
                    <a:pt x="55611" y="45894"/>
                    <a:pt x="55601" y="45874"/>
                  </a:cubicBezTo>
                  <a:lnTo>
                    <a:pt x="55601" y="45773"/>
                  </a:lnTo>
                  <a:close/>
                  <a:moveTo>
                    <a:pt x="7594" y="45776"/>
                  </a:moveTo>
                  <a:lnTo>
                    <a:pt x="8542" y="45994"/>
                  </a:lnTo>
                  <a:lnTo>
                    <a:pt x="9040" y="45994"/>
                  </a:lnTo>
                  <a:lnTo>
                    <a:pt x="8089" y="45776"/>
                  </a:lnTo>
                  <a:close/>
                  <a:moveTo>
                    <a:pt x="13084" y="45776"/>
                  </a:moveTo>
                  <a:lnTo>
                    <a:pt x="13034" y="45994"/>
                  </a:lnTo>
                  <a:lnTo>
                    <a:pt x="15255" y="45994"/>
                  </a:lnTo>
                  <a:lnTo>
                    <a:pt x="15242" y="45776"/>
                  </a:lnTo>
                  <a:close/>
                  <a:moveTo>
                    <a:pt x="22388" y="45776"/>
                  </a:moveTo>
                  <a:lnTo>
                    <a:pt x="22401" y="45994"/>
                  </a:lnTo>
                  <a:lnTo>
                    <a:pt x="52696" y="45994"/>
                  </a:lnTo>
                  <a:cubicBezTo>
                    <a:pt x="52697" y="45974"/>
                    <a:pt x="52699" y="45952"/>
                    <a:pt x="52703" y="45932"/>
                  </a:cubicBezTo>
                  <a:cubicBezTo>
                    <a:pt x="52708" y="45912"/>
                    <a:pt x="52709" y="45894"/>
                    <a:pt x="52711" y="45875"/>
                  </a:cubicBezTo>
                  <a:cubicBezTo>
                    <a:pt x="52715" y="45842"/>
                    <a:pt x="52719" y="45808"/>
                    <a:pt x="52724" y="45776"/>
                  </a:cubicBezTo>
                  <a:close/>
                  <a:moveTo>
                    <a:pt x="56214" y="45776"/>
                  </a:moveTo>
                  <a:cubicBezTo>
                    <a:pt x="56220" y="45797"/>
                    <a:pt x="56228" y="45820"/>
                    <a:pt x="56235" y="45842"/>
                  </a:cubicBezTo>
                  <a:cubicBezTo>
                    <a:pt x="56249" y="45893"/>
                    <a:pt x="56265" y="45942"/>
                    <a:pt x="56280" y="45994"/>
                  </a:cubicBezTo>
                  <a:lnTo>
                    <a:pt x="56419" y="45994"/>
                  </a:lnTo>
                  <a:cubicBezTo>
                    <a:pt x="56396" y="45922"/>
                    <a:pt x="56373" y="45849"/>
                    <a:pt x="56347" y="45776"/>
                  </a:cubicBezTo>
                  <a:close/>
                  <a:moveTo>
                    <a:pt x="57748" y="45776"/>
                  </a:moveTo>
                  <a:cubicBezTo>
                    <a:pt x="57711" y="45849"/>
                    <a:pt x="57674" y="45923"/>
                    <a:pt x="57638" y="45994"/>
                  </a:cubicBezTo>
                  <a:lnTo>
                    <a:pt x="58538" y="45994"/>
                  </a:lnTo>
                  <a:cubicBezTo>
                    <a:pt x="58526" y="45974"/>
                    <a:pt x="58517" y="45955"/>
                    <a:pt x="58510" y="45933"/>
                  </a:cubicBezTo>
                  <a:cubicBezTo>
                    <a:pt x="58501" y="45914"/>
                    <a:pt x="58494" y="45894"/>
                    <a:pt x="58488" y="45874"/>
                  </a:cubicBezTo>
                  <a:lnTo>
                    <a:pt x="58532" y="45874"/>
                  </a:lnTo>
                  <a:cubicBezTo>
                    <a:pt x="58547" y="45887"/>
                    <a:pt x="58568" y="45891"/>
                    <a:pt x="58593" y="45897"/>
                  </a:cubicBezTo>
                  <a:cubicBezTo>
                    <a:pt x="58613" y="45903"/>
                    <a:pt x="58642" y="45906"/>
                    <a:pt x="58672" y="45910"/>
                  </a:cubicBezTo>
                  <a:cubicBezTo>
                    <a:pt x="58702" y="45913"/>
                    <a:pt x="58736" y="45913"/>
                    <a:pt x="58772" y="45916"/>
                  </a:cubicBezTo>
                  <a:cubicBezTo>
                    <a:pt x="58823" y="45917"/>
                    <a:pt x="58876" y="45918"/>
                    <a:pt x="58925" y="45918"/>
                  </a:cubicBezTo>
                  <a:cubicBezTo>
                    <a:pt x="58974" y="45918"/>
                    <a:pt x="59020" y="45917"/>
                    <a:pt x="59055" y="45917"/>
                  </a:cubicBezTo>
                  <a:cubicBezTo>
                    <a:pt x="59108" y="45917"/>
                    <a:pt x="59163" y="45916"/>
                    <a:pt x="59217" y="45912"/>
                  </a:cubicBezTo>
                  <a:cubicBezTo>
                    <a:pt x="59255" y="45909"/>
                    <a:pt x="59295" y="45906"/>
                    <a:pt x="59333" y="45901"/>
                  </a:cubicBezTo>
                  <a:cubicBezTo>
                    <a:pt x="59383" y="45896"/>
                    <a:pt x="59432" y="45888"/>
                    <a:pt x="59478" y="45881"/>
                  </a:cubicBezTo>
                  <a:cubicBezTo>
                    <a:pt x="59508" y="45878"/>
                    <a:pt x="59537" y="45872"/>
                    <a:pt x="59566" y="45868"/>
                  </a:cubicBezTo>
                  <a:cubicBezTo>
                    <a:pt x="59611" y="45861"/>
                    <a:pt x="59657" y="45851"/>
                    <a:pt x="59701" y="45842"/>
                  </a:cubicBezTo>
                  <a:cubicBezTo>
                    <a:pt x="59778" y="45821"/>
                    <a:pt x="59856" y="45801"/>
                    <a:pt x="59928" y="45776"/>
                  </a:cubicBezTo>
                  <a:close/>
                  <a:moveTo>
                    <a:pt x="66312" y="45374"/>
                  </a:moveTo>
                  <a:cubicBezTo>
                    <a:pt x="66307" y="45381"/>
                    <a:pt x="66306" y="45400"/>
                    <a:pt x="66307" y="45425"/>
                  </a:cubicBezTo>
                  <a:cubicBezTo>
                    <a:pt x="66307" y="45435"/>
                    <a:pt x="66310" y="45445"/>
                    <a:pt x="66312" y="45457"/>
                  </a:cubicBezTo>
                  <a:cubicBezTo>
                    <a:pt x="66315" y="45493"/>
                    <a:pt x="66322" y="45532"/>
                    <a:pt x="66332" y="45573"/>
                  </a:cubicBezTo>
                  <a:cubicBezTo>
                    <a:pt x="66335" y="45602"/>
                    <a:pt x="66342" y="45628"/>
                    <a:pt x="66348" y="45648"/>
                  </a:cubicBezTo>
                  <a:cubicBezTo>
                    <a:pt x="66351" y="45660"/>
                    <a:pt x="66354" y="45669"/>
                    <a:pt x="66355" y="45675"/>
                  </a:cubicBezTo>
                  <a:cubicBezTo>
                    <a:pt x="66408" y="45853"/>
                    <a:pt x="66450" y="46040"/>
                    <a:pt x="66496" y="46220"/>
                  </a:cubicBezTo>
                  <a:lnTo>
                    <a:pt x="66496" y="45907"/>
                  </a:lnTo>
                  <a:lnTo>
                    <a:pt x="66496" y="45904"/>
                  </a:lnTo>
                  <a:cubicBezTo>
                    <a:pt x="66485" y="45856"/>
                    <a:pt x="66470" y="45807"/>
                    <a:pt x="66454" y="45759"/>
                  </a:cubicBezTo>
                  <a:cubicBezTo>
                    <a:pt x="66447" y="45734"/>
                    <a:pt x="66438" y="45707"/>
                    <a:pt x="66430" y="45683"/>
                  </a:cubicBezTo>
                  <a:lnTo>
                    <a:pt x="66424" y="45667"/>
                  </a:lnTo>
                  <a:cubicBezTo>
                    <a:pt x="66421" y="45660"/>
                    <a:pt x="66419" y="45653"/>
                    <a:pt x="66415" y="45647"/>
                  </a:cubicBezTo>
                  <a:cubicBezTo>
                    <a:pt x="66412" y="45634"/>
                    <a:pt x="66406" y="45621"/>
                    <a:pt x="66400" y="45609"/>
                  </a:cubicBezTo>
                  <a:cubicBezTo>
                    <a:pt x="66385" y="45570"/>
                    <a:pt x="66364" y="45532"/>
                    <a:pt x="66350" y="45494"/>
                  </a:cubicBezTo>
                  <a:cubicBezTo>
                    <a:pt x="66344" y="45481"/>
                    <a:pt x="66339" y="45467"/>
                    <a:pt x="66335" y="45457"/>
                  </a:cubicBezTo>
                  <a:cubicBezTo>
                    <a:pt x="66332" y="45443"/>
                    <a:pt x="66328" y="45435"/>
                    <a:pt x="66325" y="45423"/>
                  </a:cubicBezTo>
                  <a:cubicBezTo>
                    <a:pt x="66322" y="45420"/>
                    <a:pt x="66321" y="45416"/>
                    <a:pt x="66321" y="45410"/>
                  </a:cubicBezTo>
                  <a:cubicBezTo>
                    <a:pt x="66318" y="45398"/>
                    <a:pt x="66315" y="45385"/>
                    <a:pt x="66312" y="45374"/>
                  </a:cubicBezTo>
                  <a:close/>
                  <a:moveTo>
                    <a:pt x="7286" y="0"/>
                  </a:moveTo>
                  <a:cubicBezTo>
                    <a:pt x="7202" y="0"/>
                    <a:pt x="7131" y="3"/>
                    <a:pt x="7096" y="12"/>
                  </a:cubicBezTo>
                  <a:cubicBezTo>
                    <a:pt x="7043" y="25"/>
                    <a:pt x="6995" y="25"/>
                    <a:pt x="6964" y="25"/>
                  </a:cubicBezTo>
                  <a:cubicBezTo>
                    <a:pt x="6942" y="25"/>
                    <a:pt x="6857" y="22"/>
                    <a:pt x="6838" y="22"/>
                  </a:cubicBezTo>
                  <a:cubicBezTo>
                    <a:pt x="6795" y="22"/>
                    <a:pt x="6761" y="25"/>
                    <a:pt x="6719" y="37"/>
                  </a:cubicBezTo>
                  <a:cubicBezTo>
                    <a:pt x="6407" y="111"/>
                    <a:pt x="6113" y="182"/>
                    <a:pt x="5876" y="328"/>
                  </a:cubicBezTo>
                  <a:cubicBezTo>
                    <a:pt x="5809" y="368"/>
                    <a:pt x="5751" y="412"/>
                    <a:pt x="5693" y="460"/>
                  </a:cubicBezTo>
                  <a:cubicBezTo>
                    <a:pt x="5373" y="656"/>
                    <a:pt x="5110" y="932"/>
                    <a:pt x="4963" y="1292"/>
                  </a:cubicBezTo>
                  <a:cubicBezTo>
                    <a:pt x="4950" y="1289"/>
                    <a:pt x="4941" y="1277"/>
                    <a:pt x="4935" y="1265"/>
                  </a:cubicBezTo>
                  <a:cubicBezTo>
                    <a:pt x="4893" y="1135"/>
                    <a:pt x="4650" y="969"/>
                    <a:pt x="4448" y="969"/>
                  </a:cubicBezTo>
                  <a:cubicBezTo>
                    <a:pt x="4383" y="969"/>
                    <a:pt x="4326" y="985"/>
                    <a:pt x="4283" y="1020"/>
                  </a:cubicBezTo>
                  <a:cubicBezTo>
                    <a:pt x="4204" y="1076"/>
                    <a:pt x="4189" y="1196"/>
                    <a:pt x="4239" y="1393"/>
                  </a:cubicBezTo>
                  <a:cubicBezTo>
                    <a:pt x="4243" y="1408"/>
                    <a:pt x="4236" y="1422"/>
                    <a:pt x="4226" y="1434"/>
                  </a:cubicBezTo>
                  <a:cubicBezTo>
                    <a:pt x="4216" y="1447"/>
                    <a:pt x="4200" y="1451"/>
                    <a:pt x="4182" y="1451"/>
                  </a:cubicBezTo>
                  <a:cubicBezTo>
                    <a:pt x="4173" y="1451"/>
                    <a:pt x="4163" y="1450"/>
                    <a:pt x="4156" y="1444"/>
                  </a:cubicBezTo>
                  <a:cubicBezTo>
                    <a:pt x="4143" y="1435"/>
                    <a:pt x="4120" y="1433"/>
                    <a:pt x="4092" y="1433"/>
                  </a:cubicBezTo>
                  <a:cubicBezTo>
                    <a:pt x="4032" y="1433"/>
                    <a:pt x="3964" y="1451"/>
                    <a:pt x="3938" y="1462"/>
                  </a:cubicBezTo>
                  <a:cubicBezTo>
                    <a:pt x="3923" y="1465"/>
                    <a:pt x="3556" y="1595"/>
                    <a:pt x="3627" y="1850"/>
                  </a:cubicBezTo>
                  <a:cubicBezTo>
                    <a:pt x="3650" y="1934"/>
                    <a:pt x="3720" y="2016"/>
                    <a:pt x="3795" y="2046"/>
                  </a:cubicBezTo>
                  <a:cubicBezTo>
                    <a:pt x="3809" y="2050"/>
                    <a:pt x="3823" y="2053"/>
                    <a:pt x="3839" y="2055"/>
                  </a:cubicBezTo>
                  <a:cubicBezTo>
                    <a:pt x="3865" y="2059"/>
                    <a:pt x="3891" y="2065"/>
                    <a:pt x="3919" y="2082"/>
                  </a:cubicBezTo>
                  <a:cubicBezTo>
                    <a:pt x="3932" y="2091"/>
                    <a:pt x="3939" y="2106"/>
                    <a:pt x="3939" y="2123"/>
                  </a:cubicBezTo>
                  <a:cubicBezTo>
                    <a:pt x="3939" y="2139"/>
                    <a:pt x="3931" y="2154"/>
                    <a:pt x="3916" y="2162"/>
                  </a:cubicBezTo>
                  <a:cubicBezTo>
                    <a:pt x="3647" y="2321"/>
                    <a:pt x="3477" y="2985"/>
                    <a:pt x="3585" y="3461"/>
                  </a:cubicBezTo>
                  <a:cubicBezTo>
                    <a:pt x="3604" y="3535"/>
                    <a:pt x="3614" y="3611"/>
                    <a:pt x="3628" y="3688"/>
                  </a:cubicBezTo>
                  <a:cubicBezTo>
                    <a:pt x="3649" y="3804"/>
                    <a:pt x="3665" y="3913"/>
                    <a:pt x="3698" y="4016"/>
                  </a:cubicBezTo>
                  <a:cubicBezTo>
                    <a:pt x="3723" y="4090"/>
                    <a:pt x="3758" y="4166"/>
                    <a:pt x="3790" y="4239"/>
                  </a:cubicBezTo>
                  <a:cubicBezTo>
                    <a:pt x="3811" y="4291"/>
                    <a:pt x="3836" y="4342"/>
                    <a:pt x="3855" y="4396"/>
                  </a:cubicBezTo>
                  <a:lnTo>
                    <a:pt x="3855" y="4399"/>
                  </a:lnTo>
                  <a:cubicBezTo>
                    <a:pt x="3855" y="4400"/>
                    <a:pt x="3858" y="4401"/>
                    <a:pt x="3858" y="4401"/>
                  </a:cubicBezTo>
                  <a:cubicBezTo>
                    <a:pt x="3867" y="4417"/>
                    <a:pt x="3870" y="4432"/>
                    <a:pt x="3877" y="4449"/>
                  </a:cubicBezTo>
                  <a:lnTo>
                    <a:pt x="3883" y="4508"/>
                  </a:lnTo>
                  <a:lnTo>
                    <a:pt x="3883" y="4509"/>
                  </a:lnTo>
                  <a:lnTo>
                    <a:pt x="3890" y="4576"/>
                  </a:lnTo>
                  <a:lnTo>
                    <a:pt x="3894" y="4627"/>
                  </a:lnTo>
                  <a:lnTo>
                    <a:pt x="3967" y="4832"/>
                  </a:lnTo>
                  <a:lnTo>
                    <a:pt x="3974" y="4856"/>
                  </a:lnTo>
                  <a:lnTo>
                    <a:pt x="4057" y="5101"/>
                  </a:lnTo>
                  <a:lnTo>
                    <a:pt x="4080" y="5155"/>
                  </a:lnTo>
                  <a:cubicBezTo>
                    <a:pt x="4141" y="5297"/>
                    <a:pt x="4207" y="5447"/>
                    <a:pt x="4283" y="5572"/>
                  </a:cubicBezTo>
                  <a:cubicBezTo>
                    <a:pt x="4296" y="5592"/>
                    <a:pt x="4310" y="5614"/>
                    <a:pt x="4326" y="5634"/>
                  </a:cubicBezTo>
                  <a:cubicBezTo>
                    <a:pt x="4360" y="5678"/>
                    <a:pt x="4392" y="5723"/>
                    <a:pt x="4410" y="5777"/>
                  </a:cubicBezTo>
                  <a:cubicBezTo>
                    <a:pt x="4419" y="5803"/>
                    <a:pt x="4406" y="5831"/>
                    <a:pt x="4381" y="5838"/>
                  </a:cubicBezTo>
                  <a:cubicBezTo>
                    <a:pt x="4349" y="5848"/>
                    <a:pt x="4328" y="5876"/>
                    <a:pt x="4306" y="5908"/>
                  </a:cubicBezTo>
                  <a:cubicBezTo>
                    <a:pt x="4306" y="5911"/>
                    <a:pt x="4304" y="5911"/>
                    <a:pt x="4304" y="5912"/>
                  </a:cubicBezTo>
                  <a:cubicBezTo>
                    <a:pt x="4303" y="5913"/>
                    <a:pt x="4301" y="5915"/>
                    <a:pt x="4301" y="5918"/>
                  </a:cubicBezTo>
                  <a:lnTo>
                    <a:pt x="4290" y="5934"/>
                  </a:lnTo>
                  <a:cubicBezTo>
                    <a:pt x="4201" y="6066"/>
                    <a:pt x="4219" y="6180"/>
                    <a:pt x="4245" y="6348"/>
                  </a:cubicBezTo>
                  <a:lnTo>
                    <a:pt x="4258" y="6428"/>
                  </a:lnTo>
                  <a:cubicBezTo>
                    <a:pt x="4261" y="6446"/>
                    <a:pt x="4253" y="6465"/>
                    <a:pt x="4237" y="6473"/>
                  </a:cubicBezTo>
                  <a:cubicBezTo>
                    <a:pt x="4168" y="6517"/>
                    <a:pt x="4105" y="6574"/>
                    <a:pt x="4041" y="6627"/>
                  </a:cubicBezTo>
                  <a:cubicBezTo>
                    <a:pt x="3989" y="6675"/>
                    <a:pt x="3932" y="6722"/>
                    <a:pt x="3875" y="6763"/>
                  </a:cubicBezTo>
                  <a:cubicBezTo>
                    <a:pt x="3839" y="6790"/>
                    <a:pt x="3801" y="6815"/>
                    <a:pt x="3766" y="6838"/>
                  </a:cubicBezTo>
                  <a:cubicBezTo>
                    <a:pt x="3765" y="6841"/>
                    <a:pt x="3765" y="6843"/>
                    <a:pt x="3763" y="6843"/>
                  </a:cubicBezTo>
                  <a:cubicBezTo>
                    <a:pt x="3599" y="6959"/>
                    <a:pt x="3438" y="7071"/>
                    <a:pt x="3273" y="7186"/>
                  </a:cubicBezTo>
                  <a:cubicBezTo>
                    <a:pt x="3114" y="7296"/>
                    <a:pt x="2619" y="7645"/>
                    <a:pt x="2619" y="7645"/>
                  </a:cubicBezTo>
                  <a:cubicBezTo>
                    <a:pt x="2244" y="7910"/>
                    <a:pt x="1891" y="8157"/>
                    <a:pt x="1586" y="8451"/>
                  </a:cubicBezTo>
                  <a:lnTo>
                    <a:pt x="1583" y="8455"/>
                  </a:lnTo>
                  <a:cubicBezTo>
                    <a:pt x="1231" y="8791"/>
                    <a:pt x="944" y="9191"/>
                    <a:pt x="764" y="9746"/>
                  </a:cubicBezTo>
                  <a:cubicBezTo>
                    <a:pt x="728" y="9858"/>
                    <a:pt x="706" y="9976"/>
                    <a:pt x="690" y="10095"/>
                  </a:cubicBezTo>
                  <a:lnTo>
                    <a:pt x="690" y="10099"/>
                  </a:lnTo>
                  <a:cubicBezTo>
                    <a:pt x="681" y="10166"/>
                    <a:pt x="674" y="10236"/>
                    <a:pt x="667" y="10304"/>
                  </a:cubicBezTo>
                  <a:cubicBezTo>
                    <a:pt x="649" y="10454"/>
                    <a:pt x="632" y="10607"/>
                    <a:pt x="598" y="10759"/>
                  </a:cubicBezTo>
                  <a:cubicBezTo>
                    <a:pt x="587" y="10817"/>
                    <a:pt x="587" y="10884"/>
                    <a:pt x="588" y="10948"/>
                  </a:cubicBezTo>
                  <a:cubicBezTo>
                    <a:pt x="590" y="11014"/>
                    <a:pt x="591" y="11081"/>
                    <a:pt x="577" y="11133"/>
                  </a:cubicBezTo>
                  <a:lnTo>
                    <a:pt x="577" y="11498"/>
                  </a:lnTo>
                  <a:lnTo>
                    <a:pt x="536" y="12356"/>
                  </a:lnTo>
                  <a:lnTo>
                    <a:pt x="536" y="12811"/>
                  </a:lnTo>
                  <a:cubicBezTo>
                    <a:pt x="537" y="13039"/>
                    <a:pt x="537" y="13276"/>
                    <a:pt x="494" y="13458"/>
                  </a:cubicBezTo>
                  <a:lnTo>
                    <a:pt x="482" y="13653"/>
                  </a:lnTo>
                  <a:cubicBezTo>
                    <a:pt x="467" y="13714"/>
                    <a:pt x="466" y="13781"/>
                    <a:pt x="463" y="13852"/>
                  </a:cubicBezTo>
                  <a:cubicBezTo>
                    <a:pt x="459" y="13929"/>
                    <a:pt x="459" y="14009"/>
                    <a:pt x="441" y="14089"/>
                  </a:cubicBezTo>
                  <a:cubicBezTo>
                    <a:pt x="401" y="14260"/>
                    <a:pt x="380" y="14446"/>
                    <a:pt x="363" y="14624"/>
                  </a:cubicBezTo>
                  <a:cubicBezTo>
                    <a:pt x="341" y="14816"/>
                    <a:pt x="319" y="15013"/>
                    <a:pt x="276" y="15191"/>
                  </a:cubicBezTo>
                  <a:lnTo>
                    <a:pt x="255" y="15393"/>
                  </a:lnTo>
                  <a:lnTo>
                    <a:pt x="230" y="15630"/>
                  </a:lnTo>
                  <a:cubicBezTo>
                    <a:pt x="216" y="15660"/>
                    <a:pt x="191" y="15689"/>
                    <a:pt x="168" y="15717"/>
                  </a:cubicBezTo>
                  <a:cubicBezTo>
                    <a:pt x="148" y="15740"/>
                    <a:pt x="124" y="15764"/>
                    <a:pt x="116" y="15785"/>
                  </a:cubicBezTo>
                  <a:cubicBezTo>
                    <a:pt x="34" y="15964"/>
                    <a:pt x="1" y="16294"/>
                    <a:pt x="85" y="16482"/>
                  </a:cubicBezTo>
                  <a:cubicBezTo>
                    <a:pt x="146" y="16626"/>
                    <a:pt x="271" y="16671"/>
                    <a:pt x="428" y="16730"/>
                  </a:cubicBezTo>
                  <a:cubicBezTo>
                    <a:pt x="478" y="16749"/>
                    <a:pt x="529" y="16767"/>
                    <a:pt x="579" y="16790"/>
                  </a:cubicBezTo>
                  <a:cubicBezTo>
                    <a:pt x="619" y="16809"/>
                    <a:pt x="649" y="16839"/>
                    <a:pt x="681" y="16867"/>
                  </a:cubicBezTo>
                  <a:cubicBezTo>
                    <a:pt x="700" y="16887"/>
                    <a:pt x="719" y="16905"/>
                    <a:pt x="734" y="16914"/>
                  </a:cubicBezTo>
                  <a:lnTo>
                    <a:pt x="994" y="17029"/>
                  </a:lnTo>
                  <a:cubicBezTo>
                    <a:pt x="1013" y="17037"/>
                    <a:pt x="1026" y="17059"/>
                    <a:pt x="1020" y="17081"/>
                  </a:cubicBezTo>
                  <a:cubicBezTo>
                    <a:pt x="1017" y="17094"/>
                    <a:pt x="1017" y="17107"/>
                    <a:pt x="1017" y="17122"/>
                  </a:cubicBezTo>
                  <a:cubicBezTo>
                    <a:pt x="1004" y="17260"/>
                    <a:pt x="1037" y="17550"/>
                    <a:pt x="1062" y="17673"/>
                  </a:cubicBezTo>
                  <a:lnTo>
                    <a:pt x="1071" y="17985"/>
                  </a:lnTo>
                  <a:cubicBezTo>
                    <a:pt x="1103" y="18125"/>
                    <a:pt x="1107" y="18277"/>
                    <a:pt x="1114" y="18429"/>
                  </a:cubicBezTo>
                  <a:cubicBezTo>
                    <a:pt x="1120" y="18571"/>
                    <a:pt x="1128" y="18721"/>
                    <a:pt x="1157" y="18862"/>
                  </a:cubicBezTo>
                  <a:lnTo>
                    <a:pt x="1177" y="19196"/>
                  </a:lnTo>
                  <a:cubicBezTo>
                    <a:pt x="1206" y="19330"/>
                    <a:pt x="1209" y="19494"/>
                    <a:pt x="1209" y="19653"/>
                  </a:cubicBezTo>
                  <a:lnTo>
                    <a:pt x="1208" y="19849"/>
                  </a:lnTo>
                  <a:cubicBezTo>
                    <a:pt x="1216" y="19885"/>
                    <a:pt x="1215" y="19928"/>
                    <a:pt x="1213" y="19974"/>
                  </a:cubicBezTo>
                  <a:cubicBezTo>
                    <a:pt x="1212" y="20018"/>
                    <a:pt x="1209" y="20064"/>
                    <a:pt x="1216" y="20101"/>
                  </a:cubicBezTo>
                  <a:cubicBezTo>
                    <a:pt x="1242" y="20213"/>
                    <a:pt x="1251" y="20329"/>
                    <a:pt x="1260" y="20439"/>
                  </a:cubicBezTo>
                  <a:cubicBezTo>
                    <a:pt x="1273" y="20576"/>
                    <a:pt x="1282" y="20705"/>
                    <a:pt x="1321" y="20822"/>
                  </a:cubicBezTo>
                  <a:cubicBezTo>
                    <a:pt x="1546" y="21501"/>
                    <a:pt x="2080" y="21992"/>
                    <a:pt x="3005" y="22369"/>
                  </a:cubicBezTo>
                  <a:cubicBezTo>
                    <a:pt x="3076" y="22398"/>
                    <a:pt x="3148" y="22412"/>
                    <a:pt x="3227" y="22427"/>
                  </a:cubicBezTo>
                  <a:cubicBezTo>
                    <a:pt x="3278" y="22436"/>
                    <a:pt x="3329" y="22446"/>
                    <a:pt x="3383" y="22460"/>
                  </a:cubicBezTo>
                  <a:cubicBezTo>
                    <a:pt x="3572" y="22510"/>
                    <a:pt x="3795" y="22536"/>
                    <a:pt x="4109" y="22543"/>
                  </a:cubicBezTo>
                  <a:cubicBezTo>
                    <a:pt x="4137" y="22543"/>
                    <a:pt x="4168" y="22546"/>
                    <a:pt x="4200" y="22550"/>
                  </a:cubicBezTo>
                  <a:cubicBezTo>
                    <a:pt x="4236" y="22553"/>
                    <a:pt x="4272" y="22559"/>
                    <a:pt x="4309" y="22559"/>
                  </a:cubicBezTo>
                  <a:cubicBezTo>
                    <a:pt x="4330" y="22559"/>
                    <a:pt x="4349" y="22558"/>
                    <a:pt x="4368" y="22553"/>
                  </a:cubicBezTo>
                  <a:cubicBezTo>
                    <a:pt x="4428" y="22540"/>
                    <a:pt x="4493" y="22536"/>
                    <a:pt x="4581" y="22536"/>
                  </a:cubicBezTo>
                  <a:cubicBezTo>
                    <a:pt x="4621" y="22536"/>
                    <a:pt x="4661" y="22537"/>
                    <a:pt x="4703" y="22537"/>
                  </a:cubicBezTo>
                  <a:cubicBezTo>
                    <a:pt x="4742" y="22539"/>
                    <a:pt x="4783" y="22540"/>
                    <a:pt x="4822" y="22540"/>
                  </a:cubicBezTo>
                  <a:cubicBezTo>
                    <a:pt x="4906" y="22540"/>
                    <a:pt x="4966" y="22536"/>
                    <a:pt x="5021" y="22523"/>
                  </a:cubicBezTo>
                  <a:cubicBezTo>
                    <a:pt x="5060" y="22514"/>
                    <a:pt x="5097" y="22504"/>
                    <a:pt x="5130" y="22495"/>
                  </a:cubicBezTo>
                  <a:cubicBezTo>
                    <a:pt x="5204" y="22473"/>
                    <a:pt x="5273" y="22452"/>
                    <a:pt x="5371" y="22452"/>
                  </a:cubicBezTo>
                  <a:cubicBezTo>
                    <a:pt x="5385" y="22452"/>
                    <a:pt x="5396" y="22456"/>
                    <a:pt x="5406" y="22465"/>
                  </a:cubicBezTo>
                  <a:cubicBezTo>
                    <a:pt x="5415" y="22473"/>
                    <a:pt x="5418" y="22485"/>
                    <a:pt x="5418" y="22500"/>
                  </a:cubicBezTo>
                  <a:cubicBezTo>
                    <a:pt x="5418" y="24871"/>
                    <a:pt x="5417" y="27244"/>
                    <a:pt x="5415" y="29619"/>
                  </a:cubicBezTo>
                  <a:cubicBezTo>
                    <a:pt x="5411" y="35095"/>
                    <a:pt x="5406" y="40746"/>
                    <a:pt x="5425" y="46304"/>
                  </a:cubicBezTo>
                  <a:lnTo>
                    <a:pt x="5425" y="46307"/>
                  </a:lnTo>
                  <a:cubicBezTo>
                    <a:pt x="5428" y="46576"/>
                    <a:pt x="5428" y="46841"/>
                    <a:pt x="5430" y="47108"/>
                  </a:cubicBezTo>
                  <a:lnTo>
                    <a:pt x="5460" y="47108"/>
                  </a:lnTo>
                  <a:lnTo>
                    <a:pt x="5665" y="46213"/>
                  </a:lnTo>
                  <a:lnTo>
                    <a:pt x="5665" y="22513"/>
                  </a:lnTo>
                  <a:cubicBezTo>
                    <a:pt x="5665" y="22486"/>
                    <a:pt x="5687" y="22466"/>
                    <a:pt x="5713" y="22466"/>
                  </a:cubicBezTo>
                  <a:cubicBezTo>
                    <a:pt x="5765" y="22466"/>
                    <a:pt x="5821" y="22453"/>
                    <a:pt x="5872" y="22443"/>
                  </a:cubicBezTo>
                  <a:cubicBezTo>
                    <a:pt x="5925" y="22431"/>
                    <a:pt x="5976" y="22422"/>
                    <a:pt x="6026" y="22422"/>
                  </a:cubicBezTo>
                  <a:cubicBezTo>
                    <a:pt x="6043" y="22422"/>
                    <a:pt x="6058" y="22422"/>
                    <a:pt x="6075" y="22425"/>
                  </a:cubicBezTo>
                  <a:lnTo>
                    <a:pt x="6114" y="22433"/>
                  </a:lnTo>
                  <a:cubicBezTo>
                    <a:pt x="6229" y="22453"/>
                    <a:pt x="6359" y="22476"/>
                    <a:pt x="6491" y="22476"/>
                  </a:cubicBezTo>
                  <a:cubicBezTo>
                    <a:pt x="6519" y="22476"/>
                    <a:pt x="6538" y="22497"/>
                    <a:pt x="6538" y="22524"/>
                  </a:cubicBezTo>
                  <a:cubicBezTo>
                    <a:pt x="6538" y="24920"/>
                    <a:pt x="6535" y="27319"/>
                    <a:pt x="6530" y="29718"/>
                  </a:cubicBezTo>
                  <a:cubicBezTo>
                    <a:pt x="6526" y="33978"/>
                    <a:pt x="6519" y="38351"/>
                    <a:pt x="6533" y="42696"/>
                  </a:cubicBezTo>
                  <a:cubicBezTo>
                    <a:pt x="6533" y="42768"/>
                    <a:pt x="6533" y="42841"/>
                    <a:pt x="6535" y="42914"/>
                  </a:cubicBezTo>
                  <a:lnTo>
                    <a:pt x="6535" y="42915"/>
                  </a:lnTo>
                  <a:lnTo>
                    <a:pt x="6776" y="42970"/>
                  </a:lnTo>
                  <a:lnTo>
                    <a:pt x="6776" y="22575"/>
                  </a:lnTo>
                  <a:cubicBezTo>
                    <a:pt x="6776" y="22561"/>
                    <a:pt x="6782" y="22547"/>
                    <a:pt x="6792" y="22539"/>
                  </a:cubicBezTo>
                  <a:cubicBezTo>
                    <a:pt x="6796" y="22536"/>
                    <a:pt x="6802" y="22533"/>
                    <a:pt x="6805" y="22530"/>
                  </a:cubicBezTo>
                  <a:cubicBezTo>
                    <a:pt x="6811" y="22529"/>
                    <a:pt x="6818" y="22526"/>
                    <a:pt x="6824" y="22526"/>
                  </a:cubicBezTo>
                  <a:lnTo>
                    <a:pt x="6827" y="22526"/>
                  </a:lnTo>
                  <a:cubicBezTo>
                    <a:pt x="6886" y="22531"/>
                    <a:pt x="6950" y="22540"/>
                    <a:pt x="7017" y="22553"/>
                  </a:cubicBezTo>
                  <a:cubicBezTo>
                    <a:pt x="7052" y="22559"/>
                    <a:pt x="7087" y="22566"/>
                    <a:pt x="7123" y="22574"/>
                  </a:cubicBezTo>
                  <a:cubicBezTo>
                    <a:pt x="7160" y="22581"/>
                    <a:pt x="7196" y="22588"/>
                    <a:pt x="7235" y="22598"/>
                  </a:cubicBezTo>
                  <a:lnTo>
                    <a:pt x="7619" y="22588"/>
                  </a:lnTo>
                  <a:cubicBezTo>
                    <a:pt x="7634" y="22588"/>
                    <a:pt x="7647" y="22594"/>
                    <a:pt x="7656" y="22606"/>
                  </a:cubicBezTo>
                  <a:cubicBezTo>
                    <a:pt x="7660" y="22610"/>
                    <a:pt x="7661" y="22613"/>
                    <a:pt x="7663" y="22619"/>
                  </a:cubicBezTo>
                  <a:cubicBezTo>
                    <a:pt x="7669" y="22632"/>
                    <a:pt x="7674" y="22646"/>
                    <a:pt x="7679" y="22658"/>
                  </a:cubicBezTo>
                  <a:lnTo>
                    <a:pt x="7718" y="22741"/>
                  </a:lnTo>
                  <a:cubicBezTo>
                    <a:pt x="7737" y="22780"/>
                    <a:pt x="7763" y="22819"/>
                    <a:pt x="7794" y="22850"/>
                  </a:cubicBezTo>
                  <a:cubicBezTo>
                    <a:pt x="7814" y="22872"/>
                    <a:pt x="7836" y="22892"/>
                    <a:pt x="7861" y="22905"/>
                  </a:cubicBezTo>
                  <a:cubicBezTo>
                    <a:pt x="7875" y="22915"/>
                    <a:pt x="7890" y="22923"/>
                    <a:pt x="7904" y="22927"/>
                  </a:cubicBezTo>
                  <a:cubicBezTo>
                    <a:pt x="7917" y="22931"/>
                    <a:pt x="7930" y="22939"/>
                    <a:pt x="7943" y="22940"/>
                  </a:cubicBezTo>
                  <a:cubicBezTo>
                    <a:pt x="7981" y="22953"/>
                    <a:pt x="8026" y="22959"/>
                    <a:pt x="8071" y="22959"/>
                  </a:cubicBezTo>
                  <a:cubicBezTo>
                    <a:pt x="8111" y="22959"/>
                    <a:pt x="8150" y="22955"/>
                    <a:pt x="8191" y="22946"/>
                  </a:cubicBezTo>
                  <a:cubicBezTo>
                    <a:pt x="8228" y="22939"/>
                    <a:pt x="8268" y="22927"/>
                    <a:pt x="8304" y="22915"/>
                  </a:cubicBezTo>
                  <a:cubicBezTo>
                    <a:pt x="8348" y="22898"/>
                    <a:pt x="8388" y="22879"/>
                    <a:pt x="8419" y="22854"/>
                  </a:cubicBezTo>
                  <a:cubicBezTo>
                    <a:pt x="8446" y="22835"/>
                    <a:pt x="8474" y="22808"/>
                    <a:pt x="8500" y="22777"/>
                  </a:cubicBezTo>
                  <a:cubicBezTo>
                    <a:pt x="8513" y="22764"/>
                    <a:pt x="8525" y="22750"/>
                    <a:pt x="8537" y="22734"/>
                  </a:cubicBezTo>
                  <a:cubicBezTo>
                    <a:pt x="8558" y="22706"/>
                    <a:pt x="8579" y="22677"/>
                    <a:pt x="8595" y="22649"/>
                  </a:cubicBezTo>
                  <a:cubicBezTo>
                    <a:pt x="8598" y="22648"/>
                    <a:pt x="8598" y="22646"/>
                    <a:pt x="8599" y="22643"/>
                  </a:cubicBezTo>
                  <a:cubicBezTo>
                    <a:pt x="8605" y="22632"/>
                    <a:pt x="8609" y="22620"/>
                    <a:pt x="8614" y="22606"/>
                  </a:cubicBezTo>
                  <a:cubicBezTo>
                    <a:pt x="8617" y="22597"/>
                    <a:pt x="8619" y="22588"/>
                    <a:pt x="8624" y="22578"/>
                  </a:cubicBezTo>
                  <a:cubicBezTo>
                    <a:pt x="8634" y="22559"/>
                    <a:pt x="8644" y="22537"/>
                    <a:pt x="8660" y="22523"/>
                  </a:cubicBezTo>
                  <a:lnTo>
                    <a:pt x="8665" y="22518"/>
                  </a:lnTo>
                  <a:cubicBezTo>
                    <a:pt x="8672" y="22513"/>
                    <a:pt x="8681" y="22505"/>
                    <a:pt x="8689" y="22504"/>
                  </a:cubicBezTo>
                  <a:cubicBezTo>
                    <a:pt x="8726" y="22476"/>
                    <a:pt x="8768" y="22466"/>
                    <a:pt x="8811" y="22460"/>
                  </a:cubicBezTo>
                  <a:cubicBezTo>
                    <a:pt x="8830" y="22459"/>
                    <a:pt x="8846" y="22457"/>
                    <a:pt x="8864" y="22457"/>
                  </a:cubicBezTo>
                  <a:cubicBezTo>
                    <a:pt x="8871" y="22454"/>
                    <a:pt x="8881" y="22454"/>
                    <a:pt x="8890" y="22454"/>
                  </a:cubicBezTo>
                  <a:cubicBezTo>
                    <a:pt x="8929" y="22453"/>
                    <a:pt x="8970" y="22452"/>
                    <a:pt x="9009" y="22443"/>
                  </a:cubicBezTo>
                  <a:cubicBezTo>
                    <a:pt x="9044" y="22436"/>
                    <a:pt x="9079" y="22430"/>
                    <a:pt x="9117" y="22425"/>
                  </a:cubicBezTo>
                  <a:cubicBezTo>
                    <a:pt x="9155" y="22422"/>
                    <a:pt x="9195" y="22422"/>
                    <a:pt x="9239" y="22422"/>
                  </a:cubicBezTo>
                  <a:cubicBezTo>
                    <a:pt x="9291" y="22422"/>
                    <a:pt x="9348" y="22425"/>
                    <a:pt x="9405" y="22428"/>
                  </a:cubicBezTo>
                  <a:cubicBezTo>
                    <a:pt x="9431" y="22431"/>
                    <a:pt x="9458" y="22434"/>
                    <a:pt x="9487" y="22436"/>
                  </a:cubicBezTo>
                  <a:cubicBezTo>
                    <a:pt x="9515" y="22438"/>
                    <a:pt x="9544" y="22441"/>
                    <a:pt x="9572" y="22444"/>
                  </a:cubicBezTo>
                  <a:cubicBezTo>
                    <a:pt x="9598" y="22449"/>
                    <a:pt x="9627" y="22450"/>
                    <a:pt x="9655" y="22452"/>
                  </a:cubicBezTo>
                  <a:cubicBezTo>
                    <a:pt x="9740" y="22460"/>
                    <a:pt x="9828" y="22466"/>
                    <a:pt x="9909" y="22466"/>
                  </a:cubicBezTo>
                  <a:cubicBezTo>
                    <a:pt x="10001" y="22466"/>
                    <a:pt x="10078" y="22459"/>
                    <a:pt x="10150" y="22443"/>
                  </a:cubicBezTo>
                  <a:lnTo>
                    <a:pt x="10396" y="22390"/>
                  </a:lnTo>
                  <a:cubicBezTo>
                    <a:pt x="10482" y="22372"/>
                    <a:pt x="10568" y="22354"/>
                    <a:pt x="10649" y="22335"/>
                  </a:cubicBezTo>
                  <a:cubicBezTo>
                    <a:pt x="10902" y="22281"/>
                    <a:pt x="11145" y="22223"/>
                    <a:pt x="11399" y="22153"/>
                  </a:cubicBezTo>
                  <a:lnTo>
                    <a:pt x="12003" y="22072"/>
                  </a:lnTo>
                  <a:cubicBezTo>
                    <a:pt x="12103" y="22039"/>
                    <a:pt x="12198" y="21983"/>
                    <a:pt x="12250" y="21921"/>
                  </a:cubicBezTo>
                  <a:cubicBezTo>
                    <a:pt x="12259" y="21911"/>
                    <a:pt x="12264" y="21901"/>
                    <a:pt x="12270" y="21890"/>
                  </a:cubicBezTo>
                  <a:cubicBezTo>
                    <a:pt x="12272" y="21886"/>
                    <a:pt x="12273" y="21886"/>
                    <a:pt x="12273" y="21883"/>
                  </a:cubicBezTo>
                  <a:cubicBezTo>
                    <a:pt x="12276" y="21879"/>
                    <a:pt x="12278" y="21879"/>
                    <a:pt x="12278" y="21876"/>
                  </a:cubicBezTo>
                  <a:cubicBezTo>
                    <a:pt x="12282" y="21870"/>
                    <a:pt x="12283" y="21863"/>
                    <a:pt x="12286" y="21857"/>
                  </a:cubicBezTo>
                  <a:cubicBezTo>
                    <a:pt x="12292" y="21847"/>
                    <a:pt x="12299" y="21835"/>
                    <a:pt x="12307" y="21826"/>
                  </a:cubicBezTo>
                  <a:cubicBezTo>
                    <a:pt x="12314" y="21818"/>
                    <a:pt x="12327" y="21809"/>
                    <a:pt x="12337" y="21802"/>
                  </a:cubicBezTo>
                  <a:cubicBezTo>
                    <a:pt x="12350" y="21794"/>
                    <a:pt x="12365" y="21789"/>
                    <a:pt x="12385" y="21784"/>
                  </a:cubicBezTo>
                  <a:cubicBezTo>
                    <a:pt x="12395" y="21783"/>
                    <a:pt x="12405" y="21781"/>
                    <a:pt x="12417" y="21781"/>
                  </a:cubicBezTo>
                  <a:cubicBezTo>
                    <a:pt x="12461" y="21758"/>
                    <a:pt x="12510" y="21746"/>
                    <a:pt x="12558" y="21738"/>
                  </a:cubicBezTo>
                  <a:cubicBezTo>
                    <a:pt x="12590" y="21732"/>
                    <a:pt x="12624" y="21725"/>
                    <a:pt x="12650" y="21713"/>
                  </a:cubicBezTo>
                  <a:cubicBezTo>
                    <a:pt x="12664" y="21709"/>
                    <a:pt x="12682" y="21701"/>
                    <a:pt x="12698" y="21694"/>
                  </a:cubicBezTo>
                  <a:cubicBezTo>
                    <a:pt x="12699" y="21694"/>
                    <a:pt x="12699" y="21694"/>
                    <a:pt x="12699" y="21693"/>
                  </a:cubicBezTo>
                  <a:cubicBezTo>
                    <a:pt x="12734" y="21677"/>
                    <a:pt x="12769" y="21661"/>
                    <a:pt x="12808" y="21643"/>
                  </a:cubicBezTo>
                  <a:cubicBezTo>
                    <a:pt x="12846" y="21623"/>
                    <a:pt x="12887" y="21605"/>
                    <a:pt x="12929" y="21584"/>
                  </a:cubicBezTo>
                  <a:cubicBezTo>
                    <a:pt x="12968" y="21562"/>
                    <a:pt x="13010" y="21540"/>
                    <a:pt x="13050" y="21514"/>
                  </a:cubicBezTo>
                  <a:cubicBezTo>
                    <a:pt x="13070" y="21501"/>
                    <a:pt x="13092" y="21491"/>
                    <a:pt x="13111" y="21477"/>
                  </a:cubicBezTo>
                  <a:cubicBezTo>
                    <a:pt x="13130" y="21464"/>
                    <a:pt x="13151" y="21450"/>
                    <a:pt x="13173" y="21431"/>
                  </a:cubicBezTo>
                  <a:cubicBezTo>
                    <a:pt x="13186" y="21418"/>
                    <a:pt x="13201" y="21405"/>
                    <a:pt x="13215" y="21395"/>
                  </a:cubicBezTo>
                  <a:cubicBezTo>
                    <a:pt x="13236" y="21374"/>
                    <a:pt x="13252" y="21355"/>
                    <a:pt x="13260" y="21338"/>
                  </a:cubicBezTo>
                  <a:cubicBezTo>
                    <a:pt x="13266" y="21329"/>
                    <a:pt x="13272" y="21312"/>
                    <a:pt x="13278" y="21297"/>
                  </a:cubicBezTo>
                  <a:cubicBezTo>
                    <a:pt x="13288" y="21264"/>
                    <a:pt x="13300" y="21223"/>
                    <a:pt x="13346" y="21194"/>
                  </a:cubicBezTo>
                  <a:lnTo>
                    <a:pt x="13486" y="21144"/>
                  </a:lnTo>
                  <a:cubicBezTo>
                    <a:pt x="13525" y="21126"/>
                    <a:pt x="13592" y="21089"/>
                    <a:pt x="13663" y="21041"/>
                  </a:cubicBezTo>
                  <a:cubicBezTo>
                    <a:pt x="13682" y="21028"/>
                    <a:pt x="13707" y="21012"/>
                    <a:pt x="13726" y="20998"/>
                  </a:cubicBezTo>
                  <a:cubicBezTo>
                    <a:pt x="13753" y="20977"/>
                    <a:pt x="13779" y="20958"/>
                    <a:pt x="13803" y="20937"/>
                  </a:cubicBezTo>
                  <a:cubicBezTo>
                    <a:pt x="13804" y="20937"/>
                    <a:pt x="13804" y="20934"/>
                    <a:pt x="13804" y="20934"/>
                  </a:cubicBezTo>
                  <a:cubicBezTo>
                    <a:pt x="13817" y="20923"/>
                    <a:pt x="13827" y="20912"/>
                    <a:pt x="13840" y="20900"/>
                  </a:cubicBezTo>
                  <a:cubicBezTo>
                    <a:pt x="13918" y="20823"/>
                    <a:pt x="13970" y="20740"/>
                    <a:pt x="13958" y="20655"/>
                  </a:cubicBezTo>
                  <a:cubicBezTo>
                    <a:pt x="13939" y="20483"/>
                    <a:pt x="13794" y="20402"/>
                    <a:pt x="13646" y="20364"/>
                  </a:cubicBezTo>
                  <a:lnTo>
                    <a:pt x="13602" y="20352"/>
                  </a:lnTo>
                  <a:cubicBezTo>
                    <a:pt x="13590" y="20349"/>
                    <a:pt x="13577" y="20349"/>
                    <a:pt x="13566" y="20345"/>
                  </a:cubicBezTo>
                  <a:cubicBezTo>
                    <a:pt x="13544" y="20342"/>
                    <a:pt x="13522" y="20340"/>
                    <a:pt x="13503" y="20336"/>
                  </a:cubicBezTo>
                  <a:cubicBezTo>
                    <a:pt x="13442" y="20330"/>
                    <a:pt x="13390" y="20329"/>
                    <a:pt x="13355" y="20329"/>
                  </a:cubicBezTo>
                  <a:cubicBezTo>
                    <a:pt x="13268" y="20329"/>
                    <a:pt x="13176" y="20336"/>
                    <a:pt x="13092" y="20352"/>
                  </a:cubicBezTo>
                  <a:cubicBezTo>
                    <a:pt x="13089" y="20355"/>
                    <a:pt x="13082" y="20355"/>
                    <a:pt x="13077" y="20355"/>
                  </a:cubicBezTo>
                  <a:cubicBezTo>
                    <a:pt x="13074" y="20356"/>
                    <a:pt x="13067" y="20356"/>
                    <a:pt x="13061" y="20356"/>
                  </a:cubicBezTo>
                  <a:cubicBezTo>
                    <a:pt x="13048" y="20358"/>
                    <a:pt x="13038" y="20358"/>
                    <a:pt x="13025" y="20358"/>
                  </a:cubicBezTo>
                  <a:cubicBezTo>
                    <a:pt x="12929" y="20358"/>
                    <a:pt x="12783" y="20335"/>
                    <a:pt x="12689" y="20313"/>
                  </a:cubicBezTo>
                  <a:lnTo>
                    <a:pt x="12452" y="20301"/>
                  </a:lnTo>
                  <a:cubicBezTo>
                    <a:pt x="12357" y="20282"/>
                    <a:pt x="12250" y="20275"/>
                    <a:pt x="12147" y="20265"/>
                  </a:cubicBezTo>
                  <a:cubicBezTo>
                    <a:pt x="12119" y="20263"/>
                    <a:pt x="12094" y="20262"/>
                    <a:pt x="12068" y="20261"/>
                  </a:cubicBezTo>
                  <a:cubicBezTo>
                    <a:pt x="12042" y="20258"/>
                    <a:pt x="12014" y="20256"/>
                    <a:pt x="11987" y="20253"/>
                  </a:cubicBezTo>
                  <a:cubicBezTo>
                    <a:pt x="11934" y="20249"/>
                    <a:pt x="11885" y="20240"/>
                    <a:pt x="11840" y="20229"/>
                  </a:cubicBezTo>
                  <a:lnTo>
                    <a:pt x="11705" y="20229"/>
                  </a:lnTo>
                  <a:cubicBezTo>
                    <a:pt x="11660" y="20218"/>
                    <a:pt x="11610" y="20213"/>
                    <a:pt x="11562" y="20210"/>
                  </a:cubicBezTo>
                  <a:cubicBezTo>
                    <a:pt x="11511" y="20205"/>
                    <a:pt x="11463" y="20205"/>
                    <a:pt x="11421" y="20205"/>
                  </a:cubicBezTo>
                  <a:lnTo>
                    <a:pt x="11338" y="20205"/>
                  </a:lnTo>
                  <a:cubicBezTo>
                    <a:pt x="11276" y="20207"/>
                    <a:pt x="11202" y="20207"/>
                    <a:pt x="11177" y="20207"/>
                  </a:cubicBezTo>
                  <a:cubicBezTo>
                    <a:pt x="10731" y="20207"/>
                    <a:pt x="10373" y="20231"/>
                    <a:pt x="10040" y="20285"/>
                  </a:cubicBezTo>
                  <a:cubicBezTo>
                    <a:pt x="9929" y="20306"/>
                    <a:pt x="9822" y="20327"/>
                    <a:pt x="9716" y="20352"/>
                  </a:cubicBezTo>
                  <a:cubicBezTo>
                    <a:pt x="9694" y="20356"/>
                    <a:pt x="9669" y="20359"/>
                    <a:pt x="9640" y="20359"/>
                  </a:cubicBezTo>
                  <a:cubicBezTo>
                    <a:pt x="9601" y="20359"/>
                    <a:pt x="9559" y="20355"/>
                    <a:pt x="9521" y="20349"/>
                  </a:cubicBezTo>
                  <a:lnTo>
                    <a:pt x="9490" y="20345"/>
                  </a:lnTo>
                  <a:cubicBezTo>
                    <a:pt x="9480" y="20343"/>
                    <a:pt x="9471" y="20342"/>
                    <a:pt x="9463" y="20342"/>
                  </a:cubicBezTo>
                  <a:cubicBezTo>
                    <a:pt x="9330" y="20335"/>
                    <a:pt x="9188" y="20323"/>
                    <a:pt x="9044" y="20306"/>
                  </a:cubicBezTo>
                  <a:cubicBezTo>
                    <a:pt x="8957" y="20294"/>
                    <a:pt x="8870" y="20279"/>
                    <a:pt x="8781" y="20261"/>
                  </a:cubicBezTo>
                  <a:cubicBezTo>
                    <a:pt x="8763" y="20256"/>
                    <a:pt x="8745" y="20250"/>
                    <a:pt x="8729" y="20247"/>
                  </a:cubicBezTo>
                  <a:cubicBezTo>
                    <a:pt x="8710" y="20243"/>
                    <a:pt x="8692" y="20243"/>
                    <a:pt x="8672" y="20242"/>
                  </a:cubicBezTo>
                  <a:cubicBezTo>
                    <a:pt x="8633" y="20239"/>
                    <a:pt x="8590" y="20236"/>
                    <a:pt x="8547" y="20236"/>
                  </a:cubicBezTo>
                  <a:cubicBezTo>
                    <a:pt x="8480" y="20236"/>
                    <a:pt x="8409" y="20240"/>
                    <a:pt x="8342" y="20249"/>
                  </a:cubicBezTo>
                  <a:cubicBezTo>
                    <a:pt x="8291" y="20256"/>
                    <a:pt x="8241" y="20263"/>
                    <a:pt x="8192" y="20275"/>
                  </a:cubicBezTo>
                  <a:cubicBezTo>
                    <a:pt x="8178" y="20278"/>
                    <a:pt x="8163" y="20279"/>
                    <a:pt x="8148" y="20285"/>
                  </a:cubicBezTo>
                  <a:cubicBezTo>
                    <a:pt x="8109" y="20297"/>
                    <a:pt x="8074" y="20307"/>
                    <a:pt x="8044" y="20320"/>
                  </a:cubicBezTo>
                  <a:cubicBezTo>
                    <a:pt x="8032" y="20323"/>
                    <a:pt x="8019" y="20330"/>
                    <a:pt x="8007" y="20338"/>
                  </a:cubicBezTo>
                  <a:cubicBezTo>
                    <a:pt x="8002" y="20342"/>
                    <a:pt x="7994" y="20343"/>
                    <a:pt x="7987" y="20349"/>
                  </a:cubicBezTo>
                  <a:cubicBezTo>
                    <a:pt x="7980" y="20352"/>
                    <a:pt x="7973" y="20356"/>
                    <a:pt x="7965" y="20362"/>
                  </a:cubicBezTo>
                  <a:cubicBezTo>
                    <a:pt x="7929" y="20381"/>
                    <a:pt x="7893" y="20400"/>
                    <a:pt x="7856" y="20415"/>
                  </a:cubicBezTo>
                  <a:cubicBezTo>
                    <a:pt x="7847" y="20418"/>
                    <a:pt x="7836" y="20422"/>
                    <a:pt x="7829" y="20425"/>
                  </a:cubicBezTo>
                  <a:cubicBezTo>
                    <a:pt x="7811" y="20431"/>
                    <a:pt x="7794" y="20436"/>
                    <a:pt x="7776" y="20438"/>
                  </a:cubicBezTo>
                  <a:cubicBezTo>
                    <a:pt x="7765" y="20439"/>
                    <a:pt x="7756" y="20441"/>
                    <a:pt x="7746" y="20441"/>
                  </a:cubicBezTo>
                  <a:lnTo>
                    <a:pt x="7743" y="20441"/>
                  </a:lnTo>
                  <a:cubicBezTo>
                    <a:pt x="7704" y="20438"/>
                    <a:pt x="7663" y="20438"/>
                    <a:pt x="7624" y="20438"/>
                  </a:cubicBezTo>
                  <a:cubicBezTo>
                    <a:pt x="7590" y="20438"/>
                    <a:pt x="7558" y="20438"/>
                    <a:pt x="7525" y="20439"/>
                  </a:cubicBezTo>
                  <a:cubicBezTo>
                    <a:pt x="7493" y="20439"/>
                    <a:pt x="7459" y="20441"/>
                    <a:pt x="7429" y="20441"/>
                  </a:cubicBezTo>
                  <a:cubicBezTo>
                    <a:pt x="7371" y="20441"/>
                    <a:pt x="7296" y="20438"/>
                    <a:pt x="7219" y="20422"/>
                  </a:cubicBezTo>
                  <a:lnTo>
                    <a:pt x="6815" y="20338"/>
                  </a:lnTo>
                  <a:cubicBezTo>
                    <a:pt x="6811" y="20336"/>
                    <a:pt x="6804" y="20335"/>
                    <a:pt x="6801" y="20330"/>
                  </a:cubicBezTo>
                  <a:cubicBezTo>
                    <a:pt x="6796" y="20327"/>
                    <a:pt x="6790" y="20324"/>
                    <a:pt x="6788" y="20320"/>
                  </a:cubicBezTo>
                  <a:cubicBezTo>
                    <a:pt x="6780" y="20313"/>
                    <a:pt x="6776" y="20301"/>
                    <a:pt x="6776" y="20292"/>
                  </a:cubicBezTo>
                  <a:lnTo>
                    <a:pt x="6776" y="12744"/>
                  </a:lnTo>
                  <a:cubicBezTo>
                    <a:pt x="6776" y="12716"/>
                    <a:pt x="6796" y="12696"/>
                    <a:pt x="6824" y="12696"/>
                  </a:cubicBezTo>
                  <a:lnTo>
                    <a:pt x="65107" y="12696"/>
                  </a:lnTo>
                  <a:cubicBezTo>
                    <a:pt x="65127" y="12696"/>
                    <a:pt x="65143" y="12709"/>
                    <a:pt x="65150" y="12724"/>
                  </a:cubicBezTo>
                  <a:cubicBezTo>
                    <a:pt x="65153" y="12729"/>
                    <a:pt x="65155" y="12737"/>
                    <a:pt x="65155" y="12744"/>
                  </a:cubicBezTo>
                  <a:lnTo>
                    <a:pt x="65155" y="24637"/>
                  </a:lnTo>
                  <a:cubicBezTo>
                    <a:pt x="65156" y="24637"/>
                    <a:pt x="65156" y="24638"/>
                    <a:pt x="65156" y="24640"/>
                  </a:cubicBezTo>
                  <a:cubicBezTo>
                    <a:pt x="65169" y="24660"/>
                    <a:pt x="65178" y="24679"/>
                    <a:pt x="65186" y="24699"/>
                  </a:cubicBezTo>
                  <a:cubicBezTo>
                    <a:pt x="65205" y="24733"/>
                    <a:pt x="65221" y="24766"/>
                    <a:pt x="65236" y="24800"/>
                  </a:cubicBezTo>
                  <a:cubicBezTo>
                    <a:pt x="65250" y="24833"/>
                    <a:pt x="65265" y="24869"/>
                    <a:pt x="65278" y="24900"/>
                  </a:cubicBezTo>
                  <a:cubicBezTo>
                    <a:pt x="65306" y="24968"/>
                    <a:pt x="65329" y="25038"/>
                    <a:pt x="65351" y="25111"/>
                  </a:cubicBezTo>
                  <a:cubicBezTo>
                    <a:pt x="65365" y="25159"/>
                    <a:pt x="65380" y="25208"/>
                    <a:pt x="65394" y="25259"/>
                  </a:cubicBezTo>
                  <a:lnTo>
                    <a:pt x="65394" y="12892"/>
                  </a:lnTo>
                  <a:cubicBezTo>
                    <a:pt x="65394" y="12850"/>
                    <a:pt x="65394" y="12808"/>
                    <a:pt x="65396" y="12764"/>
                  </a:cubicBezTo>
                  <a:cubicBezTo>
                    <a:pt x="65400" y="12662"/>
                    <a:pt x="65402" y="12556"/>
                    <a:pt x="65390" y="12469"/>
                  </a:cubicBezTo>
                  <a:cubicBezTo>
                    <a:pt x="65307" y="12462"/>
                    <a:pt x="65213" y="12456"/>
                    <a:pt x="65092" y="12456"/>
                  </a:cubicBezTo>
                  <a:cubicBezTo>
                    <a:pt x="65019" y="12456"/>
                    <a:pt x="64947" y="12457"/>
                    <a:pt x="64874" y="12459"/>
                  </a:cubicBezTo>
                  <a:cubicBezTo>
                    <a:pt x="64803" y="12462"/>
                    <a:pt x="64733" y="12463"/>
                    <a:pt x="64663" y="12463"/>
                  </a:cubicBezTo>
                  <a:lnTo>
                    <a:pt x="36222" y="12463"/>
                  </a:lnTo>
                  <a:cubicBezTo>
                    <a:pt x="36151" y="12463"/>
                    <a:pt x="36072" y="12459"/>
                    <a:pt x="35991" y="12457"/>
                  </a:cubicBezTo>
                  <a:cubicBezTo>
                    <a:pt x="35905" y="12455"/>
                    <a:pt x="35815" y="12450"/>
                    <a:pt x="35729" y="12450"/>
                  </a:cubicBezTo>
                  <a:cubicBezTo>
                    <a:pt x="35610" y="12450"/>
                    <a:pt x="35517" y="12457"/>
                    <a:pt x="35444" y="12472"/>
                  </a:cubicBezTo>
                  <a:cubicBezTo>
                    <a:pt x="35408" y="12479"/>
                    <a:pt x="35370" y="12485"/>
                    <a:pt x="35320" y="12485"/>
                  </a:cubicBezTo>
                  <a:cubicBezTo>
                    <a:pt x="35284" y="12485"/>
                    <a:pt x="35243" y="12481"/>
                    <a:pt x="35207" y="12481"/>
                  </a:cubicBezTo>
                  <a:cubicBezTo>
                    <a:pt x="35174" y="12478"/>
                    <a:pt x="35139" y="12478"/>
                    <a:pt x="35105" y="12478"/>
                  </a:cubicBezTo>
                  <a:cubicBezTo>
                    <a:pt x="35069" y="12478"/>
                    <a:pt x="35043" y="12481"/>
                    <a:pt x="35009" y="12487"/>
                  </a:cubicBezTo>
                  <a:lnTo>
                    <a:pt x="34572" y="12487"/>
                  </a:lnTo>
                  <a:lnTo>
                    <a:pt x="33785" y="12473"/>
                  </a:lnTo>
                  <a:cubicBezTo>
                    <a:pt x="33709" y="12457"/>
                    <a:pt x="33555" y="12441"/>
                    <a:pt x="33423" y="12441"/>
                  </a:cubicBezTo>
                  <a:cubicBezTo>
                    <a:pt x="33358" y="12441"/>
                    <a:pt x="33302" y="12444"/>
                    <a:pt x="33266" y="12455"/>
                  </a:cubicBezTo>
                  <a:cubicBezTo>
                    <a:pt x="33201" y="12469"/>
                    <a:pt x="33122" y="12473"/>
                    <a:pt x="33019" y="12473"/>
                  </a:cubicBezTo>
                  <a:cubicBezTo>
                    <a:pt x="32958" y="12473"/>
                    <a:pt x="32892" y="12471"/>
                    <a:pt x="32828" y="12471"/>
                  </a:cubicBezTo>
                  <a:cubicBezTo>
                    <a:pt x="32769" y="12466"/>
                    <a:pt x="32711" y="12466"/>
                    <a:pt x="32655" y="12466"/>
                  </a:cubicBezTo>
                  <a:lnTo>
                    <a:pt x="7342" y="12466"/>
                  </a:lnTo>
                  <a:cubicBezTo>
                    <a:pt x="7266" y="12466"/>
                    <a:pt x="7186" y="12465"/>
                    <a:pt x="7106" y="12463"/>
                  </a:cubicBezTo>
                  <a:cubicBezTo>
                    <a:pt x="7023" y="12462"/>
                    <a:pt x="6940" y="12459"/>
                    <a:pt x="6860" y="12459"/>
                  </a:cubicBezTo>
                  <a:cubicBezTo>
                    <a:pt x="6735" y="12459"/>
                    <a:pt x="6635" y="12463"/>
                    <a:pt x="6549" y="12472"/>
                  </a:cubicBezTo>
                  <a:cubicBezTo>
                    <a:pt x="6532" y="14349"/>
                    <a:pt x="6535" y="16283"/>
                    <a:pt x="6536" y="18149"/>
                  </a:cubicBezTo>
                  <a:cubicBezTo>
                    <a:pt x="6536" y="18833"/>
                    <a:pt x="6539" y="19515"/>
                    <a:pt x="6539" y="20194"/>
                  </a:cubicBezTo>
                  <a:cubicBezTo>
                    <a:pt x="6539" y="20220"/>
                    <a:pt x="6507" y="20240"/>
                    <a:pt x="6479" y="20240"/>
                  </a:cubicBezTo>
                  <a:cubicBezTo>
                    <a:pt x="6471" y="20240"/>
                    <a:pt x="6460" y="20237"/>
                    <a:pt x="6453" y="20233"/>
                  </a:cubicBezTo>
                  <a:cubicBezTo>
                    <a:pt x="6424" y="20213"/>
                    <a:pt x="6382" y="20204"/>
                    <a:pt x="6338" y="20194"/>
                  </a:cubicBezTo>
                  <a:cubicBezTo>
                    <a:pt x="6302" y="20186"/>
                    <a:pt x="6266" y="20178"/>
                    <a:pt x="6234" y="20165"/>
                  </a:cubicBezTo>
                  <a:cubicBezTo>
                    <a:pt x="6194" y="20149"/>
                    <a:pt x="6154" y="20131"/>
                    <a:pt x="6112" y="20112"/>
                  </a:cubicBezTo>
                  <a:cubicBezTo>
                    <a:pt x="5979" y="20053"/>
                    <a:pt x="5841" y="19993"/>
                    <a:pt x="5704" y="19971"/>
                  </a:cubicBezTo>
                  <a:cubicBezTo>
                    <a:pt x="5683" y="19967"/>
                    <a:pt x="5664" y="19946"/>
                    <a:pt x="5664" y="19925"/>
                  </a:cubicBezTo>
                  <a:lnTo>
                    <a:pt x="5664" y="11547"/>
                  </a:lnTo>
                  <a:cubicBezTo>
                    <a:pt x="5664" y="11521"/>
                    <a:pt x="5686" y="11499"/>
                    <a:pt x="5712" y="11499"/>
                  </a:cubicBezTo>
                  <a:lnTo>
                    <a:pt x="33272" y="11499"/>
                  </a:lnTo>
                  <a:cubicBezTo>
                    <a:pt x="33294" y="11499"/>
                    <a:pt x="33313" y="11514"/>
                    <a:pt x="33317" y="11536"/>
                  </a:cubicBezTo>
                  <a:cubicBezTo>
                    <a:pt x="33372" y="11729"/>
                    <a:pt x="33520" y="11902"/>
                    <a:pt x="33694" y="11972"/>
                  </a:cubicBezTo>
                  <a:cubicBezTo>
                    <a:pt x="33739" y="11991"/>
                    <a:pt x="33788" y="11999"/>
                    <a:pt x="33840" y="11999"/>
                  </a:cubicBezTo>
                  <a:cubicBezTo>
                    <a:pt x="34000" y="11999"/>
                    <a:pt x="34143" y="11917"/>
                    <a:pt x="34197" y="11834"/>
                  </a:cubicBezTo>
                  <a:cubicBezTo>
                    <a:pt x="34205" y="11822"/>
                    <a:pt x="34231" y="11812"/>
                    <a:pt x="34247" y="11812"/>
                  </a:cubicBezTo>
                  <a:cubicBezTo>
                    <a:pt x="34268" y="11812"/>
                    <a:pt x="34285" y="11825"/>
                    <a:pt x="34291" y="11845"/>
                  </a:cubicBezTo>
                  <a:cubicBezTo>
                    <a:pt x="34339" y="11992"/>
                    <a:pt x="34595" y="12168"/>
                    <a:pt x="34846" y="12168"/>
                  </a:cubicBezTo>
                  <a:cubicBezTo>
                    <a:pt x="34903" y="12168"/>
                    <a:pt x="34958" y="12158"/>
                    <a:pt x="35008" y="12138"/>
                  </a:cubicBezTo>
                  <a:cubicBezTo>
                    <a:pt x="35174" y="12071"/>
                    <a:pt x="35235" y="11972"/>
                    <a:pt x="35322" y="11837"/>
                  </a:cubicBezTo>
                  <a:cubicBezTo>
                    <a:pt x="35342" y="11802"/>
                    <a:pt x="35365" y="11767"/>
                    <a:pt x="35392" y="11729"/>
                  </a:cubicBezTo>
                  <a:cubicBezTo>
                    <a:pt x="35438" y="11659"/>
                    <a:pt x="35520" y="11633"/>
                    <a:pt x="35597" y="11604"/>
                  </a:cubicBezTo>
                  <a:cubicBezTo>
                    <a:pt x="35629" y="11592"/>
                    <a:pt x="35661" y="11582"/>
                    <a:pt x="35690" y="11568"/>
                  </a:cubicBezTo>
                  <a:cubicBezTo>
                    <a:pt x="35700" y="11562"/>
                    <a:pt x="35713" y="11550"/>
                    <a:pt x="35726" y="11542"/>
                  </a:cubicBezTo>
                  <a:cubicBezTo>
                    <a:pt x="35745" y="11526"/>
                    <a:pt x="35765" y="11511"/>
                    <a:pt x="35786" y="11504"/>
                  </a:cubicBezTo>
                  <a:cubicBezTo>
                    <a:pt x="35789" y="11499"/>
                    <a:pt x="35796" y="11499"/>
                    <a:pt x="35802" y="11499"/>
                  </a:cubicBezTo>
                  <a:lnTo>
                    <a:pt x="59319" y="11499"/>
                  </a:lnTo>
                  <a:cubicBezTo>
                    <a:pt x="59339" y="11499"/>
                    <a:pt x="59369" y="11499"/>
                    <a:pt x="59404" y="11498"/>
                  </a:cubicBezTo>
                  <a:cubicBezTo>
                    <a:pt x="59454" y="11495"/>
                    <a:pt x="59512" y="11495"/>
                    <a:pt x="59564" y="11495"/>
                  </a:cubicBezTo>
                  <a:cubicBezTo>
                    <a:pt x="59659" y="11495"/>
                    <a:pt x="59710" y="11499"/>
                    <a:pt x="59737" y="11518"/>
                  </a:cubicBezTo>
                  <a:lnTo>
                    <a:pt x="59740" y="11521"/>
                  </a:lnTo>
                  <a:lnTo>
                    <a:pt x="60240" y="11521"/>
                  </a:lnTo>
                  <a:cubicBezTo>
                    <a:pt x="60258" y="11521"/>
                    <a:pt x="60280" y="11524"/>
                    <a:pt x="60304" y="11526"/>
                  </a:cubicBezTo>
                  <a:cubicBezTo>
                    <a:pt x="60313" y="11527"/>
                    <a:pt x="60323" y="11527"/>
                    <a:pt x="60333" y="11527"/>
                  </a:cubicBezTo>
                  <a:cubicBezTo>
                    <a:pt x="60341" y="11512"/>
                    <a:pt x="60357" y="11502"/>
                    <a:pt x="60374" y="11502"/>
                  </a:cubicBezTo>
                  <a:lnTo>
                    <a:pt x="65032" y="11502"/>
                  </a:lnTo>
                  <a:cubicBezTo>
                    <a:pt x="65053" y="11502"/>
                    <a:pt x="65080" y="11502"/>
                    <a:pt x="65112" y="11499"/>
                  </a:cubicBezTo>
                  <a:cubicBezTo>
                    <a:pt x="65157" y="11496"/>
                    <a:pt x="65213" y="11496"/>
                    <a:pt x="65264" y="11496"/>
                  </a:cubicBezTo>
                  <a:cubicBezTo>
                    <a:pt x="65354" y="11496"/>
                    <a:pt x="65402" y="11504"/>
                    <a:pt x="65429" y="11520"/>
                  </a:cubicBezTo>
                  <a:lnTo>
                    <a:pt x="65432" y="11524"/>
                  </a:lnTo>
                  <a:cubicBezTo>
                    <a:pt x="65562" y="11524"/>
                    <a:pt x="65681" y="11518"/>
                    <a:pt x="65797" y="11512"/>
                  </a:cubicBezTo>
                  <a:cubicBezTo>
                    <a:pt x="65931" y="11510"/>
                    <a:pt x="66062" y="11504"/>
                    <a:pt x="66201" y="11502"/>
                  </a:cubicBezTo>
                  <a:cubicBezTo>
                    <a:pt x="66213" y="11502"/>
                    <a:pt x="66226" y="11507"/>
                    <a:pt x="66236" y="11517"/>
                  </a:cubicBezTo>
                  <a:cubicBezTo>
                    <a:pt x="66245" y="11526"/>
                    <a:pt x="66248" y="11536"/>
                    <a:pt x="66248" y="11549"/>
                  </a:cubicBezTo>
                  <a:lnTo>
                    <a:pt x="66248" y="26155"/>
                  </a:lnTo>
                  <a:cubicBezTo>
                    <a:pt x="66332" y="26208"/>
                    <a:pt x="66414" y="26261"/>
                    <a:pt x="66495" y="26315"/>
                  </a:cubicBezTo>
                  <a:lnTo>
                    <a:pt x="66495" y="11725"/>
                  </a:lnTo>
                  <a:cubicBezTo>
                    <a:pt x="66495" y="11681"/>
                    <a:pt x="66496" y="11633"/>
                    <a:pt x="66499" y="11585"/>
                  </a:cubicBezTo>
                  <a:cubicBezTo>
                    <a:pt x="66505" y="11466"/>
                    <a:pt x="66508" y="11350"/>
                    <a:pt x="66494" y="11255"/>
                  </a:cubicBezTo>
                  <a:cubicBezTo>
                    <a:pt x="66376" y="11242"/>
                    <a:pt x="66239" y="11236"/>
                    <a:pt x="66072" y="11236"/>
                  </a:cubicBezTo>
                  <a:cubicBezTo>
                    <a:pt x="65953" y="11236"/>
                    <a:pt x="65831" y="11241"/>
                    <a:pt x="65708" y="11242"/>
                  </a:cubicBezTo>
                  <a:cubicBezTo>
                    <a:pt x="65589" y="11243"/>
                    <a:pt x="65469" y="11246"/>
                    <a:pt x="65354" y="11246"/>
                  </a:cubicBezTo>
                  <a:lnTo>
                    <a:pt x="35690" y="11246"/>
                  </a:lnTo>
                  <a:cubicBezTo>
                    <a:pt x="35664" y="11246"/>
                    <a:pt x="35643" y="11226"/>
                    <a:pt x="35643" y="11198"/>
                  </a:cubicBezTo>
                  <a:lnTo>
                    <a:pt x="35643" y="11178"/>
                  </a:lnTo>
                  <a:cubicBezTo>
                    <a:pt x="35643" y="11168"/>
                    <a:pt x="35648" y="11159"/>
                    <a:pt x="35655" y="11149"/>
                  </a:cubicBezTo>
                  <a:cubicBezTo>
                    <a:pt x="35691" y="11104"/>
                    <a:pt x="35707" y="11033"/>
                    <a:pt x="35728" y="10960"/>
                  </a:cubicBezTo>
                  <a:cubicBezTo>
                    <a:pt x="35735" y="10934"/>
                    <a:pt x="35739" y="10905"/>
                    <a:pt x="35749" y="10877"/>
                  </a:cubicBezTo>
                  <a:cubicBezTo>
                    <a:pt x="35810" y="10672"/>
                    <a:pt x="35791" y="10470"/>
                    <a:pt x="35688" y="10294"/>
                  </a:cubicBezTo>
                  <a:cubicBezTo>
                    <a:pt x="35572" y="10093"/>
                    <a:pt x="35360" y="9938"/>
                    <a:pt x="35118" y="9880"/>
                  </a:cubicBezTo>
                  <a:cubicBezTo>
                    <a:pt x="35104" y="9875"/>
                    <a:pt x="35085" y="9874"/>
                    <a:pt x="35067" y="9874"/>
                  </a:cubicBezTo>
                  <a:cubicBezTo>
                    <a:pt x="35024" y="9874"/>
                    <a:pt x="34979" y="9884"/>
                    <a:pt x="34935" y="9896"/>
                  </a:cubicBezTo>
                  <a:cubicBezTo>
                    <a:pt x="34908" y="9902"/>
                    <a:pt x="34878" y="9909"/>
                    <a:pt x="34855" y="9912"/>
                  </a:cubicBezTo>
                  <a:lnTo>
                    <a:pt x="34849" y="9912"/>
                  </a:lnTo>
                  <a:cubicBezTo>
                    <a:pt x="34828" y="9912"/>
                    <a:pt x="34806" y="9896"/>
                    <a:pt x="34801" y="9874"/>
                  </a:cubicBezTo>
                  <a:cubicBezTo>
                    <a:pt x="34749" y="9598"/>
                    <a:pt x="34625" y="9499"/>
                    <a:pt x="34327" y="9499"/>
                  </a:cubicBezTo>
                  <a:cubicBezTo>
                    <a:pt x="34278" y="9499"/>
                    <a:pt x="34226" y="9503"/>
                    <a:pt x="34169" y="9506"/>
                  </a:cubicBezTo>
                  <a:lnTo>
                    <a:pt x="34166" y="9506"/>
                  </a:lnTo>
                  <a:cubicBezTo>
                    <a:pt x="34153" y="9506"/>
                    <a:pt x="34143" y="9503"/>
                    <a:pt x="34133" y="9494"/>
                  </a:cubicBezTo>
                  <a:cubicBezTo>
                    <a:pt x="34124" y="9484"/>
                    <a:pt x="34118" y="9473"/>
                    <a:pt x="34118" y="9458"/>
                  </a:cubicBezTo>
                  <a:lnTo>
                    <a:pt x="34118" y="9448"/>
                  </a:lnTo>
                  <a:cubicBezTo>
                    <a:pt x="34104" y="9422"/>
                    <a:pt x="34099" y="9388"/>
                    <a:pt x="34095" y="9359"/>
                  </a:cubicBezTo>
                  <a:cubicBezTo>
                    <a:pt x="34092" y="9337"/>
                    <a:pt x="34089" y="9316"/>
                    <a:pt x="34082" y="9300"/>
                  </a:cubicBezTo>
                  <a:cubicBezTo>
                    <a:pt x="34056" y="9236"/>
                    <a:pt x="33983" y="9150"/>
                    <a:pt x="33925" y="9112"/>
                  </a:cubicBezTo>
                  <a:cubicBezTo>
                    <a:pt x="33855" y="9068"/>
                    <a:pt x="33755" y="9044"/>
                    <a:pt x="33641" y="9044"/>
                  </a:cubicBezTo>
                  <a:cubicBezTo>
                    <a:pt x="33542" y="9044"/>
                    <a:pt x="33445" y="9061"/>
                    <a:pt x="33366" y="9096"/>
                  </a:cubicBezTo>
                  <a:cubicBezTo>
                    <a:pt x="33172" y="9179"/>
                    <a:pt x="33003" y="9307"/>
                    <a:pt x="32839" y="9430"/>
                  </a:cubicBezTo>
                  <a:cubicBezTo>
                    <a:pt x="32734" y="9509"/>
                    <a:pt x="32626" y="9592"/>
                    <a:pt x="32510" y="9662"/>
                  </a:cubicBezTo>
                  <a:cubicBezTo>
                    <a:pt x="32357" y="9753"/>
                    <a:pt x="32180" y="9794"/>
                    <a:pt x="31992" y="9833"/>
                  </a:cubicBezTo>
                  <a:cubicBezTo>
                    <a:pt x="31947" y="9843"/>
                    <a:pt x="31899" y="9854"/>
                    <a:pt x="31854" y="9862"/>
                  </a:cubicBezTo>
                  <a:cubicBezTo>
                    <a:pt x="31811" y="9874"/>
                    <a:pt x="31763" y="9875"/>
                    <a:pt x="31718" y="9875"/>
                  </a:cubicBezTo>
                  <a:cubicBezTo>
                    <a:pt x="31681" y="9875"/>
                    <a:pt x="31645" y="9877"/>
                    <a:pt x="31606" y="9884"/>
                  </a:cubicBezTo>
                  <a:lnTo>
                    <a:pt x="31402" y="9884"/>
                  </a:lnTo>
                  <a:lnTo>
                    <a:pt x="30902" y="9925"/>
                  </a:lnTo>
                  <a:lnTo>
                    <a:pt x="30639" y="9993"/>
                  </a:lnTo>
                  <a:cubicBezTo>
                    <a:pt x="30629" y="9997"/>
                    <a:pt x="30617" y="10008"/>
                    <a:pt x="30604" y="10019"/>
                  </a:cubicBezTo>
                  <a:cubicBezTo>
                    <a:pt x="30592" y="10027"/>
                    <a:pt x="30581" y="10035"/>
                    <a:pt x="30566" y="10044"/>
                  </a:cubicBezTo>
                  <a:cubicBezTo>
                    <a:pt x="28843" y="9984"/>
                    <a:pt x="27327" y="8612"/>
                    <a:pt x="25659" y="8503"/>
                  </a:cubicBezTo>
                  <a:lnTo>
                    <a:pt x="25342" y="8398"/>
                  </a:lnTo>
                  <a:cubicBezTo>
                    <a:pt x="24969" y="8238"/>
                    <a:pt x="24572" y="8064"/>
                    <a:pt x="24229" y="7856"/>
                  </a:cubicBezTo>
                  <a:cubicBezTo>
                    <a:pt x="24184" y="7830"/>
                    <a:pt x="24136" y="7809"/>
                    <a:pt x="24085" y="7788"/>
                  </a:cubicBezTo>
                  <a:cubicBezTo>
                    <a:pt x="24032" y="7767"/>
                    <a:pt x="23980" y="7744"/>
                    <a:pt x="23929" y="7710"/>
                  </a:cubicBezTo>
                  <a:lnTo>
                    <a:pt x="23759" y="7607"/>
                  </a:lnTo>
                  <a:cubicBezTo>
                    <a:pt x="23583" y="7497"/>
                    <a:pt x="23400" y="7380"/>
                    <a:pt x="23207" y="7289"/>
                  </a:cubicBezTo>
                  <a:cubicBezTo>
                    <a:pt x="23191" y="7282"/>
                    <a:pt x="23180" y="7266"/>
                    <a:pt x="23180" y="7248"/>
                  </a:cubicBezTo>
                  <a:cubicBezTo>
                    <a:pt x="23176" y="6904"/>
                    <a:pt x="23108" y="6757"/>
                    <a:pt x="22920" y="6690"/>
                  </a:cubicBezTo>
                  <a:cubicBezTo>
                    <a:pt x="22879" y="6675"/>
                    <a:pt x="22836" y="6675"/>
                    <a:pt x="22785" y="6675"/>
                  </a:cubicBezTo>
                  <a:cubicBezTo>
                    <a:pt x="22741" y="6674"/>
                    <a:pt x="22689" y="6674"/>
                    <a:pt x="22637" y="6661"/>
                  </a:cubicBezTo>
                  <a:lnTo>
                    <a:pt x="22581" y="6648"/>
                  </a:lnTo>
                  <a:cubicBezTo>
                    <a:pt x="22507" y="6632"/>
                    <a:pt x="22432" y="6616"/>
                    <a:pt x="22360" y="6587"/>
                  </a:cubicBezTo>
                  <a:cubicBezTo>
                    <a:pt x="21953" y="6419"/>
                    <a:pt x="21504" y="6278"/>
                    <a:pt x="21069" y="6143"/>
                  </a:cubicBezTo>
                  <a:cubicBezTo>
                    <a:pt x="20858" y="6078"/>
                    <a:pt x="20651" y="6012"/>
                    <a:pt x="20444" y="5944"/>
                  </a:cubicBezTo>
                  <a:cubicBezTo>
                    <a:pt x="20123" y="5838"/>
                    <a:pt x="19783" y="5748"/>
                    <a:pt x="19455" y="5659"/>
                  </a:cubicBezTo>
                  <a:cubicBezTo>
                    <a:pt x="18980" y="5534"/>
                    <a:pt x="18487" y="5402"/>
                    <a:pt x="18045" y="5217"/>
                  </a:cubicBezTo>
                  <a:cubicBezTo>
                    <a:pt x="17789" y="5112"/>
                    <a:pt x="17535" y="4998"/>
                    <a:pt x="17288" y="4888"/>
                  </a:cubicBezTo>
                  <a:cubicBezTo>
                    <a:pt x="17177" y="4839"/>
                    <a:pt x="17067" y="4788"/>
                    <a:pt x="16955" y="4740"/>
                  </a:cubicBezTo>
                  <a:cubicBezTo>
                    <a:pt x="16872" y="4704"/>
                    <a:pt x="16788" y="4663"/>
                    <a:pt x="16705" y="4624"/>
                  </a:cubicBezTo>
                  <a:cubicBezTo>
                    <a:pt x="16508" y="4531"/>
                    <a:pt x="16306" y="4432"/>
                    <a:pt x="16079" y="4369"/>
                  </a:cubicBezTo>
                  <a:cubicBezTo>
                    <a:pt x="16027" y="4355"/>
                    <a:pt x="15963" y="4351"/>
                    <a:pt x="15899" y="4348"/>
                  </a:cubicBezTo>
                  <a:cubicBezTo>
                    <a:pt x="15840" y="4343"/>
                    <a:pt x="15780" y="4342"/>
                    <a:pt x="15731" y="4329"/>
                  </a:cubicBezTo>
                  <a:lnTo>
                    <a:pt x="15512" y="4329"/>
                  </a:lnTo>
                  <a:cubicBezTo>
                    <a:pt x="15398" y="4301"/>
                    <a:pt x="15213" y="4276"/>
                    <a:pt x="15034" y="4276"/>
                  </a:cubicBezTo>
                  <a:cubicBezTo>
                    <a:pt x="14941" y="4276"/>
                    <a:pt x="14861" y="4284"/>
                    <a:pt x="14785" y="4298"/>
                  </a:cubicBezTo>
                  <a:lnTo>
                    <a:pt x="14495" y="4298"/>
                  </a:lnTo>
                  <a:cubicBezTo>
                    <a:pt x="14409" y="4316"/>
                    <a:pt x="14290" y="4326"/>
                    <a:pt x="14160" y="4326"/>
                  </a:cubicBezTo>
                  <a:cubicBezTo>
                    <a:pt x="14006" y="4326"/>
                    <a:pt x="13855" y="4311"/>
                    <a:pt x="13756" y="4285"/>
                  </a:cubicBezTo>
                  <a:cubicBezTo>
                    <a:pt x="13541" y="4233"/>
                    <a:pt x="13308" y="4196"/>
                    <a:pt x="13084" y="4162"/>
                  </a:cubicBezTo>
                  <a:cubicBezTo>
                    <a:pt x="12875" y="4130"/>
                    <a:pt x="12658" y="4095"/>
                    <a:pt x="12461" y="4047"/>
                  </a:cubicBezTo>
                  <a:lnTo>
                    <a:pt x="12302" y="4044"/>
                  </a:lnTo>
                  <a:lnTo>
                    <a:pt x="12131" y="4036"/>
                  </a:lnTo>
                  <a:cubicBezTo>
                    <a:pt x="12096" y="4028"/>
                    <a:pt x="12059" y="4018"/>
                    <a:pt x="12022" y="4009"/>
                  </a:cubicBezTo>
                  <a:lnTo>
                    <a:pt x="11961" y="3993"/>
                  </a:lnTo>
                  <a:cubicBezTo>
                    <a:pt x="11837" y="3868"/>
                    <a:pt x="11683" y="3769"/>
                    <a:pt x="11523" y="3711"/>
                  </a:cubicBezTo>
                  <a:cubicBezTo>
                    <a:pt x="11441" y="3682"/>
                    <a:pt x="11342" y="3660"/>
                    <a:pt x="11247" y="3660"/>
                  </a:cubicBezTo>
                  <a:cubicBezTo>
                    <a:pt x="11169" y="3660"/>
                    <a:pt x="11094" y="3674"/>
                    <a:pt x="11034" y="3712"/>
                  </a:cubicBezTo>
                  <a:cubicBezTo>
                    <a:pt x="10976" y="3424"/>
                    <a:pt x="10950" y="3129"/>
                    <a:pt x="10848" y="2836"/>
                  </a:cubicBezTo>
                  <a:cubicBezTo>
                    <a:pt x="10797" y="2693"/>
                    <a:pt x="10731" y="2556"/>
                    <a:pt x="10635" y="2446"/>
                  </a:cubicBezTo>
                  <a:cubicBezTo>
                    <a:pt x="10825" y="2080"/>
                    <a:pt x="10568" y="1534"/>
                    <a:pt x="10172" y="1422"/>
                  </a:cubicBezTo>
                  <a:cubicBezTo>
                    <a:pt x="10258" y="1296"/>
                    <a:pt x="10289" y="1136"/>
                    <a:pt x="10228" y="985"/>
                  </a:cubicBezTo>
                  <a:cubicBezTo>
                    <a:pt x="10172" y="852"/>
                    <a:pt x="9996" y="682"/>
                    <a:pt x="9833" y="682"/>
                  </a:cubicBezTo>
                  <a:cubicBezTo>
                    <a:pt x="9804" y="682"/>
                    <a:pt x="9776" y="687"/>
                    <a:pt x="9749" y="698"/>
                  </a:cubicBezTo>
                  <a:cubicBezTo>
                    <a:pt x="9743" y="693"/>
                    <a:pt x="9736" y="685"/>
                    <a:pt x="9729" y="679"/>
                  </a:cubicBezTo>
                  <a:cubicBezTo>
                    <a:pt x="9726" y="671"/>
                    <a:pt x="9719" y="663"/>
                    <a:pt x="9714" y="655"/>
                  </a:cubicBezTo>
                  <a:cubicBezTo>
                    <a:pt x="9671" y="585"/>
                    <a:pt x="9633" y="525"/>
                    <a:pt x="9550" y="474"/>
                  </a:cubicBezTo>
                  <a:cubicBezTo>
                    <a:pt x="9445" y="409"/>
                    <a:pt x="9313" y="376"/>
                    <a:pt x="9168" y="351"/>
                  </a:cubicBezTo>
                  <a:cubicBezTo>
                    <a:pt x="8833" y="219"/>
                    <a:pt x="8441" y="139"/>
                    <a:pt x="8052" y="99"/>
                  </a:cubicBezTo>
                  <a:cubicBezTo>
                    <a:pt x="8048" y="98"/>
                    <a:pt x="8045" y="96"/>
                    <a:pt x="8041" y="96"/>
                  </a:cubicBezTo>
                  <a:lnTo>
                    <a:pt x="7603" y="22"/>
                  </a:lnTo>
                  <a:cubicBezTo>
                    <a:pt x="7547" y="9"/>
                    <a:pt x="7414" y="0"/>
                    <a:pt x="7286" y="0"/>
                  </a:cubicBezTo>
                  <a:close/>
                  <a:moveTo>
                    <a:pt x="7552" y="46864"/>
                  </a:moveTo>
                  <a:lnTo>
                    <a:pt x="8633" y="47111"/>
                  </a:lnTo>
                  <a:lnTo>
                    <a:pt x="9127" y="47111"/>
                  </a:lnTo>
                  <a:lnTo>
                    <a:pt x="8052" y="46864"/>
                  </a:lnTo>
                  <a:close/>
                  <a:moveTo>
                    <a:pt x="12834" y="46864"/>
                  </a:moveTo>
                  <a:lnTo>
                    <a:pt x="12778" y="47111"/>
                  </a:lnTo>
                  <a:lnTo>
                    <a:pt x="15325" y="47111"/>
                  </a:lnTo>
                  <a:lnTo>
                    <a:pt x="15309" y="46864"/>
                  </a:lnTo>
                  <a:close/>
                  <a:moveTo>
                    <a:pt x="22456" y="46864"/>
                  </a:moveTo>
                  <a:lnTo>
                    <a:pt x="22474" y="47111"/>
                  </a:lnTo>
                  <a:lnTo>
                    <a:pt x="52558" y="47111"/>
                  </a:lnTo>
                  <a:cubicBezTo>
                    <a:pt x="52564" y="47028"/>
                    <a:pt x="52567" y="46947"/>
                    <a:pt x="52574" y="46864"/>
                  </a:cubicBezTo>
                  <a:close/>
                  <a:moveTo>
                    <a:pt x="55219" y="46864"/>
                  </a:moveTo>
                  <a:cubicBezTo>
                    <a:pt x="55235" y="46947"/>
                    <a:pt x="55252" y="47030"/>
                    <a:pt x="55268" y="47111"/>
                  </a:cubicBezTo>
                  <a:lnTo>
                    <a:pt x="55377" y="47111"/>
                  </a:lnTo>
                  <a:cubicBezTo>
                    <a:pt x="55376" y="47110"/>
                    <a:pt x="55376" y="47108"/>
                    <a:pt x="55373" y="47107"/>
                  </a:cubicBezTo>
                  <a:cubicBezTo>
                    <a:pt x="55346" y="47028"/>
                    <a:pt x="55317" y="46947"/>
                    <a:pt x="55288" y="46864"/>
                  </a:cubicBezTo>
                  <a:close/>
                  <a:moveTo>
                    <a:pt x="55780" y="46864"/>
                  </a:moveTo>
                  <a:cubicBezTo>
                    <a:pt x="55780" y="46867"/>
                    <a:pt x="55781" y="46868"/>
                    <a:pt x="55781" y="46870"/>
                  </a:cubicBezTo>
                  <a:cubicBezTo>
                    <a:pt x="55786" y="46889"/>
                    <a:pt x="55791" y="46906"/>
                    <a:pt x="55794" y="46922"/>
                  </a:cubicBezTo>
                  <a:cubicBezTo>
                    <a:pt x="55802" y="46958"/>
                    <a:pt x="55810" y="46995"/>
                    <a:pt x="55822" y="47031"/>
                  </a:cubicBezTo>
                  <a:cubicBezTo>
                    <a:pt x="55828" y="47059"/>
                    <a:pt x="55835" y="47085"/>
                    <a:pt x="55842" y="47111"/>
                  </a:cubicBezTo>
                  <a:lnTo>
                    <a:pt x="55975" y="47111"/>
                  </a:lnTo>
                  <a:cubicBezTo>
                    <a:pt x="55954" y="47030"/>
                    <a:pt x="55932" y="46948"/>
                    <a:pt x="55913" y="46864"/>
                  </a:cubicBezTo>
                  <a:close/>
                  <a:moveTo>
                    <a:pt x="65774" y="46864"/>
                  </a:moveTo>
                  <a:cubicBezTo>
                    <a:pt x="65774" y="46876"/>
                    <a:pt x="65775" y="46884"/>
                    <a:pt x="65777" y="46890"/>
                  </a:cubicBezTo>
                  <a:cubicBezTo>
                    <a:pt x="65788" y="46932"/>
                    <a:pt x="65797" y="46973"/>
                    <a:pt x="65804" y="47015"/>
                  </a:cubicBezTo>
                  <a:cubicBezTo>
                    <a:pt x="65810" y="47049"/>
                    <a:pt x="65816" y="47081"/>
                    <a:pt x="65820" y="47111"/>
                  </a:cubicBezTo>
                  <a:lnTo>
                    <a:pt x="65921" y="47111"/>
                  </a:lnTo>
                  <a:cubicBezTo>
                    <a:pt x="65912" y="47070"/>
                    <a:pt x="65897" y="47027"/>
                    <a:pt x="65884" y="46985"/>
                  </a:cubicBezTo>
                  <a:cubicBezTo>
                    <a:pt x="65873" y="46947"/>
                    <a:pt x="65858" y="46906"/>
                    <a:pt x="65844" y="46864"/>
                  </a:cubicBezTo>
                  <a:close/>
                  <a:moveTo>
                    <a:pt x="21461" y="46951"/>
                  </a:moveTo>
                  <a:cubicBezTo>
                    <a:pt x="21359" y="46951"/>
                    <a:pt x="21246" y="46960"/>
                    <a:pt x="21133" y="46970"/>
                  </a:cubicBezTo>
                  <a:cubicBezTo>
                    <a:pt x="21081" y="46973"/>
                    <a:pt x="21029" y="46979"/>
                    <a:pt x="20978" y="46983"/>
                  </a:cubicBezTo>
                  <a:lnTo>
                    <a:pt x="18922" y="47114"/>
                  </a:lnTo>
                  <a:lnTo>
                    <a:pt x="20672" y="47114"/>
                  </a:lnTo>
                  <a:lnTo>
                    <a:pt x="21303" y="47073"/>
                  </a:lnTo>
                  <a:cubicBezTo>
                    <a:pt x="21315" y="47072"/>
                    <a:pt x="21327" y="47072"/>
                    <a:pt x="21340" y="47072"/>
                  </a:cubicBezTo>
                  <a:cubicBezTo>
                    <a:pt x="21351" y="47072"/>
                    <a:pt x="21366" y="47072"/>
                    <a:pt x="21383" y="47070"/>
                  </a:cubicBezTo>
                  <a:cubicBezTo>
                    <a:pt x="21398" y="47070"/>
                    <a:pt x="21415" y="47070"/>
                    <a:pt x="21436" y="47067"/>
                  </a:cubicBezTo>
                  <a:cubicBezTo>
                    <a:pt x="21456" y="47067"/>
                    <a:pt x="21475" y="47066"/>
                    <a:pt x="21495" y="47065"/>
                  </a:cubicBezTo>
                  <a:cubicBezTo>
                    <a:pt x="21536" y="47060"/>
                    <a:pt x="21572" y="47056"/>
                    <a:pt x="21587" y="47044"/>
                  </a:cubicBezTo>
                  <a:cubicBezTo>
                    <a:pt x="21596" y="47037"/>
                    <a:pt x="21598" y="47031"/>
                    <a:pt x="21609" y="47015"/>
                  </a:cubicBezTo>
                  <a:cubicBezTo>
                    <a:pt x="21612" y="47012"/>
                    <a:pt x="21612" y="47008"/>
                    <a:pt x="21616" y="47005"/>
                  </a:cubicBezTo>
                  <a:cubicBezTo>
                    <a:pt x="21612" y="46985"/>
                    <a:pt x="21604" y="46976"/>
                    <a:pt x="21591" y="46958"/>
                  </a:cubicBezTo>
                  <a:cubicBezTo>
                    <a:pt x="21590" y="46958"/>
                    <a:pt x="21590" y="46957"/>
                    <a:pt x="21588" y="46957"/>
                  </a:cubicBezTo>
                  <a:cubicBezTo>
                    <a:pt x="21549" y="46952"/>
                    <a:pt x="21506" y="46951"/>
                    <a:pt x="21461" y="46951"/>
                  </a:cubicBezTo>
                  <a:close/>
                  <a:moveTo>
                    <a:pt x="56591" y="46864"/>
                  </a:moveTo>
                  <a:cubicBezTo>
                    <a:pt x="56597" y="46878"/>
                    <a:pt x="56601" y="46892"/>
                    <a:pt x="56607" y="46908"/>
                  </a:cubicBezTo>
                  <a:lnTo>
                    <a:pt x="56607" y="46910"/>
                  </a:lnTo>
                  <a:cubicBezTo>
                    <a:pt x="56622" y="46950"/>
                    <a:pt x="56636" y="46990"/>
                    <a:pt x="56651" y="47028"/>
                  </a:cubicBezTo>
                  <a:cubicBezTo>
                    <a:pt x="56656" y="47043"/>
                    <a:pt x="56662" y="47056"/>
                    <a:pt x="56664" y="47070"/>
                  </a:cubicBezTo>
                  <a:cubicBezTo>
                    <a:pt x="56667" y="47085"/>
                    <a:pt x="56670" y="47099"/>
                    <a:pt x="56672" y="47114"/>
                  </a:cubicBezTo>
                  <a:lnTo>
                    <a:pt x="56696" y="47114"/>
                  </a:lnTo>
                  <a:cubicBezTo>
                    <a:pt x="56696" y="47094"/>
                    <a:pt x="56691" y="47078"/>
                    <a:pt x="56687" y="47059"/>
                  </a:cubicBezTo>
                  <a:cubicBezTo>
                    <a:pt x="56681" y="47037"/>
                    <a:pt x="56674" y="47015"/>
                    <a:pt x="56670" y="46993"/>
                  </a:cubicBezTo>
                  <a:cubicBezTo>
                    <a:pt x="56664" y="46973"/>
                    <a:pt x="56656" y="46951"/>
                    <a:pt x="56652" y="46932"/>
                  </a:cubicBezTo>
                  <a:cubicBezTo>
                    <a:pt x="56648" y="46910"/>
                    <a:pt x="56640" y="46889"/>
                    <a:pt x="56636" y="46864"/>
                  </a:cubicBezTo>
                  <a:close/>
                  <a:moveTo>
                    <a:pt x="57186" y="46864"/>
                  </a:moveTo>
                  <a:cubicBezTo>
                    <a:pt x="57168" y="46892"/>
                    <a:pt x="57154" y="46918"/>
                    <a:pt x="57139" y="46947"/>
                  </a:cubicBezTo>
                  <a:cubicBezTo>
                    <a:pt x="57117" y="46985"/>
                    <a:pt x="57096" y="47022"/>
                    <a:pt x="57078" y="47063"/>
                  </a:cubicBezTo>
                  <a:cubicBezTo>
                    <a:pt x="57069" y="47079"/>
                    <a:pt x="57059" y="47097"/>
                    <a:pt x="57050" y="47114"/>
                  </a:cubicBezTo>
                  <a:lnTo>
                    <a:pt x="59061" y="47114"/>
                  </a:lnTo>
                  <a:lnTo>
                    <a:pt x="59028" y="47037"/>
                  </a:lnTo>
                  <a:cubicBezTo>
                    <a:pt x="59003" y="46979"/>
                    <a:pt x="58977" y="46921"/>
                    <a:pt x="58949" y="4686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
            <p:cNvSpPr/>
            <p:nvPr/>
          </p:nvSpPr>
          <p:spPr>
            <a:xfrm>
              <a:off x="1685400" y="1583055"/>
              <a:ext cx="227245" cy="110058"/>
            </a:xfrm>
            <a:custGeom>
              <a:rect b="b" l="l" r="r" t="t"/>
              <a:pathLst>
                <a:path extrusionOk="0" h="3890" w="8032">
                  <a:moveTo>
                    <a:pt x="7975" y="3734"/>
                  </a:moveTo>
                  <a:lnTo>
                    <a:pt x="7975" y="3734"/>
                  </a:lnTo>
                  <a:lnTo>
                    <a:pt x="7959" y="3736"/>
                  </a:lnTo>
                  <a:cubicBezTo>
                    <a:pt x="7959" y="3763"/>
                    <a:pt x="7960" y="3788"/>
                    <a:pt x="7962" y="3814"/>
                  </a:cubicBezTo>
                  <a:cubicBezTo>
                    <a:pt x="7962" y="3816"/>
                    <a:pt x="7962" y="3817"/>
                    <a:pt x="7963" y="3819"/>
                  </a:cubicBezTo>
                  <a:cubicBezTo>
                    <a:pt x="7966" y="3838"/>
                    <a:pt x="7967" y="3855"/>
                    <a:pt x="7972" y="3874"/>
                  </a:cubicBezTo>
                  <a:lnTo>
                    <a:pt x="8031" y="3874"/>
                  </a:lnTo>
                  <a:lnTo>
                    <a:pt x="8031" y="3734"/>
                  </a:lnTo>
                  <a:lnTo>
                    <a:pt x="7975" y="3734"/>
                  </a:lnTo>
                  <a:close/>
                  <a:moveTo>
                    <a:pt x="5737" y="95"/>
                  </a:moveTo>
                  <a:cubicBezTo>
                    <a:pt x="5704" y="94"/>
                    <a:pt x="5669" y="94"/>
                    <a:pt x="5632" y="92"/>
                  </a:cubicBezTo>
                  <a:cubicBezTo>
                    <a:pt x="5602" y="92"/>
                    <a:pt x="5570" y="89"/>
                    <a:pt x="5539" y="89"/>
                  </a:cubicBezTo>
                  <a:cubicBezTo>
                    <a:pt x="5400" y="60"/>
                    <a:pt x="5234" y="92"/>
                    <a:pt x="5089" y="60"/>
                  </a:cubicBezTo>
                  <a:cubicBezTo>
                    <a:pt x="5013" y="44"/>
                    <a:pt x="4921" y="65"/>
                    <a:pt x="4836" y="46"/>
                  </a:cubicBezTo>
                  <a:cubicBezTo>
                    <a:pt x="4744" y="27"/>
                    <a:pt x="4635" y="52"/>
                    <a:pt x="4535" y="31"/>
                  </a:cubicBezTo>
                  <a:cubicBezTo>
                    <a:pt x="4389" y="1"/>
                    <a:pt x="4192" y="24"/>
                    <a:pt x="4033" y="24"/>
                  </a:cubicBezTo>
                  <a:lnTo>
                    <a:pt x="3476" y="24"/>
                  </a:lnTo>
                  <a:cubicBezTo>
                    <a:pt x="3388" y="24"/>
                    <a:pt x="3276" y="14"/>
                    <a:pt x="3197" y="31"/>
                  </a:cubicBezTo>
                  <a:lnTo>
                    <a:pt x="3065" y="31"/>
                  </a:lnTo>
                  <a:cubicBezTo>
                    <a:pt x="2944" y="31"/>
                    <a:pt x="2800" y="23"/>
                    <a:pt x="2688" y="46"/>
                  </a:cubicBezTo>
                  <a:cubicBezTo>
                    <a:pt x="2563" y="49"/>
                    <a:pt x="2435" y="50"/>
                    <a:pt x="2312" y="52"/>
                  </a:cubicBezTo>
                  <a:cubicBezTo>
                    <a:pt x="2115" y="95"/>
                    <a:pt x="1890" y="81"/>
                    <a:pt x="1705" y="129"/>
                  </a:cubicBezTo>
                  <a:cubicBezTo>
                    <a:pt x="1621" y="148"/>
                    <a:pt x="1550" y="143"/>
                    <a:pt x="1468" y="165"/>
                  </a:cubicBezTo>
                  <a:cubicBezTo>
                    <a:pt x="1227" y="232"/>
                    <a:pt x="993" y="292"/>
                    <a:pt x="816" y="422"/>
                  </a:cubicBezTo>
                  <a:cubicBezTo>
                    <a:pt x="720" y="497"/>
                    <a:pt x="651" y="610"/>
                    <a:pt x="618" y="748"/>
                  </a:cubicBezTo>
                  <a:cubicBezTo>
                    <a:pt x="616" y="831"/>
                    <a:pt x="612" y="915"/>
                    <a:pt x="611" y="998"/>
                  </a:cubicBezTo>
                  <a:cubicBezTo>
                    <a:pt x="611" y="1235"/>
                    <a:pt x="640" y="1575"/>
                    <a:pt x="598" y="1782"/>
                  </a:cubicBezTo>
                  <a:cubicBezTo>
                    <a:pt x="568" y="1910"/>
                    <a:pt x="605" y="2230"/>
                    <a:pt x="659" y="2283"/>
                  </a:cubicBezTo>
                  <a:lnTo>
                    <a:pt x="659" y="2298"/>
                  </a:lnTo>
                  <a:lnTo>
                    <a:pt x="15" y="2298"/>
                  </a:lnTo>
                  <a:cubicBezTo>
                    <a:pt x="0" y="2427"/>
                    <a:pt x="6" y="2583"/>
                    <a:pt x="6" y="2727"/>
                  </a:cubicBezTo>
                  <a:lnTo>
                    <a:pt x="6" y="3872"/>
                  </a:lnTo>
                  <a:cubicBezTo>
                    <a:pt x="1601" y="3883"/>
                    <a:pt x="3215" y="3890"/>
                    <a:pt x="4824" y="3887"/>
                  </a:cubicBezTo>
                  <a:cubicBezTo>
                    <a:pt x="4929" y="3888"/>
                    <a:pt x="5032" y="3888"/>
                    <a:pt x="5137" y="3887"/>
                  </a:cubicBezTo>
                  <a:cubicBezTo>
                    <a:pt x="5140" y="3867"/>
                    <a:pt x="5141" y="3848"/>
                    <a:pt x="5144" y="3830"/>
                  </a:cubicBezTo>
                  <a:cubicBezTo>
                    <a:pt x="5147" y="3795"/>
                    <a:pt x="5153" y="3763"/>
                    <a:pt x="5156" y="3730"/>
                  </a:cubicBezTo>
                  <a:cubicBezTo>
                    <a:pt x="5157" y="3717"/>
                    <a:pt x="5160" y="3702"/>
                    <a:pt x="5160" y="3692"/>
                  </a:cubicBezTo>
                  <a:cubicBezTo>
                    <a:pt x="5161" y="3672"/>
                    <a:pt x="5163" y="3656"/>
                    <a:pt x="5164" y="3636"/>
                  </a:cubicBezTo>
                  <a:lnTo>
                    <a:pt x="247" y="3636"/>
                  </a:lnTo>
                  <a:lnTo>
                    <a:pt x="247" y="2542"/>
                  </a:lnTo>
                  <a:lnTo>
                    <a:pt x="5377" y="2542"/>
                  </a:lnTo>
                  <a:cubicBezTo>
                    <a:pt x="5379" y="2522"/>
                    <a:pt x="5384" y="2503"/>
                    <a:pt x="5387" y="2485"/>
                  </a:cubicBezTo>
                  <a:cubicBezTo>
                    <a:pt x="5388" y="2478"/>
                    <a:pt x="5391" y="2471"/>
                    <a:pt x="5391" y="2465"/>
                  </a:cubicBezTo>
                  <a:cubicBezTo>
                    <a:pt x="5398" y="2429"/>
                    <a:pt x="5406" y="2391"/>
                    <a:pt x="5411" y="2356"/>
                  </a:cubicBezTo>
                  <a:cubicBezTo>
                    <a:pt x="5416" y="2336"/>
                    <a:pt x="5419" y="2320"/>
                    <a:pt x="5425" y="2299"/>
                  </a:cubicBezTo>
                  <a:lnTo>
                    <a:pt x="1387" y="2299"/>
                  </a:lnTo>
                  <a:cubicBezTo>
                    <a:pt x="1144" y="2299"/>
                    <a:pt x="1006" y="2312"/>
                    <a:pt x="853" y="2225"/>
                  </a:cubicBezTo>
                  <a:cubicBezTo>
                    <a:pt x="837" y="2166"/>
                    <a:pt x="817" y="2096"/>
                    <a:pt x="801" y="2026"/>
                  </a:cubicBezTo>
                  <a:cubicBezTo>
                    <a:pt x="788" y="1975"/>
                    <a:pt x="810" y="1902"/>
                    <a:pt x="787" y="1863"/>
                  </a:cubicBezTo>
                  <a:lnTo>
                    <a:pt x="787" y="1751"/>
                  </a:lnTo>
                  <a:cubicBezTo>
                    <a:pt x="989" y="1834"/>
                    <a:pt x="1380" y="1902"/>
                    <a:pt x="1675" y="1840"/>
                  </a:cubicBezTo>
                  <a:cubicBezTo>
                    <a:pt x="1769" y="1820"/>
                    <a:pt x="1874" y="1846"/>
                    <a:pt x="1961" y="1827"/>
                  </a:cubicBezTo>
                  <a:lnTo>
                    <a:pt x="2117" y="1827"/>
                  </a:lnTo>
                  <a:cubicBezTo>
                    <a:pt x="2227" y="1802"/>
                    <a:pt x="2373" y="1830"/>
                    <a:pt x="2488" y="1805"/>
                  </a:cubicBezTo>
                  <a:lnTo>
                    <a:pt x="2642" y="1805"/>
                  </a:lnTo>
                  <a:cubicBezTo>
                    <a:pt x="2776" y="1805"/>
                    <a:pt x="2976" y="1817"/>
                    <a:pt x="3100" y="1791"/>
                  </a:cubicBezTo>
                  <a:lnTo>
                    <a:pt x="3441" y="1791"/>
                  </a:lnTo>
                  <a:cubicBezTo>
                    <a:pt x="3629" y="1791"/>
                    <a:pt x="3830" y="1783"/>
                    <a:pt x="4026" y="1783"/>
                  </a:cubicBezTo>
                  <a:lnTo>
                    <a:pt x="4139" y="1783"/>
                  </a:lnTo>
                  <a:cubicBezTo>
                    <a:pt x="4256" y="1783"/>
                    <a:pt x="4378" y="1782"/>
                    <a:pt x="4418" y="1775"/>
                  </a:cubicBezTo>
                  <a:lnTo>
                    <a:pt x="4683" y="1775"/>
                  </a:lnTo>
                  <a:cubicBezTo>
                    <a:pt x="4843" y="1775"/>
                    <a:pt x="5084" y="1795"/>
                    <a:pt x="5240" y="1775"/>
                  </a:cubicBezTo>
                  <a:cubicBezTo>
                    <a:pt x="5251" y="1773"/>
                    <a:pt x="5265" y="1772"/>
                    <a:pt x="5276" y="1769"/>
                  </a:cubicBezTo>
                  <a:cubicBezTo>
                    <a:pt x="5365" y="1750"/>
                    <a:pt x="5477" y="1775"/>
                    <a:pt x="5561" y="1766"/>
                  </a:cubicBezTo>
                  <a:cubicBezTo>
                    <a:pt x="5567" y="1745"/>
                    <a:pt x="5571" y="1728"/>
                    <a:pt x="5576" y="1706"/>
                  </a:cubicBezTo>
                  <a:cubicBezTo>
                    <a:pt x="5582" y="1689"/>
                    <a:pt x="5586" y="1673"/>
                    <a:pt x="5589" y="1655"/>
                  </a:cubicBezTo>
                  <a:cubicBezTo>
                    <a:pt x="5593" y="1636"/>
                    <a:pt x="5599" y="1619"/>
                    <a:pt x="5600" y="1599"/>
                  </a:cubicBezTo>
                  <a:lnTo>
                    <a:pt x="5404" y="1599"/>
                  </a:lnTo>
                  <a:cubicBezTo>
                    <a:pt x="5368" y="1606"/>
                    <a:pt x="5327" y="1609"/>
                    <a:pt x="5279" y="1609"/>
                  </a:cubicBezTo>
                  <a:cubicBezTo>
                    <a:pt x="5212" y="1612"/>
                    <a:pt x="5141" y="1606"/>
                    <a:pt x="5080" y="1606"/>
                  </a:cubicBezTo>
                  <a:cubicBezTo>
                    <a:pt x="4932" y="1606"/>
                    <a:pt x="4763" y="1612"/>
                    <a:pt x="4607" y="1612"/>
                  </a:cubicBezTo>
                  <a:lnTo>
                    <a:pt x="4545" y="1612"/>
                  </a:lnTo>
                  <a:cubicBezTo>
                    <a:pt x="4299" y="1613"/>
                    <a:pt x="4049" y="1620"/>
                    <a:pt x="3816" y="1620"/>
                  </a:cubicBezTo>
                  <a:cubicBezTo>
                    <a:pt x="3673" y="1620"/>
                    <a:pt x="3489" y="1600"/>
                    <a:pt x="3359" y="1628"/>
                  </a:cubicBezTo>
                  <a:cubicBezTo>
                    <a:pt x="3139" y="1629"/>
                    <a:pt x="2921" y="1631"/>
                    <a:pt x="2700" y="1633"/>
                  </a:cubicBezTo>
                  <a:cubicBezTo>
                    <a:pt x="2565" y="1664"/>
                    <a:pt x="2392" y="1628"/>
                    <a:pt x="2256" y="1657"/>
                  </a:cubicBezTo>
                  <a:lnTo>
                    <a:pt x="2110" y="1657"/>
                  </a:lnTo>
                  <a:cubicBezTo>
                    <a:pt x="2022" y="1674"/>
                    <a:pt x="1922" y="1651"/>
                    <a:pt x="1828" y="1670"/>
                  </a:cubicBezTo>
                  <a:cubicBezTo>
                    <a:pt x="1745" y="1689"/>
                    <a:pt x="1646" y="1665"/>
                    <a:pt x="1554" y="1686"/>
                  </a:cubicBezTo>
                  <a:cubicBezTo>
                    <a:pt x="1500" y="1699"/>
                    <a:pt x="1416" y="1680"/>
                    <a:pt x="1354" y="1692"/>
                  </a:cubicBezTo>
                  <a:cubicBezTo>
                    <a:pt x="1156" y="1735"/>
                    <a:pt x="938" y="1652"/>
                    <a:pt x="787" y="1619"/>
                  </a:cubicBezTo>
                  <a:cubicBezTo>
                    <a:pt x="784" y="1410"/>
                    <a:pt x="776" y="1200"/>
                    <a:pt x="772" y="991"/>
                  </a:cubicBezTo>
                  <a:cubicBezTo>
                    <a:pt x="772" y="873"/>
                    <a:pt x="765" y="748"/>
                    <a:pt x="808" y="671"/>
                  </a:cubicBezTo>
                  <a:cubicBezTo>
                    <a:pt x="981" y="376"/>
                    <a:pt x="1528" y="377"/>
                    <a:pt x="1925" y="290"/>
                  </a:cubicBezTo>
                  <a:cubicBezTo>
                    <a:pt x="2021" y="268"/>
                    <a:pt x="2130" y="286"/>
                    <a:pt x="2219" y="268"/>
                  </a:cubicBezTo>
                  <a:cubicBezTo>
                    <a:pt x="2342" y="241"/>
                    <a:pt x="2493" y="278"/>
                    <a:pt x="2611" y="252"/>
                  </a:cubicBezTo>
                  <a:cubicBezTo>
                    <a:pt x="2826" y="248"/>
                    <a:pt x="3044" y="241"/>
                    <a:pt x="3260" y="238"/>
                  </a:cubicBezTo>
                  <a:cubicBezTo>
                    <a:pt x="3321" y="238"/>
                    <a:pt x="3489" y="254"/>
                    <a:pt x="3527" y="232"/>
                  </a:cubicBezTo>
                  <a:lnTo>
                    <a:pt x="4593" y="232"/>
                  </a:lnTo>
                  <a:cubicBezTo>
                    <a:pt x="4927" y="245"/>
                    <a:pt x="5257" y="257"/>
                    <a:pt x="5592" y="270"/>
                  </a:cubicBezTo>
                  <a:cubicBezTo>
                    <a:pt x="5605" y="270"/>
                    <a:pt x="5618" y="271"/>
                    <a:pt x="5630" y="271"/>
                  </a:cubicBezTo>
                  <a:cubicBezTo>
                    <a:pt x="5656" y="274"/>
                    <a:pt x="5683" y="274"/>
                    <a:pt x="5708" y="276"/>
                  </a:cubicBezTo>
                  <a:lnTo>
                    <a:pt x="5897" y="276"/>
                  </a:lnTo>
                  <a:cubicBezTo>
                    <a:pt x="5901" y="255"/>
                    <a:pt x="5904" y="238"/>
                    <a:pt x="5910" y="219"/>
                  </a:cubicBezTo>
                  <a:cubicBezTo>
                    <a:pt x="5913" y="199"/>
                    <a:pt x="5919" y="177"/>
                    <a:pt x="5923" y="159"/>
                  </a:cubicBezTo>
                  <a:cubicBezTo>
                    <a:pt x="5926" y="139"/>
                    <a:pt x="5932" y="121"/>
                    <a:pt x="5935" y="103"/>
                  </a:cubicBezTo>
                  <a:cubicBezTo>
                    <a:pt x="5871" y="101"/>
                    <a:pt x="5805" y="100"/>
                    <a:pt x="5737" y="9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
            <p:cNvSpPr/>
            <p:nvPr/>
          </p:nvSpPr>
          <p:spPr>
            <a:xfrm>
              <a:off x="1687070" y="1585120"/>
              <a:ext cx="223963" cy="106408"/>
            </a:xfrm>
            <a:custGeom>
              <a:rect b="b" l="l" r="r" t="t"/>
              <a:pathLst>
                <a:path extrusionOk="0" h="3761" w="7916">
                  <a:moveTo>
                    <a:pt x="7900" y="3661"/>
                  </a:moveTo>
                  <a:cubicBezTo>
                    <a:pt x="7900" y="3688"/>
                    <a:pt x="7901" y="3714"/>
                    <a:pt x="7903" y="3738"/>
                  </a:cubicBezTo>
                  <a:cubicBezTo>
                    <a:pt x="7903" y="3741"/>
                    <a:pt x="7903" y="3743"/>
                    <a:pt x="7904" y="3744"/>
                  </a:cubicBezTo>
                  <a:lnTo>
                    <a:pt x="7916" y="3744"/>
                  </a:lnTo>
                  <a:lnTo>
                    <a:pt x="7916" y="3661"/>
                  </a:lnTo>
                  <a:lnTo>
                    <a:pt x="7900" y="3661"/>
                  </a:lnTo>
                  <a:close/>
                  <a:moveTo>
                    <a:pt x="5562" y="78"/>
                  </a:moveTo>
                  <a:lnTo>
                    <a:pt x="5467" y="73"/>
                  </a:lnTo>
                  <a:cubicBezTo>
                    <a:pt x="5413" y="60"/>
                    <a:pt x="5348" y="60"/>
                    <a:pt x="5288" y="60"/>
                  </a:cubicBezTo>
                  <a:lnTo>
                    <a:pt x="5235" y="60"/>
                  </a:lnTo>
                  <a:cubicBezTo>
                    <a:pt x="5166" y="60"/>
                    <a:pt x="5089" y="59"/>
                    <a:pt x="5019" y="44"/>
                  </a:cubicBezTo>
                  <a:cubicBezTo>
                    <a:pt x="4995" y="38"/>
                    <a:pt x="4966" y="38"/>
                    <a:pt x="4942" y="38"/>
                  </a:cubicBezTo>
                  <a:lnTo>
                    <a:pt x="4876" y="38"/>
                  </a:lnTo>
                  <a:cubicBezTo>
                    <a:pt x="4842" y="38"/>
                    <a:pt x="4804" y="38"/>
                    <a:pt x="4765" y="30"/>
                  </a:cubicBezTo>
                  <a:cubicBezTo>
                    <a:pt x="4745" y="27"/>
                    <a:pt x="4721" y="22"/>
                    <a:pt x="4687" y="22"/>
                  </a:cubicBezTo>
                  <a:cubicBezTo>
                    <a:pt x="4668" y="22"/>
                    <a:pt x="4593" y="27"/>
                    <a:pt x="4573" y="27"/>
                  </a:cubicBezTo>
                  <a:cubicBezTo>
                    <a:pt x="4530" y="27"/>
                    <a:pt x="4498" y="22"/>
                    <a:pt x="4464" y="15"/>
                  </a:cubicBezTo>
                  <a:cubicBezTo>
                    <a:pt x="4418" y="5"/>
                    <a:pt x="4359" y="0"/>
                    <a:pt x="4282" y="0"/>
                  </a:cubicBezTo>
                  <a:cubicBezTo>
                    <a:pt x="4230" y="0"/>
                    <a:pt x="4178" y="3"/>
                    <a:pt x="4125" y="3"/>
                  </a:cubicBezTo>
                  <a:cubicBezTo>
                    <a:pt x="4072" y="8"/>
                    <a:pt x="4024" y="8"/>
                    <a:pt x="3976" y="8"/>
                  </a:cubicBezTo>
                  <a:lnTo>
                    <a:pt x="3420" y="8"/>
                  </a:lnTo>
                  <a:cubicBezTo>
                    <a:pt x="3398" y="8"/>
                    <a:pt x="3294" y="3"/>
                    <a:pt x="3270" y="3"/>
                  </a:cubicBezTo>
                  <a:cubicBezTo>
                    <a:pt x="3236" y="3"/>
                    <a:pt x="3189" y="6"/>
                    <a:pt x="3140" y="15"/>
                  </a:cubicBezTo>
                  <a:lnTo>
                    <a:pt x="3007" y="15"/>
                  </a:lnTo>
                  <a:cubicBezTo>
                    <a:pt x="3007" y="15"/>
                    <a:pt x="2868" y="14"/>
                    <a:pt x="2839" y="14"/>
                  </a:cubicBezTo>
                  <a:cubicBezTo>
                    <a:pt x="2780" y="14"/>
                    <a:pt x="2705" y="15"/>
                    <a:pt x="2632" y="30"/>
                  </a:cubicBezTo>
                  <a:lnTo>
                    <a:pt x="2442" y="32"/>
                  </a:lnTo>
                  <a:lnTo>
                    <a:pt x="2267" y="35"/>
                  </a:lnTo>
                  <a:cubicBezTo>
                    <a:pt x="2167" y="57"/>
                    <a:pt x="2064" y="64"/>
                    <a:pt x="1962" y="72"/>
                  </a:cubicBezTo>
                  <a:cubicBezTo>
                    <a:pt x="1854" y="79"/>
                    <a:pt x="1755" y="86"/>
                    <a:pt x="1662" y="110"/>
                  </a:cubicBezTo>
                  <a:cubicBezTo>
                    <a:pt x="1619" y="120"/>
                    <a:pt x="1578" y="124"/>
                    <a:pt x="1539" y="127"/>
                  </a:cubicBezTo>
                  <a:cubicBezTo>
                    <a:pt x="1501" y="131"/>
                    <a:pt x="1465" y="134"/>
                    <a:pt x="1428" y="146"/>
                  </a:cubicBezTo>
                  <a:lnTo>
                    <a:pt x="1392" y="156"/>
                  </a:lnTo>
                  <a:cubicBezTo>
                    <a:pt x="1167" y="219"/>
                    <a:pt x="953" y="278"/>
                    <a:pt x="796" y="394"/>
                  </a:cubicBezTo>
                  <a:cubicBezTo>
                    <a:pt x="710" y="460"/>
                    <a:pt x="646" y="562"/>
                    <a:pt x="619" y="678"/>
                  </a:cubicBezTo>
                  <a:lnTo>
                    <a:pt x="611" y="927"/>
                  </a:lnTo>
                  <a:cubicBezTo>
                    <a:pt x="611" y="992"/>
                    <a:pt x="616" y="1063"/>
                    <a:pt x="616" y="1140"/>
                  </a:cubicBezTo>
                  <a:cubicBezTo>
                    <a:pt x="621" y="1340"/>
                    <a:pt x="629" y="1565"/>
                    <a:pt x="595" y="1723"/>
                  </a:cubicBezTo>
                  <a:cubicBezTo>
                    <a:pt x="568" y="1843"/>
                    <a:pt x="608" y="2136"/>
                    <a:pt x="639" y="2175"/>
                  </a:cubicBezTo>
                  <a:cubicBezTo>
                    <a:pt x="651" y="2187"/>
                    <a:pt x="655" y="2199"/>
                    <a:pt x="655" y="2213"/>
                  </a:cubicBezTo>
                  <a:lnTo>
                    <a:pt x="655" y="2226"/>
                  </a:lnTo>
                  <a:cubicBezTo>
                    <a:pt x="655" y="2257"/>
                    <a:pt x="629" y="2285"/>
                    <a:pt x="600" y="2285"/>
                  </a:cubicBezTo>
                  <a:lnTo>
                    <a:pt x="6" y="2285"/>
                  </a:lnTo>
                  <a:cubicBezTo>
                    <a:pt x="1" y="2369"/>
                    <a:pt x="4" y="2463"/>
                    <a:pt x="4" y="2555"/>
                  </a:cubicBezTo>
                  <a:lnTo>
                    <a:pt x="4" y="3744"/>
                  </a:lnTo>
                  <a:cubicBezTo>
                    <a:pt x="1571" y="3754"/>
                    <a:pt x="2974" y="3760"/>
                    <a:pt x="4293" y="3760"/>
                  </a:cubicBezTo>
                  <a:lnTo>
                    <a:pt x="4769" y="3760"/>
                  </a:lnTo>
                  <a:cubicBezTo>
                    <a:pt x="4876" y="3760"/>
                    <a:pt x="4980" y="3760"/>
                    <a:pt x="5085" y="3759"/>
                  </a:cubicBezTo>
                  <a:cubicBezTo>
                    <a:pt x="5088" y="3724"/>
                    <a:pt x="5094" y="3692"/>
                    <a:pt x="5097" y="3658"/>
                  </a:cubicBezTo>
                  <a:cubicBezTo>
                    <a:pt x="5099" y="3645"/>
                    <a:pt x="5101" y="3631"/>
                    <a:pt x="5101" y="3621"/>
                  </a:cubicBezTo>
                  <a:lnTo>
                    <a:pt x="188" y="3621"/>
                  </a:lnTo>
                  <a:cubicBezTo>
                    <a:pt x="158" y="3621"/>
                    <a:pt x="131" y="3594"/>
                    <a:pt x="131" y="3564"/>
                  </a:cubicBezTo>
                  <a:lnTo>
                    <a:pt x="131" y="2471"/>
                  </a:lnTo>
                  <a:cubicBezTo>
                    <a:pt x="131" y="2439"/>
                    <a:pt x="158" y="2414"/>
                    <a:pt x="188" y="2414"/>
                  </a:cubicBezTo>
                  <a:lnTo>
                    <a:pt x="5328" y="2414"/>
                  </a:lnTo>
                  <a:cubicBezTo>
                    <a:pt x="5329" y="2407"/>
                    <a:pt x="5332" y="2399"/>
                    <a:pt x="5332" y="2394"/>
                  </a:cubicBezTo>
                  <a:cubicBezTo>
                    <a:pt x="5339" y="2357"/>
                    <a:pt x="5347" y="2319"/>
                    <a:pt x="5354" y="2285"/>
                  </a:cubicBezTo>
                  <a:lnTo>
                    <a:pt x="1164" y="2285"/>
                  </a:lnTo>
                  <a:cubicBezTo>
                    <a:pt x="1018" y="2285"/>
                    <a:pt x="898" y="2279"/>
                    <a:pt x="767" y="2203"/>
                  </a:cubicBezTo>
                  <a:cubicBezTo>
                    <a:pt x="754" y="2196"/>
                    <a:pt x="745" y="2183"/>
                    <a:pt x="739" y="2168"/>
                  </a:cubicBezTo>
                  <a:lnTo>
                    <a:pt x="726" y="2119"/>
                  </a:lnTo>
                  <a:cubicBezTo>
                    <a:pt x="713" y="2071"/>
                    <a:pt x="698" y="2020"/>
                    <a:pt x="687" y="1965"/>
                  </a:cubicBezTo>
                  <a:cubicBezTo>
                    <a:pt x="681" y="1937"/>
                    <a:pt x="682" y="1908"/>
                    <a:pt x="682" y="1882"/>
                  </a:cubicBezTo>
                  <a:cubicBezTo>
                    <a:pt x="682" y="1861"/>
                    <a:pt x="684" y="1828"/>
                    <a:pt x="680" y="1821"/>
                  </a:cubicBezTo>
                  <a:cubicBezTo>
                    <a:pt x="675" y="1812"/>
                    <a:pt x="672" y="1802"/>
                    <a:pt x="672" y="1795"/>
                  </a:cubicBezTo>
                  <a:lnTo>
                    <a:pt x="672" y="1681"/>
                  </a:lnTo>
                  <a:cubicBezTo>
                    <a:pt x="672" y="1661"/>
                    <a:pt x="681" y="1645"/>
                    <a:pt x="697" y="1635"/>
                  </a:cubicBezTo>
                  <a:cubicBezTo>
                    <a:pt x="706" y="1629"/>
                    <a:pt x="717" y="1624"/>
                    <a:pt x="728" y="1624"/>
                  </a:cubicBezTo>
                  <a:cubicBezTo>
                    <a:pt x="735" y="1624"/>
                    <a:pt x="742" y="1627"/>
                    <a:pt x="749" y="1629"/>
                  </a:cubicBezTo>
                  <a:cubicBezTo>
                    <a:pt x="879" y="1683"/>
                    <a:pt x="1117" y="1738"/>
                    <a:pt x="1357" y="1738"/>
                  </a:cubicBezTo>
                  <a:cubicBezTo>
                    <a:pt x="1447" y="1738"/>
                    <a:pt x="1530" y="1731"/>
                    <a:pt x="1603" y="1715"/>
                  </a:cubicBezTo>
                  <a:cubicBezTo>
                    <a:pt x="1633" y="1709"/>
                    <a:pt x="1668" y="1704"/>
                    <a:pt x="1712" y="1704"/>
                  </a:cubicBezTo>
                  <a:cubicBezTo>
                    <a:pt x="1729" y="1704"/>
                    <a:pt x="1815" y="1707"/>
                    <a:pt x="1815" y="1707"/>
                  </a:cubicBezTo>
                  <a:cubicBezTo>
                    <a:pt x="1846" y="1707"/>
                    <a:pt x="1869" y="1704"/>
                    <a:pt x="1901" y="1700"/>
                  </a:cubicBezTo>
                  <a:lnTo>
                    <a:pt x="2042" y="1702"/>
                  </a:lnTo>
                  <a:cubicBezTo>
                    <a:pt x="2094" y="1688"/>
                    <a:pt x="2149" y="1688"/>
                    <a:pt x="2200" y="1688"/>
                  </a:cubicBezTo>
                  <a:lnTo>
                    <a:pt x="2283" y="1688"/>
                  </a:lnTo>
                  <a:cubicBezTo>
                    <a:pt x="2325" y="1688"/>
                    <a:pt x="2373" y="1687"/>
                    <a:pt x="2424" y="1678"/>
                  </a:cubicBezTo>
                  <a:lnTo>
                    <a:pt x="2578" y="1678"/>
                  </a:lnTo>
                  <a:cubicBezTo>
                    <a:pt x="2607" y="1678"/>
                    <a:pt x="2753" y="1680"/>
                    <a:pt x="2795" y="1680"/>
                  </a:cubicBezTo>
                  <a:cubicBezTo>
                    <a:pt x="2862" y="1680"/>
                    <a:pt x="2958" y="1678"/>
                    <a:pt x="3036" y="1664"/>
                  </a:cubicBezTo>
                  <a:lnTo>
                    <a:pt x="3378" y="1664"/>
                  </a:lnTo>
                  <a:cubicBezTo>
                    <a:pt x="3471" y="1664"/>
                    <a:pt x="3566" y="1661"/>
                    <a:pt x="3662" y="1659"/>
                  </a:cubicBezTo>
                  <a:cubicBezTo>
                    <a:pt x="3762" y="1658"/>
                    <a:pt x="3861" y="1656"/>
                    <a:pt x="3962" y="1656"/>
                  </a:cubicBezTo>
                  <a:lnTo>
                    <a:pt x="4077" y="1656"/>
                  </a:lnTo>
                  <a:cubicBezTo>
                    <a:pt x="4274" y="1656"/>
                    <a:pt x="4329" y="1652"/>
                    <a:pt x="4355" y="1646"/>
                  </a:cubicBezTo>
                  <a:lnTo>
                    <a:pt x="4621" y="1646"/>
                  </a:lnTo>
                  <a:cubicBezTo>
                    <a:pt x="4673" y="1646"/>
                    <a:pt x="4732" y="1651"/>
                    <a:pt x="4794" y="1651"/>
                  </a:cubicBezTo>
                  <a:cubicBezTo>
                    <a:pt x="4861" y="1654"/>
                    <a:pt x="4932" y="1656"/>
                    <a:pt x="4999" y="1656"/>
                  </a:cubicBezTo>
                  <a:cubicBezTo>
                    <a:pt x="5082" y="1656"/>
                    <a:pt x="5147" y="1651"/>
                    <a:pt x="5191" y="1643"/>
                  </a:cubicBezTo>
                  <a:cubicBezTo>
                    <a:pt x="5195" y="1643"/>
                    <a:pt x="5197" y="1642"/>
                    <a:pt x="5201" y="1642"/>
                  </a:cubicBezTo>
                  <a:cubicBezTo>
                    <a:pt x="5227" y="1636"/>
                    <a:pt x="5261" y="1630"/>
                    <a:pt x="5299" y="1630"/>
                  </a:cubicBezTo>
                  <a:cubicBezTo>
                    <a:pt x="5326" y="1630"/>
                    <a:pt x="5354" y="1635"/>
                    <a:pt x="5383" y="1635"/>
                  </a:cubicBezTo>
                  <a:cubicBezTo>
                    <a:pt x="5408" y="1636"/>
                    <a:pt x="5431" y="1638"/>
                    <a:pt x="5456" y="1638"/>
                  </a:cubicBezTo>
                  <a:cubicBezTo>
                    <a:pt x="5475" y="1638"/>
                    <a:pt x="5493" y="1636"/>
                    <a:pt x="5515" y="1632"/>
                  </a:cubicBezTo>
                  <a:cubicBezTo>
                    <a:pt x="5521" y="1616"/>
                    <a:pt x="5525" y="1600"/>
                    <a:pt x="5528" y="1581"/>
                  </a:cubicBezTo>
                  <a:lnTo>
                    <a:pt x="5357" y="1579"/>
                  </a:lnTo>
                  <a:cubicBezTo>
                    <a:pt x="5319" y="1588"/>
                    <a:pt x="5271" y="1592"/>
                    <a:pt x="5206" y="1592"/>
                  </a:cubicBezTo>
                  <a:lnTo>
                    <a:pt x="5203" y="1592"/>
                  </a:lnTo>
                  <a:cubicBezTo>
                    <a:pt x="5169" y="1592"/>
                    <a:pt x="5137" y="1592"/>
                    <a:pt x="5107" y="1591"/>
                  </a:cubicBezTo>
                  <a:cubicBezTo>
                    <a:pt x="5078" y="1591"/>
                    <a:pt x="5049" y="1588"/>
                    <a:pt x="5022" y="1588"/>
                  </a:cubicBezTo>
                  <a:cubicBezTo>
                    <a:pt x="4950" y="1588"/>
                    <a:pt x="4874" y="1591"/>
                    <a:pt x="4796" y="1592"/>
                  </a:cubicBezTo>
                  <a:cubicBezTo>
                    <a:pt x="4714" y="1594"/>
                    <a:pt x="4630" y="1595"/>
                    <a:pt x="4550" y="1595"/>
                  </a:cubicBezTo>
                  <a:lnTo>
                    <a:pt x="4489" y="1595"/>
                  </a:lnTo>
                  <a:cubicBezTo>
                    <a:pt x="4381" y="1598"/>
                    <a:pt x="4274" y="1600"/>
                    <a:pt x="4165" y="1600"/>
                  </a:cubicBezTo>
                  <a:cubicBezTo>
                    <a:pt x="4026" y="1601"/>
                    <a:pt x="3888" y="1603"/>
                    <a:pt x="3759" y="1603"/>
                  </a:cubicBezTo>
                  <a:cubicBezTo>
                    <a:pt x="3715" y="1603"/>
                    <a:pt x="3672" y="1601"/>
                    <a:pt x="3625" y="1600"/>
                  </a:cubicBezTo>
                  <a:cubicBezTo>
                    <a:pt x="3577" y="1598"/>
                    <a:pt x="3529" y="1595"/>
                    <a:pt x="3483" y="1595"/>
                  </a:cubicBezTo>
                  <a:cubicBezTo>
                    <a:pt x="3410" y="1595"/>
                    <a:pt x="3358" y="1600"/>
                    <a:pt x="3301" y="1610"/>
                  </a:cubicBezTo>
                  <a:lnTo>
                    <a:pt x="2977" y="1614"/>
                  </a:lnTo>
                  <a:lnTo>
                    <a:pt x="2657" y="1617"/>
                  </a:lnTo>
                  <a:cubicBezTo>
                    <a:pt x="2600" y="1630"/>
                    <a:pt x="2541" y="1630"/>
                    <a:pt x="2494" y="1630"/>
                  </a:cubicBezTo>
                  <a:cubicBezTo>
                    <a:pt x="2469" y="1630"/>
                    <a:pt x="2368" y="1629"/>
                    <a:pt x="2343" y="1629"/>
                  </a:cubicBezTo>
                  <a:cubicBezTo>
                    <a:pt x="2288" y="1629"/>
                    <a:pt x="2247" y="1632"/>
                    <a:pt x="2202" y="1642"/>
                  </a:cubicBezTo>
                  <a:lnTo>
                    <a:pt x="2067" y="1639"/>
                  </a:lnTo>
                  <a:cubicBezTo>
                    <a:pt x="2030" y="1646"/>
                    <a:pt x="1992" y="1649"/>
                    <a:pt x="1965" y="1649"/>
                  </a:cubicBezTo>
                  <a:lnTo>
                    <a:pt x="1869" y="1646"/>
                  </a:lnTo>
                  <a:cubicBezTo>
                    <a:pt x="1834" y="1646"/>
                    <a:pt x="1809" y="1649"/>
                    <a:pt x="1787" y="1652"/>
                  </a:cubicBezTo>
                  <a:cubicBezTo>
                    <a:pt x="1751" y="1661"/>
                    <a:pt x="1713" y="1664"/>
                    <a:pt x="1686" y="1664"/>
                  </a:cubicBezTo>
                  <a:lnTo>
                    <a:pt x="1601" y="1661"/>
                  </a:lnTo>
                  <a:cubicBezTo>
                    <a:pt x="1577" y="1661"/>
                    <a:pt x="1543" y="1661"/>
                    <a:pt x="1513" y="1668"/>
                  </a:cubicBezTo>
                  <a:cubicBezTo>
                    <a:pt x="1497" y="1672"/>
                    <a:pt x="1476" y="1674"/>
                    <a:pt x="1453" y="1674"/>
                  </a:cubicBezTo>
                  <a:cubicBezTo>
                    <a:pt x="1439" y="1674"/>
                    <a:pt x="1376" y="1671"/>
                    <a:pt x="1360" y="1671"/>
                  </a:cubicBezTo>
                  <a:cubicBezTo>
                    <a:pt x="1344" y="1671"/>
                    <a:pt x="1328" y="1671"/>
                    <a:pt x="1313" y="1674"/>
                  </a:cubicBezTo>
                  <a:cubicBezTo>
                    <a:pt x="1271" y="1686"/>
                    <a:pt x="1228" y="1688"/>
                    <a:pt x="1180" y="1688"/>
                  </a:cubicBezTo>
                  <a:cubicBezTo>
                    <a:pt x="1049" y="1688"/>
                    <a:pt x="918" y="1652"/>
                    <a:pt x="815" y="1624"/>
                  </a:cubicBezTo>
                  <a:cubicBezTo>
                    <a:pt x="783" y="1616"/>
                    <a:pt x="751" y="1607"/>
                    <a:pt x="722" y="1601"/>
                  </a:cubicBezTo>
                  <a:cubicBezTo>
                    <a:pt x="697" y="1595"/>
                    <a:pt x="678" y="1574"/>
                    <a:pt x="678" y="1549"/>
                  </a:cubicBezTo>
                  <a:lnTo>
                    <a:pt x="664" y="919"/>
                  </a:lnTo>
                  <a:lnTo>
                    <a:pt x="664" y="873"/>
                  </a:lnTo>
                  <a:cubicBezTo>
                    <a:pt x="662" y="764"/>
                    <a:pt x="662" y="650"/>
                    <a:pt x="707" y="570"/>
                  </a:cubicBezTo>
                  <a:cubicBezTo>
                    <a:pt x="853" y="322"/>
                    <a:pt x="1213" y="268"/>
                    <a:pt x="1561" y="213"/>
                  </a:cubicBezTo>
                  <a:cubicBezTo>
                    <a:pt x="1667" y="197"/>
                    <a:pt x="1767" y="182"/>
                    <a:pt x="1860" y="160"/>
                  </a:cubicBezTo>
                  <a:cubicBezTo>
                    <a:pt x="1917" y="147"/>
                    <a:pt x="1975" y="147"/>
                    <a:pt x="2029" y="146"/>
                  </a:cubicBezTo>
                  <a:cubicBezTo>
                    <a:pt x="2074" y="146"/>
                    <a:pt x="2117" y="146"/>
                    <a:pt x="2157" y="139"/>
                  </a:cubicBezTo>
                  <a:cubicBezTo>
                    <a:pt x="2193" y="130"/>
                    <a:pt x="2232" y="126"/>
                    <a:pt x="2282" y="126"/>
                  </a:cubicBezTo>
                  <a:cubicBezTo>
                    <a:pt x="2309" y="126"/>
                    <a:pt x="2340" y="127"/>
                    <a:pt x="2369" y="127"/>
                  </a:cubicBezTo>
                  <a:cubicBezTo>
                    <a:pt x="2397" y="130"/>
                    <a:pt x="2421" y="131"/>
                    <a:pt x="2449" y="131"/>
                  </a:cubicBezTo>
                  <a:cubicBezTo>
                    <a:pt x="2491" y="131"/>
                    <a:pt x="2522" y="127"/>
                    <a:pt x="2558" y="120"/>
                  </a:cubicBezTo>
                  <a:lnTo>
                    <a:pt x="3209" y="105"/>
                  </a:lnTo>
                  <a:cubicBezTo>
                    <a:pt x="3225" y="105"/>
                    <a:pt x="3247" y="108"/>
                    <a:pt x="3275" y="110"/>
                  </a:cubicBezTo>
                  <a:cubicBezTo>
                    <a:pt x="3307" y="111"/>
                    <a:pt x="3343" y="112"/>
                    <a:pt x="3379" y="112"/>
                  </a:cubicBezTo>
                  <a:cubicBezTo>
                    <a:pt x="3432" y="112"/>
                    <a:pt x="3446" y="110"/>
                    <a:pt x="3449" y="110"/>
                  </a:cubicBezTo>
                  <a:cubicBezTo>
                    <a:pt x="3458" y="105"/>
                    <a:pt x="3467" y="102"/>
                    <a:pt x="3475" y="102"/>
                  </a:cubicBezTo>
                  <a:lnTo>
                    <a:pt x="4543" y="102"/>
                  </a:lnTo>
                  <a:cubicBezTo>
                    <a:pt x="4543" y="102"/>
                    <a:pt x="5277" y="130"/>
                    <a:pt x="5552" y="140"/>
                  </a:cubicBezTo>
                  <a:cubicBezTo>
                    <a:pt x="5613" y="141"/>
                    <a:pt x="5653" y="144"/>
                    <a:pt x="5655" y="144"/>
                  </a:cubicBezTo>
                  <a:lnTo>
                    <a:pt x="5857" y="144"/>
                  </a:lnTo>
                  <a:cubicBezTo>
                    <a:pt x="5860" y="124"/>
                    <a:pt x="5866" y="102"/>
                    <a:pt x="5869" y="8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1"/>
            <p:cNvSpPr/>
            <p:nvPr/>
          </p:nvSpPr>
          <p:spPr>
            <a:xfrm>
              <a:off x="596594" y="811908"/>
              <a:ext cx="837769" cy="468467"/>
            </a:xfrm>
            <a:custGeom>
              <a:rect b="b" l="l" r="r" t="t"/>
              <a:pathLst>
                <a:path extrusionOk="0" h="16558" w="29611">
                  <a:moveTo>
                    <a:pt x="25041" y="11074"/>
                  </a:moveTo>
                  <a:lnTo>
                    <a:pt x="25041" y="11237"/>
                  </a:lnTo>
                  <a:cubicBezTo>
                    <a:pt x="25103" y="11288"/>
                    <a:pt x="25173" y="11345"/>
                    <a:pt x="25244" y="11387"/>
                  </a:cubicBezTo>
                  <a:lnTo>
                    <a:pt x="25244" y="11287"/>
                  </a:lnTo>
                  <a:cubicBezTo>
                    <a:pt x="25236" y="11277"/>
                    <a:pt x="25227" y="11265"/>
                    <a:pt x="25220" y="11253"/>
                  </a:cubicBezTo>
                  <a:lnTo>
                    <a:pt x="25041" y="11074"/>
                  </a:lnTo>
                  <a:close/>
                  <a:moveTo>
                    <a:pt x="25316" y="1"/>
                  </a:moveTo>
                  <a:cubicBezTo>
                    <a:pt x="25219" y="1"/>
                    <a:pt x="25125" y="3"/>
                    <a:pt x="25041" y="12"/>
                  </a:cubicBezTo>
                  <a:lnTo>
                    <a:pt x="25041" y="10630"/>
                  </a:lnTo>
                  <a:cubicBezTo>
                    <a:pt x="25109" y="10673"/>
                    <a:pt x="25176" y="10721"/>
                    <a:pt x="25244" y="10765"/>
                  </a:cubicBezTo>
                  <a:lnTo>
                    <a:pt x="25244" y="10416"/>
                  </a:lnTo>
                  <a:lnTo>
                    <a:pt x="25244" y="10414"/>
                  </a:lnTo>
                  <a:lnTo>
                    <a:pt x="25244" y="205"/>
                  </a:lnTo>
                  <a:lnTo>
                    <a:pt x="27893" y="205"/>
                  </a:lnTo>
                  <a:lnTo>
                    <a:pt x="27893" y="12544"/>
                  </a:lnTo>
                  <a:cubicBezTo>
                    <a:pt x="27906" y="12556"/>
                    <a:pt x="27921" y="12566"/>
                    <a:pt x="27934" y="12579"/>
                  </a:cubicBezTo>
                  <a:cubicBezTo>
                    <a:pt x="27953" y="12600"/>
                    <a:pt x="27975" y="12616"/>
                    <a:pt x="27997" y="12633"/>
                  </a:cubicBezTo>
                  <a:cubicBezTo>
                    <a:pt x="28008" y="12643"/>
                    <a:pt x="28017" y="12652"/>
                    <a:pt x="28030" y="12661"/>
                  </a:cubicBezTo>
                  <a:cubicBezTo>
                    <a:pt x="28040" y="12669"/>
                    <a:pt x="28050" y="12680"/>
                    <a:pt x="28062" y="12687"/>
                  </a:cubicBezTo>
                  <a:cubicBezTo>
                    <a:pt x="28075" y="12694"/>
                    <a:pt x="28084" y="12701"/>
                    <a:pt x="28097" y="12709"/>
                  </a:cubicBezTo>
                  <a:lnTo>
                    <a:pt x="28097" y="12"/>
                  </a:lnTo>
                  <a:cubicBezTo>
                    <a:pt x="28013" y="3"/>
                    <a:pt x="27917" y="1"/>
                    <a:pt x="27820" y="1"/>
                  </a:cubicBezTo>
                  <a:cubicBezTo>
                    <a:pt x="27722" y="1"/>
                    <a:pt x="27623" y="3"/>
                    <a:pt x="27530" y="3"/>
                  </a:cubicBezTo>
                  <a:lnTo>
                    <a:pt x="25608" y="3"/>
                  </a:lnTo>
                  <a:cubicBezTo>
                    <a:pt x="25513" y="3"/>
                    <a:pt x="25413" y="1"/>
                    <a:pt x="25316" y="1"/>
                  </a:cubicBezTo>
                  <a:close/>
                  <a:moveTo>
                    <a:pt x="25041" y="12648"/>
                  </a:moveTo>
                  <a:lnTo>
                    <a:pt x="25041" y="14229"/>
                  </a:lnTo>
                  <a:lnTo>
                    <a:pt x="25041" y="14231"/>
                  </a:lnTo>
                  <a:cubicBezTo>
                    <a:pt x="25077" y="14213"/>
                    <a:pt x="25113" y="14195"/>
                    <a:pt x="25147" y="14173"/>
                  </a:cubicBezTo>
                  <a:cubicBezTo>
                    <a:pt x="25164" y="14164"/>
                    <a:pt x="25180" y="14153"/>
                    <a:pt x="25196" y="14142"/>
                  </a:cubicBezTo>
                  <a:lnTo>
                    <a:pt x="25196" y="14142"/>
                  </a:lnTo>
                  <a:cubicBezTo>
                    <a:pt x="25213" y="14131"/>
                    <a:pt x="25229" y="14119"/>
                    <a:pt x="25244" y="14107"/>
                  </a:cubicBezTo>
                  <a:lnTo>
                    <a:pt x="25244" y="13026"/>
                  </a:lnTo>
                  <a:cubicBezTo>
                    <a:pt x="25240" y="13020"/>
                    <a:pt x="25236" y="13014"/>
                    <a:pt x="25231" y="13007"/>
                  </a:cubicBezTo>
                  <a:lnTo>
                    <a:pt x="25231" y="13007"/>
                  </a:lnTo>
                  <a:cubicBezTo>
                    <a:pt x="25231" y="13007"/>
                    <a:pt x="25231" y="13007"/>
                    <a:pt x="25231" y="13007"/>
                  </a:cubicBezTo>
                  <a:cubicBezTo>
                    <a:pt x="25212" y="12979"/>
                    <a:pt x="25180" y="12951"/>
                    <a:pt x="25166" y="12921"/>
                  </a:cubicBezTo>
                  <a:cubicBezTo>
                    <a:pt x="25124" y="12828"/>
                    <a:pt x="25081" y="12738"/>
                    <a:pt x="25041" y="12648"/>
                  </a:cubicBezTo>
                  <a:close/>
                  <a:moveTo>
                    <a:pt x="18340" y="5272"/>
                  </a:moveTo>
                  <a:lnTo>
                    <a:pt x="18340" y="16163"/>
                  </a:lnTo>
                  <a:lnTo>
                    <a:pt x="15467" y="16163"/>
                  </a:lnTo>
                  <a:lnTo>
                    <a:pt x="15467" y="5603"/>
                  </a:lnTo>
                  <a:cubicBezTo>
                    <a:pt x="15467" y="5500"/>
                    <a:pt x="15448" y="5356"/>
                    <a:pt x="15476" y="5272"/>
                  </a:cubicBezTo>
                  <a:close/>
                  <a:moveTo>
                    <a:pt x="13681" y="8510"/>
                  </a:moveTo>
                  <a:lnTo>
                    <a:pt x="13681" y="16183"/>
                  </a:lnTo>
                  <a:lnTo>
                    <a:pt x="11393" y="16183"/>
                  </a:lnTo>
                  <a:cubicBezTo>
                    <a:pt x="11357" y="16183"/>
                    <a:pt x="11317" y="16185"/>
                    <a:pt x="11278" y="16185"/>
                  </a:cubicBezTo>
                  <a:cubicBezTo>
                    <a:pt x="11228" y="16185"/>
                    <a:pt x="11181" y="16182"/>
                    <a:pt x="11146" y="16170"/>
                  </a:cubicBezTo>
                  <a:lnTo>
                    <a:pt x="11146" y="9237"/>
                  </a:lnTo>
                  <a:cubicBezTo>
                    <a:pt x="11146" y="9055"/>
                    <a:pt x="11109" y="8654"/>
                    <a:pt x="11159" y="8510"/>
                  </a:cubicBezTo>
                  <a:close/>
                  <a:moveTo>
                    <a:pt x="4980" y="11470"/>
                  </a:moveTo>
                  <a:lnTo>
                    <a:pt x="4980" y="16215"/>
                  </a:lnTo>
                  <a:lnTo>
                    <a:pt x="2447" y="16215"/>
                  </a:lnTo>
                  <a:lnTo>
                    <a:pt x="2447" y="11470"/>
                  </a:lnTo>
                  <a:close/>
                  <a:moveTo>
                    <a:pt x="9266" y="8306"/>
                  </a:moveTo>
                  <a:lnTo>
                    <a:pt x="9266" y="16224"/>
                  </a:lnTo>
                  <a:lnTo>
                    <a:pt x="6979" y="16224"/>
                  </a:lnTo>
                  <a:cubicBezTo>
                    <a:pt x="6936" y="16224"/>
                    <a:pt x="6887" y="16227"/>
                    <a:pt x="6840" y="16227"/>
                  </a:cubicBezTo>
                  <a:cubicBezTo>
                    <a:pt x="6800" y="16227"/>
                    <a:pt x="6762" y="16225"/>
                    <a:pt x="6733" y="16215"/>
                  </a:cubicBezTo>
                  <a:lnTo>
                    <a:pt x="6733" y="9055"/>
                  </a:lnTo>
                  <a:cubicBezTo>
                    <a:pt x="6733" y="8867"/>
                    <a:pt x="6695" y="8453"/>
                    <a:pt x="6745" y="8306"/>
                  </a:cubicBezTo>
                  <a:close/>
                  <a:moveTo>
                    <a:pt x="15802" y="5051"/>
                  </a:moveTo>
                  <a:cubicBezTo>
                    <a:pt x="15619" y="5051"/>
                    <a:pt x="15440" y="5056"/>
                    <a:pt x="15271" y="5074"/>
                  </a:cubicBezTo>
                  <a:lnTo>
                    <a:pt x="15271" y="16319"/>
                  </a:lnTo>
                  <a:lnTo>
                    <a:pt x="13884" y="16319"/>
                  </a:lnTo>
                  <a:lnTo>
                    <a:pt x="13884" y="8293"/>
                  </a:lnTo>
                  <a:lnTo>
                    <a:pt x="10954" y="8293"/>
                  </a:lnTo>
                  <a:cubicBezTo>
                    <a:pt x="10952" y="8341"/>
                    <a:pt x="10941" y="8401"/>
                    <a:pt x="10954" y="8421"/>
                  </a:cubicBezTo>
                  <a:lnTo>
                    <a:pt x="10954" y="15582"/>
                  </a:lnTo>
                  <a:cubicBezTo>
                    <a:pt x="10954" y="15765"/>
                    <a:pt x="10990" y="16173"/>
                    <a:pt x="10941" y="16319"/>
                  </a:cubicBezTo>
                  <a:lnTo>
                    <a:pt x="9467" y="16319"/>
                  </a:lnTo>
                  <a:lnTo>
                    <a:pt x="9467" y="8077"/>
                  </a:lnTo>
                  <a:lnTo>
                    <a:pt x="6540" y="8077"/>
                  </a:lnTo>
                  <a:cubicBezTo>
                    <a:pt x="6537" y="8126"/>
                    <a:pt x="6527" y="8186"/>
                    <a:pt x="6540" y="8207"/>
                  </a:cubicBezTo>
                  <a:lnTo>
                    <a:pt x="6540" y="15557"/>
                  </a:lnTo>
                  <a:cubicBezTo>
                    <a:pt x="6540" y="15746"/>
                    <a:pt x="6578" y="16167"/>
                    <a:pt x="6528" y="16317"/>
                  </a:cubicBezTo>
                  <a:lnTo>
                    <a:pt x="5182" y="16317"/>
                  </a:lnTo>
                  <a:lnTo>
                    <a:pt x="5182" y="11325"/>
                  </a:lnTo>
                  <a:lnTo>
                    <a:pt x="2255" y="11325"/>
                  </a:lnTo>
                  <a:lnTo>
                    <a:pt x="2255" y="16317"/>
                  </a:lnTo>
                  <a:lnTo>
                    <a:pt x="86" y="16317"/>
                  </a:lnTo>
                  <a:cubicBezTo>
                    <a:pt x="54" y="16351"/>
                    <a:pt x="31" y="16377"/>
                    <a:pt x="0" y="16413"/>
                  </a:cubicBezTo>
                  <a:cubicBezTo>
                    <a:pt x="2" y="16450"/>
                    <a:pt x="5" y="16467"/>
                    <a:pt x="22" y="16489"/>
                  </a:cubicBezTo>
                  <a:cubicBezTo>
                    <a:pt x="44" y="16546"/>
                    <a:pt x="130" y="16558"/>
                    <a:pt x="226" y="16558"/>
                  </a:cubicBezTo>
                  <a:cubicBezTo>
                    <a:pt x="296" y="16558"/>
                    <a:pt x="370" y="16551"/>
                    <a:pt x="428" y="16551"/>
                  </a:cubicBezTo>
                  <a:lnTo>
                    <a:pt x="29494" y="16551"/>
                  </a:lnTo>
                  <a:cubicBezTo>
                    <a:pt x="29528" y="16527"/>
                    <a:pt x="29610" y="16470"/>
                    <a:pt x="29559" y="16397"/>
                  </a:cubicBezTo>
                  <a:cubicBezTo>
                    <a:pt x="29548" y="16364"/>
                    <a:pt x="29533" y="16361"/>
                    <a:pt x="29516" y="16333"/>
                  </a:cubicBezTo>
                  <a:cubicBezTo>
                    <a:pt x="29346" y="16313"/>
                    <a:pt x="29162" y="16307"/>
                    <a:pt x="28973" y="16307"/>
                  </a:cubicBezTo>
                  <a:cubicBezTo>
                    <a:pt x="28679" y="16307"/>
                    <a:pt x="28375" y="16322"/>
                    <a:pt x="28095" y="16323"/>
                  </a:cubicBezTo>
                  <a:lnTo>
                    <a:pt x="28095" y="14567"/>
                  </a:lnTo>
                  <a:lnTo>
                    <a:pt x="28095" y="14565"/>
                  </a:lnTo>
                  <a:lnTo>
                    <a:pt x="28082" y="14565"/>
                  </a:lnTo>
                  <a:cubicBezTo>
                    <a:pt x="28014" y="14565"/>
                    <a:pt x="27950" y="14570"/>
                    <a:pt x="27892" y="14578"/>
                  </a:cubicBezTo>
                  <a:lnTo>
                    <a:pt x="27892" y="14580"/>
                  </a:lnTo>
                  <a:lnTo>
                    <a:pt x="27892" y="16215"/>
                  </a:lnTo>
                  <a:lnTo>
                    <a:pt x="25241" y="16215"/>
                  </a:lnTo>
                  <a:lnTo>
                    <a:pt x="25241" y="15054"/>
                  </a:lnTo>
                  <a:cubicBezTo>
                    <a:pt x="25182" y="15074"/>
                    <a:pt x="25111" y="15097"/>
                    <a:pt x="25038" y="15121"/>
                  </a:cubicBezTo>
                  <a:lnTo>
                    <a:pt x="25038" y="15124"/>
                  </a:lnTo>
                  <a:lnTo>
                    <a:pt x="25038" y="16323"/>
                  </a:lnTo>
                  <a:lnTo>
                    <a:pt x="23478" y="16323"/>
                  </a:lnTo>
                  <a:lnTo>
                    <a:pt x="23478" y="10837"/>
                  </a:lnTo>
                  <a:cubicBezTo>
                    <a:pt x="23463" y="10827"/>
                    <a:pt x="23446" y="10817"/>
                    <a:pt x="23430" y="10808"/>
                  </a:cubicBezTo>
                  <a:cubicBezTo>
                    <a:pt x="23378" y="10776"/>
                    <a:pt x="23325" y="10742"/>
                    <a:pt x="23274" y="10707"/>
                  </a:cubicBezTo>
                  <a:lnTo>
                    <a:pt x="23274" y="16224"/>
                  </a:lnTo>
                  <a:lnTo>
                    <a:pt x="20454" y="16224"/>
                  </a:lnTo>
                  <a:lnTo>
                    <a:pt x="20454" y="6874"/>
                  </a:lnTo>
                  <a:lnTo>
                    <a:pt x="23274" y="6874"/>
                  </a:lnTo>
                  <a:lnTo>
                    <a:pt x="23274" y="10109"/>
                  </a:lnTo>
                  <a:cubicBezTo>
                    <a:pt x="23319" y="10122"/>
                    <a:pt x="23364" y="10129"/>
                    <a:pt x="23409" y="10140"/>
                  </a:cubicBezTo>
                  <a:cubicBezTo>
                    <a:pt x="23431" y="10147"/>
                    <a:pt x="23453" y="10154"/>
                    <a:pt x="23478" y="10163"/>
                  </a:cubicBezTo>
                  <a:lnTo>
                    <a:pt x="23478" y="6679"/>
                  </a:lnTo>
                  <a:cubicBezTo>
                    <a:pt x="23388" y="6669"/>
                    <a:pt x="23288" y="6667"/>
                    <a:pt x="23185" y="6667"/>
                  </a:cubicBezTo>
                  <a:cubicBezTo>
                    <a:pt x="23082" y="6667"/>
                    <a:pt x="22977" y="6669"/>
                    <a:pt x="22879" y="6669"/>
                  </a:cubicBezTo>
                  <a:lnTo>
                    <a:pt x="20849" y="6669"/>
                  </a:lnTo>
                  <a:cubicBezTo>
                    <a:pt x="20751" y="6669"/>
                    <a:pt x="20646" y="6667"/>
                    <a:pt x="20543" y="6667"/>
                  </a:cubicBezTo>
                  <a:cubicBezTo>
                    <a:pt x="20441" y="6667"/>
                    <a:pt x="20340" y="6669"/>
                    <a:pt x="20252" y="6679"/>
                  </a:cubicBezTo>
                  <a:lnTo>
                    <a:pt x="20252" y="16319"/>
                  </a:lnTo>
                  <a:lnTo>
                    <a:pt x="18542" y="16319"/>
                  </a:lnTo>
                  <a:lnTo>
                    <a:pt x="18542" y="5074"/>
                  </a:lnTo>
                  <a:cubicBezTo>
                    <a:pt x="18299" y="5058"/>
                    <a:pt x="18047" y="5054"/>
                    <a:pt x="17793" y="5054"/>
                  </a:cubicBezTo>
                  <a:cubicBezTo>
                    <a:pt x="17415" y="5054"/>
                    <a:pt x="17031" y="5064"/>
                    <a:pt x="16660" y="5064"/>
                  </a:cubicBezTo>
                  <a:cubicBezTo>
                    <a:pt x="16383" y="5064"/>
                    <a:pt x="16088" y="5051"/>
                    <a:pt x="15802" y="505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1"/>
            <p:cNvSpPr/>
            <p:nvPr/>
          </p:nvSpPr>
          <p:spPr>
            <a:xfrm>
              <a:off x="683167" y="1254277"/>
              <a:ext cx="20540" cy="15448"/>
            </a:xfrm>
            <a:custGeom>
              <a:rect b="b" l="l" r="r" t="t"/>
              <a:pathLst>
                <a:path extrusionOk="0" h="546" w="726">
                  <a:moveTo>
                    <a:pt x="51" y="1"/>
                  </a:moveTo>
                  <a:cubicBezTo>
                    <a:pt x="25" y="1"/>
                    <a:pt x="0" y="41"/>
                    <a:pt x="27" y="62"/>
                  </a:cubicBezTo>
                  <a:cubicBezTo>
                    <a:pt x="136" y="146"/>
                    <a:pt x="246" y="232"/>
                    <a:pt x="355" y="318"/>
                  </a:cubicBezTo>
                  <a:cubicBezTo>
                    <a:pt x="453" y="393"/>
                    <a:pt x="550" y="485"/>
                    <a:pt x="661" y="542"/>
                  </a:cubicBezTo>
                  <a:cubicBezTo>
                    <a:pt x="666" y="544"/>
                    <a:pt x="671" y="545"/>
                    <a:pt x="676" y="545"/>
                  </a:cubicBezTo>
                  <a:cubicBezTo>
                    <a:pt x="704" y="545"/>
                    <a:pt x="725" y="511"/>
                    <a:pt x="703" y="486"/>
                  </a:cubicBezTo>
                  <a:cubicBezTo>
                    <a:pt x="619" y="396"/>
                    <a:pt x="504" y="329"/>
                    <a:pt x="405" y="254"/>
                  </a:cubicBezTo>
                  <a:lnTo>
                    <a:pt x="68" y="7"/>
                  </a:lnTo>
                  <a:cubicBezTo>
                    <a:pt x="62" y="3"/>
                    <a:pt x="57" y="1"/>
                    <a:pt x="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
            <p:cNvSpPr/>
            <p:nvPr/>
          </p:nvSpPr>
          <p:spPr>
            <a:xfrm>
              <a:off x="690183" y="1245507"/>
              <a:ext cx="37601" cy="17655"/>
            </a:xfrm>
            <a:custGeom>
              <a:rect b="b" l="l" r="r" t="t"/>
              <a:pathLst>
                <a:path extrusionOk="0" h="624" w="1329">
                  <a:moveTo>
                    <a:pt x="40" y="0"/>
                  </a:moveTo>
                  <a:cubicBezTo>
                    <a:pt x="16" y="0"/>
                    <a:pt x="1" y="33"/>
                    <a:pt x="26" y="45"/>
                  </a:cubicBezTo>
                  <a:cubicBezTo>
                    <a:pt x="433" y="241"/>
                    <a:pt x="849" y="490"/>
                    <a:pt x="1281" y="622"/>
                  </a:cubicBezTo>
                  <a:cubicBezTo>
                    <a:pt x="1284" y="623"/>
                    <a:pt x="1287" y="623"/>
                    <a:pt x="1290" y="623"/>
                  </a:cubicBezTo>
                  <a:cubicBezTo>
                    <a:pt x="1317" y="623"/>
                    <a:pt x="1329" y="583"/>
                    <a:pt x="1303" y="568"/>
                  </a:cubicBezTo>
                  <a:cubicBezTo>
                    <a:pt x="922" y="330"/>
                    <a:pt x="464" y="180"/>
                    <a:pt x="51" y="3"/>
                  </a:cubicBezTo>
                  <a:cubicBezTo>
                    <a:pt x="47" y="1"/>
                    <a:pt x="43" y="0"/>
                    <a:pt x="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
            <p:cNvSpPr/>
            <p:nvPr/>
          </p:nvSpPr>
          <p:spPr>
            <a:xfrm>
              <a:off x="700680" y="1233143"/>
              <a:ext cx="24982" cy="8318"/>
            </a:xfrm>
            <a:custGeom>
              <a:rect b="b" l="l" r="r" t="t"/>
              <a:pathLst>
                <a:path extrusionOk="0" h="294" w="883">
                  <a:moveTo>
                    <a:pt x="42" y="0"/>
                  </a:moveTo>
                  <a:cubicBezTo>
                    <a:pt x="10" y="0"/>
                    <a:pt x="0" y="51"/>
                    <a:pt x="36" y="63"/>
                  </a:cubicBezTo>
                  <a:cubicBezTo>
                    <a:pt x="295" y="142"/>
                    <a:pt x="559" y="249"/>
                    <a:pt x="825" y="293"/>
                  </a:cubicBezTo>
                  <a:cubicBezTo>
                    <a:pt x="827" y="293"/>
                    <a:pt x="830" y="293"/>
                    <a:pt x="832" y="293"/>
                  </a:cubicBezTo>
                  <a:cubicBezTo>
                    <a:pt x="860" y="293"/>
                    <a:pt x="883" y="249"/>
                    <a:pt x="849" y="235"/>
                  </a:cubicBezTo>
                  <a:cubicBezTo>
                    <a:pt x="597" y="127"/>
                    <a:pt x="314" y="75"/>
                    <a:pt x="52" y="2"/>
                  </a:cubicBezTo>
                  <a:cubicBezTo>
                    <a:pt x="48" y="1"/>
                    <a:pt x="45" y="0"/>
                    <a:pt x="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1"/>
            <p:cNvSpPr/>
            <p:nvPr/>
          </p:nvSpPr>
          <p:spPr>
            <a:xfrm>
              <a:off x="810621" y="1249439"/>
              <a:ext cx="23766" cy="13750"/>
            </a:xfrm>
            <a:custGeom>
              <a:rect b="b" l="l" r="r" t="t"/>
              <a:pathLst>
                <a:path extrusionOk="0" h="486" w="840">
                  <a:moveTo>
                    <a:pt x="50" y="1"/>
                  </a:moveTo>
                  <a:cubicBezTo>
                    <a:pt x="24" y="1"/>
                    <a:pt x="1" y="35"/>
                    <a:pt x="25" y="60"/>
                  </a:cubicBezTo>
                  <a:cubicBezTo>
                    <a:pt x="230" y="271"/>
                    <a:pt x="504" y="467"/>
                    <a:pt x="807" y="486"/>
                  </a:cubicBezTo>
                  <a:cubicBezTo>
                    <a:pt x="807" y="486"/>
                    <a:pt x="808" y="486"/>
                    <a:pt x="808" y="486"/>
                  </a:cubicBezTo>
                  <a:cubicBezTo>
                    <a:pt x="830" y="486"/>
                    <a:pt x="840" y="449"/>
                    <a:pt x="818" y="439"/>
                  </a:cubicBezTo>
                  <a:cubicBezTo>
                    <a:pt x="547" y="319"/>
                    <a:pt x="292" y="221"/>
                    <a:pt x="74" y="10"/>
                  </a:cubicBezTo>
                  <a:cubicBezTo>
                    <a:pt x="66" y="4"/>
                    <a:pt x="58" y="1"/>
                    <a:pt x="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
            <p:cNvSpPr/>
            <p:nvPr/>
          </p:nvSpPr>
          <p:spPr>
            <a:xfrm>
              <a:off x="822617" y="1242112"/>
              <a:ext cx="20173" cy="13354"/>
            </a:xfrm>
            <a:custGeom>
              <a:rect b="b" l="l" r="r" t="t"/>
              <a:pathLst>
                <a:path extrusionOk="0" h="472" w="713">
                  <a:moveTo>
                    <a:pt x="45" y="0"/>
                  </a:moveTo>
                  <a:cubicBezTo>
                    <a:pt x="21" y="0"/>
                    <a:pt x="0" y="32"/>
                    <a:pt x="21" y="56"/>
                  </a:cubicBezTo>
                  <a:cubicBezTo>
                    <a:pt x="112" y="165"/>
                    <a:pt x="218" y="259"/>
                    <a:pt x="339" y="336"/>
                  </a:cubicBezTo>
                  <a:cubicBezTo>
                    <a:pt x="420" y="392"/>
                    <a:pt x="535" y="471"/>
                    <a:pt x="639" y="471"/>
                  </a:cubicBezTo>
                  <a:cubicBezTo>
                    <a:pt x="652" y="471"/>
                    <a:pt x="665" y="470"/>
                    <a:pt x="678" y="467"/>
                  </a:cubicBezTo>
                  <a:cubicBezTo>
                    <a:pt x="707" y="463"/>
                    <a:pt x="713" y="426"/>
                    <a:pt x="697" y="408"/>
                  </a:cubicBezTo>
                  <a:cubicBezTo>
                    <a:pt x="623" y="326"/>
                    <a:pt x="485" y="309"/>
                    <a:pt x="387" y="255"/>
                  </a:cubicBezTo>
                  <a:cubicBezTo>
                    <a:pt x="268" y="189"/>
                    <a:pt x="162" y="107"/>
                    <a:pt x="66" y="9"/>
                  </a:cubicBezTo>
                  <a:cubicBezTo>
                    <a:pt x="59" y="3"/>
                    <a:pt x="52" y="0"/>
                    <a:pt x="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
            <p:cNvSpPr/>
            <p:nvPr/>
          </p:nvSpPr>
          <p:spPr>
            <a:xfrm>
              <a:off x="831698" y="1237839"/>
              <a:ext cx="11317" cy="7611"/>
            </a:xfrm>
            <a:custGeom>
              <a:rect b="b" l="l" r="r" t="t"/>
              <a:pathLst>
                <a:path extrusionOk="0" h="269" w="400">
                  <a:moveTo>
                    <a:pt x="37" y="1"/>
                  </a:moveTo>
                  <a:cubicBezTo>
                    <a:pt x="15" y="1"/>
                    <a:pt x="0" y="35"/>
                    <a:pt x="23" y="51"/>
                  </a:cubicBezTo>
                  <a:cubicBezTo>
                    <a:pt x="123" y="122"/>
                    <a:pt x="225" y="215"/>
                    <a:pt x="335" y="266"/>
                  </a:cubicBezTo>
                  <a:cubicBezTo>
                    <a:pt x="339" y="268"/>
                    <a:pt x="343" y="269"/>
                    <a:pt x="348" y="269"/>
                  </a:cubicBezTo>
                  <a:cubicBezTo>
                    <a:pt x="374" y="269"/>
                    <a:pt x="399" y="238"/>
                    <a:pt x="374" y="215"/>
                  </a:cubicBezTo>
                  <a:cubicBezTo>
                    <a:pt x="283" y="130"/>
                    <a:pt x="156" y="70"/>
                    <a:pt x="50" y="5"/>
                  </a:cubicBezTo>
                  <a:cubicBezTo>
                    <a:pt x="46" y="2"/>
                    <a:pt x="41" y="1"/>
                    <a:pt x="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
            <p:cNvSpPr/>
            <p:nvPr/>
          </p:nvSpPr>
          <p:spPr>
            <a:xfrm>
              <a:off x="834669" y="1230653"/>
              <a:ext cx="8261" cy="3763"/>
            </a:xfrm>
            <a:custGeom>
              <a:rect b="b" l="l" r="r" t="t"/>
              <a:pathLst>
                <a:path extrusionOk="0" h="133" w="292">
                  <a:moveTo>
                    <a:pt x="61" y="1"/>
                  </a:moveTo>
                  <a:cubicBezTo>
                    <a:pt x="16" y="1"/>
                    <a:pt x="1" y="75"/>
                    <a:pt x="50" y="87"/>
                  </a:cubicBezTo>
                  <a:cubicBezTo>
                    <a:pt x="114" y="104"/>
                    <a:pt x="179" y="128"/>
                    <a:pt x="246" y="132"/>
                  </a:cubicBezTo>
                  <a:cubicBezTo>
                    <a:pt x="247" y="132"/>
                    <a:pt x="248" y="132"/>
                    <a:pt x="249" y="132"/>
                  </a:cubicBezTo>
                  <a:cubicBezTo>
                    <a:pt x="280" y="132"/>
                    <a:pt x="292" y="84"/>
                    <a:pt x="264" y="68"/>
                  </a:cubicBezTo>
                  <a:cubicBezTo>
                    <a:pt x="205" y="38"/>
                    <a:pt x="137" y="23"/>
                    <a:pt x="75" y="3"/>
                  </a:cubicBezTo>
                  <a:cubicBezTo>
                    <a:pt x="70" y="1"/>
                    <a:pt x="66"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
            <p:cNvSpPr/>
            <p:nvPr/>
          </p:nvSpPr>
          <p:spPr>
            <a:xfrm>
              <a:off x="936661" y="1259624"/>
              <a:ext cx="8177" cy="4046"/>
            </a:xfrm>
            <a:custGeom>
              <a:rect b="b" l="l" r="r" t="t"/>
              <a:pathLst>
                <a:path extrusionOk="0" h="143" w="289">
                  <a:moveTo>
                    <a:pt x="25" y="1"/>
                  </a:moveTo>
                  <a:cubicBezTo>
                    <a:pt x="12" y="1"/>
                    <a:pt x="0" y="17"/>
                    <a:pt x="13" y="28"/>
                  </a:cubicBezTo>
                  <a:cubicBezTo>
                    <a:pt x="70" y="88"/>
                    <a:pt x="156" y="143"/>
                    <a:pt x="242" y="143"/>
                  </a:cubicBezTo>
                  <a:cubicBezTo>
                    <a:pt x="249" y="143"/>
                    <a:pt x="256" y="143"/>
                    <a:pt x="263" y="142"/>
                  </a:cubicBezTo>
                  <a:cubicBezTo>
                    <a:pt x="280" y="140"/>
                    <a:pt x="289" y="111"/>
                    <a:pt x="266" y="104"/>
                  </a:cubicBezTo>
                  <a:cubicBezTo>
                    <a:pt x="177" y="82"/>
                    <a:pt x="106" y="71"/>
                    <a:pt x="37" y="5"/>
                  </a:cubicBezTo>
                  <a:cubicBezTo>
                    <a:pt x="34" y="2"/>
                    <a:pt x="29" y="1"/>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
            <p:cNvSpPr/>
            <p:nvPr/>
          </p:nvSpPr>
          <p:spPr>
            <a:xfrm>
              <a:off x="941272" y="1252834"/>
              <a:ext cx="19975" cy="10525"/>
            </a:xfrm>
            <a:custGeom>
              <a:rect b="b" l="l" r="r" t="t"/>
              <a:pathLst>
                <a:path extrusionOk="0" h="372" w="706">
                  <a:moveTo>
                    <a:pt x="43" y="1"/>
                  </a:moveTo>
                  <a:cubicBezTo>
                    <a:pt x="18" y="1"/>
                    <a:pt x="1" y="37"/>
                    <a:pt x="29" y="50"/>
                  </a:cubicBezTo>
                  <a:cubicBezTo>
                    <a:pt x="139" y="108"/>
                    <a:pt x="251" y="167"/>
                    <a:pt x="363" y="225"/>
                  </a:cubicBezTo>
                  <a:cubicBezTo>
                    <a:pt x="460" y="276"/>
                    <a:pt x="558" y="340"/>
                    <a:pt x="664" y="370"/>
                  </a:cubicBezTo>
                  <a:cubicBezTo>
                    <a:pt x="667" y="371"/>
                    <a:pt x="670" y="372"/>
                    <a:pt x="673" y="372"/>
                  </a:cubicBezTo>
                  <a:cubicBezTo>
                    <a:pt x="698" y="372"/>
                    <a:pt x="705" y="336"/>
                    <a:pt x="684" y="319"/>
                  </a:cubicBezTo>
                  <a:cubicBezTo>
                    <a:pt x="594" y="251"/>
                    <a:pt x="475" y="207"/>
                    <a:pt x="372" y="158"/>
                  </a:cubicBezTo>
                  <a:cubicBezTo>
                    <a:pt x="267" y="107"/>
                    <a:pt x="161" y="56"/>
                    <a:pt x="55" y="4"/>
                  </a:cubicBezTo>
                  <a:cubicBezTo>
                    <a:pt x="51" y="2"/>
                    <a:pt x="46" y="1"/>
                    <a:pt x="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1"/>
            <p:cNvSpPr/>
            <p:nvPr/>
          </p:nvSpPr>
          <p:spPr>
            <a:xfrm>
              <a:off x="946930" y="1244431"/>
              <a:ext cx="22804" cy="14175"/>
            </a:xfrm>
            <a:custGeom>
              <a:rect b="b" l="l" r="r" t="t"/>
              <a:pathLst>
                <a:path extrusionOk="0" h="501" w="806">
                  <a:moveTo>
                    <a:pt x="51" y="0"/>
                  </a:moveTo>
                  <a:cubicBezTo>
                    <a:pt x="19" y="0"/>
                    <a:pt x="0" y="48"/>
                    <a:pt x="34" y="70"/>
                  </a:cubicBezTo>
                  <a:cubicBezTo>
                    <a:pt x="157" y="150"/>
                    <a:pt x="281" y="228"/>
                    <a:pt x="404" y="308"/>
                  </a:cubicBezTo>
                  <a:cubicBezTo>
                    <a:pt x="515" y="378"/>
                    <a:pt x="621" y="461"/>
                    <a:pt x="747" y="499"/>
                  </a:cubicBezTo>
                  <a:cubicBezTo>
                    <a:pt x="751" y="500"/>
                    <a:pt x="755" y="500"/>
                    <a:pt x="758" y="500"/>
                  </a:cubicBezTo>
                  <a:cubicBezTo>
                    <a:pt x="787" y="500"/>
                    <a:pt x="806" y="460"/>
                    <a:pt x="782" y="437"/>
                  </a:cubicBezTo>
                  <a:cubicBezTo>
                    <a:pt x="689" y="343"/>
                    <a:pt x="566" y="286"/>
                    <a:pt x="452" y="222"/>
                  </a:cubicBezTo>
                  <a:cubicBezTo>
                    <a:pt x="324" y="150"/>
                    <a:pt x="198" y="78"/>
                    <a:pt x="70" y="6"/>
                  </a:cubicBezTo>
                  <a:cubicBezTo>
                    <a:pt x="63" y="2"/>
                    <a:pt x="57" y="0"/>
                    <a:pt x="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
            <p:cNvSpPr/>
            <p:nvPr/>
          </p:nvSpPr>
          <p:spPr>
            <a:xfrm>
              <a:off x="957144" y="1235152"/>
              <a:ext cx="15589" cy="8403"/>
            </a:xfrm>
            <a:custGeom>
              <a:rect b="b" l="l" r="r" t="t"/>
              <a:pathLst>
                <a:path extrusionOk="0" h="297" w="551">
                  <a:moveTo>
                    <a:pt x="33" y="1"/>
                  </a:moveTo>
                  <a:cubicBezTo>
                    <a:pt x="13" y="1"/>
                    <a:pt x="0" y="30"/>
                    <a:pt x="21" y="41"/>
                  </a:cubicBezTo>
                  <a:cubicBezTo>
                    <a:pt x="186" y="129"/>
                    <a:pt x="350" y="239"/>
                    <a:pt x="529" y="296"/>
                  </a:cubicBezTo>
                  <a:cubicBezTo>
                    <a:pt x="531" y="297"/>
                    <a:pt x="532" y="297"/>
                    <a:pt x="534" y="297"/>
                  </a:cubicBezTo>
                  <a:cubicBezTo>
                    <a:pt x="546" y="297"/>
                    <a:pt x="551" y="279"/>
                    <a:pt x="539" y="271"/>
                  </a:cubicBezTo>
                  <a:cubicBezTo>
                    <a:pt x="392" y="159"/>
                    <a:pt x="208" y="87"/>
                    <a:pt x="43" y="4"/>
                  </a:cubicBezTo>
                  <a:cubicBezTo>
                    <a:pt x="40" y="2"/>
                    <a:pt x="36" y="1"/>
                    <a:pt x="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1"/>
            <p:cNvSpPr/>
            <p:nvPr/>
          </p:nvSpPr>
          <p:spPr>
            <a:xfrm>
              <a:off x="960793" y="1221034"/>
              <a:ext cx="14486" cy="9082"/>
            </a:xfrm>
            <a:custGeom>
              <a:rect b="b" l="l" r="r" t="t"/>
              <a:pathLst>
                <a:path extrusionOk="0" h="321" w="512">
                  <a:moveTo>
                    <a:pt x="63" y="0"/>
                  </a:moveTo>
                  <a:cubicBezTo>
                    <a:pt x="25" y="0"/>
                    <a:pt x="0" y="58"/>
                    <a:pt x="39" y="82"/>
                  </a:cubicBezTo>
                  <a:cubicBezTo>
                    <a:pt x="170" y="162"/>
                    <a:pt x="301" y="261"/>
                    <a:pt x="445" y="318"/>
                  </a:cubicBezTo>
                  <a:cubicBezTo>
                    <a:pt x="450" y="320"/>
                    <a:pt x="454" y="321"/>
                    <a:pt x="458" y="321"/>
                  </a:cubicBezTo>
                  <a:cubicBezTo>
                    <a:pt x="490" y="321"/>
                    <a:pt x="511" y="274"/>
                    <a:pt x="486" y="254"/>
                  </a:cubicBezTo>
                  <a:cubicBezTo>
                    <a:pt x="366" y="154"/>
                    <a:pt x="218" y="84"/>
                    <a:pt x="86" y="7"/>
                  </a:cubicBezTo>
                  <a:cubicBezTo>
                    <a:pt x="78" y="2"/>
                    <a:pt x="70" y="0"/>
                    <a:pt x="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
            <p:cNvSpPr/>
            <p:nvPr/>
          </p:nvSpPr>
          <p:spPr>
            <a:xfrm>
              <a:off x="1057296" y="1250458"/>
              <a:ext cx="11770" cy="6762"/>
            </a:xfrm>
            <a:custGeom>
              <a:rect b="b" l="l" r="r" t="t"/>
              <a:pathLst>
                <a:path extrusionOk="0" h="239" w="416">
                  <a:moveTo>
                    <a:pt x="37" y="0"/>
                  </a:moveTo>
                  <a:cubicBezTo>
                    <a:pt x="16" y="0"/>
                    <a:pt x="1" y="32"/>
                    <a:pt x="23" y="46"/>
                  </a:cubicBezTo>
                  <a:cubicBezTo>
                    <a:pt x="137" y="111"/>
                    <a:pt x="247" y="191"/>
                    <a:pt x="369" y="236"/>
                  </a:cubicBezTo>
                  <a:cubicBezTo>
                    <a:pt x="373" y="238"/>
                    <a:pt x="377" y="238"/>
                    <a:pt x="381" y="238"/>
                  </a:cubicBezTo>
                  <a:cubicBezTo>
                    <a:pt x="407" y="238"/>
                    <a:pt x="415" y="200"/>
                    <a:pt x="392" y="184"/>
                  </a:cubicBezTo>
                  <a:cubicBezTo>
                    <a:pt x="289" y="110"/>
                    <a:pt x="164" y="60"/>
                    <a:pt x="49" y="3"/>
                  </a:cubicBezTo>
                  <a:cubicBezTo>
                    <a:pt x="45" y="1"/>
                    <a:pt x="41" y="0"/>
                    <a:pt x="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
            <p:cNvSpPr/>
            <p:nvPr/>
          </p:nvSpPr>
          <p:spPr>
            <a:xfrm>
              <a:off x="1063832" y="1242791"/>
              <a:ext cx="31490" cy="18192"/>
            </a:xfrm>
            <a:custGeom>
              <a:rect b="b" l="l" r="r" t="t"/>
              <a:pathLst>
                <a:path extrusionOk="0" h="643" w="1113">
                  <a:moveTo>
                    <a:pt x="47" y="0"/>
                  </a:moveTo>
                  <a:cubicBezTo>
                    <a:pt x="23" y="0"/>
                    <a:pt x="1" y="32"/>
                    <a:pt x="23" y="55"/>
                  </a:cubicBezTo>
                  <a:cubicBezTo>
                    <a:pt x="300" y="333"/>
                    <a:pt x="688" y="605"/>
                    <a:pt x="1088" y="642"/>
                  </a:cubicBezTo>
                  <a:cubicBezTo>
                    <a:pt x="1089" y="642"/>
                    <a:pt x="1090" y="642"/>
                    <a:pt x="1091" y="642"/>
                  </a:cubicBezTo>
                  <a:cubicBezTo>
                    <a:pt x="1112" y="642"/>
                    <a:pt x="1112" y="611"/>
                    <a:pt x="1093" y="605"/>
                  </a:cubicBezTo>
                  <a:cubicBezTo>
                    <a:pt x="705" y="446"/>
                    <a:pt x="372" y="315"/>
                    <a:pt x="68" y="10"/>
                  </a:cubicBezTo>
                  <a:cubicBezTo>
                    <a:pt x="62" y="3"/>
                    <a:pt x="54" y="0"/>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
            <p:cNvSpPr/>
            <p:nvPr/>
          </p:nvSpPr>
          <p:spPr>
            <a:xfrm>
              <a:off x="1072348" y="1233143"/>
              <a:ext cx="30301" cy="19239"/>
            </a:xfrm>
            <a:custGeom>
              <a:rect b="b" l="l" r="r" t="t"/>
              <a:pathLst>
                <a:path extrusionOk="0" h="680" w="1071">
                  <a:moveTo>
                    <a:pt x="59" y="1"/>
                  </a:moveTo>
                  <a:cubicBezTo>
                    <a:pt x="28" y="1"/>
                    <a:pt x="0" y="37"/>
                    <a:pt x="29" y="62"/>
                  </a:cubicBezTo>
                  <a:cubicBezTo>
                    <a:pt x="179" y="187"/>
                    <a:pt x="333" y="306"/>
                    <a:pt x="497" y="412"/>
                  </a:cubicBezTo>
                  <a:cubicBezTo>
                    <a:pt x="654" y="517"/>
                    <a:pt x="826" y="642"/>
                    <a:pt x="1013" y="679"/>
                  </a:cubicBezTo>
                  <a:cubicBezTo>
                    <a:pt x="1015" y="680"/>
                    <a:pt x="1016" y="680"/>
                    <a:pt x="1018" y="680"/>
                  </a:cubicBezTo>
                  <a:cubicBezTo>
                    <a:pt x="1045" y="680"/>
                    <a:pt x="1070" y="643"/>
                    <a:pt x="1045" y="623"/>
                  </a:cubicBezTo>
                  <a:cubicBezTo>
                    <a:pt x="915" y="514"/>
                    <a:pt x="749" y="451"/>
                    <a:pt x="602" y="365"/>
                  </a:cubicBezTo>
                  <a:cubicBezTo>
                    <a:pt x="420" y="258"/>
                    <a:pt x="247" y="139"/>
                    <a:pt x="83" y="9"/>
                  </a:cubicBezTo>
                  <a:cubicBezTo>
                    <a:pt x="75" y="3"/>
                    <a:pt x="67" y="1"/>
                    <a:pt x="5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
            <p:cNvSpPr/>
            <p:nvPr/>
          </p:nvSpPr>
          <p:spPr>
            <a:xfrm>
              <a:off x="1080524" y="1219874"/>
              <a:ext cx="21106" cy="14656"/>
            </a:xfrm>
            <a:custGeom>
              <a:rect b="b" l="l" r="r" t="t"/>
              <a:pathLst>
                <a:path extrusionOk="0" h="518" w="746">
                  <a:moveTo>
                    <a:pt x="50" y="0"/>
                  </a:moveTo>
                  <a:cubicBezTo>
                    <a:pt x="19" y="0"/>
                    <a:pt x="0" y="48"/>
                    <a:pt x="34" y="71"/>
                  </a:cubicBezTo>
                  <a:cubicBezTo>
                    <a:pt x="242" y="218"/>
                    <a:pt x="455" y="413"/>
                    <a:pt x="690" y="515"/>
                  </a:cubicBezTo>
                  <a:cubicBezTo>
                    <a:pt x="694" y="517"/>
                    <a:pt x="698" y="517"/>
                    <a:pt x="702" y="517"/>
                  </a:cubicBezTo>
                  <a:cubicBezTo>
                    <a:pt x="727" y="517"/>
                    <a:pt x="746" y="489"/>
                    <a:pt x="726" y="467"/>
                  </a:cubicBezTo>
                  <a:cubicBezTo>
                    <a:pt x="544" y="279"/>
                    <a:pt x="285" y="151"/>
                    <a:pt x="70" y="7"/>
                  </a:cubicBezTo>
                  <a:cubicBezTo>
                    <a:pt x="63" y="2"/>
                    <a:pt x="56" y="0"/>
                    <a:pt x="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
            <p:cNvSpPr/>
            <p:nvPr/>
          </p:nvSpPr>
          <p:spPr>
            <a:xfrm>
              <a:off x="1083410" y="1207681"/>
              <a:ext cx="15872" cy="10157"/>
            </a:xfrm>
            <a:custGeom>
              <a:rect b="b" l="l" r="r" t="t"/>
              <a:pathLst>
                <a:path extrusionOk="0" h="359" w="561">
                  <a:moveTo>
                    <a:pt x="78" y="1"/>
                  </a:moveTo>
                  <a:cubicBezTo>
                    <a:pt x="31" y="1"/>
                    <a:pt x="1" y="72"/>
                    <a:pt x="51" y="102"/>
                  </a:cubicBezTo>
                  <a:lnTo>
                    <a:pt x="276" y="240"/>
                  </a:lnTo>
                  <a:cubicBezTo>
                    <a:pt x="343" y="281"/>
                    <a:pt x="413" y="338"/>
                    <a:pt x="489" y="357"/>
                  </a:cubicBezTo>
                  <a:cubicBezTo>
                    <a:pt x="493" y="358"/>
                    <a:pt x="498" y="359"/>
                    <a:pt x="502" y="359"/>
                  </a:cubicBezTo>
                  <a:cubicBezTo>
                    <a:pt x="540" y="359"/>
                    <a:pt x="561" y="311"/>
                    <a:pt x="532" y="280"/>
                  </a:cubicBezTo>
                  <a:cubicBezTo>
                    <a:pt x="480" y="220"/>
                    <a:pt x="399" y="185"/>
                    <a:pt x="332" y="146"/>
                  </a:cubicBezTo>
                  <a:cubicBezTo>
                    <a:pt x="256" y="99"/>
                    <a:pt x="180" y="54"/>
                    <a:pt x="106" y="9"/>
                  </a:cubicBezTo>
                  <a:cubicBezTo>
                    <a:pt x="97" y="3"/>
                    <a:pt x="87" y="1"/>
                    <a:pt x="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1"/>
            <p:cNvSpPr/>
            <p:nvPr/>
          </p:nvSpPr>
          <p:spPr>
            <a:xfrm>
              <a:off x="1095122" y="1199815"/>
              <a:ext cx="651" cy="481"/>
            </a:xfrm>
            <a:custGeom>
              <a:rect b="b" l="l" r="r" t="t"/>
              <a:pathLst>
                <a:path extrusionOk="0" h="17" w="23">
                  <a:moveTo>
                    <a:pt x="12" y="1"/>
                  </a:moveTo>
                  <a:cubicBezTo>
                    <a:pt x="1" y="1"/>
                    <a:pt x="1" y="17"/>
                    <a:pt x="12" y="17"/>
                  </a:cubicBezTo>
                  <a:cubicBezTo>
                    <a:pt x="22" y="17"/>
                    <a:pt x="21" y="1"/>
                    <a:pt x="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1"/>
            <p:cNvSpPr/>
            <p:nvPr/>
          </p:nvSpPr>
          <p:spPr>
            <a:xfrm>
              <a:off x="1087965" y="998803"/>
              <a:ext cx="10695" cy="10016"/>
            </a:xfrm>
            <a:custGeom>
              <a:rect b="b" l="l" r="r" t="t"/>
              <a:pathLst>
                <a:path extrusionOk="0" h="354" w="378">
                  <a:moveTo>
                    <a:pt x="50" y="0"/>
                  </a:moveTo>
                  <a:cubicBezTo>
                    <a:pt x="23" y="0"/>
                    <a:pt x="0" y="34"/>
                    <a:pt x="24" y="59"/>
                  </a:cubicBezTo>
                  <a:lnTo>
                    <a:pt x="188" y="229"/>
                  </a:lnTo>
                  <a:cubicBezTo>
                    <a:pt x="233" y="274"/>
                    <a:pt x="271" y="326"/>
                    <a:pt x="332" y="352"/>
                  </a:cubicBezTo>
                  <a:cubicBezTo>
                    <a:pt x="335" y="353"/>
                    <a:pt x="338" y="354"/>
                    <a:pt x="341" y="354"/>
                  </a:cubicBezTo>
                  <a:cubicBezTo>
                    <a:pt x="366" y="354"/>
                    <a:pt x="378" y="323"/>
                    <a:pt x="370" y="303"/>
                  </a:cubicBezTo>
                  <a:cubicBezTo>
                    <a:pt x="344" y="245"/>
                    <a:pt x="283" y="203"/>
                    <a:pt x="235" y="159"/>
                  </a:cubicBezTo>
                  <a:cubicBezTo>
                    <a:pt x="181" y="110"/>
                    <a:pt x="128" y="59"/>
                    <a:pt x="73" y="11"/>
                  </a:cubicBezTo>
                  <a:cubicBezTo>
                    <a:pt x="66" y="3"/>
                    <a:pt x="57" y="0"/>
                    <a:pt x="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
            <p:cNvSpPr/>
            <p:nvPr/>
          </p:nvSpPr>
          <p:spPr>
            <a:xfrm>
              <a:off x="1090822" y="990372"/>
              <a:ext cx="7186" cy="6366"/>
            </a:xfrm>
            <a:custGeom>
              <a:rect b="b" l="l" r="r" t="t"/>
              <a:pathLst>
                <a:path extrusionOk="0" h="225" w="254">
                  <a:moveTo>
                    <a:pt x="60" y="0"/>
                  </a:moveTo>
                  <a:cubicBezTo>
                    <a:pt x="29" y="0"/>
                    <a:pt x="1" y="42"/>
                    <a:pt x="29" y="69"/>
                  </a:cubicBezTo>
                  <a:cubicBezTo>
                    <a:pt x="84" y="117"/>
                    <a:pt x="139" y="168"/>
                    <a:pt x="195" y="217"/>
                  </a:cubicBezTo>
                  <a:cubicBezTo>
                    <a:pt x="201" y="222"/>
                    <a:pt x="207" y="224"/>
                    <a:pt x="213" y="224"/>
                  </a:cubicBezTo>
                  <a:cubicBezTo>
                    <a:pt x="235" y="224"/>
                    <a:pt x="253" y="198"/>
                    <a:pt x="234" y="178"/>
                  </a:cubicBezTo>
                  <a:cubicBezTo>
                    <a:pt x="186" y="123"/>
                    <a:pt x="135" y="66"/>
                    <a:pt x="86" y="12"/>
                  </a:cubicBezTo>
                  <a:cubicBezTo>
                    <a:pt x="78" y="4"/>
                    <a:pt x="69" y="0"/>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1"/>
            <p:cNvSpPr/>
            <p:nvPr/>
          </p:nvSpPr>
          <p:spPr>
            <a:xfrm>
              <a:off x="1093199" y="981517"/>
              <a:ext cx="4187" cy="4159"/>
            </a:xfrm>
            <a:custGeom>
              <a:rect b="b" l="l" r="r" t="t"/>
              <a:pathLst>
                <a:path extrusionOk="0" h="147" w="148">
                  <a:moveTo>
                    <a:pt x="54" y="1"/>
                  </a:moveTo>
                  <a:cubicBezTo>
                    <a:pt x="28" y="1"/>
                    <a:pt x="1" y="30"/>
                    <a:pt x="19" y="56"/>
                  </a:cubicBezTo>
                  <a:cubicBezTo>
                    <a:pt x="38" y="81"/>
                    <a:pt x="58" y="107"/>
                    <a:pt x="76" y="132"/>
                  </a:cubicBezTo>
                  <a:cubicBezTo>
                    <a:pt x="84" y="142"/>
                    <a:pt x="95" y="147"/>
                    <a:pt x="105" y="147"/>
                  </a:cubicBezTo>
                  <a:cubicBezTo>
                    <a:pt x="127" y="147"/>
                    <a:pt x="148" y="125"/>
                    <a:pt x="132" y="100"/>
                  </a:cubicBezTo>
                  <a:lnTo>
                    <a:pt x="83" y="18"/>
                  </a:lnTo>
                  <a:cubicBezTo>
                    <a:pt x="76" y="6"/>
                    <a:pt x="65" y="1"/>
                    <a:pt x="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
            <p:cNvSpPr/>
            <p:nvPr/>
          </p:nvSpPr>
          <p:spPr>
            <a:xfrm>
              <a:off x="1201188" y="1256399"/>
              <a:ext cx="17428" cy="7950"/>
            </a:xfrm>
            <a:custGeom>
              <a:rect b="b" l="l" r="r" t="t"/>
              <a:pathLst>
                <a:path extrusionOk="0" h="281" w="616">
                  <a:moveTo>
                    <a:pt x="36" y="1"/>
                  </a:moveTo>
                  <a:cubicBezTo>
                    <a:pt x="8" y="1"/>
                    <a:pt x="0" y="47"/>
                    <a:pt x="30" y="60"/>
                  </a:cubicBezTo>
                  <a:cubicBezTo>
                    <a:pt x="205" y="132"/>
                    <a:pt x="379" y="205"/>
                    <a:pt x="552" y="278"/>
                  </a:cubicBezTo>
                  <a:cubicBezTo>
                    <a:pt x="557" y="280"/>
                    <a:pt x="562" y="281"/>
                    <a:pt x="567" y="281"/>
                  </a:cubicBezTo>
                  <a:cubicBezTo>
                    <a:pt x="603" y="281"/>
                    <a:pt x="615" y="218"/>
                    <a:pt x="574" y="203"/>
                  </a:cubicBezTo>
                  <a:cubicBezTo>
                    <a:pt x="397" y="135"/>
                    <a:pt x="221" y="70"/>
                    <a:pt x="46" y="3"/>
                  </a:cubicBezTo>
                  <a:cubicBezTo>
                    <a:pt x="42" y="1"/>
                    <a:pt x="39" y="1"/>
                    <a:pt x="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
            <p:cNvSpPr/>
            <p:nvPr/>
          </p:nvSpPr>
          <p:spPr>
            <a:xfrm>
              <a:off x="1211797" y="1249156"/>
              <a:ext cx="25095" cy="12081"/>
            </a:xfrm>
            <a:custGeom>
              <a:rect b="b" l="l" r="r" t="t"/>
              <a:pathLst>
                <a:path extrusionOk="0" h="427" w="887">
                  <a:moveTo>
                    <a:pt x="89" y="0"/>
                  </a:moveTo>
                  <a:cubicBezTo>
                    <a:pt x="37" y="0"/>
                    <a:pt x="1" y="83"/>
                    <a:pt x="56" y="122"/>
                  </a:cubicBezTo>
                  <a:cubicBezTo>
                    <a:pt x="180" y="208"/>
                    <a:pt x="312" y="279"/>
                    <a:pt x="453" y="336"/>
                  </a:cubicBezTo>
                  <a:cubicBezTo>
                    <a:pt x="549" y="374"/>
                    <a:pt x="668" y="427"/>
                    <a:pt x="776" y="427"/>
                  </a:cubicBezTo>
                  <a:cubicBezTo>
                    <a:pt x="801" y="427"/>
                    <a:pt x="825" y="424"/>
                    <a:pt x="849" y="417"/>
                  </a:cubicBezTo>
                  <a:cubicBezTo>
                    <a:pt x="887" y="404"/>
                    <a:pt x="887" y="359"/>
                    <a:pt x="860" y="339"/>
                  </a:cubicBezTo>
                  <a:cubicBezTo>
                    <a:pt x="763" y="270"/>
                    <a:pt x="622" y="263"/>
                    <a:pt x="512" y="221"/>
                  </a:cubicBezTo>
                  <a:cubicBezTo>
                    <a:pt x="373" y="169"/>
                    <a:pt x="244" y="96"/>
                    <a:pt x="122" y="12"/>
                  </a:cubicBezTo>
                  <a:cubicBezTo>
                    <a:pt x="111" y="4"/>
                    <a:pt x="9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
            <p:cNvSpPr/>
            <p:nvPr/>
          </p:nvSpPr>
          <p:spPr>
            <a:xfrm>
              <a:off x="1221558" y="1235350"/>
              <a:ext cx="22210" cy="15221"/>
            </a:xfrm>
            <a:custGeom>
              <a:rect b="b" l="l" r="r" t="t"/>
              <a:pathLst>
                <a:path extrusionOk="0" h="538" w="785">
                  <a:moveTo>
                    <a:pt x="86" y="1"/>
                  </a:moveTo>
                  <a:cubicBezTo>
                    <a:pt x="41" y="1"/>
                    <a:pt x="0" y="60"/>
                    <a:pt x="43" y="101"/>
                  </a:cubicBezTo>
                  <a:cubicBezTo>
                    <a:pt x="145" y="203"/>
                    <a:pt x="254" y="296"/>
                    <a:pt x="373" y="376"/>
                  </a:cubicBezTo>
                  <a:cubicBezTo>
                    <a:pt x="474" y="443"/>
                    <a:pt x="597" y="538"/>
                    <a:pt x="722" y="538"/>
                  </a:cubicBezTo>
                  <a:cubicBezTo>
                    <a:pt x="725" y="538"/>
                    <a:pt x="728" y="538"/>
                    <a:pt x="731" y="537"/>
                  </a:cubicBezTo>
                  <a:cubicBezTo>
                    <a:pt x="767" y="536"/>
                    <a:pt x="784" y="492"/>
                    <a:pt x="760" y="465"/>
                  </a:cubicBezTo>
                  <a:cubicBezTo>
                    <a:pt x="684" y="378"/>
                    <a:pt x="553" y="340"/>
                    <a:pt x="454" y="277"/>
                  </a:cubicBezTo>
                  <a:cubicBezTo>
                    <a:pt x="337" y="203"/>
                    <a:pt x="228" y="114"/>
                    <a:pt x="126" y="18"/>
                  </a:cubicBezTo>
                  <a:cubicBezTo>
                    <a:pt x="114" y="6"/>
                    <a:pt x="100" y="1"/>
                    <a:pt x="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
            <p:cNvSpPr/>
            <p:nvPr/>
          </p:nvSpPr>
          <p:spPr>
            <a:xfrm>
              <a:off x="1229168" y="1222788"/>
              <a:ext cx="19776" cy="8290"/>
            </a:xfrm>
            <a:custGeom>
              <a:rect b="b" l="l" r="r" t="t"/>
              <a:pathLst>
                <a:path extrusionOk="0" h="293" w="699">
                  <a:moveTo>
                    <a:pt x="49" y="1"/>
                  </a:moveTo>
                  <a:cubicBezTo>
                    <a:pt x="19" y="1"/>
                    <a:pt x="1" y="45"/>
                    <a:pt x="31" y="66"/>
                  </a:cubicBezTo>
                  <a:cubicBezTo>
                    <a:pt x="179" y="172"/>
                    <a:pt x="393" y="293"/>
                    <a:pt x="588" y="293"/>
                  </a:cubicBezTo>
                  <a:cubicBezTo>
                    <a:pt x="613" y="293"/>
                    <a:pt x="638" y="291"/>
                    <a:pt x="662" y="287"/>
                  </a:cubicBezTo>
                  <a:cubicBezTo>
                    <a:pt x="699" y="276"/>
                    <a:pt x="691" y="224"/>
                    <a:pt x="661" y="214"/>
                  </a:cubicBezTo>
                  <a:cubicBezTo>
                    <a:pt x="566" y="179"/>
                    <a:pt x="462" y="175"/>
                    <a:pt x="366" y="145"/>
                  </a:cubicBezTo>
                  <a:cubicBezTo>
                    <a:pt x="258" y="114"/>
                    <a:pt x="161" y="64"/>
                    <a:pt x="66" y="6"/>
                  </a:cubicBezTo>
                  <a:cubicBezTo>
                    <a:pt x="60" y="2"/>
                    <a:pt x="54" y="1"/>
                    <a:pt x="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
            <p:cNvSpPr/>
            <p:nvPr/>
          </p:nvSpPr>
          <p:spPr>
            <a:xfrm>
              <a:off x="1230894" y="1201400"/>
              <a:ext cx="15759" cy="8063"/>
            </a:xfrm>
            <a:custGeom>
              <a:rect b="b" l="l" r="r" t="t"/>
              <a:pathLst>
                <a:path extrusionOk="0" h="285" w="557">
                  <a:moveTo>
                    <a:pt x="96" y="1"/>
                  </a:moveTo>
                  <a:cubicBezTo>
                    <a:pt x="39" y="1"/>
                    <a:pt x="1" y="81"/>
                    <a:pt x="62" y="108"/>
                  </a:cubicBezTo>
                  <a:cubicBezTo>
                    <a:pt x="146" y="145"/>
                    <a:pt x="231" y="182"/>
                    <a:pt x="316" y="221"/>
                  </a:cubicBezTo>
                  <a:cubicBezTo>
                    <a:pt x="368" y="244"/>
                    <a:pt x="425" y="284"/>
                    <a:pt x="483" y="284"/>
                  </a:cubicBezTo>
                  <a:cubicBezTo>
                    <a:pt x="496" y="284"/>
                    <a:pt x="509" y="282"/>
                    <a:pt x="521" y="278"/>
                  </a:cubicBezTo>
                  <a:cubicBezTo>
                    <a:pt x="546" y="269"/>
                    <a:pt x="556" y="244"/>
                    <a:pt x="545" y="221"/>
                  </a:cubicBezTo>
                  <a:cubicBezTo>
                    <a:pt x="514" y="153"/>
                    <a:pt x="425" y="137"/>
                    <a:pt x="361" y="109"/>
                  </a:cubicBezTo>
                  <a:lnTo>
                    <a:pt x="122" y="6"/>
                  </a:lnTo>
                  <a:cubicBezTo>
                    <a:pt x="113" y="2"/>
                    <a:pt x="104"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1"/>
            <p:cNvSpPr/>
            <p:nvPr/>
          </p:nvSpPr>
          <p:spPr>
            <a:xfrm>
              <a:off x="1337384" y="1245026"/>
              <a:ext cx="17032" cy="7554"/>
            </a:xfrm>
            <a:custGeom>
              <a:rect b="b" l="l" r="r" t="t"/>
              <a:pathLst>
                <a:path extrusionOk="0" h="267" w="602">
                  <a:moveTo>
                    <a:pt x="49" y="0"/>
                  </a:moveTo>
                  <a:cubicBezTo>
                    <a:pt x="18" y="0"/>
                    <a:pt x="0" y="50"/>
                    <a:pt x="32" y="65"/>
                  </a:cubicBezTo>
                  <a:cubicBezTo>
                    <a:pt x="123" y="107"/>
                    <a:pt x="215" y="149"/>
                    <a:pt x="306" y="188"/>
                  </a:cubicBezTo>
                  <a:cubicBezTo>
                    <a:pt x="382" y="223"/>
                    <a:pt x="459" y="267"/>
                    <a:pt x="545" y="267"/>
                  </a:cubicBezTo>
                  <a:cubicBezTo>
                    <a:pt x="578" y="267"/>
                    <a:pt x="601" y="223"/>
                    <a:pt x="574" y="200"/>
                  </a:cubicBezTo>
                  <a:cubicBezTo>
                    <a:pt x="510" y="143"/>
                    <a:pt x="427" y="121"/>
                    <a:pt x="347" y="97"/>
                  </a:cubicBezTo>
                  <a:cubicBezTo>
                    <a:pt x="250" y="65"/>
                    <a:pt x="155" y="33"/>
                    <a:pt x="59" y="2"/>
                  </a:cubicBezTo>
                  <a:cubicBezTo>
                    <a:pt x="56" y="1"/>
                    <a:pt x="52" y="0"/>
                    <a:pt x="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
            <p:cNvSpPr/>
            <p:nvPr/>
          </p:nvSpPr>
          <p:spPr>
            <a:xfrm>
              <a:off x="1344429" y="1236255"/>
              <a:ext cx="23228" cy="9704"/>
            </a:xfrm>
            <a:custGeom>
              <a:rect b="b" l="l" r="r" t="t"/>
              <a:pathLst>
                <a:path extrusionOk="0" h="343" w="821">
                  <a:moveTo>
                    <a:pt x="84" y="0"/>
                  </a:moveTo>
                  <a:cubicBezTo>
                    <a:pt x="21" y="0"/>
                    <a:pt x="1" y="104"/>
                    <a:pt x="70" y="127"/>
                  </a:cubicBezTo>
                  <a:cubicBezTo>
                    <a:pt x="193" y="170"/>
                    <a:pt x="313" y="213"/>
                    <a:pt x="435" y="255"/>
                  </a:cubicBezTo>
                  <a:cubicBezTo>
                    <a:pt x="535" y="291"/>
                    <a:pt x="638" y="342"/>
                    <a:pt x="744" y="342"/>
                  </a:cubicBezTo>
                  <a:cubicBezTo>
                    <a:pt x="752" y="342"/>
                    <a:pt x="760" y="342"/>
                    <a:pt x="768" y="341"/>
                  </a:cubicBezTo>
                  <a:cubicBezTo>
                    <a:pt x="799" y="338"/>
                    <a:pt x="821" y="302"/>
                    <a:pt x="796" y="279"/>
                  </a:cubicBezTo>
                  <a:cubicBezTo>
                    <a:pt x="713" y="200"/>
                    <a:pt x="600" y="178"/>
                    <a:pt x="493" y="141"/>
                  </a:cubicBezTo>
                  <a:cubicBezTo>
                    <a:pt x="364" y="95"/>
                    <a:pt x="233" y="50"/>
                    <a:pt x="105" y="4"/>
                  </a:cubicBezTo>
                  <a:cubicBezTo>
                    <a:pt x="98" y="1"/>
                    <a:pt x="91"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
            <p:cNvSpPr/>
            <p:nvPr/>
          </p:nvSpPr>
          <p:spPr>
            <a:xfrm>
              <a:off x="1351672" y="1219365"/>
              <a:ext cx="21898" cy="8431"/>
            </a:xfrm>
            <a:custGeom>
              <a:rect b="b" l="l" r="r" t="t"/>
              <a:pathLst>
                <a:path extrusionOk="0" h="298" w="774">
                  <a:moveTo>
                    <a:pt x="91" y="1"/>
                  </a:moveTo>
                  <a:cubicBezTo>
                    <a:pt x="42" y="1"/>
                    <a:pt x="0" y="58"/>
                    <a:pt x="47" y="98"/>
                  </a:cubicBezTo>
                  <a:cubicBezTo>
                    <a:pt x="50" y="102"/>
                    <a:pt x="54" y="104"/>
                    <a:pt x="57" y="105"/>
                  </a:cubicBezTo>
                  <a:cubicBezTo>
                    <a:pt x="180" y="206"/>
                    <a:pt x="361" y="297"/>
                    <a:pt x="530" y="297"/>
                  </a:cubicBezTo>
                  <a:cubicBezTo>
                    <a:pt x="602" y="297"/>
                    <a:pt x="671" y="281"/>
                    <a:pt x="733" y="243"/>
                  </a:cubicBezTo>
                  <a:cubicBezTo>
                    <a:pt x="774" y="219"/>
                    <a:pt x="752" y="171"/>
                    <a:pt x="711" y="165"/>
                  </a:cubicBezTo>
                  <a:cubicBezTo>
                    <a:pt x="615" y="153"/>
                    <a:pt x="515" y="168"/>
                    <a:pt x="419" y="147"/>
                  </a:cubicBezTo>
                  <a:cubicBezTo>
                    <a:pt x="351" y="134"/>
                    <a:pt x="283" y="111"/>
                    <a:pt x="223" y="75"/>
                  </a:cubicBezTo>
                  <a:cubicBezTo>
                    <a:pt x="191" y="59"/>
                    <a:pt x="159" y="37"/>
                    <a:pt x="130" y="15"/>
                  </a:cubicBezTo>
                  <a:cubicBezTo>
                    <a:pt x="117" y="5"/>
                    <a:pt x="104"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
            <p:cNvSpPr/>
            <p:nvPr/>
          </p:nvSpPr>
          <p:spPr>
            <a:xfrm>
              <a:off x="1361800" y="1197609"/>
              <a:ext cx="7186" cy="3735"/>
            </a:xfrm>
            <a:custGeom>
              <a:rect b="b" l="l" r="r" t="t"/>
              <a:pathLst>
                <a:path extrusionOk="0" h="132" w="254">
                  <a:moveTo>
                    <a:pt x="79" y="0"/>
                  </a:moveTo>
                  <a:cubicBezTo>
                    <a:pt x="20" y="0"/>
                    <a:pt x="1" y="103"/>
                    <a:pt x="66" y="112"/>
                  </a:cubicBezTo>
                  <a:cubicBezTo>
                    <a:pt x="102" y="118"/>
                    <a:pt x="138" y="125"/>
                    <a:pt x="175" y="131"/>
                  </a:cubicBezTo>
                  <a:cubicBezTo>
                    <a:pt x="177" y="132"/>
                    <a:pt x="180" y="132"/>
                    <a:pt x="183" y="132"/>
                  </a:cubicBezTo>
                  <a:cubicBezTo>
                    <a:pt x="232" y="132"/>
                    <a:pt x="253" y="59"/>
                    <a:pt x="198" y="40"/>
                  </a:cubicBezTo>
                  <a:cubicBezTo>
                    <a:pt x="164" y="28"/>
                    <a:pt x="131" y="16"/>
                    <a:pt x="96" y="3"/>
                  </a:cubicBezTo>
                  <a:cubicBezTo>
                    <a:pt x="90" y="1"/>
                    <a:pt x="84" y="0"/>
                    <a:pt x="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1"/>
            <p:cNvSpPr/>
            <p:nvPr/>
          </p:nvSpPr>
          <p:spPr>
            <a:xfrm>
              <a:off x="1355746" y="894803"/>
              <a:ext cx="14118" cy="7243"/>
            </a:xfrm>
            <a:custGeom>
              <a:rect b="b" l="l" r="r" t="t"/>
              <a:pathLst>
                <a:path extrusionOk="0" h="256" w="499">
                  <a:moveTo>
                    <a:pt x="60" y="1"/>
                  </a:moveTo>
                  <a:cubicBezTo>
                    <a:pt x="25" y="1"/>
                    <a:pt x="0" y="49"/>
                    <a:pt x="38" y="68"/>
                  </a:cubicBezTo>
                  <a:cubicBezTo>
                    <a:pt x="114" y="104"/>
                    <a:pt x="187" y="141"/>
                    <a:pt x="261" y="177"/>
                  </a:cubicBezTo>
                  <a:cubicBezTo>
                    <a:pt x="322" y="208"/>
                    <a:pt x="383" y="245"/>
                    <a:pt x="451" y="256"/>
                  </a:cubicBezTo>
                  <a:cubicBezTo>
                    <a:pt x="453" y="256"/>
                    <a:pt x="454" y="256"/>
                    <a:pt x="455" y="256"/>
                  </a:cubicBezTo>
                  <a:cubicBezTo>
                    <a:pt x="484" y="256"/>
                    <a:pt x="498" y="213"/>
                    <a:pt x="477" y="193"/>
                  </a:cubicBezTo>
                  <a:cubicBezTo>
                    <a:pt x="426" y="147"/>
                    <a:pt x="354" y="126"/>
                    <a:pt x="290" y="97"/>
                  </a:cubicBezTo>
                  <a:cubicBezTo>
                    <a:pt x="219" y="67"/>
                    <a:pt x="147" y="35"/>
                    <a:pt x="75" y="4"/>
                  </a:cubicBezTo>
                  <a:cubicBezTo>
                    <a:pt x="69" y="2"/>
                    <a:pt x="64" y="1"/>
                    <a:pt x="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
            <p:cNvSpPr/>
            <p:nvPr/>
          </p:nvSpPr>
          <p:spPr>
            <a:xfrm>
              <a:off x="1355548" y="879666"/>
              <a:ext cx="16410" cy="9874"/>
            </a:xfrm>
            <a:custGeom>
              <a:rect b="b" l="l" r="r" t="t"/>
              <a:pathLst>
                <a:path extrusionOk="0" h="349" w="580">
                  <a:moveTo>
                    <a:pt x="65" y="0"/>
                  </a:moveTo>
                  <a:cubicBezTo>
                    <a:pt x="27" y="0"/>
                    <a:pt x="1" y="58"/>
                    <a:pt x="42" y="83"/>
                  </a:cubicBezTo>
                  <a:cubicBezTo>
                    <a:pt x="127" y="131"/>
                    <a:pt x="210" y="177"/>
                    <a:pt x="294" y="227"/>
                  </a:cubicBezTo>
                  <a:cubicBezTo>
                    <a:pt x="368" y="269"/>
                    <a:pt x="442" y="327"/>
                    <a:pt x="526" y="347"/>
                  </a:cubicBezTo>
                  <a:cubicBezTo>
                    <a:pt x="529" y="348"/>
                    <a:pt x="532" y="348"/>
                    <a:pt x="534" y="348"/>
                  </a:cubicBezTo>
                  <a:cubicBezTo>
                    <a:pt x="562" y="348"/>
                    <a:pt x="580" y="312"/>
                    <a:pt x="558" y="289"/>
                  </a:cubicBezTo>
                  <a:cubicBezTo>
                    <a:pt x="499" y="227"/>
                    <a:pt x="412" y="192"/>
                    <a:pt x="339" y="151"/>
                  </a:cubicBezTo>
                  <a:cubicBezTo>
                    <a:pt x="255" y="103"/>
                    <a:pt x="172" y="56"/>
                    <a:pt x="87" y="7"/>
                  </a:cubicBezTo>
                  <a:cubicBezTo>
                    <a:pt x="80" y="2"/>
                    <a:pt x="7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
            <p:cNvSpPr/>
            <p:nvPr/>
          </p:nvSpPr>
          <p:spPr>
            <a:xfrm>
              <a:off x="1347258" y="856326"/>
              <a:ext cx="22634" cy="13807"/>
            </a:xfrm>
            <a:custGeom>
              <a:rect b="b" l="l" r="r" t="t"/>
              <a:pathLst>
                <a:path extrusionOk="0" h="488" w="800">
                  <a:moveTo>
                    <a:pt x="43" y="1"/>
                  </a:moveTo>
                  <a:cubicBezTo>
                    <a:pt x="16" y="1"/>
                    <a:pt x="0" y="38"/>
                    <a:pt x="29" y="56"/>
                  </a:cubicBezTo>
                  <a:cubicBezTo>
                    <a:pt x="149" y="136"/>
                    <a:pt x="274" y="216"/>
                    <a:pt x="395" y="297"/>
                  </a:cubicBezTo>
                  <a:cubicBezTo>
                    <a:pt x="503" y="368"/>
                    <a:pt x="617" y="454"/>
                    <a:pt x="741" y="486"/>
                  </a:cubicBezTo>
                  <a:cubicBezTo>
                    <a:pt x="745" y="487"/>
                    <a:pt x="748" y="487"/>
                    <a:pt x="752" y="487"/>
                  </a:cubicBezTo>
                  <a:cubicBezTo>
                    <a:pt x="782" y="487"/>
                    <a:pt x="800" y="450"/>
                    <a:pt x="777" y="425"/>
                  </a:cubicBezTo>
                  <a:cubicBezTo>
                    <a:pt x="689" y="330"/>
                    <a:pt x="559" y="272"/>
                    <a:pt x="444" y="213"/>
                  </a:cubicBezTo>
                  <a:lnTo>
                    <a:pt x="58" y="5"/>
                  </a:lnTo>
                  <a:cubicBezTo>
                    <a:pt x="52" y="2"/>
                    <a:pt x="47" y="1"/>
                    <a:pt x="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
            <p:cNvSpPr/>
            <p:nvPr/>
          </p:nvSpPr>
          <p:spPr>
            <a:xfrm>
              <a:off x="1357726" y="844811"/>
              <a:ext cx="6451" cy="3735"/>
            </a:xfrm>
            <a:custGeom>
              <a:rect b="b" l="l" r="r" t="t"/>
              <a:pathLst>
                <a:path extrusionOk="0" h="132" w="228">
                  <a:moveTo>
                    <a:pt x="67" y="0"/>
                  </a:moveTo>
                  <a:cubicBezTo>
                    <a:pt x="27" y="0"/>
                    <a:pt x="0" y="64"/>
                    <a:pt x="44" y="83"/>
                  </a:cubicBezTo>
                  <a:cubicBezTo>
                    <a:pt x="80" y="98"/>
                    <a:pt x="117" y="114"/>
                    <a:pt x="153" y="128"/>
                  </a:cubicBezTo>
                  <a:cubicBezTo>
                    <a:pt x="158" y="130"/>
                    <a:pt x="163" y="131"/>
                    <a:pt x="169" y="131"/>
                  </a:cubicBezTo>
                  <a:cubicBezTo>
                    <a:pt x="204" y="131"/>
                    <a:pt x="228" y="86"/>
                    <a:pt x="191" y="64"/>
                  </a:cubicBezTo>
                  <a:cubicBezTo>
                    <a:pt x="156" y="45"/>
                    <a:pt x="124" y="25"/>
                    <a:pt x="89" y="6"/>
                  </a:cubicBezTo>
                  <a:cubicBezTo>
                    <a:pt x="82" y="2"/>
                    <a:pt x="7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1"/>
            <p:cNvSpPr/>
            <p:nvPr/>
          </p:nvSpPr>
          <p:spPr>
            <a:xfrm>
              <a:off x="735422" y="1522030"/>
              <a:ext cx="102532" cy="1613"/>
            </a:xfrm>
            <a:custGeom>
              <a:rect b="b" l="l" r="r" t="t"/>
              <a:pathLst>
                <a:path extrusionOk="0" h="57" w="3624">
                  <a:moveTo>
                    <a:pt x="3426" y="0"/>
                  </a:moveTo>
                  <a:cubicBezTo>
                    <a:pt x="3391" y="0"/>
                    <a:pt x="3253" y="3"/>
                    <a:pt x="3222" y="3"/>
                  </a:cubicBezTo>
                  <a:lnTo>
                    <a:pt x="31" y="3"/>
                  </a:lnTo>
                  <a:cubicBezTo>
                    <a:pt x="22" y="6"/>
                    <a:pt x="15" y="6"/>
                    <a:pt x="7" y="6"/>
                  </a:cubicBezTo>
                  <a:lnTo>
                    <a:pt x="6" y="6"/>
                  </a:lnTo>
                  <a:cubicBezTo>
                    <a:pt x="4" y="7"/>
                    <a:pt x="2" y="12"/>
                    <a:pt x="0" y="15"/>
                  </a:cubicBezTo>
                  <a:cubicBezTo>
                    <a:pt x="0" y="28"/>
                    <a:pt x="2" y="35"/>
                    <a:pt x="7" y="44"/>
                  </a:cubicBezTo>
                  <a:cubicBezTo>
                    <a:pt x="63" y="53"/>
                    <a:pt x="130" y="53"/>
                    <a:pt x="191" y="53"/>
                  </a:cubicBezTo>
                  <a:lnTo>
                    <a:pt x="3382" y="53"/>
                  </a:lnTo>
                  <a:cubicBezTo>
                    <a:pt x="3401" y="53"/>
                    <a:pt x="3424" y="55"/>
                    <a:pt x="3447" y="55"/>
                  </a:cubicBezTo>
                  <a:cubicBezTo>
                    <a:pt x="3473" y="57"/>
                    <a:pt x="3501" y="57"/>
                    <a:pt x="3526" y="57"/>
                  </a:cubicBezTo>
                  <a:cubicBezTo>
                    <a:pt x="3584" y="57"/>
                    <a:pt x="3599" y="50"/>
                    <a:pt x="3599" y="50"/>
                  </a:cubicBezTo>
                  <a:cubicBezTo>
                    <a:pt x="3604" y="45"/>
                    <a:pt x="3615" y="35"/>
                    <a:pt x="3622" y="34"/>
                  </a:cubicBezTo>
                  <a:cubicBezTo>
                    <a:pt x="3622" y="31"/>
                    <a:pt x="3623" y="31"/>
                    <a:pt x="3623" y="29"/>
                  </a:cubicBezTo>
                  <a:cubicBezTo>
                    <a:pt x="3622" y="22"/>
                    <a:pt x="3619" y="16"/>
                    <a:pt x="3613" y="9"/>
                  </a:cubicBezTo>
                  <a:cubicBezTo>
                    <a:pt x="3556" y="0"/>
                    <a:pt x="3484" y="0"/>
                    <a:pt x="34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
            <p:cNvSpPr/>
            <p:nvPr/>
          </p:nvSpPr>
          <p:spPr>
            <a:xfrm>
              <a:off x="636401" y="1323563"/>
              <a:ext cx="227924" cy="273164"/>
            </a:xfrm>
            <a:custGeom>
              <a:rect b="b" l="l" r="r" t="t"/>
              <a:pathLst>
                <a:path extrusionOk="0" h="9655" w="8056">
                  <a:moveTo>
                    <a:pt x="4080" y="2834"/>
                  </a:moveTo>
                  <a:cubicBezTo>
                    <a:pt x="4115" y="2834"/>
                    <a:pt x="4140" y="2861"/>
                    <a:pt x="4141" y="2893"/>
                  </a:cubicBezTo>
                  <a:lnTo>
                    <a:pt x="4166" y="3492"/>
                  </a:lnTo>
                  <a:lnTo>
                    <a:pt x="4188" y="4081"/>
                  </a:lnTo>
                  <a:cubicBezTo>
                    <a:pt x="4198" y="4129"/>
                    <a:pt x="4195" y="4209"/>
                    <a:pt x="4191" y="4294"/>
                  </a:cubicBezTo>
                  <a:cubicBezTo>
                    <a:pt x="4188" y="4362"/>
                    <a:pt x="4183" y="4471"/>
                    <a:pt x="4197" y="4496"/>
                  </a:cubicBezTo>
                  <a:cubicBezTo>
                    <a:pt x="4205" y="4512"/>
                    <a:pt x="4207" y="4533"/>
                    <a:pt x="4199" y="4551"/>
                  </a:cubicBezTo>
                  <a:lnTo>
                    <a:pt x="4195" y="4571"/>
                  </a:lnTo>
                  <a:cubicBezTo>
                    <a:pt x="4185" y="4599"/>
                    <a:pt x="4162" y="4615"/>
                    <a:pt x="4134" y="4615"/>
                  </a:cubicBezTo>
                  <a:lnTo>
                    <a:pt x="2728" y="4592"/>
                  </a:lnTo>
                  <a:cubicBezTo>
                    <a:pt x="2693" y="4592"/>
                    <a:pt x="2666" y="4564"/>
                    <a:pt x="2666" y="4528"/>
                  </a:cubicBezTo>
                  <a:lnTo>
                    <a:pt x="2666" y="4458"/>
                  </a:lnTo>
                  <a:cubicBezTo>
                    <a:pt x="2666" y="4440"/>
                    <a:pt x="2673" y="4424"/>
                    <a:pt x="2686" y="4411"/>
                  </a:cubicBezTo>
                  <a:cubicBezTo>
                    <a:pt x="2734" y="4368"/>
                    <a:pt x="2775" y="4311"/>
                    <a:pt x="2817" y="4257"/>
                  </a:cubicBezTo>
                  <a:lnTo>
                    <a:pt x="2833" y="4235"/>
                  </a:lnTo>
                  <a:cubicBezTo>
                    <a:pt x="2872" y="4183"/>
                    <a:pt x="2917" y="4135"/>
                    <a:pt x="2959" y="4089"/>
                  </a:cubicBezTo>
                  <a:cubicBezTo>
                    <a:pt x="3000" y="4045"/>
                    <a:pt x="3042" y="3997"/>
                    <a:pt x="3086" y="3943"/>
                  </a:cubicBezTo>
                  <a:lnTo>
                    <a:pt x="3180" y="3849"/>
                  </a:lnTo>
                  <a:cubicBezTo>
                    <a:pt x="3236" y="3773"/>
                    <a:pt x="3297" y="3705"/>
                    <a:pt x="3356" y="3635"/>
                  </a:cubicBezTo>
                  <a:cubicBezTo>
                    <a:pt x="3414" y="3568"/>
                    <a:pt x="3472" y="3503"/>
                    <a:pt x="3534" y="3423"/>
                  </a:cubicBezTo>
                  <a:lnTo>
                    <a:pt x="3628" y="3330"/>
                  </a:lnTo>
                  <a:cubicBezTo>
                    <a:pt x="3667" y="3277"/>
                    <a:pt x="3711" y="3231"/>
                    <a:pt x="3756" y="3181"/>
                  </a:cubicBezTo>
                  <a:cubicBezTo>
                    <a:pt x="3798" y="3138"/>
                    <a:pt x="3839" y="3093"/>
                    <a:pt x="3875" y="3045"/>
                  </a:cubicBezTo>
                  <a:lnTo>
                    <a:pt x="3900" y="3008"/>
                  </a:lnTo>
                  <a:cubicBezTo>
                    <a:pt x="3933" y="2965"/>
                    <a:pt x="3967" y="2915"/>
                    <a:pt x="4013" y="2877"/>
                  </a:cubicBezTo>
                  <a:cubicBezTo>
                    <a:pt x="4022" y="2853"/>
                    <a:pt x="4051" y="2834"/>
                    <a:pt x="4080" y="2834"/>
                  </a:cubicBezTo>
                  <a:close/>
                  <a:moveTo>
                    <a:pt x="5323" y="122"/>
                  </a:moveTo>
                  <a:cubicBezTo>
                    <a:pt x="5358" y="122"/>
                    <a:pt x="5387" y="150"/>
                    <a:pt x="5387" y="185"/>
                  </a:cubicBezTo>
                  <a:lnTo>
                    <a:pt x="5387" y="2447"/>
                  </a:lnTo>
                  <a:cubicBezTo>
                    <a:pt x="5387" y="2483"/>
                    <a:pt x="5358" y="2511"/>
                    <a:pt x="5323" y="2511"/>
                  </a:cubicBezTo>
                  <a:lnTo>
                    <a:pt x="4226" y="2511"/>
                  </a:lnTo>
                  <a:cubicBezTo>
                    <a:pt x="4217" y="2528"/>
                    <a:pt x="4204" y="2549"/>
                    <a:pt x="4182" y="2563"/>
                  </a:cubicBezTo>
                  <a:cubicBezTo>
                    <a:pt x="4112" y="2607"/>
                    <a:pt x="4051" y="2667"/>
                    <a:pt x="4000" y="2745"/>
                  </a:cubicBezTo>
                  <a:cubicBezTo>
                    <a:pt x="3987" y="2763"/>
                    <a:pt x="3968" y="2773"/>
                    <a:pt x="3948" y="2773"/>
                  </a:cubicBezTo>
                  <a:lnTo>
                    <a:pt x="1260" y="2773"/>
                  </a:lnTo>
                  <a:cubicBezTo>
                    <a:pt x="1244" y="2773"/>
                    <a:pt x="1222" y="2770"/>
                    <a:pt x="1197" y="2768"/>
                  </a:cubicBezTo>
                  <a:cubicBezTo>
                    <a:pt x="1172" y="2767"/>
                    <a:pt x="1145" y="2765"/>
                    <a:pt x="1122" y="2765"/>
                  </a:cubicBezTo>
                  <a:cubicBezTo>
                    <a:pt x="1081" y="2765"/>
                    <a:pt x="1071" y="2768"/>
                    <a:pt x="1069" y="2768"/>
                  </a:cubicBezTo>
                  <a:cubicBezTo>
                    <a:pt x="1062" y="2773"/>
                    <a:pt x="1033" y="2787"/>
                    <a:pt x="1026" y="2787"/>
                  </a:cubicBezTo>
                  <a:cubicBezTo>
                    <a:pt x="1023" y="2787"/>
                    <a:pt x="1023" y="2789"/>
                    <a:pt x="1023" y="2789"/>
                  </a:cubicBezTo>
                  <a:cubicBezTo>
                    <a:pt x="1023" y="2802"/>
                    <a:pt x="1027" y="2809"/>
                    <a:pt x="1030" y="2816"/>
                  </a:cubicBezTo>
                  <a:lnTo>
                    <a:pt x="1046" y="2821"/>
                  </a:lnTo>
                  <a:lnTo>
                    <a:pt x="3787" y="2821"/>
                  </a:lnTo>
                  <a:cubicBezTo>
                    <a:pt x="3813" y="2821"/>
                    <a:pt x="3830" y="2841"/>
                    <a:pt x="3840" y="2863"/>
                  </a:cubicBezTo>
                  <a:cubicBezTo>
                    <a:pt x="3848" y="2882"/>
                    <a:pt x="3843" y="2904"/>
                    <a:pt x="3836" y="2921"/>
                  </a:cubicBezTo>
                  <a:cubicBezTo>
                    <a:pt x="3819" y="2963"/>
                    <a:pt x="3787" y="2991"/>
                    <a:pt x="3760" y="3014"/>
                  </a:cubicBezTo>
                  <a:cubicBezTo>
                    <a:pt x="3749" y="3024"/>
                    <a:pt x="3739" y="3034"/>
                    <a:pt x="3728" y="3045"/>
                  </a:cubicBezTo>
                  <a:cubicBezTo>
                    <a:pt x="3688" y="3100"/>
                    <a:pt x="3640" y="3152"/>
                    <a:pt x="3595" y="3202"/>
                  </a:cubicBezTo>
                  <a:cubicBezTo>
                    <a:pt x="3529" y="3270"/>
                    <a:pt x="3470" y="3337"/>
                    <a:pt x="3423" y="3412"/>
                  </a:cubicBezTo>
                  <a:cubicBezTo>
                    <a:pt x="3411" y="3431"/>
                    <a:pt x="3391" y="3442"/>
                    <a:pt x="3369" y="3442"/>
                  </a:cubicBezTo>
                  <a:lnTo>
                    <a:pt x="1206" y="3442"/>
                  </a:lnTo>
                  <a:cubicBezTo>
                    <a:pt x="1191" y="3442"/>
                    <a:pt x="1175" y="3442"/>
                    <a:pt x="1158" y="3439"/>
                  </a:cubicBezTo>
                  <a:cubicBezTo>
                    <a:pt x="1138" y="3437"/>
                    <a:pt x="1119" y="3437"/>
                    <a:pt x="1100" y="3437"/>
                  </a:cubicBezTo>
                  <a:cubicBezTo>
                    <a:pt x="1072" y="3437"/>
                    <a:pt x="1063" y="3439"/>
                    <a:pt x="1060" y="3439"/>
                  </a:cubicBezTo>
                  <a:cubicBezTo>
                    <a:pt x="1053" y="3444"/>
                    <a:pt x="1024" y="3458"/>
                    <a:pt x="1015" y="3459"/>
                  </a:cubicBezTo>
                  <a:lnTo>
                    <a:pt x="1015" y="3460"/>
                  </a:lnTo>
                  <a:cubicBezTo>
                    <a:pt x="1015" y="3472"/>
                    <a:pt x="1020" y="3479"/>
                    <a:pt x="1023" y="3488"/>
                  </a:cubicBezTo>
                  <a:cubicBezTo>
                    <a:pt x="1027" y="3489"/>
                    <a:pt x="1034" y="3492"/>
                    <a:pt x="1039" y="3494"/>
                  </a:cubicBezTo>
                  <a:lnTo>
                    <a:pt x="3208" y="3494"/>
                  </a:lnTo>
                  <a:cubicBezTo>
                    <a:pt x="3241" y="3494"/>
                    <a:pt x="3269" y="3530"/>
                    <a:pt x="3269" y="3565"/>
                  </a:cubicBezTo>
                  <a:cubicBezTo>
                    <a:pt x="3269" y="3584"/>
                    <a:pt x="3260" y="3604"/>
                    <a:pt x="3241" y="3617"/>
                  </a:cubicBezTo>
                  <a:cubicBezTo>
                    <a:pt x="3189" y="3654"/>
                    <a:pt x="3124" y="3747"/>
                    <a:pt x="3073" y="3814"/>
                  </a:cubicBezTo>
                  <a:lnTo>
                    <a:pt x="3041" y="3859"/>
                  </a:lnTo>
                  <a:cubicBezTo>
                    <a:pt x="2997" y="3915"/>
                    <a:pt x="2948" y="3966"/>
                    <a:pt x="2897" y="4016"/>
                  </a:cubicBezTo>
                  <a:cubicBezTo>
                    <a:pt x="2831" y="4081"/>
                    <a:pt x="2769" y="4142"/>
                    <a:pt x="2728" y="4215"/>
                  </a:cubicBezTo>
                  <a:cubicBezTo>
                    <a:pt x="2715" y="4235"/>
                    <a:pt x="2695" y="4246"/>
                    <a:pt x="2673" y="4246"/>
                  </a:cubicBezTo>
                  <a:lnTo>
                    <a:pt x="1151" y="4246"/>
                  </a:lnTo>
                  <a:cubicBezTo>
                    <a:pt x="1151" y="4246"/>
                    <a:pt x="1090" y="4243"/>
                    <a:pt x="1079" y="4243"/>
                  </a:cubicBezTo>
                  <a:cubicBezTo>
                    <a:pt x="1063" y="4243"/>
                    <a:pt x="1056" y="4244"/>
                    <a:pt x="1052" y="4244"/>
                  </a:cubicBezTo>
                  <a:cubicBezTo>
                    <a:pt x="1043" y="4248"/>
                    <a:pt x="1015" y="4260"/>
                    <a:pt x="1007" y="4263"/>
                  </a:cubicBezTo>
                  <a:lnTo>
                    <a:pt x="1005" y="4264"/>
                  </a:lnTo>
                  <a:cubicBezTo>
                    <a:pt x="1007" y="4275"/>
                    <a:pt x="1008" y="4282"/>
                    <a:pt x="1014" y="4292"/>
                  </a:cubicBezTo>
                  <a:cubicBezTo>
                    <a:pt x="1017" y="4294"/>
                    <a:pt x="1024" y="4295"/>
                    <a:pt x="1028" y="4299"/>
                  </a:cubicBezTo>
                  <a:lnTo>
                    <a:pt x="2511" y="4299"/>
                  </a:lnTo>
                  <a:cubicBezTo>
                    <a:pt x="2532" y="4299"/>
                    <a:pt x="2549" y="4308"/>
                    <a:pt x="2562" y="4324"/>
                  </a:cubicBezTo>
                  <a:cubicBezTo>
                    <a:pt x="2574" y="4346"/>
                    <a:pt x="2577" y="4366"/>
                    <a:pt x="2571" y="4387"/>
                  </a:cubicBezTo>
                  <a:cubicBezTo>
                    <a:pt x="2564" y="4408"/>
                    <a:pt x="2552" y="4426"/>
                    <a:pt x="2545" y="4439"/>
                  </a:cubicBezTo>
                  <a:cubicBezTo>
                    <a:pt x="2541" y="4442"/>
                    <a:pt x="2541" y="4446"/>
                    <a:pt x="2538" y="4449"/>
                  </a:cubicBezTo>
                  <a:lnTo>
                    <a:pt x="2538" y="5000"/>
                  </a:lnTo>
                  <a:cubicBezTo>
                    <a:pt x="2538" y="5036"/>
                    <a:pt x="2510" y="5064"/>
                    <a:pt x="2475" y="5064"/>
                  </a:cubicBezTo>
                  <a:lnTo>
                    <a:pt x="1418" y="5064"/>
                  </a:lnTo>
                  <a:cubicBezTo>
                    <a:pt x="1398" y="5064"/>
                    <a:pt x="1364" y="5063"/>
                    <a:pt x="1325" y="5060"/>
                  </a:cubicBezTo>
                  <a:cubicBezTo>
                    <a:pt x="1273" y="5057"/>
                    <a:pt x="1210" y="5055"/>
                    <a:pt x="1154" y="5055"/>
                  </a:cubicBezTo>
                  <a:cubicBezTo>
                    <a:pt x="1072" y="5055"/>
                    <a:pt x="1049" y="5063"/>
                    <a:pt x="1047" y="5063"/>
                  </a:cubicBezTo>
                  <a:cubicBezTo>
                    <a:pt x="1037" y="5066"/>
                    <a:pt x="1011" y="5079"/>
                    <a:pt x="1001" y="5080"/>
                  </a:cubicBezTo>
                  <a:lnTo>
                    <a:pt x="999" y="5082"/>
                  </a:lnTo>
                  <a:cubicBezTo>
                    <a:pt x="1001" y="5093"/>
                    <a:pt x="1004" y="5100"/>
                    <a:pt x="1007" y="5108"/>
                  </a:cubicBezTo>
                  <a:cubicBezTo>
                    <a:pt x="1076" y="5121"/>
                    <a:pt x="1156" y="5121"/>
                    <a:pt x="1215" y="5121"/>
                  </a:cubicBezTo>
                  <a:cubicBezTo>
                    <a:pt x="1261" y="5121"/>
                    <a:pt x="1309" y="5118"/>
                    <a:pt x="1356" y="5116"/>
                  </a:cubicBezTo>
                  <a:cubicBezTo>
                    <a:pt x="1404" y="5116"/>
                    <a:pt x="1449" y="5115"/>
                    <a:pt x="1492" y="5115"/>
                  </a:cubicBezTo>
                  <a:lnTo>
                    <a:pt x="2474" y="5115"/>
                  </a:lnTo>
                  <a:cubicBezTo>
                    <a:pt x="2507" y="5115"/>
                    <a:pt x="2535" y="5143"/>
                    <a:pt x="2535" y="5176"/>
                  </a:cubicBezTo>
                  <a:lnTo>
                    <a:pt x="2535" y="5856"/>
                  </a:lnTo>
                  <a:cubicBezTo>
                    <a:pt x="2535" y="5891"/>
                    <a:pt x="2507" y="5918"/>
                    <a:pt x="2474" y="5918"/>
                  </a:cubicBezTo>
                  <a:lnTo>
                    <a:pt x="1407" y="5918"/>
                  </a:lnTo>
                  <a:cubicBezTo>
                    <a:pt x="1386" y="5918"/>
                    <a:pt x="1354" y="5918"/>
                    <a:pt x="1315" y="5915"/>
                  </a:cubicBezTo>
                  <a:cubicBezTo>
                    <a:pt x="1263" y="5913"/>
                    <a:pt x="1202" y="5910"/>
                    <a:pt x="1145" y="5910"/>
                  </a:cubicBezTo>
                  <a:cubicBezTo>
                    <a:pt x="1060" y="5910"/>
                    <a:pt x="1040" y="5916"/>
                    <a:pt x="1037" y="5916"/>
                  </a:cubicBezTo>
                  <a:cubicBezTo>
                    <a:pt x="1028" y="5922"/>
                    <a:pt x="1001" y="5935"/>
                    <a:pt x="992" y="5936"/>
                  </a:cubicBezTo>
                  <a:cubicBezTo>
                    <a:pt x="992" y="5936"/>
                    <a:pt x="991" y="5936"/>
                    <a:pt x="991" y="5938"/>
                  </a:cubicBezTo>
                  <a:cubicBezTo>
                    <a:pt x="991" y="5947"/>
                    <a:pt x="994" y="5954"/>
                    <a:pt x="998" y="5961"/>
                  </a:cubicBezTo>
                  <a:cubicBezTo>
                    <a:pt x="1066" y="5974"/>
                    <a:pt x="1146" y="5976"/>
                    <a:pt x="1204" y="5976"/>
                  </a:cubicBezTo>
                  <a:cubicBezTo>
                    <a:pt x="1254" y="5976"/>
                    <a:pt x="1305" y="5974"/>
                    <a:pt x="1351" y="5973"/>
                  </a:cubicBezTo>
                  <a:cubicBezTo>
                    <a:pt x="1399" y="5971"/>
                    <a:pt x="1446" y="5968"/>
                    <a:pt x="1492" y="5968"/>
                  </a:cubicBezTo>
                  <a:lnTo>
                    <a:pt x="2474" y="5968"/>
                  </a:lnTo>
                  <a:cubicBezTo>
                    <a:pt x="2507" y="5968"/>
                    <a:pt x="2535" y="5996"/>
                    <a:pt x="2535" y="6032"/>
                  </a:cubicBezTo>
                  <a:lnTo>
                    <a:pt x="2535" y="6960"/>
                  </a:lnTo>
                  <a:cubicBezTo>
                    <a:pt x="2535" y="6996"/>
                    <a:pt x="2507" y="7022"/>
                    <a:pt x="2474" y="7022"/>
                  </a:cubicBezTo>
                  <a:lnTo>
                    <a:pt x="192" y="7022"/>
                  </a:lnTo>
                  <a:cubicBezTo>
                    <a:pt x="156" y="7022"/>
                    <a:pt x="129" y="6996"/>
                    <a:pt x="129" y="6960"/>
                  </a:cubicBezTo>
                  <a:lnTo>
                    <a:pt x="129" y="185"/>
                  </a:lnTo>
                  <a:cubicBezTo>
                    <a:pt x="129" y="150"/>
                    <a:pt x="156" y="122"/>
                    <a:pt x="192" y="122"/>
                  </a:cubicBezTo>
                  <a:close/>
                  <a:moveTo>
                    <a:pt x="7860" y="2635"/>
                  </a:moveTo>
                  <a:cubicBezTo>
                    <a:pt x="7895" y="2635"/>
                    <a:pt x="7921" y="2661"/>
                    <a:pt x="7921" y="2696"/>
                  </a:cubicBezTo>
                  <a:lnTo>
                    <a:pt x="7921" y="9472"/>
                  </a:lnTo>
                  <a:lnTo>
                    <a:pt x="7920" y="9472"/>
                  </a:lnTo>
                  <a:cubicBezTo>
                    <a:pt x="7920" y="9509"/>
                    <a:pt x="7892" y="9536"/>
                    <a:pt x="7857" y="9536"/>
                  </a:cubicBezTo>
                  <a:lnTo>
                    <a:pt x="2728" y="9536"/>
                  </a:lnTo>
                  <a:cubicBezTo>
                    <a:pt x="2692" y="9536"/>
                    <a:pt x="2664" y="9509"/>
                    <a:pt x="2664" y="9472"/>
                  </a:cubicBezTo>
                  <a:lnTo>
                    <a:pt x="2664" y="4753"/>
                  </a:lnTo>
                  <a:cubicBezTo>
                    <a:pt x="2664" y="4735"/>
                    <a:pt x="2671" y="4718"/>
                    <a:pt x="2684" y="4708"/>
                  </a:cubicBezTo>
                  <a:cubicBezTo>
                    <a:pt x="2698" y="4696"/>
                    <a:pt x="2712" y="4689"/>
                    <a:pt x="2728" y="4689"/>
                  </a:cubicBezTo>
                  <a:lnTo>
                    <a:pt x="3455" y="4696"/>
                  </a:lnTo>
                  <a:cubicBezTo>
                    <a:pt x="3464" y="4696"/>
                    <a:pt x="3472" y="4701"/>
                    <a:pt x="3480" y="4702"/>
                  </a:cubicBezTo>
                  <a:cubicBezTo>
                    <a:pt x="3502" y="4714"/>
                    <a:pt x="3516" y="4728"/>
                    <a:pt x="3528" y="4738"/>
                  </a:cubicBezTo>
                  <a:cubicBezTo>
                    <a:pt x="3531" y="4743"/>
                    <a:pt x="3535" y="4747"/>
                    <a:pt x="3538" y="4751"/>
                  </a:cubicBezTo>
                  <a:lnTo>
                    <a:pt x="6838" y="4751"/>
                  </a:lnTo>
                  <a:cubicBezTo>
                    <a:pt x="6860" y="4751"/>
                    <a:pt x="6889" y="4753"/>
                    <a:pt x="6921" y="4754"/>
                  </a:cubicBezTo>
                  <a:cubicBezTo>
                    <a:pt x="6955" y="4759"/>
                    <a:pt x="6994" y="4759"/>
                    <a:pt x="7030" y="4759"/>
                  </a:cubicBezTo>
                  <a:cubicBezTo>
                    <a:pt x="7099" y="4759"/>
                    <a:pt x="7116" y="4750"/>
                    <a:pt x="7119" y="4747"/>
                  </a:cubicBezTo>
                  <a:cubicBezTo>
                    <a:pt x="7122" y="4744"/>
                    <a:pt x="7135" y="4733"/>
                    <a:pt x="7142" y="4731"/>
                  </a:cubicBezTo>
                  <a:cubicBezTo>
                    <a:pt x="7142" y="4730"/>
                    <a:pt x="7144" y="4728"/>
                    <a:pt x="7144" y="4728"/>
                  </a:cubicBezTo>
                  <a:cubicBezTo>
                    <a:pt x="7142" y="4722"/>
                    <a:pt x="7141" y="4715"/>
                    <a:pt x="7133" y="4708"/>
                  </a:cubicBezTo>
                  <a:cubicBezTo>
                    <a:pt x="7078" y="4699"/>
                    <a:pt x="7010" y="4696"/>
                    <a:pt x="6947" y="4696"/>
                  </a:cubicBezTo>
                  <a:lnTo>
                    <a:pt x="4367" y="4699"/>
                  </a:lnTo>
                  <a:cubicBezTo>
                    <a:pt x="4332" y="4699"/>
                    <a:pt x="4306" y="4672"/>
                    <a:pt x="4304" y="4638"/>
                  </a:cubicBezTo>
                  <a:lnTo>
                    <a:pt x="4281" y="4045"/>
                  </a:lnTo>
                  <a:cubicBezTo>
                    <a:pt x="4279" y="4026"/>
                    <a:pt x="4285" y="4010"/>
                    <a:pt x="4298" y="3998"/>
                  </a:cubicBezTo>
                  <a:cubicBezTo>
                    <a:pt x="4311" y="3987"/>
                    <a:pt x="4327" y="3979"/>
                    <a:pt x="4343" y="3979"/>
                  </a:cubicBezTo>
                  <a:lnTo>
                    <a:pt x="6955" y="3979"/>
                  </a:lnTo>
                  <a:cubicBezTo>
                    <a:pt x="6969" y="3979"/>
                    <a:pt x="6988" y="3979"/>
                    <a:pt x="7008" y="3981"/>
                  </a:cubicBezTo>
                  <a:cubicBezTo>
                    <a:pt x="7027" y="3981"/>
                    <a:pt x="7046" y="3982"/>
                    <a:pt x="7067" y="3982"/>
                  </a:cubicBezTo>
                  <a:cubicBezTo>
                    <a:pt x="7113" y="3982"/>
                    <a:pt x="7126" y="3977"/>
                    <a:pt x="7126" y="3977"/>
                  </a:cubicBezTo>
                  <a:cubicBezTo>
                    <a:pt x="7132" y="3974"/>
                    <a:pt x="7144" y="3962"/>
                    <a:pt x="7149" y="3959"/>
                  </a:cubicBezTo>
                  <a:cubicBezTo>
                    <a:pt x="7149" y="3959"/>
                    <a:pt x="7151" y="3958"/>
                    <a:pt x="7151" y="3955"/>
                  </a:cubicBezTo>
                  <a:cubicBezTo>
                    <a:pt x="7149" y="3947"/>
                    <a:pt x="7148" y="3943"/>
                    <a:pt x="7142" y="3936"/>
                  </a:cubicBezTo>
                  <a:cubicBezTo>
                    <a:pt x="7088" y="3926"/>
                    <a:pt x="7017" y="3924"/>
                    <a:pt x="6955" y="3924"/>
                  </a:cubicBezTo>
                  <a:lnTo>
                    <a:pt x="4336" y="3926"/>
                  </a:lnTo>
                  <a:cubicBezTo>
                    <a:pt x="4301" y="3926"/>
                    <a:pt x="4275" y="3899"/>
                    <a:pt x="4272" y="3866"/>
                  </a:cubicBezTo>
                  <a:lnTo>
                    <a:pt x="4234" y="2697"/>
                  </a:lnTo>
                  <a:cubicBezTo>
                    <a:pt x="4234" y="2681"/>
                    <a:pt x="4240" y="2665"/>
                    <a:pt x="4253" y="2654"/>
                  </a:cubicBezTo>
                  <a:cubicBezTo>
                    <a:pt x="4265" y="2642"/>
                    <a:pt x="4279" y="2635"/>
                    <a:pt x="4298" y="2635"/>
                  </a:cubicBezTo>
                  <a:close/>
                  <a:moveTo>
                    <a:pt x="1" y="0"/>
                  </a:moveTo>
                  <a:lnTo>
                    <a:pt x="1" y="7145"/>
                  </a:lnTo>
                  <a:lnTo>
                    <a:pt x="2472" y="7145"/>
                  </a:lnTo>
                  <a:cubicBezTo>
                    <a:pt x="2506" y="7145"/>
                    <a:pt x="2533" y="7172"/>
                    <a:pt x="2533" y="7207"/>
                  </a:cubicBezTo>
                  <a:lnTo>
                    <a:pt x="2533" y="9654"/>
                  </a:lnTo>
                  <a:lnTo>
                    <a:pt x="8042" y="9654"/>
                  </a:lnTo>
                  <a:cubicBezTo>
                    <a:pt x="8052" y="9360"/>
                    <a:pt x="8049" y="9048"/>
                    <a:pt x="8048" y="8744"/>
                  </a:cubicBezTo>
                  <a:cubicBezTo>
                    <a:pt x="8051" y="8628"/>
                    <a:pt x="8049" y="8510"/>
                    <a:pt x="8049" y="8392"/>
                  </a:cubicBezTo>
                  <a:lnTo>
                    <a:pt x="8049" y="3801"/>
                  </a:lnTo>
                  <a:cubicBezTo>
                    <a:pt x="8049" y="3683"/>
                    <a:pt x="8051" y="3562"/>
                    <a:pt x="8051" y="3442"/>
                  </a:cubicBezTo>
                  <a:cubicBezTo>
                    <a:pt x="8052" y="3132"/>
                    <a:pt x="8055" y="2812"/>
                    <a:pt x="8045" y="2512"/>
                  </a:cubicBezTo>
                  <a:lnTo>
                    <a:pt x="5579" y="2512"/>
                  </a:lnTo>
                  <a:cubicBezTo>
                    <a:pt x="5544" y="2512"/>
                    <a:pt x="5517" y="2485"/>
                    <a:pt x="5517" y="2449"/>
                  </a:cubicBezTo>
                  <a:cubicBezTo>
                    <a:pt x="5517" y="2196"/>
                    <a:pt x="5520" y="1938"/>
                    <a:pt x="5521" y="1682"/>
                  </a:cubicBezTo>
                  <a:cubicBezTo>
                    <a:pt x="5525" y="1125"/>
                    <a:pt x="5531" y="551"/>
                    <a:pt x="55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1"/>
            <p:cNvSpPr/>
            <p:nvPr/>
          </p:nvSpPr>
          <p:spPr>
            <a:xfrm>
              <a:off x="735648" y="1499311"/>
              <a:ext cx="102617" cy="1669"/>
            </a:xfrm>
            <a:custGeom>
              <a:rect b="b" l="l" r="r" t="t"/>
              <a:pathLst>
                <a:path extrusionOk="0" h="59" w="3627">
                  <a:moveTo>
                    <a:pt x="3425" y="1"/>
                  </a:moveTo>
                  <a:cubicBezTo>
                    <a:pt x="3390" y="1"/>
                    <a:pt x="3255" y="2"/>
                    <a:pt x="3221" y="2"/>
                  </a:cubicBezTo>
                  <a:lnTo>
                    <a:pt x="30" y="2"/>
                  </a:lnTo>
                  <a:cubicBezTo>
                    <a:pt x="21" y="6"/>
                    <a:pt x="14" y="8"/>
                    <a:pt x="7" y="8"/>
                  </a:cubicBezTo>
                  <a:cubicBezTo>
                    <a:pt x="5" y="9"/>
                    <a:pt x="4" y="14"/>
                    <a:pt x="1" y="17"/>
                  </a:cubicBezTo>
                  <a:cubicBezTo>
                    <a:pt x="1" y="30"/>
                    <a:pt x="4" y="37"/>
                    <a:pt x="8" y="46"/>
                  </a:cubicBezTo>
                  <a:cubicBezTo>
                    <a:pt x="63" y="54"/>
                    <a:pt x="132" y="54"/>
                    <a:pt x="194" y="54"/>
                  </a:cubicBezTo>
                  <a:lnTo>
                    <a:pt x="3386" y="54"/>
                  </a:lnTo>
                  <a:cubicBezTo>
                    <a:pt x="3403" y="54"/>
                    <a:pt x="3428" y="57"/>
                    <a:pt x="3451" y="57"/>
                  </a:cubicBezTo>
                  <a:cubicBezTo>
                    <a:pt x="3476" y="59"/>
                    <a:pt x="3503" y="59"/>
                    <a:pt x="3529" y="59"/>
                  </a:cubicBezTo>
                  <a:cubicBezTo>
                    <a:pt x="3588" y="59"/>
                    <a:pt x="3602" y="52"/>
                    <a:pt x="3602" y="52"/>
                  </a:cubicBezTo>
                  <a:cubicBezTo>
                    <a:pt x="3607" y="47"/>
                    <a:pt x="3620" y="37"/>
                    <a:pt x="3625" y="36"/>
                  </a:cubicBezTo>
                  <a:cubicBezTo>
                    <a:pt x="3625" y="33"/>
                    <a:pt x="3627" y="33"/>
                    <a:pt x="3627" y="31"/>
                  </a:cubicBezTo>
                  <a:cubicBezTo>
                    <a:pt x="3625" y="24"/>
                    <a:pt x="3621" y="18"/>
                    <a:pt x="3617" y="11"/>
                  </a:cubicBezTo>
                  <a:cubicBezTo>
                    <a:pt x="3556" y="1"/>
                    <a:pt x="3483" y="1"/>
                    <a:pt x="34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1"/>
            <p:cNvSpPr/>
            <p:nvPr/>
          </p:nvSpPr>
          <p:spPr>
            <a:xfrm>
              <a:off x="735818" y="1480271"/>
              <a:ext cx="102532" cy="1641"/>
            </a:xfrm>
            <a:custGeom>
              <a:rect b="b" l="l" r="r" t="t"/>
              <a:pathLst>
                <a:path extrusionOk="0" h="58" w="3624">
                  <a:moveTo>
                    <a:pt x="3426" y="0"/>
                  </a:moveTo>
                  <a:cubicBezTo>
                    <a:pt x="3393" y="0"/>
                    <a:pt x="3254" y="3"/>
                    <a:pt x="3223" y="3"/>
                  </a:cubicBezTo>
                  <a:lnTo>
                    <a:pt x="31" y="3"/>
                  </a:lnTo>
                  <a:cubicBezTo>
                    <a:pt x="24" y="6"/>
                    <a:pt x="15" y="6"/>
                    <a:pt x="8" y="6"/>
                  </a:cubicBezTo>
                  <a:lnTo>
                    <a:pt x="6" y="6"/>
                  </a:lnTo>
                  <a:cubicBezTo>
                    <a:pt x="5" y="8"/>
                    <a:pt x="2" y="12"/>
                    <a:pt x="1" y="15"/>
                  </a:cubicBezTo>
                  <a:cubicBezTo>
                    <a:pt x="1" y="28"/>
                    <a:pt x="2" y="35"/>
                    <a:pt x="8" y="44"/>
                  </a:cubicBezTo>
                  <a:cubicBezTo>
                    <a:pt x="63" y="54"/>
                    <a:pt x="130" y="54"/>
                    <a:pt x="191" y="54"/>
                  </a:cubicBezTo>
                  <a:lnTo>
                    <a:pt x="3382" y="54"/>
                  </a:lnTo>
                  <a:cubicBezTo>
                    <a:pt x="3401" y="54"/>
                    <a:pt x="3425" y="56"/>
                    <a:pt x="3448" y="56"/>
                  </a:cubicBezTo>
                  <a:cubicBezTo>
                    <a:pt x="3474" y="57"/>
                    <a:pt x="3502" y="57"/>
                    <a:pt x="3526" y="57"/>
                  </a:cubicBezTo>
                  <a:cubicBezTo>
                    <a:pt x="3585" y="57"/>
                    <a:pt x="3599" y="50"/>
                    <a:pt x="3599" y="50"/>
                  </a:cubicBezTo>
                  <a:cubicBezTo>
                    <a:pt x="3605" y="46"/>
                    <a:pt x="3615" y="35"/>
                    <a:pt x="3622" y="34"/>
                  </a:cubicBezTo>
                  <a:cubicBezTo>
                    <a:pt x="3624" y="31"/>
                    <a:pt x="3624" y="31"/>
                    <a:pt x="3624" y="30"/>
                  </a:cubicBezTo>
                  <a:cubicBezTo>
                    <a:pt x="3622" y="22"/>
                    <a:pt x="3619" y="18"/>
                    <a:pt x="3614" y="9"/>
                  </a:cubicBezTo>
                  <a:cubicBezTo>
                    <a:pt x="3560" y="3"/>
                    <a:pt x="3487" y="0"/>
                    <a:pt x="34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
            <p:cNvSpPr/>
            <p:nvPr/>
          </p:nvSpPr>
          <p:spPr>
            <a:xfrm>
              <a:off x="734997" y="1569249"/>
              <a:ext cx="102617" cy="1669"/>
            </a:xfrm>
            <a:custGeom>
              <a:rect b="b" l="l" r="r" t="t"/>
              <a:pathLst>
                <a:path extrusionOk="0" h="59" w="3627">
                  <a:moveTo>
                    <a:pt x="3425" y="0"/>
                  </a:moveTo>
                  <a:cubicBezTo>
                    <a:pt x="3390" y="0"/>
                    <a:pt x="3252" y="2"/>
                    <a:pt x="3221" y="2"/>
                  </a:cubicBezTo>
                  <a:lnTo>
                    <a:pt x="30" y="2"/>
                  </a:lnTo>
                  <a:cubicBezTo>
                    <a:pt x="21" y="6"/>
                    <a:pt x="14" y="8"/>
                    <a:pt x="6" y="8"/>
                  </a:cubicBezTo>
                  <a:cubicBezTo>
                    <a:pt x="5" y="9"/>
                    <a:pt x="2" y="13"/>
                    <a:pt x="1" y="16"/>
                  </a:cubicBezTo>
                  <a:cubicBezTo>
                    <a:pt x="1" y="29"/>
                    <a:pt x="2" y="37"/>
                    <a:pt x="8" y="45"/>
                  </a:cubicBezTo>
                  <a:cubicBezTo>
                    <a:pt x="63" y="54"/>
                    <a:pt x="131" y="54"/>
                    <a:pt x="194" y="54"/>
                  </a:cubicBezTo>
                  <a:lnTo>
                    <a:pt x="3385" y="54"/>
                  </a:lnTo>
                  <a:cubicBezTo>
                    <a:pt x="3403" y="54"/>
                    <a:pt x="3426" y="57"/>
                    <a:pt x="3449" y="57"/>
                  </a:cubicBezTo>
                  <a:cubicBezTo>
                    <a:pt x="3475" y="58"/>
                    <a:pt x="3503" y="58"/>
                    <a:pt x="3528" y="58"/>
                  </a:cubicBezTo>
                  <a:cubicBezTo>
                    <a:pt x="3586" y="58"/>
                    <a:pt x="3600" y="51"/>
                    <a:pt x="3600" y="51"/>
                  </a:cubicBezTo>
                  <a:cubicBezTo>
                    <a:pt x="3606" y="47"/>
                    <a:pt x="3618" y="37"/>
                    <a:pt x="3624" y="35"/>
                  </a:cubicBezTo>
                  <a:cubicBezTo>
                    <a:pt x="3624" y="32"/>
                    <a:pt x="3627" y="32"/>
                    <a:pt x="3627" y="31"/>
                  </a:cubicBezTo>
                  <a:cubicBezTo>
                    <a:pt x="3624" y="24"/>
                    <a:pt x="3621" y="18"/>
                    <a:pt x="3615" y="10"/>
                  </a:cubicBezTo>
                  <a:cubicBezTo>
                    <a:pt x="3555" y="2"/>
                    <a:pt x="3483" y="0"/>
                    <a:pt x="34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
            <p:cNvSpPr/>
            <p:nvPr/>
          </p:nvSpPr>
          <p:spPr>
            <a:xfrm>
              <a:off x="665485" y="1342519"/>
              <a:ext cx="102617" cy="18956"/>
            </a:xfrm>
            <a:custGeom>
              <a:rect b="b" l="l" r="r" t="t"/>
              <a:pathLst>
                <a:path extrusionOk="0" h="670" w="3627">
                  <a:moveTo>
                    <a:pt x="2710" y="0"/>
                  </a:moveTo>
                  <a:cubicBezTo>
                    <a:pt x="2682" y="0"/>
                    <a:pt x="2664" y="45"/>
                    <a:pt x="2695" y="67"/>
                  </a:cubicBezTo>
                  <a:cubicBezTo>
                    <a:pt x="2836" y="169"/>
                    <a:pt x="2978" y="271"/>
                    <a:pt x="3121" y="373"/>
                  </a:cubicBezTo>
                  <a:cubicBezTo>
                    <a:pt x="3174" y="410"/>
                    <a:pt x="3227" y="450"/>
                    <a:pt x="3279" y="490"/>
                  </a:cubicBezTo>
                  <a:lnTo>
                    <a:pt x="30" y="490"/>
                  </a:lnTo>
                  <a:cubicBezTo>
                    <a:pt x="21" y="493"/>
                    <a:pt x="14" y="496"/>
                    <a:pt x="6" y="496"/>
                  </a:cubicBezTo>
                  <a:cubicBezTo>
                    <a:pt x="5" y="498"/>
                    <a:pt x="2" y="501"/>
                    <a:pt x="0" y="505"/>
                  </a:cubicBezTo>
                  <a:cubicBezTo>
                    <a:pt x="0" y="518"/>
                    <a:pt x="2" y="525"/>
                    <a:pt x="8" y="534"/>
                  </a:cubicBezTo>
                  <a:cubicBezTo>
                    <a:pt x="63" y="543"/>
                    <a:pt x="130" y="543"/>
                    <a:pt x="191" y="543"/>
                  </a:cubicBezTo>
                  <a:lnTo>
                    <a:pt x="3350" y="543"/>
                  </a:lnTo>
                  <a:cubicBezTo>
                    <a:pt x="3416" y="591"/>
                    <a:pt x="3483" y="634"/>
                    <a:pt x="3554" y="666"/>
                  </a:cubicBezTo>
                  <a:cubicBezTo>
                    <a:pt x="3558" y="669"/>
                    <a:pt x="3563" y="670"/>
                    <a:pt x="3568" y="670"/>
                  </a:cubicBezTo>
                  <a:cubicBezTo>
                    <a:pt x="3594" y="670"/>
                    <a:pt x="3615" y="639"/>
                    <a:pt x="3592" y="615"/>
                  </a:cubicBezTo>
                  <a:cubicBezTo>
                    <a:pt x="3568" y="592"/>
                    <a:pt x="3541" y="569"/>
                    <a:pt x="3516" y="547"/>
                  </a:cubicBezTo>
                  <a:lnTo>
                    <a:pt x="3528" y="547"/>
                  </a:lnTo>
                  <a:cubicBezTo>
                    <a:pt x="3533" y="547"/>
                    <a:pt x="3538" y="547"/>
                    <a:pt x="3542" y="547"/>
                  </a:cubicBezTo>
                  <a:cubicBezTo>
                    <a:pt x="3588" y="547"/>
                    <a:pt x="3600" y="541"/>
                    <a:pt x="3600" y="540"/>
                  </a:cubicBezTo>
                  <a:cubicBezTo>
                    <a:pt x="3606" y="535"/>
                    <a:pt x="3618" y="525"/>
                    <a:pt x="3625" y="522"/>
                  </a:cubicBezTo>
                  <a:cubicBezTo>
                    <a:pt x="3625" y="521"/>
                    <a:pt x="3627" y="521"/>
                    <a:pt x="3627" y="519"/>
                  </a:cubicBezTo>
                  <a:cubicBezTo>
                    <a:pt x="3625" y="512"/>
                    <a:pt x="3621" y="506"/>
                    <a:pt x="3615" y="499"/>
                  </a:cubicBezTo>
                  <a:cubicBezTo>
                    <a:pt x="3560" y="490"/>
                    <a:pt x="3494" y="489"/>
                    <a:pt x="3438" y="489"/>
                  </a:cubicBezTo>
                  <a:cubicBezTo>
                    <a:pt x="3356" y="431"/>
                    <a:pt x="3269" y="377"/>
                    <a:pt x="3186" y="322"/>
                  </a:cubicBezTo>
                  <a:cubicBezTo>
                    <a:pt x="3033" y="216"/>
                    <a:pt x="2881" y="111"/>
                    <a:pt x="2728" y="6"/>
                  </a:cubicBezTo>
                  <a:cubicBezTo>
                    <a:pt x="2722" y="2"/>
                    <a:pt x="2716" y="0"/>
                    <a:pt x="27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
            <p:cNvSpPr/>
            <p:nvPr/>
          </p:nvSpPr>
          <p:spPr>
            <a:xfrm>
              <a:off x="665287" y="1378166"/>
              <a:ext cx="102532" cy="1698"/>
            </a:xfrm>
            <a:custGeom>
              <a:rect b="b" l="l" r="r" t="t"/>
              <a:pathLst>
                <a:path extrusionOk="0" h="60" w="3624">
                  <a:moveTo>
                    <a:pt x="3423" y="1"/>
                  </a:moveTo>
                  <a:cubicBezTo>
                    <a:pt x="3388" y="1"/>
                    <a:pt x="3250" y="2"/>
                    <a:pt x="3219" y="2"/>
                  </a:cubicBezTo>
                  <a:lnTo>
                    <a:pt x="29" y="2"/>
                  </a:lnTo>
                  <a:cubicBezTo>
                    <a:pt x="21" y="7"/>
                    <a:pt x="13" y="8"/>
                    <a:pt x="6" y="8"/>
                  </a:cubicBezTo>
                  <a:cubicBezTo>
                    <a:pt x="5" y="10"/>
                    <a:pt x="2" y="14"/>
                    <a:pt x="0" y="17"/>
                  </a:cubicBezTo>
                  <a:cubicBezTo>
                    <a:pt x="0" y="30"/>
                    <a:pt x="2" y="37"/>
                    <a:pt x="7" y="46"/>
                  </a:cubicBezTo>
                  <a:cubicBezTo>
                    <a:pt x="63" y="55"/>
                    <a:pt x="130" y="55"/>
                    <a:pt x="191" y="55"/>
                  </a:cubicBezTo>
                  <a:lnTo>
                    <a:pt x="3382" y="55"/>
                  </a:lnTo>
                  <a:cubicBezTo>
                    <a:pt x="3401" y="55"/>
                    <a:pt x="3424" y="58"/>
                    <a:pt x="3447" y="58"/>
                  </a:cubicBezTo>
                  <a:cubicBezTo>
                    <a:pt x="3474" y="59"/>
                    <a:pt x="3501" y="59"/>
                    <a:pt x="3526" y="59"/>
                  </a:cubicBezTo>
                  <a:cubicBezTo>
                    <a:pt x="3584" y="59"/>
                    <a:pt x="3599" y="52"/>
                    <a:pt x="3599" y="52"/>
                  </a:cubicBezTo>
                  <a:cubicBezTo>
                    <a:pt x="3604" y="47"/>
                    <a:pt x="3616" y="37"/>
                    <a:pt x="3622" y="36"/>
                  </a:cubicBezTo>
                  <a:cubicBezTo>
                    <a:pt x="3622" y="33"/>
                    <a:pt x="3623" y="33"/>
                    <a:pt x="3623" y="31"/>
                  </a:cubicBezTo>
                  <a:cubicBezTo>
                    <a:pt x="3622" y="24"/>
                    <a:pt x="3619" y="18"/>
                    <a:pt x="3613" y="11"/>
                  </a:cubicBezTo>
                  <a:cubicBezTo>
                    <a:pt x="3554" y="1"/>
                    <a:pt x="3481" y="1"/>
                    <a:pt x="34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
            <p:cNvSpPr/>
            <p:nvPr/>
          </p:nvSpPr>
          <p:spPr>
            <a:xfrm>
              <a:off x="735167" y="1544974"/>
              <a:ext cx="102532" cy="1584"/>
            </a:xfrm>
            <a:custGeom>
              <a:rect b="b" l="l" r="r" t="t"/>
              <a:pathLst>
                <a:path extrusionOk="0" h="56" w="3624">
                  <a:moveTo>
                    <a:pt x="3426" y="0"/>
                  </a:moveTo>
                  <a:cubicBezTo>
                    <a:pt x="3391" y="0"/>
                    <a:pt x="3253" y="2"/>
                    <a:pt x="3222" y="2"/>
                  </a:cubicBezTo>
                  <a:lnTo>
                    <a:pt x="31" y="2"/>
                  </a:lnTo>
                  <a:cubicBezTo>
                    <a:pt x="24" y="5"/>
                    <a:pt x="15" y="5"/>
                    <a:pt x="8" y="5"/>
                  </a:cubicBezTo>
                  <a:lnTo>
                    <a:pt x="6" y="5"/>
                  </a:lnTo>
                  <a:cubicBezTo>
                    <a:pt x="3" y="8"/>
                    <a:pt x="2" y="11"/>
                    <a:pt x="0" y="15"/>
                  </a:cubicBezTo>
                  <a:cubicBezTo>
                    <a:pt x="0" y="27"/>
                    <a:pt x="2" y="34"/>
                    <a:pt x="8" y="44"/>
                  </a:cubicBezTo>
                  <a:cubicBezTo>
                    <a:pt x="61" y="53"/>
                    <a:pt x="130" y="53"/>
                    <a:pt x="191" y="53"/>
                  </a:cubicBezTo>
                  <a:lnTo>
                    <a:pt x="3382" y="53"/>
                  </a:lnTo>
                  <a:cubicBezTo>
                    <a:pt x="3401" y="53"/>
                    <a:pt x="3424" y="54"/>
                    <a:pt x="3448" y="54"/>
                  </a:cubicBezTo>
                  <a:cubicBezTo>
                    <a:pt x="3474" y="56"/>
                    <a:pt x="3500" y="56"/>
                    <a:pt x="3526" y="56"/>
                  </a:cubicBezTo>
                  <a:cubicBezTo>
                    <a:pt x="3584" y="56"/>
                    <a:pt x="3599" y="48"/>
                    <a:pt x="3599" y="48"/>
                  </a:cubicBezTo>
                  <a:cubicBezTo>
                    <a:pt x="3603" y="46"/>
                    <a:pt x="3615" y="34"/>
                    <a:pt x="3622" y="32"/>
                  </a:cubicBezTo>
                  <a:cubicBezTo>
                    <a:pt x="3624" y="31"/>
                    <a:pt x="3624" y="31"/>
                    <a:pt x="3624" y="30"/>
                  </a:cubicBezTo>
                  <a:cubicBezTo>
                    <a:pt x="3622" y="22"/>
                    <a:pt x="3618" y="16"/>
                    <a:pt x="3615" y="9"/>
                  </a:cubicBezTo>
                  <a:cubicBezTo>
                    <a:pt x="3558" y="2"/>
                    <a:pt x="3485" y="0"/>
                    <a:pt x="34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
            <p:cNvSpPr/>
            <p:nvPr/>
          </p:nvSpPr>
          <p:spPr>
            <a:xfrm>
              <a:off x="752651" y="1343481"/>
              <a:ext cx="20257" cy="12590"/>
            </a:xfrm>
            <a:custGeom>
              <a:rect b="b" l="l" r="r" t="t"/>
              <a:pathLst>
                <a:path extrusionOk="0" h="445" w="716">
                  <a:moveTo>
                    <a:pt x="64" y="1"/>
                  </a:moveTo>
                  <a:cubicBezTo>
                    <a:pt x="25" y="1"/>
                    <a:pt x="0" y="59"/>
                    <a:pt x="40" y="83"/>
                  </a:cubicBezTo>
                  <a:lnTo>
                    <a:pt x="628" y="437"/>
                  </a:lnTo>
                  <a:cubicBezTo>
                    <a:pt x="637" y="443"/>
                    <a:pt x="645" y="445"/>
                    <a:pt x="652" y="445"/>
                  </a:cubicBezTo>
                  <a:cubicBezTo>
                    <a:pt x="690" y="445"/>
                    <a:pt x="715" y="386"/>
                    <a:pt x="675" y="362"/>
                  </a:cubicBezTo>
                  <a:lnTo>
                    <a:pt x="86" y="7"/>
                  </a:lnTo>
                  <a:cubicBezTo>
                    <a:pt x="78" y="3"/>
                    <a:pt x="71"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
            <p:cNvSpPr/>
            <p:nvPr/>
          </p:nvSpPr>
          <p:spPr>
            <a:xfrm>
              <a:off x="762638" y="1338671"/>
              <a:ext cx="16693" cy="11317"/>
            </a:xfrm>
            <a:custGeom>
              <a:rect b="b" l="l" r="r" t="t"/>
              <a:pathLst>
                <a:path extrusionOk="0" h="400" w="590">
                  <a:moveTo>
                    <a:pt x="68" y="0"/>
                  </a:moveTo>
                  <a:cubicBezTo>
                    <a:pt x="28" y="0"/>
                    <a:pt x="1" y="64"/>
                    <a:pt x="46" y="94"/>
                  </a:cubicBezTo>
                  <a:lnTo>
                    <a:pt x="296" y="263"/>
                  </a:lnTo>
                  <a:cubicBezTo>
                    <a:pt x="370" y="314"/>
                    <a:pt x="446" y="378"/>
                    <a:pt x="534" y="400"/>
                  </a:cubicBezTo>
                  <a:cubicBezTo>
                    <a:pt x="536" y="400"/>
                    <a:pt x="537" y="400"/>
                    <a:pt x="539" y="400"/>
                  </a:cubicBezTo>
                  <a:cubicBezTo>
                    <a:pt x="562" y="400"/>
                    <a:pt x="590" y="372"/>
                    <a:pt x="571" y="349"/>
                  </a:cubicBezTo>
                  <a:cubicBezTo>
                    <a:pt x="515" y="276"/>
                    <a:pt x="434" y="234"/>
                    <a:pt x="360" y="184"/>
                  </a:cubicBezTo>
                  <a:cubicBezTo>
                    <a:pt x="271" y="126"/>
                    <a:pt x="181" y="67"/>
                    <a:pt x="94" y="8"/>
                  </a:cubicBezTo>
                  <a:cubicBezTo>
                    <a:pt x="85" y="3"/>
                    <a:pt x="76"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1"/>
            <p:cNvSpPr/>
            <p:nvPr/>
          </p:nvSpPr>
          <p:spPr>
            <a:xfrm>
              <a:off x="808810" y="1417746"/>
              <a:ext cx="19013" cy="13128"/>
            </a:xfrm>
            <a:custGeom>
              <a:rect b="b" l="l" r="r" t="t"/>
              <a:pathLst>
                <a:path extrusionOk="0" h="464" w="672">
                  <a:moveTo>
                    <a:pt x="36" y="1"/>
                  </a:moveTo>
                  <a:cubicBezTo>
                    <a:pt x="13" y="1"/>
                    <a:pt x="0" y="36"/>
                    <a:pt x="23" y="51"/>
                  </a:cubicBezTo>
                  <a:cubicBezTo>
                    <a:pt x="123" y="129"/>
                    <a:pt x="222" y="207"/>
                    <a:pt x="324" y="280"/>
                  </a:cubicBezTo>
                  <a:cubicBezTo>
                    <a:pt x="416" y="345"/>
                    <a:pt x="510" y="421"/>
                    <a:pt x="613" y="461"/>
                  </a:cubicBezTo>
                  <a:cubicBezTo>
                    <a:pt x="618" y="463"/>
                    <a:pt x="622" y="464"/>
                    <a:pt x="626" y="464"/>
                  </a:cubicBezTo>
                  <a:cubicBezTo>
                    <a:pt x="657" y="464"/>
                    <a:pt x="672" y="419"/>
                    <a:pt x="650" y="399"/>
                  </a:cubicBezTo>
                  <a:cubicBezTo>
                    <a:pt x="574" y="318"/>
                    <a:pt x="465" y="259"/>
                    <a:pt x="372" y="200"/>
                  </a:cubicBezTo>
                  <a:cubicBezTo>
                    <a:pt x="267" y="131"/>
                    <a:pt x="158" y="69"/>
                    <a:pt x="51" y="5"/>
                  </a:cubicBezTo>
                  <a:cubicBezTo>
                    <a:pt x="46" y="2"/>
                    <a:pt x="41" y="1"/>
                    <a:pt x="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
            <p:cNvSpPr/>
            <p:nvPr/>
          </p:nvSpPr>
          <p:spPr>
            <a:xfrm>
              <a:off x="823635" y="1416954"/>
              <a:ext cx="19975" cy="10044"/>
            </a:xfrm>
            <a:custGeom>
              <a:rect b="b" l="l" r="r" t="t"/>
              <a:pathLst>
                <a:path extrusionOk="0" h="355" w="706">
                  <a:moveTo>
                    <a:pt x="75" y="1"/>
                  </a:moveTo>
                  <a:cubicBezTo>
                    <a:pt x="31" y="1"/>
                    <a:pt x="1" y="64"/>
                    <a:pt x="49" y="85"/>
                  </a:cubicBezTo>
                  <a:cubicBezTo>
                    <a:pt x="161" y="138"/>
                    <a:pt x="271" y="193"/>
                    <a:pt x="385" y="245"/>
                  </a:cubicBezTo>
                  <a:cubicBezTo>
                    <a:pt x="473" y="287"/>
                    <a:pt x="562" y="348"/>
                    <a:pt x="662" y="354"/>
                  </a:cubicBezTo>
                  <a:cubicBezTo>
                    <a:pt x="663" y="354"/>
                    <a:pt x="663" y="354"/>
                    <a:pt x="664" y="354"/>
                  </a:cubicBezTo>
                  <a:cubicBezTo>
                    <a:pt x="693" y="354"/>
                    <a:pt x="706" y="316"/>
                    <a:pt x="686" y="296"/>
                  </a:cubicBezTo>
                  <a:cubicBezTo>
                    <a:pt x="617" y="222"/>
                    <a:pt x="504" y="191"/>
                    <a:pt x="414" y="151"/>
                  </a:cubicBezTo>
                  <a:cubicBezTo>
                    <a:pt x="308" y="101"/>
                    <a:pt x="201" y="55"/>
                    <a:pt x="95" y="5"/>
                  </a:cubicBezTo>
                  <a:cubicBezTo>
                    <a:pt x="88" y="2"/>
                    <a:pt x="81" y="1"/>
                    <a:pt x="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1"/>
            <p:cNvSpPr/>
            <p:nvPr/>
          </p:nvSpPr>
          <p:spPr>
            <a:xfrm>
              <a:off x="1074554" y="1405892"/>
              <a:ext cx="495119" cy="174734"/>
            </a:xfrm>
            <a:custGeom>
              <a:rect b="b" l="l" r="r" t="t"/>
              <a:pathLst>
                <a:path extrusionOk="0" h="6176" w="17500">
                  <a:moveTo>
                    <a:pt x="17209" y="5987"/>
                  </a:moveTo>
                  <a:lnTo>
                    <a:pt x="1" y="5987"/>
                  </a:lnTo>
                  <a:lnTo>
                    <a:pt x="1" y="6176"/>
                  </a:lnTo>
                  <a:cubicBezTo>
                    <a:pt x="118" y="6173"/>
                    <a:pt x="239" y="6173"/>
                    <a:pt x="358" y="6173"/>
                  </a:cubicBezTo>
                  <a:lnTo>
                    <a:pt x="17433" y="6173"/>
                  </a:lnTo>
                  <a:cubicBezTo>
                    <a:pt x="17455" y="6173"/>
                    <a:pt x="17476" y="6173"/>
                    <a:pt x="17500" y="6176"/>
                  </a:cubicBezTo>
                  <a:lnTo>
                    <a:pt x="17500" y="5979"/>
                  </a:lnTo>
                  <a:cubicBezTo>
                    <a:pt x="17401" y="5981"/>
                    <a:pt x="17299" y="5987"/>
                    <a:pt x="17209" y="5987"/>
                  </a:cubicBezTo>
                  <a:close/>
                  <a:moveTo>
                    <a:pt x="17209" y="4890"/>
                  </a:moveTo>
                  <a:lnTo>
                    <a:pt x="1" y="4890"/>
                  </a:lnTo>
                  <a:lnTo>
                    <a:pt x="1" y="5078"/>
                  </a:lnTo>
                  <a:cubicBezTo>
                    <a:pt x="118" y="5076"/>
                    <a:pt x="239" y="5076"/>
                    <a:pt x="358" y="5076"/>
                  </a:cubicBezTo>
                  <a:lnTo>
                    <a:pt x="17433" y="5076"/>
                  </a:lnTo>
                  <a:cubicBezTo>
                    <a:pt x="17455" y="5076"/>
                    <a:pt x="17476" y="5076"/>
                    <a:pt x="17500" y="5078"/>
                  </a:cubicBezTo>
                  <a:lnTo>
                    <a:pt x="17500" y="4883"/>
                  </a:lnTo>
                  <a:cubicBezTo>
                    <a:pt x="17401" y="4886"/>
                    <a:pt x="17299" y="4890"/>
                    <a:pt x="17209" y="4890"/>
                  </a:cubicBezTo>
                  <a:close/>
                  <a:moveTo>
                    <a:pt x="17209" y="3638"/>
                  </a:moveTo>
                  <a:lnTo>
                    <a:pt x="1" y="3638"/>
                  </a:lnTo>
                  <a:lnTo>
                    <a:pt x="1" y="3826"/>
                  </a:lnTo>
                  <a:cubicBezTo>
                    <a:pt x="118" y="3825"/>
                    <a:pt x="239" y="3825"/>
                    <a:pt x="358" y="3825"/>
                  </a:cubicBezTo>
                  <a:lnTo>
                    <a:pt x="17433" y="3825"/>
                  </a:lnTo>
                  <a:cubicBezTo>
                    <a:pt x="17455" y="3825"/>
                    <a:pt x="17476" y="3825"/>
                    <a:pt x="17500" y="3826"/>
                  </a:cubicBezTo>
                  <a:lnTo>
                    <a:pt x="17500" y="3631"/>
                  </a:lnTo>
                  <a:cubicBezTo>
                    <a:pt x="17401" y="3633"/>
                    <a:pt x="17299" y="3638"/>
                    <a:pt x="17209" y="3638"/>
                  </a:cubicBezTo>
                  <a:close/>
                  <a:moveTo>
                    <a:pt x="17209" y="2474"/>
                  </a:moveTo>
                  <a:lnTo>
                    <a:pt x="1" y="2474"/>
                  </a:lnTo>
                  <a:lnTo>
                    <a:pt x="1" y="2661"/>
                  </a:lnTo>
                  <a:cubicBezTo>
                    <a:pt x="118" y="2659"/>
                    <a:pt x="239" y="2659"/>
                    <a:pt x="358" y="2659"/>
                  </a:cubicBezTo>
                  <a:lnTo>
                    <a:pt x="17433" y="2659"/>
                  </a:lnTo>
                  <a:cubicBezTo>
                    <a:pt x="17455" y="2659"/>
                    <a:pt x="17476" y="2659"/>
                    <a:pt x="17500" y="2661"/>
                  </a:cubicBezTo>
                  <a:lnTo>
                    <a:pt x="17500" y="2467"/>
                  </a:lnTo>
                  <a:cubicBezTo>
                    <a:pt x="17401" y="2467"/>
                    <a:pt x="17299" y="2474"/>
                    <a:pt x="17209" y="2474"/>
                  </a:cubicBezTo>
                  <a:close/>
                  <a:moveTo>
                    <a:pt x="17209" y="1299"/>
                  </a:moveTo>
                  <a:lnTo>
                    <a:pt x="1" y="1299"/>
                  </a:lnTo>
                  <a:lnTo>
                    <a:pt x="1" y="1487"/>
                  </a:lnTo>
                  <a:cubicBezTo>
                    <a:pt x="118" y="1485"/>
                    <a:pt x="239" y="1485"/>
                    <a:pt x="358" y="1485"/>
                  </a:cubicBezTo>
                  <a:lnTo>
                    <a:pt x="17433" y="1485"/>
                  </a:lnTo>
                  <a:cubicBezTo>
                    <a:pt x="17455" y="1485"/>
                    <a:pt x="17476" y="1485"/>
                    <a:pt x="17500" y="1487"/>
                  </a:cubicBezTo>
                  <a:lnTo>
                    <a:pt x="17500" y="1292"/>
                  </a:lnTo>
                  <a:cubicBezTo>
                    <a:pt x="17401" y="1292"/>
                    <a:pt x="17299" y="1299"/>
                    <a:pt x="17209" y="1299"/>
                  </a:cubicBezTo>
                  <a:close/>
                  <a:moveTo>
                    <a:pt x="17209" y="8"/>
                  </a:moveTo>
                  <a:lnTo>
                    <a:pt x="1" y="8"/>
                  </a:lnTo>
                  <a:lnTo>
                    <a:pt x="1" y="197"/>
                  </a:lnTo>
                  <a:cubicBezTo>
                    <a:pt x="118" y="194"/>
                    <a:pt x="239" y="194"/>
                    <a:pt x="358" y="194"/>
                  </a:cubicBezTo>
                  <a:lnTo>
                    <a:pt x="17433" y="194"/>
                  </a:lnTo>
                  <a:cubicBezTo>
                    <a:pt x="17455" y="194"/>
                    <a:pt x="17476" y="194"/>
                    <a:pt x="17500" y="197"/>
                  </a:cubicBezTo>
                  <a:lnTo>
                    <a:pt x="17500" y="1"/>
                  </a:lnTo>
                  <a:cubicBezTo>
                    <a:pt x="17401" y="2"/>
                    <a:pt x="17299" y="8"/>
                    <a:pt x="17209"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
            <p:cNvSpPr/>
            <p:nvPr/>
          </p:nvSpPr>
          <p:spPr>
            <a:xfrm>
              <a:off x="1525100" y="1209208"/>
              <a:ext cx="173886" cy="121035"/>
            </a:xfrm>
            <a:custGeom>
              <a:rect b="b" l="l" r="r" t="t"/>
              <a:pathLst>
                <a:path extrusionOk="0" h="4278" w="6146">
                  <a:moveTo>
                    <a:pt x="1252" y="0"/>
                  </a:moveTo>
                  <a:cubicBezTo>
                    <a:pt x="1187" y="45"/>
                    <a:pt x="1121" y="93"/>
                    <a:pt x="1056" y="140"/>
                  </a:cubicBezTo>
                  <a:cubicBezTo>
                    <a:pt x="1056" y="160"/>
                    <a:pt x="1056" y="176"/>
                    <a:pt x="1053" y="197"/>
                  </a:cubicBezTo>
                  <a:cubicBezTo>
                    <a:pt x="1050" y="239"/>
                    <a:pt x="1048" y="281"/>
                    <a:pt x="1045" y="322"/>
                  </a:cubicBezTo>
                  <a:cubicBezTo>
                    <a:pt x="1044" y="326"/>
                    <a:pt x="1044" y="326"/>
                    <a:pt x="1044" y="329"/>
                  </a:cubicBezTo>
                  <a:lnTo>
                    <a:pt x="1045" y="329"/>
                  </a:lnTo>
                  <a:cubicBezTo>
                    <a:pt x="1117" y="278"/>
                    <a:pt x="1188" y="230"/>
                    <a:pt x="1259" y="181"/>
                  </a:cubicBezTo>
                  <a:cubicBezTo>
                    <a:pt x="1261" y="150"/>
                    <a:pt x="1259" y="118"/>
                    <a:pt x="1258" y="90"/>
                  </a:cubicBezTo>
                  <a:cubicBezTo>
                    <a:pt x="1255" y="63"/>
                    <a:pt x="1253" y="37"/>
                    <a:pt x="1252" y="9"/>
                  </a:cubicBezTo>
                  <a:lnTo>
                    <a:pt x="1252" y="0"/>
                  </a:lnTo>
                  <a:close/>
                  <a:moveTo>
                    <a:pt x="89" y="835"/>
                  </a:moveTo>
                  <a:cubicBezTo>
                    <a:pt x="61" y="849"/>
                    <a:pt x="34" y="864"/>
                    <a:pt x="12" y="884"/>
                  </a:cubicBezTo>
                  <a:cubicBezTo>
                    <a:pt x="7" y="887"/>
                    <a:pt x="2" y="894"/>
                    <a:pt x="0" y="900"/>
                  </a:cubicBezTo>
                  <a:cubicBezTo>
                    <a:pt x="80" y="922"/>
                    <a:pt x="162" y="945"/>
                    <a:pt x="244" y="966"/>
                  </a:cubicBezTo>
                  <a:cubicBezTo>
                    <a:pt x="243" y="963"/>
                    <a:pt x="241" y="963"/>
                    <a:pt x="241" y="958"/>
                  </a:cubicBezTo>
                  <a:cubicBezTo>
                    <a:pt x="236" y="947"/>
                    <a:pt x="234" y="932"/>
                    <a:pt x="237" y="922"/>
                  </a:cubicBezTo>
                  <a:cubicBezTo>
                    <a:pt x="241" y="909"/>
                    <a:pt x="250" y="899"/>
                    <a:pt x="262" y="893"/>
                  </a:cubicBezTo>
                  <a:cubicBezTo>
                    <a:pt x="273" y="886"/>
                    <a:pt x="288" y="880"/>
                    <a:pt x="301" y="871"/>
                  </a:cubicBezTo>
                  <a:cubicBezTo>
                    <a:pt x="228" y="857"/>
                    <a:pt x="157" y="845"/>
                    <a:pt x="89" y="835"/>
                  </a:cubicBezTo>
                  <a:close/>
                  <a:moveTo>
                    <a:pt x="724" y="1562"/>
                  </a:moveTo>
                  <a:cubicBezTo>
                    <a:pt x="724" y="1565"/>
                    <a:pt x="723" y="1565"/>
                    <a:pt x="721" y="1569"/>
                  </a:cubicBezTo>
                  <a:cubicBezTo>
                    <a:pt x="708" y="1597"/>
                    <a:pt x="692" y="1620"/>
                    <a:pt x="672" y="1646"/>
                  </a:cubicBezTo>
                  <a:lnTo>
                    <a:pt x="672" y="1648"/>
                  </a:lnTo>
                  <a:cubicBezTo>
                    <a:pt x="666" y="1656"/>
                    <a:pt x="659" y="1664"/>
                    <a:pt x="650" y="1672"/>
                  </a:cubicBezTo>
                  <a:cubicBezTo>
                    <a:pt x="641" y="1684"/>
                    <a:pt x="633" y="1691"/>
                    <a:pt x="622" y="1700"/>
                  </a:cubicBezTo>
                  <a:lnTo>
                    <a:pt x="621" y="1700"/>
                  </a:lnTo>
                  <a:cubicBezTo>
                    <a:pt x="618" y="1703"/>
                    <a:pt x="612" y="1707"/>
                    <a:pt x="608" y="1712"/>
                  </a:cubicBezTo>
                  <a:cubicBezTo>
                    <a:pt x="599" y="1719"/>
                    <a:pt x="590" y="1723"/>
                    <a:pt x="582" y="1729"/>
                  </a:cubicBezTo>
                  <a:lnTo>
                    <a:pt x="583" y="1730"/>
                  </a:lnTo>
                  <a:cubicBezTo>
                    <a:pt x="635" y="1793"/>
                    <a:pt x="694" y="1857"/>
                    <a:pt x="753" y="1914"/>
                  </a:cubicBezTo>
                  <a:cubicBezTo>
                    <a:pt x="765" y="1906"/>
                    <a:pt x="774" y="1898"/>
                    <a:pt x="785" y="1887"/>
                  </a:cubicBezTo>
                  <a:cubicBezTo>
                    <a:pt x="801" y="1870"/>
                    <a:pt x="819" y="1853"/>
                    <a:pt x="836" y="1832"/>
                  </a:cubicBezTo>
                  <a:cubicBezTo>
                    <a:pt x="851" y="1812"/>
                    <a:pt x="862" y="1794"/>
                    <a:pt x="877" y="1773"/>
                  </a:cubicBezTo>
                  <a:cubicBezTo>
                    <a:pt x="881" y="1765"/>
                    <a:pt x="888" y="1758"/>
                    <a:pt x="891" y="1749"/>
                  </a:cubicBezTo>
                  <a:cubicBezTo>
                    <a:pt x="836" y="1687"/>
                    <a:pt x="779" y="1627"/>
                    <a:pt x="724" y="1562"/>
                  </a:cubicBezTo>
                  <a:close/>
                  <a:moveTo>
                    <a:pt x="954" y="2101"/>
                  </a:moveTo>
                  <a:lnTo>
                    <a:pt x="954" y="2101"/>
                  </a:lnTo>
                  <a:cubicBezTo>
                    <a:pt x="995" y="2138"/>
                    <a:pt x="1038" y="2172"/>
                    <a:pt x="1085" y="2207"/>
                  </a:cubicBezTo>
                  <a:lnTo>
                    <a:pt x="1249" y="2373"/>
                  </a:lnTo>
                  <a:cubicBezTo>
                    <a:pt x="1264" y="2385"/>
                    <a:pt x="1278" y="2393"/>
                    <a:pt x="1293" y="2409"/>
                  </a:cubicBezTo>
                  <a:cubicBezTo>
                    <a:pt x="1357" y="2457"/>
                    <a:pt x="1419" y="2508"/>
                    <a:pt x="1480" y="2559"/>
                  </a:cubicBezTo>
                  <a:cubicBezTo>
                    <a:pt x="1573" y="2638"/>
                    <a:pt x="1671" y="2718"/>
                    <a:pt x="1771" y="2789"/>
                  </a:cubicBezTo>
                  <a:cubicBezTo>
                    <a:pt x="2306" y="3163"/>
                    <a:pt x="2925" y="3488"/>
                    <a:pt x="3783" y="3842"/>
                  </a:cubicBezTo>
                  <a:cubicBezTo>
                    <a:pt x="3927" y="3901"/>
                    <a:pt x="4075" y="3936"/>
                    <a:pt x="4230" y="3974"/>
                  </a:cubicBezTo>
                  <a:cubicBezTo>
                    <a:pt x="4334" y="3997"/>
                    <a:pt x="4439" y="4020"/>
                    <a:pt x="4548" y="4055"/>
                  </a:cubicBezTo>
                  <a:cubicBezTo>
                    <a:pt x="4656" y="4089"/>
                    <a:pt x="4778" y="4112"/>
                    <a:pt x="4897" y="4135"/>
                  </a:cubicBezTo>
                  <a:cubicBezTo>
                    <a:pt x="4988" y="4154"/>
                    <a:pt x="5077" y="4172"/>
                    <a:pt x="5159" y="4192"/>
                  </a:cubicBezTo>
                  <a:lnTo>
                    <a:pt x="5494" y="4224"/>
                  </a:lnTo>
                  <a:cubicBezTo>
                    <a:pt x="5644" y="4259"/>
                    <a:pt x="5846" y="4278"/>
                    <a:pt x="6053" y="4278"/>
                  </a:cubicBezTo>
                  <a:lnTo>
                    <a:pt x="6080" y="4278"/>
                  </a:lnTo>
                  <a:lnTo>
                    <a:pt x="6133" y="3277"/>
                  </a:lnTo>
                  <a:lnTo>
                    <a:pt x="6146" y="3030"/>
                  </a:lnTo>
                  <a:cubicBezTo>
                    <a:pt x="6095" y="3020"/>
                    <a:pt x="6045" y="3010"/>
                    <a:pt x="5993" y="3003"/>
                  </a:cubicBezTo>
                  <a:lnTo>
                    <a:pt x="5983" y="3248"/>
                  </a:lnTo>
                  <a:lnTo>
                    <a:pt x="5947" y="4006"/>
                  </a:lnTo>
                  <a:cubicBezTo>
                    <a:pt x="5947" y="4032"/>
                    <a:pt x="5926" y="4049"/>
                    <a:pt x="5900" y="4049"/>
                  </a:cubicBezTo>
                  <a:lnTo>
                    <a:pt x="5899" y="4049"/>
                  </a:lnTo>
                  <a:cubicBezTo>
                    <a:pt x="5333" y="4041"/>
                    <a:pt x="4849" y="3926"/>
                    <a:pt x="4539" y="3834"/>
                  </a:cubicBezTo>
                  <a:cubicBezTo>
                    <a:pt x="4445" y="3807"/>
                    <a:pt x="4350" y="3783"/>
                    <a:pt x="4260" y="3762"/>
                  </a:cubicBezTo>
                  <a:cubicBezTo>
                    <a:pt x="4109" y="3725"/>
                    <a:pt x="3965" y="3689"/>
                    <a:pt x="3820" y="3628"/>
                  </a:cubicBezTo>
                  <a:cubicBezTo>
                    <a:pt x="3080" y="3327"/>
                    <a:pt x="2489" y="3020"/>
                    <a:pt x="1972" y="2668"/>
                  </a:cubicBezTo>
                  <a:cubicBezTo>
                    <a:pt x="1931" y="2641"/>
                    <a:pt x="1893" y="2616"/>
                    <a:pt x="1855" y="2588"/>
                  </a:cubicBezTo>
                  <a:cubicBezTo>
                    <a:pt x="1756" y="2520"/>
                    <a:pt x="1665" y="2440"/>
                    <a:pt x="1573" y="2361"/>
                  </a:cubicBezTo>
                  <a:cubicBezTo>
                    <a:pt x="1512" y="2309"/>
                    <a:pt x="1451" y="2260"/>
                    <a:pt x="1384" y="2204"/>
                  </a:cubicBezTo>
                  <a:lnTo>
                    <a:pt x="1383" y="2203"/>
                  </a:lnTo>
                  <a:cubicBezTo>
                    <a:pt x="1358" y="2196"/>
                    <a:pt x="1338" y="2188"/>
                    <a:pt x="1313" y="2181"/>
                  </a:cubicBezTo>
                  <a:cubicBezTo>
                    <a:pt x="1194" y="2156"/>
                    <a:pt x="1073" y="2129"/>
                    <a:pt x="954" y="210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
            <p:cNvSpPr/>
            <p:nvPr/>
          </p:nvSpPr>
          <p:spPr>
            <a:xfrm>
              <a:off x="1755960" y="1227428"/>
              <a:ext cx="112717" cy="96449"/>
            </a:xfrm>
            <a:custGeom>
              <a:rect b="b" l="l" r="r" t="t"/>
              <a:pathLst>
                <a:path extrusionOk="0" h="3409" w="3984">
                  <a:moveTo>
                    <a:pt x="3013" y="0"/>
                  </a:moveTo>
                  <a:lnTo>
                    <a:pt x="3013" y="0"/>
                  </a:lnTo>
                  <a:cubicBezTo>
                    <a:pt x="3000" y="3"/>
                    <a:pt x="2992" y="11"/>
                    <a:pt x="2981" y="16"/>
                  </a:cubicBezTo>
                  <a:lnTo>
                    <a:pt x="2978" y="16"/>
                  </a:lnTo>
                  <a:lnTo>
                    <a:pt x="2965" y="29"/>
                  </a:lnTo>
                  <a:cubicBezTo>
                    <a:pt x="2963" y="32"/>
                    <a:pt x="2960" y="35"/>
                    <a:pt x="2958" y="38"/>
                  </a:cubicBezTo>
                  <a:lnTo>
                    <a:pt x="2945" y="51"/>
                  </a:lnTo>
                  <a:cubicBezTo>
                    <a:pt x="2942" y="54"/>
                    <a:pt x="2936" y="60"/>
                    <a:pt x="2935" y="66"/>
                  </a:cubicBezTo>
                  <a:cubicBezTo>
                    <a:pt x="2923" y="77"/>
                    <a:pt x="2915" y="92"/>
                    <a:pt x="2907" y="108"/>
                  </a:cubicBezTo>
                  <a:cubicBezTo>
                    <a:pt x="2919" y="120"/>
                    <a:pt x="2928" y="133"/>
                    <a:pt x="2936" y="146"/>
                  </a:cubicBezTo>
                  <a:cubicBezTo>
                    <a:pt x="2941" y="152"/>
                    <a:pt x="2945" y="156"/>
                    <a:pt x="2949" y="162"/>
                  </a:cubicBezTo>
                  <a:cubicBezTo>
                    <a:pt x="2949" y="163"/>
                    <a:pt x="2951" y="163"/>
                    <a:pt x="2951" y="163"/>
                  </a:cubicBezTo>
                  <a:cubicBezTo>
                    <a:pt x="2952" y="156"/>
                    <a:pt x="2955" y="152"/>
                    <a:pt x="2958" y="144"/>
                  </a:cubicBezTo>
                  <a:cubicBezTo>
                    <a:pt x="2978" y="98"/>
                    <a:pt x="2996" y="51"/>
                    <a:pt x="3010" y="8"/>
                  </a:cubicBezTo>
                  <a:cubicBezTo>
                    <a:pt x="3013" y="3"/>
                    <a:pt x="3013" y="2"/>
                    <a:pt x="3013" y="0"/>
                  </a:cubicBezTo>
                  <a:close/>
                  <a:moveTo>
                    <a:pt x="3309" y="329"/>
                  </a:moveTo>
                  <a:cubicBezTo>
                    <a:pt x="3297" y="389"/>
                    <a:pt x="3287" y="451"/>
                    <a:pt x="3278" y="512"/>
                  </a:cubicBezTo>
                  <a:cubicBezTo>
                    <a:pt x="3278" y="515"/>
                    <a:pt x="3279" y="515"/>
                    <a:pt x="3279" y="515"/>
                  </a:cubicBezTo>
                  <a:cubicBezTo>
                    <a:pt x="3304" y="540"/>
                    <a:pt x="3326" y="566"/>
                    <a:pt x="3349" y="591"/>
                  </a:cubicBezTo>
                  <a:cubicBezTo>
                    <a:pt x="3373" y="617"/>
                    <a:pt x="3394" y="640"/>
                    <a:pt x="3418" y="666"/>
                  </a:cubicBezTo>
                  <a:cubicBezTo>
                    <a:pt x="3420" y="663"/>
                    <a:pt x="3420" y="663"/>
                    <a:pt x="3420" y="659"/>
                  </a:cubicBezTo>
                  <a:cubicBezTo>
                    <a:pt x="3423" y="644"/>
                    <a:pt x="3425" y="628"/>
                    <a:pt x="3428" y="612"/>
                  </a:cubicBezTo>
                  <a:cubicBezTo>
                    <a:pt x="3429" y="605"/>
                    <a:pt x="3431" y="598"/>
                    <a:pt x="3431" y="591"/>
                  </a:cubicBezTo>
                  <a:cubicBezTo>
                    <a:pt x="3435" y="556"/>
                    <a:pt x="3439" y="521"/>
                    <a:pt x="3444" y="487"/>
                  </a:cubicBezTo>
                  <a:lnTo>
                    <a:pt x="3444" y="486"/>
                  </a:lnTo>
                  <a:cubicBezTo>
                    <a:pt x="3425" y="461"/>
                    <a:pt x="3406" y="439"/>
                    <a:pt x="3384" y="416"/>
                  </a:cubicBezTo>
                  <a:cubicBezTo>
                    <a:pt x="3359" y="389"/>
                    <a:pt x="3336" y="362"/>
                    <a:pt x="3313" y="333"/>
                  </a:cubicBezTo>
                  <a:cubicBezTo>
                    <a:pt x="3311" y="333"/>
                    <a:pt x="3311" y="330"/>
                    <a:pt x="3309" y="329"/>
                  </a:cubicBezTo>
                  <a:close/>
                  <a:moveTo>
                    <a:pt x="3893" y="1014"/>
                  </a:moveTo>
                  <a:cubicBezTo>
                    <a:pt x="3878" y="1107"/>
                    <a:pt x="3861" y="1200"/>
                    <a:pt x="3842" y="1294"/>
                  </a:cubicBezTo>
                  <a:cubicBezTo>
                    <a:pt x="3902" y="1232"/>
                    <a:pt x="3947" y="1169"/>
                    <a:pt x="3983" y="1105"/>
                  </a:cubicBezTo>
                  <a:cubicBezTo>
                    <a:pt x="3954" y="1082"/>
                    <a:pt x="3924" y="1049"/>
                    <a:pt x="3893" y="1014"/>
                  </a:cubicBezTo>
                  <a:close/>
                  <a:moveTo>
                    <a:pt x="2951" y="1795"/>
                  </a:moveTo>
                  <a:cubicBezTo>
                    <a:pt x="2916" y="1824"/>
                    <a:pt x="2883" y="1854"/>
                    <a:pt x="2843" y="1885"/>
                  </a:cubicBezTo>
                  <a:cubicBezTo>
                    <a:pt x="2871" y="1963"/>
                    <a:pt x="2904" y="2034"/>
                    <a:pt x="2951" y="2071"/>
                  </a:cubicBezTo>
                  <a:cubicBezTo>
                    <a:pt x="2963" y="2063"/>
                    <a:pt x="2971" y="2053"/>
                    <a:pt x="2978" y="2045"/>
                  </a:cubicBezTo>
                  <a:cubicBezTo>
                    <a:pt x="2958" y="1984"/>
                    <a:pt x="2952" y="1886"/>
                    <a:pt x="2951" y="1795"/>
                  </a:cubicBezTo>
                  <a:close/>
                  <a:moveTo>
                    <a:pt x="2441" y="2168"/>
                  </a:moveTo>
                  <a:cubicBezTo>
                    <a:pt x="2433" y="2174"/>
                    <a:pt x="2426" y="2177"/>
                    <a:pt x="2419" y="2183"/>
                  </a:cubicBezTo>
                  <a:cubicBezTo>
                    <a:pt x="2425" y="2186"/>
                    <a:pt x="2433" y="2186"/>
                    <a:pt x="2441" y="2189"/>
                  </a:cubicBezTo>
                  <a:lnTo>
                    <a:pt x="2441" y="2168"/>
                  </a:lnTo>
                  <a:close/>
                  <a:moveTo>
                    <a:pt x="2045" y="2408"/>
                  </a:moveTo>
                  <a:cubicBezTo>
                    <a:pt x="2044" y="2408"/>
                    <a:pt x="2042" y="2410"/>
                    <a:pt x="2041" y="2412"/>
                  </a:cubicBezTo>
                  <a:lnTo>
                    <a:pt x="2044" y="2412"/>
                  </a:lnTo>
                  <a:cubicBezTo>
                    <a:pt x="2044" y="2410"/>
                    <a:pt x="2045" y="2408"/>
                    <a:pt x="2045" y="2408"/>
                  </a:cubicBezTo>
                  <a:close/>
                  <a:moveTo>
                    <a:pt x="1" y="2734"/>
                  </a:moveTo>
                  <a:lnTo>
                    <a:pt x="21" y="2997"/>
                  </a:lnTo>
                  <a:lnTo>
                    <a:pt x="27" y="3062"/>
                  </a:lnTo>
                  <a:cubicBezTo>
                    <a:pt x="33" y="3093"/>
                    <a:pt x="34" y="3129"/>
                    <a:pt x="36" y="3166"/>
                  </a:cubicBezTo>
                  <a:cubicBezTo>
                    <a:pt x="36" y="3208"/>
                    <a:pt x="37" y="3250"/>
                    <a:pt x="49" y="3282"/>
                  </a:cubicBezTo>
                  <a:cubicBezTo>
                    <a:pt x="55" y="3302"/>
                    <a:pt x="63" y="3314"/>
                    <a:pt x="77" y="3330"/>
                  </a:cubicBezTo>
                  <a:cubicBezTo>
                    <a:pt x="91" y="3350"/>
                    <a:pt x="108" y="3372"/>
                    <a:pt x="117" y="3408"/>
                  </a:cubicBezTo>
                  <a:cubicBezTo>
                    <a:pt x="391" y="3344"/>
                    <a:pt x="661" y="3266"/>
                    <a:pt x="924" y="3170"/>
                  </a:cubicBezTo>
                  <a:lnTo>
                    <a:pt x="927" y="3170"/>
                  </a:lnTo>
                  <a:cubicBezTo>
                    <a:pt x="1075" y="3118"/>
                    <a:pt x="1225" y="3056"/>
                    <a:pt x="1372" y="2994"/>
                  </a:cubicBezTo>
                  <a:cubicBezTo>
                    <a:pt x="1295" y="2979"/>
                    <a:pt x="1215" y="2968"/>
                    <a:pt x="1135" y="2958"/>
                  </a:cubicBezTo>
                  <a:cubicBezTo>
                    <a:pt x="1084" y="2945"/>
                    <a:pt x="1036" y="2931"/>
                    <a:pt x="982" y="2918"/>
                  </a:cubicBezTo>
                  <a:cubicBezTo>
                    <a:pt x="863" y="2966"/>
                    <a:pt x="732" y="3011"/>
                    <a:pt x="587" y="3061"/>
                  </a:cubicBezTo>
                  <a:cubicBezTo>
                    <a:pt x="552" y="3071"/>
                    <a:pt x="517" y="3078"/>
                    <a:pt x="479" y="3086"/>
                  </a:cubicBezTo>
                  <a:cubicBezTo>
                    <a:pt x="473" y="3088"/>
                    <a:pt x="469" y="3088"/>
                    <a:pt x="463" y="3090"/>
                  </a:cubicBezTo>
                  <a:cubicBezTo>
                    <a:pt x="401" y="3103"/>
                    <a:pt x="340" y="3113"/>
                    <a:pt x="297" y="3142"/>
                  </a:cubicBezTo>
                  <a:cubicBezTo>
                    <a:pt x="290" y="3147"/>
                    <a:pt x="282" y="3150"/>
                    <a:pt x="270" y="3150"/>
                  </a:cubicBezTo>
                  <a:lnTo>
                    <a:pt x="264" y="3150"/>
                  </a:lnTo>
                  <a:cubicBezTo>
                    <a:pt x="239" y="3147"/>
                    <a:pt x="232" y="3144"/>
                    <a:pt x="212" y="3136"/>
                  </a:cubicBezTo>
                  <a:cubicBezTo>
                    <a:pt x="191" y="3129"/>
                    <a:pt x="181" y="3113"/>
                    <a:pt x="181" y="3093"/>
                  </a:cubicBezTo>
                  <a:cubicBezTo>
                    <a:pt x="181" y="3074"/>
                    <a:pt x="181" y="3055"/>
                    <a:pt x="180" y="3035"/>
                  </a:cubicBezTo>
                  <a:cubicBezTo>
                    <a:pt x="178" y="2937"/>
                    <a:pt x="175" y="2846"/>
                    <a:pt x="168" y="2763"/>
                  </a:cubicBezTo>
                  <a:cubicBezTo>
                    <a:pt x="113" y="2754"/>
                    <a:pt x="56" y="2742"/>
                    <a:pt x="1" y="273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
            <p:cNvSpPr/>
            <p:nvPr/>
          </p:nvSpPr>
          <p:spPr>
            <a:xfrm>
              <a:off x="1482606" y="885155"/>
              <a:ext cx="447361" cy="315857"/>
            </a:xfrm>
            <a:custGeom>
              <a:rect b="b" l="l" r="r" t="t"/>
              <a:pathLst>
                <a:path extrusionOk="0" h="11164" w="15812">
                  <a:moveTo>
                    <a:pt x="8035" y="1"/>
                  </a:moveTo>
                  <a:cubicBezTo>
                    <a:pt x="7918" y="1"/>
                    <a:pt x="7799" y="2"/>
                    <a:pt x="7686" y="3"/>
                  </a:cubicBezTo>
                  <a:lnTo>
                    <a:pt x="7575" y="5"/>
                  </a:lnTo>
                  <a:cubicBezTo>
                    <a:pt x="7546" y="19"/>
                    <a:pt x="7507" y="27"/>
                    <a:pt x="7456" y="27"/>
                  </a:cubicBezTo>
                  <a:cubicBezTo>
                    <a:pt x="7428" y="27"/>
                    <a:pt x="7402" y="25"/>
                    <a:pt x="7373" y="24"/>
                  </a:cubicBezTo>
                  <a:cubicBezTo>
                    <a:pt x="7348" y="22"/>
                    <a:pt x="7321" y="19"/>
                    <a:pt x="7297" y="19"/>
                  </a:cubicBezTo>
                  <a:cubicBezTo>
                    <a:pt x="7274" y="19"/>
                    <a:pt x="7255" y="24"/>
                    <a:pt x="7241" y="25"/>
                  </a:cubicBezTo>
                  <a:cubicBezTo>
                    <a:pt x="7124" y="50"/>
                    <a:pt x="7002" y="62"/>
                    <a:pt x="6883" y="69"/>
                  </a:cubicBezTo>
                  <a:cubicBezTo>
                    <a:pt x="6751" y="78"/>
                    <a:pt x="6623" y="89"/>
                    <a:pt x="6504" y="121"/>
                  </a:cubicBezTo>
                  <a:lnTo>
                    <a:pt x="5801" y="280"/>
                  </a:lnTo>
                  <a:lnTo>
                    <a:pt x="5669" y="323"/>
                  </a:lnTo>
                  <a:cubicBezTo>
                    <a:pt x="5234" y="463"/>
                    <a:pt x="4824" y="597"/>
                    <a:pt x="4451" y="790"/>
                  </a:cubicBezTo>
                  <a:cubicBezTo>
                    <a:pt x="2561" y="1776"/>
                    <a:pt x="1347" y="3109"/>
                    <a:pt x="518" y="5118"/>
                  </a:cubicBezTo>
                  <a:cubicBezTo>
                    <a:pt x="407" y="5383"/>
                    <a:pt x="339" y="5668"/>
                    <a:pt x="266" y="5972"/>
                  </a:cubicBezTo>
                  <a:cubicBezTo>
                    <a:pt x="233" y="6101"/>
                    <a:pt x="202" y="6232"/>
                    <a:pt x="166" y="6361"/>
                  </a:cubicBezTo>
                  <a:cubicBezTo>
                    <a:pt x="150" y="6424"/>
                    <a:pt x="144" y="6482"/>
                    <a:pt x="138" y="6546"/>
                  </a:cubicBezTo>
                  <a:cubicBezTo>
                    <a:pt x="133" y="6606"/>
                    <a:pt x="128" y="6665"/>
                    <a:pt x="111" y="6735"/>
                  </a:cubicBezTo>
                  <a:cubicBezTo>
                    <a:pt x="92" y="6827"/>
                    <a:pt x="85" y="6928"/>
                    <a:pt x="74" y="7037"/>
                  </a:cubicBezTo>
                  <a:cubicBezTo>
                    <a:pt x="67" y="7142"/>
                    <a:pt x="58" y="7253"/>
                    <a:pt x="38" y="7346"/>
                  </a:cubicBezTo>
                  <a:lnTo>
                    <a:pt x="37" y="7548"/>
                  </a:lnTo>
                  <a:cubicBezTo>
                    <a:pt x="0" y="7715"/>
                    <a:pt x="12" y="8216"/>
                    <a:pt x="50" y="8392"/>
                  </a:cubicBezTo>
                  <a:lnTo>
                    <a:pt x="50" y="8525"/>
                  </a:lnTo>
                  <a:lnTo>
                    <a:pt x="111" y="9076"/>
                  </a:lnTo>
                  <a:cubicBezTo>
                    <a:pt x="144" y="9211"/>
                    <a:pt x="173" y="9345"/>
                    <a:pt x="204" y="9477"/>
                  </a:cubicBezTo>
                  <a:cubicBezTo>
                    <a:pt x="263" y="9749"/>
                    <a:pt x="320" y="10006"/>
                    <a:pt x="400" y="10248"/>
                  </a:cubicBezTo>
                  <a:cubicBezTo>
                    <a:pt x="404" y="10261"/>
                    <a:pt x="409" y="10275"/>
                    <a:pt x="415" y="10291"/>
                  </a:cubicBezTo>
                  <a:cubicBezTo>
                    <a:pt x="428" y="10333"/>
                    <a:pt x="442" y="10377"/>
                    <a:pt x="457" y="10425"/>
                  </a:cubicBezTo>
                  <a:cubicBezTo>
                    <a:pt x="460" y="10439"/>
                    <a:pt x="466" y="10455"/>
                    <a:pt x="471" y="10470"/>
                  </a:cubicBezTo>
                  <a:cubicBezTo>
                    <a:pt x="540" y="10469"/>
                    <a:pt x="615" y="10466"/>
                    <a:pt x="689" y="10463"/>
                  </a:cubicBezTo>
                  <a:lnTo>
                    <a:pt x="630" y="10280"/>
                  </a:lnTo>
                  <a:lnTo>
                    <a:pt x="537" y="10000"/>
                  </a:lnTo>
                  <a:cubicBezTo>
                    <a:pt x="480" y="9829"/>
                    <a:pt x="444" y="9643"/>
                    <a:pt x="409" y="9462"/>
                  </a:cubicBezTo>
                  <a:cubicBezTo>
                    <a:pt x="387" y="9342"/>
                    <a:pt x="364" y="9220"/>
                    <a:pt x="333" y="9102"/>
                  </a:cubicBezTo>
                  <a:cubicBezTo>
                    <a:pt x="314" y="9025"/>
                    <a:pt x="310" y="8946"/>
                    <a:pt x="304" y="8872"/>
                  </a:cubicBezTo>
                  <a:cubicBezTo>
                    <a:pt x="300" y="8805"/>
                    <a:pt x="292" y="8743"/>
                    <a:pt x="278" y="8676"/>
                  </a:cubicBezTo>
                  <a:lnTo>
                    <a:pt x="247" y="8182"/>
                  </a:lnTo>
                  <a:lnTo>
                    <a:pt x="249" y="7978"/>
                  </a:lnTo>
                  <a:cubicBezTo>
                    <a:pt x="237" y="7921"/>
                    <a:pt x="237" y="7822"/>
                    <a:pt x="247" y="7775"/>
                  </a:cubicBezTo>
                  <a:lnTo>
                    <a:pt x="247" y="7562"/>
                  </a:lnTo>
                  <a:cubicBezTo>
                    <a:pt x="247" y="7471"/>
                    <a:pt x="253" y="7302"/>
                    <a:pt x="281" y="7178"/>
                  </a:cubicBezTo>
                  <a:cubicBezTo>
                    <a:pt x="297" y="7104"/>
                    <a:pt x="298" y="7033"/>
                    <a:pt x="300" y="6959"/>
                  </a:cubicBezTo>
                  <a:cubicBezTo>
                    <a:pt x="303" y="6880"/>
                    <a:pt x="304" y="6800"/>
                    <a:pt x="324" y="6718"/>
                  </a:cubicBezTo>
                  <a:cubicBezTo>
                    <a:pt x="356" y="6584"/>
                    <a:pt x="386" y="6450"/>
                    <a:pt x="415" y="6319"/>
                  </a:cubicBezTo>
                  <a:cubicBezTo>
                    <a:pt x="471" y="6056"/>
                    <a:pt x="524" y="5806"/>
                    <a:pt x="604" y="5570"/>
                  </a:cubicBezTo>
                  <a:cubicBezTo>
                    <a:pt x="1251" y="3624"/>
                    <a:pt x="2327" y="2305"/>
                    <a:pt x="4203" y="1161"/>
                  </a:cubicBezTo>
                  <a:cubicBezTo>
                    <a:pt x="4490" y="989"/>
                    <a:pt x="4814" y="863"/>
                    <a:pt x="5130" y="739"/>
                  </a:cubicBezTo>
                  <a:cubicBezTo>
                    <a:pt x="5239" y="698"/>
                    <a:pt x="5345" y="656"/>
                    <a:pt x="5451" y="613"/>
                  </a:cubicBezTo>
                  <a:cubicBezTo>
                    <a:pt x="5672" y="524"/>
                    <a:pt x="5923" y="470"/>
                    <a:pt x="6169" y="418"/>
                  </a:cubicBezTo>
                  <a:cubicBezTo>
                    <a:pt x="6296" y="390"/>
                    <a:pt x="6424" y="365"/>
                    <a:pt x="6549" y="335"/>
                  </a:cubicBezTo>
                  <a:cubicBezTo>
                    <a:pt x="6629" y="315"/>
                    <a:pt x="6710" y="306"/>
                    <a:pt x="6789" y="299"/>
                  </a:cubicBezTo>
                  <a:cubicBezTo>
                    <a:pt x="6857" y="291"/>
                    <a:pt x="6925" y="285"/>
                    <a:pt x="6986" y="271"/>
                  </a:cubicBezTo>
                  <a:cubicBezTo>
                    <a:pt x="7095" y="245"/>
                    <a:pt x="7213" y="243"/>
                    <a:pt x="7326" y="243"/>
                  </a:cubicBezTo>
                  <a:lnTo>
                    <a:pt x="7473" y="243"/>
                  </a:lnTo>
                  <a:cubicBezTo>
                    <a:pt x="7579" y="243"/>
                    <a:pt x="7690" y="240"/>
                    <a:pt x="7802" y="216"/>
                  </a:cubicBezTo>
                  <a:lnTo>
                    <a:pt x="8048" y="229"/>
                  </a:lnTo>
                  <a:lnTo>
                    <a:pt x="8117" y="229"/>
                  </a:lnTo>
                  <a:cubicBezTo>
                    <a:pt x="8315" y="230"/>
                    <a:pt x="8522" y="233"/>
                    <a:pt x="8700" y="272"/>
                  </a:cubicBezTo>
                  <a:cubicBezTo>
                    <a:pt x="8788" y="293"/>
                    <a:pt x="8875" y="296"/>
                    <a:pt x="8961" y="301"/>
                  </a:cubicBezTo>
                  <a:cubicBezTo>
                    <a:pt x="9052" y="306"/>
                    <a:pt x="9150" y="313"/>
                    <a:pt x="9246" y="338"/>
                  </a:cubicBezTo>
                  <a:cubicBezTo>
                    <a:pt x="9347" y="364"/>
                    <a:pt x="9449" y="389"/>
                    <a:pt x="9547" y="415"/>
                  </a:cubicBezTo>
                  <a:cubicBezTo>
                    <a:pt x="9952" y="514"/>
                    <a:pt x="10332" y="608"/>
                    <a:pt x="10685" y="757"/>
                  </a:cubicBezTo>
                  <a:cubicBezTo>
                    <a:pt x="10768" y="793"/>
                    <a:pt x="10851" y="825"/>
                    <a:pt x="10931" y="855"/>
                  </a:cubicBezTo>
                  <a:cubicBezTo>
                    <a:pt x="11136" y="935"/>
                    <a:pt x="11331" y="1012"/>
                    <a:pt x="11514" y="1124"/>
                  </a:cubicBezTo>
                  <a:lnTo>
                    <a:pt x="11754" y="1267"/>
                  </a:lnTo>
                  <a:cubicBezTo>
                    <a:pt x="11957" y="1389"/>
                    <a:pt x="12167" y="1513"/>
                    <a:pt x="12360" y="1648"/>
                  </a:cubicBezTo>
                  <a:cubicBezTo>
                    <a:pt x="13456" y="2421"/>
                    <a:pt x="14369" y="3555"/>
                    <a:pt x="14930" y="4843"/>
                  </a:cubicBezTo>
                  <a:cubicBezTo>
                    <a:pt x="15096" y="5224"/>
                    <a:pt x="15212" y="5629"/>
                    <a:pt x="15333" y="6056"/>
                  </a:cubicBezTo>
                  <a:lnTo>
                    <a:pt x="15348" y="6110"/>
                  </a:lnTo>
                  <a:cubicBezTo>
                    <a:pt x="15577" y="6907"/>
                    <a:pt x="15593" y="7889"/>
                    <a:pt x="15489" y="8775"/>
                  </a:cubicBezTo>
                  <a:cubicBezTo>
                    <a:pt x="15476" y="8871"/>
                    <a:pt x="15464" y="8964"/>
                    <a:pt x="15449" y="9058"/>
                  </a:cubicBezTo>
                  <a:cubicBezTo>
                    <a:pt x="15464" y="9052"/>
                    <a:pt x="15477" y="9045"/>
                    <a:pt x="15493" y="9041"/>
                  </a:cubicBezTo>
                  <a:cubicBezTo>
                    <a:pt x="15532" y="9029"/>
                    <a:pt x="15570" y="9015"/>
                    <a:pt x="15609" y="9003"/>
                  </a:cubicBezTo>
                  <a:cubicBezTo>
                    <a:pt x="15631" y="8997"/>
                    <a:pt x="15653" y="8990"/>
                    <a:pt x="15678" y="8987"/>
                  </a:cubicBezTo>
                  <a:cubicBezTo>
                    <a:pt x="15689" y="8901"/>
                    <a:pt x="15700" y="8814"/>
                    <a:pt x="15707" y="8725"/>
                  </a:cubicBezTo>
                  <a:cubicBezTo>
                    <a:pt x="15811" y="7623"/>
                    <a:pt x="15715" y="6438"/>
                    <a:pt x="15406" y="5511"/>
                  </a:cubicBezTo>
                  <a:cubicBezTo>
                    <a:pt x="14643" y="3217"/>
                    <a:pt x="13123" y="1561"/>
                    <a:pt x="10890" y="591"/>
                  </a:cubicBezTo>
                  <a:cubicBezTo>
                    <a:pt x="10503" y="424"/>
                    <a:pt x="10089" y="322"/>
                    <a:pt x="9648" y="216"/>
                  </a:cubicBezTo>
                  <a:cubicBezTo>
                    <a:pt x="9510" y="184"/>
                    <a:pt x="9371" y="149"/>
                    <a:pt x="9230" y="112"/>
                  </a:cubicBezTo>
                  <a:cubicBezTo>
                    <a:pt x="9154" y="92"/>
                    <a:pt x="9081" y="91"/>
                    <a:pt x="9006" y="85"/>
                  </a:cubicBezTo>
                  <a:cubicBezTo>
                    <a:pt x="8929" y="82"/>
                    <a:pt x="8853" y="78"/>
                    <a:pt x="8770" y="59"/>
                  </a:cubicBezTo>
                  <a:cubicBezTo>
                    <a:pt x="8542" y="5"/>
                    <a:pt x="8257" y="1"/>
                    <a:pt x="8035" y="1"/>
                  </a:cubicBezTo>
                  <a:close/>
                  <a:moveTo>
                    <a:pt x="7895" y="3564"/>
                  </a:moveTo>
                  <a:cubicBezTo>
                    <a:pt x="7755" y="3564"/>
                    <a:pt x="7610" y="3576"/>
                    <a:pt x="7505" y="3600"/>
                  </a:cubicBezTo>
                  <a:lnTo>
                    <a:pt x="7171" y="3629"/>
                  </a:lnTo>
                  <a:lnTo>
                    <a:pt x="7130" y="3641"/>
                  </a:lnTo>
                  <a:cubicBezTo>
                    <a:pt x="6646" y="3763"/>
                    <a:pt x="6190" y="3878"/>
                    <a:pt x="5816" y="4105"/>
                  </a:cubicBezTo>
                  <a:cubicBezTo>
                    <a:pt x="5657" y="4204"/>
                    <a:pt x="5451" y="4335"/>
                    <a:pt x="5258" y="4473"/>
                  </a:cubicBezTo>
                  <a:lnTo>
                    <a:pt x="5157" y="4572"/>
                  </a:lnTo>
                  <a:cubicBezTo>
                    <a:pt x="5008" y="4685"/>
                    <a:pt x="4840" y="4817"/>
                    <a:pt x="4750" y="4938"/>
                  </a:cubicBezTo>
                  <a:cubicBezTo>
                    <a:pt x="4702" y="5003"/>
                    <a:pt x="4647" y="5064"/>
                    <a:pt x="4595" y="5127"/>
                  </a:cubicBezTo>
                  <a:cubicBezTo>
                    <a:pt x="4531" y="5200"/>
                    <a:pt x="4465" y="5274"/>
                    <a:pt x="4411" y="5352"/>
                  </a:cubicBezTo>
                  <a:cubicBezTo>
                    <a:pt x="4150" y="5725"/>
                    <a:pt x="3936" y="6159"/>
                    <a:pt x="3775" y="6642"/>
                  </a:cubicBezTo>
                  <a:cubicBezTo>
                    <a:pt x="3731" y="6779"/>
                    <a:pt x="3708" y="6920"/>
                    <a:pt x="3684" y="7068"/>
                  </a:cubicBezTo>
                  <a:cubicBezTo>
                    <a:pt x="3667" y="7167"/>
                    <a:pt x="3651" y="7273"/>
                    <a:pt x="3628" y="7367"/>
                  </a:cubicBezTo>
                  <a:lnTo>
                    <a:pt x="3615" y="7613"/>
                  </a:lnTo>
                  <a:cubicBezTo>
                    <a:pt x="3606" y="7650"/>
                    <a:pt x="3604" y="7703"/>
                    <a:pt x="3604" y="7757"/>
                  </a:cubicBezTo>
                  <a:lnTo>
                    <a:pt x="3604" y="7757"/>
                  </a:lnTo>
                  <a:cubicBezTo>
                    <a:pt x="3604" y="7781"/>
                    <a:pt x="3604" y="7805"/>
                    <a:pt x="3604" y="7828"/>
                  </a:cubicBezTo>
                  <a:lnTo>
                    <a:pt x="3606" y="7891"/>
                  </a:lnTo>
                  <a:cubicBezTo>
                    <a:pt x="3606" y="8234"/>
                    <a:pt x="3636" y="8517"/>
                    <a:pt x="3700" y="8754"/>
                  </a:cubicBezTo>
                  <a:cubicBezTo>
                    <a:pt x="3711" y="8795"/>
                    <a:pt x="3716" y="8839"/>
                    <a:pt x="3722" y="8885"/>
                  </a:cubicBezTo>
                  <a:cubicBezTo>
                    <a:pt x="3732" y="8959"/>
                    <a:pt x="3743" y="9035"/>
                    <a:pt x="3776" y="9082"/>
                  </a:cubicBezTo>
                  <a:cubicBezTo>
                    <a:pt x="3783" y="9089"/>
                    <a:pt x="3786" y="9099"/>
                    <a:pt x="3786" y="9109"/>
                  </a:cubicBezTo>
                  <a:lnTo>
                    <a:pt x="3786" y="9109"/>
                  </a:lnTo>
                  <a:cubicBezTo>
                    <a:pt x="3786" y="9117"/>
                    <a:pt x="3784" y="9125"/>
                    <a:pt x="3780" y="9132"/>
                  </a:cubicBezTo>
                  <a:cubicBezTo>
                    <a:pt x="3750" y="9180"/>
                    <a:pt x="3684" y="9208"/>
                    <a:pt x="3626" y="9234"/>
                  </a:cubicBezTo>
                  <a:cubicBezTo>
                    <a:pt x="3602" y="9244"/>
                    <a:pt x="3578" y="9253"/>
                    <a:pt x="3561" y="9265"/>
                  </a:cubicBezTo>
                  <a:cubicBezTo>
                    <a:pt x="3477" y="9316"/>
                    <a:pt x="3394" y="9365"/>
                    <a:pt x="3308" y="9416"/>
                  </a:cubicBezTo>
                  <a:cubicBezTo>
                    <a:pt x="3222" y="9468"/>
                    <a:pt x="3135" y="9519"/>
                    <a:pt x="3046" y="9573"/>
                  </a:cubicBezTo>
                  <a:cubicBezTo>
                    <a:pt x="2816" y="9717"/>
                    <a:pt x="2584" y="9856"/>
                    <a:pt x="2350" y="9995"/>
                  </a:cubicBezTo>
                  <a:cubicBezTo>
                    <a:pt x="2337" y="10005"/>
                    <a:pt x="2325" y="10012"/>
                    <a:pt x="2312" y="10019"/>
                  </a:cubicBezTo>
                  <a:cubicBezTo>
                    <a:pt x="2058" y="10169"/>
                    <a:pt x="1802" y="10322"/>
                    <a:pt x="1550" y="10480"/>
                  </a:cubicBezTo>
                  <a:cubicBezTo>
                    <a:pt x="1543" y="10485"/>
                    <a:pt x="1537" y="10489"/>
                    <a:pt x="1530" y="10493"/>
                  </a:cubicBezTo>
                  <a:cubicBezTo>
                    <a:pt x="1531" y="10493"/>
                    <a:pt x="1532" y="10493"/>
                    <a:pt x="1532" y="10494"/>
                  </a:cubicBezTo>
                  <a:lnTo>
                    <a:pt x="1532" y="10494"/>
                  </a:lnTo>
                  <a:cubicBezTo>
                    <a:pt x="1532" y="10494"/>
                    <a:pt x="1531" y="10494"/>
                    <a:pt x="1530" y="10495"/>
                  </a:cubicBezTo>
                  <a:cubicBezTo>
                    <a:pt x="1569" y="10498"/>
                    <a:pt x="1609" y="10500"/>
                    <a:pt x="1647" y="10500"/>
                  </a:cubicBezTo>
                  <a:cubicBezTo>
                    <a:pt x="1703" y="10500"/>
                    <a:pt x="1758" y="10497"/>
                    <a:pt x="1810" y="10493"/>
                  </a:cubicBezTo>
                  <a:cubicBezTo>
                    <a:pt x="1908" y="10434"/>
                    <a:pt x="2007" y="10373"/>
                    <a:pt x="2103" y="10313"/>
                  </a:cubicBezTo>
                  <a:cubicBezTo>
                    <a:pt x="2130" y="10297"/>
                    <a:pt x="2159" y="10281"/>
                    <a:pt x="2187" y="10262"/>
                  </a:cubicBezTo>
                  <a:cubicBezTo>
                    <a:pt x="2188" y="10262"/>
                    <a:pt x="2190" y="10262"/>
                    <a:pt x="2190" y="10261"/>
                  </a:cubicBezTo>
                  <a:cubicBezTo>
                    <a:pt x="2261" y="10219"/>
                    <a:pt x="2329" y="10176"/>
                    <a:pt x="2399" y="10136"/>
                  </a:cubicBezTo>
                  <a:cubicBezTo>
                    <a:pt x="2475" y="10092"/>
                    <a:pt x="2550" y="10044"/>
                    <a:pt x="2626" y="10000"/>
                  </a:cubicBezTo>
                  <a:cubicBezTo>
                    <a:pt x="2816" y="9886"/>
                    <a:pt x="3010" y="9769"/>
                    <a:pt x="3199" y="9651"/>
                  </a:cubicBezTo>
                  <a:cubicBezTo>
                    <a:pt x="3277" y="9602"/>
                    <a:pt x="3357" y="9558"/>
                    <a:pt x="3439" y="9512"/>
                  </a:cubicBezTo>
                  <a:cubicBezTo>
                    <a:pt x="3604" y="9419"/>
                    <a:pt x="3764" y="9333"/>
                    <a:pt x="3891" y="9214"/>
                  </a:cubicBezTo>
                  <a:cubicBezTo>
                    <a:pt x="3891" y="9213"/>
                    <a:pt x="3891" y="9213"/>
                    <a:pt x="3891" y="9213"/>
                  </a:cubicBezTo>
                  <a:lnTo>
                    <a:pt x="3891" y="9213"/>
                  </a:lnTo>
                  <a:cubicBezTo>
                    <a:pt x="3891" y="9213"/>
                    <a:pt x="3891" y="9212"/>
                    <a:pt x="3891" y="9212"/>
                  </a:cubicBezTo>
                  <a:cubicBezTo>
                    <a:pt x="3884" y="9169"/>
                    <a:pt x="3869" y="9132"/>
                    <a:pt x="3855" y="9092"/>
                  </a:cubicBezTo>
                  <a:cubicBezTo>
                    <a:pt x="3846" y="9073"/>
                    <a:pt x="3839" y="9050"/>
                    <a:pt x="3833" y="9031"/>
                  </a:cubicBezTo>
                  <a:cubicBezTo>
                    <a:pt x="3805" y="8946"/>
                    <a:pt x="3789" y="8861"/>
                    <a:pt x="3773" y="8778"/>
                  </a:cubicBezTo>
                  <a:cubicBezTo>
                    <a:pt x="3760" y="8721"/>
                    <a:pt x="3751" y="8667"/>
                    <a:pt x="3737" y="8612"/>
                  </a:cubicBezTo>
                  <a:cubicBezTo>
                    <a:pt x="3709" y="8503"/>
                    <a:pt x="3706" y="8387"/>
                    <a:pt x="3702" y="8273"/>
                  </a:cubicBezTo>
                  <a:cubicBezTo>
                    <a:pt x="3699" y="8167"/>
                    <a:pt x="3695" y="8059"/>
                    <a:pt x="3673" y="7961"/>
                  </a:cubicBezTo>
                  <a:cubicBezTo>
                    <a:pt x="3667" y="7935"/>
                    <a:pt x="3665" y="7898"/>
                    <a:pt x="3665" y="7854"/>
                  </a:cubicBezTo>
                  <a:lnTo>
                    <a:pt x="3665" y="7854"/>
                  </a:lnTo>
                  <a:cubicBezTo>
                    <a:pt x="3665" y="7707"/>
                    <a:pt x="3691" y="7489"/>
                    <a:pt x="3703" y="7427"/>
                  </a:cubicBezTo>
                  <a:cubicBezTo>
                    <a:pt x="3716" y="7367"/>
                    <a:pt x="3721" y="7311"/>
                    <a:pt x="3724" y="7255"/>
                  </a:cubicBezTo>
                  <a:cubicBezTo>
                    <a:pt x="3728" y="7194"/>
                    <a:pt x="3731" y="7129"/>
                    <a:pt x="3750" y="7061"/>
                  </a:cubicBezTo>
                  <a:cubicBezTo>
                    <a:pt x="3833" y="6734"/>
                    <a:pt x="3913" y="6463"/>
                    <a:pt x="4019" y="6220"/>
                  </a:cubicBezTo>
                  <a:cubicBezTo>
                    <a:pt x="4515" y="5083"/>
                    <a:pt x="5274" y="4374"/>
                    <a:pt x="6556" y="3855"/>
                  </a:cubicBezTo>
                  <a:cubicBezTo>
                    <a:pt x="6704" y="3795"/>
                    <a:pt x="6871" y="3763"/>
                    <a:pt x="7031" y="3734"/>
                  </a:cubicBezTo>
                  <a:cubicBezTo>
                    <a:pt x="7117" y="3718"/>
                    <a:pt x="7204" y="3702"/>
                    <a:pt x="7290" y="3682"/>
                  </a:cubicBezTo>
                  <a:cubicBezTo>
                    <a:pt x="7344" y="3669"/>
                    <a:pt x="7401" y="3666"/>
                    <a:pt x="7454" y="3661"/>
                  </a:cubicBezTo>
                  <a:cubicBezTo>
                    <a:pt x="7502" y="3659"/>
                    <a:pt x="7547" y="3659"/>
                    <a:pt x="7598" y="3647"/>
                  </a:cubicBezTo>
                  <a:lnTo>
                    <a:pt x="7796" y="3647"/>
                  </a:lnTo>
                  <a:cubicBezTo>
                    <a:pt x="7850" y="3644"/>
                    <a:pt x="7912" y="3640"/>
                    <a:pt x="7978" y="3640"/>
                  </a:cubicBezTo>
                  <a:cubicBezTo>
                    <a:pt x="8069" y="3640"/>
                    <a:pt x="8145" y="3645"/>
                    <a:pt x="8200" y="3659"/>
                  </a:cubicBezTo>
                  <a:lnTo>
                    <a:pt x="8519" y="3682"/>
                  </a:lnTo>
                  <a:cubicBezTo>
                    <a:pt x="8588" y="3698"/>
                    <a:pt x="8660" y="3715"/>
                    <a:pt x="8731" y="3730"/>
                  </a:cubicBezTo>
                  <a:cubicBezTo>
                    <a:pt x="8904" y="3768"/>
                    <a:pt x="9080" y="3805"/>
                    <a:pt x="9238" y="3864"/>
                  </a:cubicBezTo>
                  <a:cubicBezTo>
                    <a:pt x="10362" y="4279"/>
                    <a:pt x="11160" y="4966"/>
                    <a:pt x="11678" y="5959"/>
                  </a:cubicBezTo>
                  <a:cubicBezTo>
                    <a:pt x="11748" y="6094"/>
                    <a:pt x="11794" y="6228"/>
                    <a:pt x="11844" y="6370"/>
                  </a:cubicBezTo>
                  <a:cubicBezTo>
                    <a:pt x="11864" y="6427"/>
                    <a:pt x="11882" y="6485"/>
                    <a:pt x="11903" y="6543"/>
                  </a:cubicBezTo>
                  <a:cubicBezTo>
                    <a:pt x="11964" y="6699"/>
                    <a:pt x="11998" y="6870"/>
                    <a:pt x="12037" y="7049"/>
                  </a:cubicBezTo>
                  <a:cubicBezTo>
                    <a:pt x="12053" y="7126"/>
                    <a:pt x="12069" y="7206"/>
                    <a:pt x="12089" y="7286"/>
                  </a:cubicBezTo>
                  <a:cubicBezTo>
                    <a:pt x="12102" y="7337"/>
                    <a:pt x="12103" y="7385"/>
                    <a:pt x="12103" y="7432"/>
                  </a:cubicBezTo>
                  <a:lnTo>
                    <a:pt x="12103" y="7432"/>
                  </a:lnTo>
                  <a:cubicBezTo>
                    <a:pt x="12103" y="7441"/>
                    <a:pt x="12103" y="7450"/>
                    <a:pt x="12103" y="7459"/>
                  </a:cubicBezTo>
                  <a:cubicBezTo>
                    <a:pt x="12101" y="7479"/>
                    <a:pt x="12101" y="7498"/>
                    <a:pt x="12101" y="7518"/>
                  </a:cubicBezTo>
                  <a:lnTo>
                    <a:pt x="12101" y="7518"/>
                  </a:lnTo>
                  <a:cubicBezTo>
                    <a:pt x="12101" y="7551"/>
                    <a:pt x="12103" y="7583"/>
                    <a:pt x="12111" y="7616"/>
                  </a:cubicBezTo>
                  <a:cubicBezTo>
                    <a:pt x="12128" y="7690"/>
                    <a:pt x="12135" y="7786"/>
                    <a:pt x="12136" y="7886"/>
                  </a:cubicBezTo>
                  <a:lnTo>
                    <a:pt x="12136" y="7886"/>
                  </a:lnTo>
                  <a:cubicBezTo>
                    <a:pt x="12135" y="8019"/>
                    <a:pt x="12122" y="8158"/>
                    <a:pt x="12100" y="8254"/>
                  </a:cubicBezTo>
                  <a:cubicBezTo>
                    <a:pt x="12088" y="8307"/>
                    <a:pt x="12085" y="8378"/>
                    <a:pt x="12082" y="8443"/>
                  </a:cubicBezTo>
                  <a:cubicBezTo>
                    <a:pt x="12076" y="8552"/>
                    <a:pt x="12071" y="8663"/>
                    <a:pt x="12031" y="8740"/>
                  </a:cubicBezTo>
                  <a:cubicBezTo>
                    <a:pt x="12031" y="8740"/>
                    <a:pt x="12032" y="8740"/>
                    <a:pt x="12032" y="8741"/>
                  </a:cubicBezTo>
                  <a:lnTo>
                    <a:pt x="12032" y="8741"/>
                  </a:lnTo>
                  <a:cubicBezTo>
                    <a:pt x="12032" y="8741"/>
                    <a:pt x="12031" y="8741"/>
                    <a:pt x="12031" y="8741"/>
                  </a:cubicBezTo>
                  <a:cubicBezTo>
                    <a:pt x="12056" y="8794"/>
                    <a:pt x="12104" y="8834"/>
                    <a:pt x="12155" y="8877"/>
                  </a:cubicBezTo>
                  <a:cubicBezTo>
                    <a:pt x="12180" y="8895"/>
                    <a:pt x="12206" y="8917"/>
                    <a:pt x="12226" y="8938"/>
                  </a:cubicBezTo>
                  <a:cubicBezTo>
                    <a:pt x="12316" y="9029"/>
                    <a:pt x="12409" y="9118"/>
                    <a:pt x="12504" y="9205"/>
                  </a:cubicBezTo>
                  <a:cubicBezTo>
                    <a:pt x="12598" y="9294"/>
                    <a:pt x="12693" y="9381"/>
                    <a:pt x="12782" y="9474"/>
                  </a:cubicBezTo>
                  <a:cubicBezTo>
                    <a:pt x="12851" y="9542"/>
                    <a:pt x="12918" y="9611"/>
                    <a:pt x="12987" y="9678"/>
                  </a:cubicBezTo>
                  <a:cubicBezTo>
                    <a:pt x="13071" y="9761"/>
                    <a:pt x="13157" y="9843"/>
                    <a:pt x="13241" y="9925"/>
                  </a:cubicBezTo>
                  <a:cubicBezTo>
                    <a:pt x="13276" y="9923"/>
                    <a:pt x="13311" y="9920"/>
                    <a:pt x="13343" y="9919"/>
                  </a:cubicBezTo>
                  <a:cubicBezTo>
                    <a:pt x="13372" y="9918"/>
                    <a:pt x="13401" y="9916"/>
                    <a:pt x="13429" y="9912"/>
                  </a:cubicBezTo>
                  <a:cubicBezTo>
                    <a:pt x="13433" y="9912"/>
                    <a:pt x="13437" y="9910"/>
                    <a:pt x="13442" y="9910"/>
                  </a:cubicBezTo>
                  <a:lnTo>
                    <a:pt x="13360" y="9830"/>
                  </a:lnTo>
                  <a:cubicBezTo>
                    <a:pt x="13308" y="9790"/>
                    <a:pt x="13257" y="9746"/>
                    <a:pt x="13208" y="9702"/>
                  </a:cubicBezTo>
                  <a:cubicBezTo>
                    <a:pt x="13204" y="9699"/>
                    <a:pt x="13201" y="9697"/>
                    <a:pt x="13198" y="9694"/>
                  </a:cubicBezTo>
                  <a:lnTo>
                    <a:pt x="13198" y="9694"/>
                  </a:lnTo>
                  <a:cubicBezTo>
                    <a:pt x="13202" y="9694"/>
                    <a:pt x="13205" y="9694"/>
                    <a:pt x="13209" y="9694"/>
                  </a:cubicBezTo>
                  <a:cubicBezTo>
                    <a:pt x="13104" y="9609"/>
                    <a:pt x="13007" y="9509"/>
                    <a:pt x="12915" y="9412"/>
                  </a:cubicBezTo>
                  <a:cubicBezTo>
                    <a:pt x="12780" y="9272"/>
                    <a:pt x="12640" y="9125"/>
                    <a:pt x="12483" y="9007"/>
                  </a:cubicBezTo>
                  <a:cubicBezTo>
                    <a:pt x="12424" y="8961"/>
                    <a:pt x="12374" y="8907"/>
                    <a:pt x="12328" y="8850"/>
                  </a:cubicBezTo>
                  <a:cubicBezTo>
                    <a:pt x="12273" y="8789"/>
                    <a:pt x="12220" y="8731"/>
                    <a:pt x="12155" y="8688"/>
                  </a:cubicBezTo>
                  <a:cubicBezTo>
                    <a:pt x="12143" y="8678"/>
                    <a:pt x="12135" y="8664"/>
                    <a:pt x="12134" y="8650"/>
                  </a:cubicBezTo>
                  <a:lnTo>
                    <a:pt x="12134" y="8650"/>
                  </a:lnTo>
                  <a:cubicBezTo>
                    <a:pt x="12134" y="8649"/>
                    <a:pt x="12134" y="8648"/>
                    <a:pt x="12135" y="8647"/>
                  </a:cubicBezTo>
                  <a:cubicBezTo>
                    <a:pt x="12139" y="8539"/>
                    <a:pt x="12155" y="8430"/>
                    <a:pt x="12171" y="8312"/>
                  </a:cubicBezTo>
                  <a:cubicBezTo>
                    <a:pt x="12192" y="8178"/>
                    <a:pt x="12212" y="8042"/>
                    <a:pt x="12212" y="7904"/>
                  </a:cubicBezTo>
                  <a:lnTo>
                    <a:pt x="12212" y="7904"/>
                  </a:lnTo>
                  <a:cubicBezTo>
                    <a:pt x="12212" y="7828"/>
                    <a:pt x="12206" y="7751"/>
                    <a:pt x="12190" y="7674"/>
                  </a:cubicBezTo>
                  <a:lnTo>
                    <a:pt x="12190" y="7526"/>
                  </a:lnTo>
                  <a:cubicBezTo>
                    <a:pt x="12178" y="7481"/>
                    <a:pt x="12177" y="7431"/>
                    <a:pt x="12175" y="7383"/>
                  </a:cubicBezTo>
                  <a:cubicBezTo>
                    <a:pt x="12171" y="7335"/>
                    <a:pt x="12169" y="7283"/>
                    <a:pt x="12159" y="7238"/>
                  </a:cubicBezTo>
                  <a:cubicBezTo>
                    <a:pt x="12139" y="7151"/>
                    <a:pt x="12120" y="7062"/>
                    <a:pt x="12103" y="6975"/>
                  </a:cubicBezTo>
                  <a:cubicBezTo>
                    <a:pt x="12062" y="6783"/>
                    <a:pt x="12025" y="6598"/>
                    <a:pt x="11957" y="6431"/>
                  </a:cubicBezTo>
                  <a:cubicBezTo>
                    <a:pt x="11508" y="5339"/>
                    <a:pt x="10957" y="4700"/>
                    <a:pt x="9925" y="4073"/>
                  </a:cubicBezTo>
                  <a:cubicBezTo>
                    <a:pt x="9849" y="4025"/>
                    <a:pt x="9765" y="3994"/>
                    <a:pt x="9677" y="3959"/>
                  </a:cubicBezTo>
                  <a:cubicBezTo>
                    <a:pt x="9631" y="3942"/>
                    <a:pt x="9583" y="3923"/>
                    <a:pt x="9536" y="3903"/>
                  </a:cubicBezTo>
                  <a:cubicBezTo>
                    <a:pt x="9313" y="3807"/>
                    <a:pt x="9060" y="3738"/>
                    <a:pt x="8795" y="3667"/>
                  </a:cubicBezTo>
                  <a:lnTo>
                    <a:pt x="8687" y="3640"/>
                  </a:lnTo>
                  <a:cubicBezTo>
                    <a:pt x="8604" y="3618"/>
                    <a:pt x="8522" y="3615"/>
                    <a:pt x="8434" y="3612"/>
                  </a:cubicBezTo>
                  <a:cubicBezTo>
                    <a:pt x="8350" y="3611"/>
                    <a:pt x="8260" y="3609"/>
                    <a:pt x="8165" y="3587"/>
                  </a:cubicBezTo>
                  <a:cubicBezTo>
                    <a:pt x="8097" y="3571"/>
                    <a:pt x="8004" y="3564"/>
                    <a:pt x="7895" y="3564"/>
                  </a:cubicBezTo>
                  <a:close/>
                  <a:moveTo>
                    <a:pt x="14480" y="10928"/>
                  </a:moveTo>
                  <a:cubicBezTo>
                    <a:pt x="14452" y="10964"/>
                    <a:pt x="14427" y="11001"/>
                    <a:pt x="14401" y="11037"/>
                  </a:cubicBezTo>
                  <a:cubicBezTo>
                    <a:pt x="14445" y="11079"/>
                    <a:pt x="14490" y="11120"/>
                    <a:pt x="14533" y="11164"/>
                  </a:cubicBezTo>
                  <a:cubicBezTo>
                    <a:pt x="14558" y="11120"/>
                    <a:pt x="14583" y="11075"/>
                    <a:pt x="14609" y="11031"/>
                  </a:cubicBezTo>
                  <a:cubicBezTo>
                    <a:pt x="14567" y="10995"/>
                    <a:pt x="14523" y="10959"/>
                    <a:pt x="14480" y="109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
            <p:cNvSpPr/>
            <p:nvPr/>
          </p:nvSpPr>
          <p:spPr>
            <a:xfrm>
              <a:off x="1508549" y="1107160"/>
              <a:ext cx="10497" cy="18249"/>
            </a:xfrm>
            <a:custGeom>
              <a:rect b="b" l="l" r="r" t="t"/>
              <a:pathLst>
                <a:path extrusionOk="0" h="645" w="371">
                  <a:moveTo>
                    <a:pt x="35" y="0"/>
                  </a:moveTo>
                  <a:cubicBezTo>
                    <a:pt x="18" y="0"/>
                    <a:pt x="1" y="15"/>
                    <a:pt x="5" y="38"/>
                  </a:cubicBezTo>
                  <a:cubicBezTo>
                    <a:pt x="40" y="242"/>
                    <a:pt x="129" y="513"/>
                    <a:pt x="306" y="638"/>
                  </a:cubicBezTo>
                  <a:cubicBezTo>
                    <a:pt x="312" y="643"/>
                    <a:pt x="318" y="644"/>
                    <a:pt x="325" y="644"/>
                  </a:cubicBezTo>
                  <a:cubicBezTo>
                    <a:pt x="350" y="644"/>
                    <a:pt x="371" y="612"/>
                    <a:pt x="355" y="588"/>
                  </a:cubicBezTo>
                  <a:cubicBezTo>
                    <a:pt x="305" y="499"/>
                    <a:pt x="230" y="426"/>
                    <a:pt x="180" y="335"/>
                  </a:cubicBezTo>
                  <a:cubicBezTo>
                    <a:pt x="124" y="236"/>
                    <a:pt x="86" y="131"/>
                    <a:pt x="62" y="22"/>
                  </a:cubicBezTo>
                  <a:cubicBezTo>
                    <a:pt x="58" y="7"/>
                    <a:pt x="47" y="0"/>
                    <a:pt x="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
            <p:cNvSpPr/>
            <p:nvPr/>
          </p:nvSpPr>
          <p:spPr>
            <a:xfrm>
              <a:off x="1507729" y="1121872"/>
              <a:ext cx="594" cy="481"/>
            </a:xfrm>
            <a:custGeom>
              <a:rect b="b" l="l" r="r" t="t"/>
              <a:pathLst>
                <a:path extrusionOk="0" h="17" w="21">
                  <a:moveTo>
                    <a:pt x="12" y="1"/>
                  </a:moveTo>
                  <a:cubicBezTo>
                    <a:pt x="1" y="1"/>
                    <a:pt x="1" y="17"/>
                    <a:pt x="12" y="17"/>
                  </a:cubicBezTo>
                  <a:cubicBezTo>
                    <a:pt x="21" y="17"/>
                    <a:pt x="21" y="1"/>
                    <a:pt x="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
            <p:cNvSpPr/>
            <p:nvPr/>
          </p:nvSpPr>
          <p:spPr>
            <a:xfrm>
              <a:off x="1496355" y="1119665"/>
              <a:ext cx="12986" cy="13807"/>
            </a:xfrm>
            <a:custGeom>
              <a:rect b="b" l="l" r="r" t="t"/>
              <a:pathLst>
                <a:path extrusionOk="0" h="488" w="459">
                  <a:moveTo>
                    <a:pt x="45" y="0"/>
                  </a:moveTo>
                  <a:cubicBezTo>
                    <a:pt x="23" y="0"/>
                    <a:pt x="1" y="25"/>
                    <a:pt x="11" y="53"/>
                  </a:cubicBezTo>
                  <a:cubicBezTo>
                    <a:pt x="89" y="226"/>
                    <a:pt x="218" y="422"/>
                    <a:pt x="403" y="486"/>
                  </a:cubicBezTo>
                  <a:cubicBezTo>
                    <a:pt x="407" y="487"/>
                    <a:pt x="410" y="488"/>
                    <a:pt x="414" y="488"/>
                  </a:cubicBezTo>
                  <a:cubicBezTo>
                    <a:pt x="443" y="488"/>
                    <a:pt x="458" y="448"/>
                    <a:pt x="437" y="428"/>
                  </a:cubicBezTo>
                  <a:cubicBezTo>
                    <a:pt x="375" y="362"/>
                    <a:pt x="302" y="311"/>
                    <a:pt x="240" y="247"/>
                  </a:cubicBezTo>
                  <a:cubicBezTo>
                    <a:pt x="173" y="178"/>
                    <a:pt x="118" y="102"/>
                    <a:pt x="73" y="18"/>
                  </a:cubicBezTo>
                  <a:cubicBezTo>
                    <a:pt x="66" y="5"/>
                    <a:pt x="56" y="0"/>
                    <a:pt x="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
            <p:cNvSpPr/>
            <p:nvPr/>
          </p:nvSpPr>
          <p:spPr>
            <a:xfrm>
              <a:off x="1830791" y="1038411"/>
              <a:ext cx="27104" cy="9563"/>
            </a:xfrm>
            <a:custGeom>
              <a:rect b="b" l="l" r="r" t="t"/>
              <a:pathLst>
                <a:path extrusionOk="0" h="338" w="958">
                  <a:moveTo>
                    <a:pt x="30" y="0"/>
                  </a:moveTo>
                  <a:cubicBezTo>
                    <a:pt x="12" y="0"/>
                    <a:pt x="1" y="26"/>
                    <a:pt x="19" y="37"/>
                  </a:cubicBezTo>
                  <a:cubicBezTo>
                    <a:pt x="257" y="169"/>
                    <a:pt x="576" y="338"/>
                    <a:pt x="860" y="338"/>
                  </a:cubicBezTo>
                  <a:cubicBezTo>
                    <a:pt x="880" y="338"/>
                    <a:pt x="901" y="337"/>
                    <a:pt x="921" y="335"/>
                  </a:cubicBezTo>
                  <a:cubicBezTo>
                    <a:pt x="953" y="334"/>
                    <a:pt x="957" y="294"/>
                    <a:pt x="928" y="283"/>
                  </a:cubicBezTo>
                  <a:cubicBezTo>
                    <a:pt x="793" y="229"/>
                    <a:pt x="640" y="219"/>
                    <a:pt x="501" y="181"/>
                  </a:cubicBezTo>
                  <a:cubicBezTo>
                    <a:pt x="341" y="135"/>
                    <a:pt x="188" y="75"/>
                    <a:pt x="38" y="2"/>
                  </a:cubicBezTo>
                  <a:cubicBezTo>
                    <a:pt x="35" y="1"/>
                    <a:pt x="33" y="0"/>
                    <a:pt x="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
            <p:cNvSpPr/>
            <p:nvPr/>
          </p:nvSpPr>
          <p:spPr>
            <a:xfrm>
              <a:off x="1839109" y="1049134"/>
              <a:ext cx="15929" cy="6564"/>
            </a:xfrm>
            <a:custGeom>
              <a:rect b="b" l="l" r="r" t="t"/>
              <a:pathLst>
                <a:path extrusionOk="0" h="232" w="563">
                  <a:moveTo>
                    <a:pt x="50" y="1"/>
                  </a:moveTo>
                  <a:cubicBezTo>
                    <a:pt x="19" y="1"/>
                    <a:pt x="0" y="45"/>
                    <a:pt x="32" y="65"/>
                  </a:cubicBezTo>
                  <a:cubicBezTo>
                    <a:pt x="111" y="115"/>
                    <a:pt x="192" y="155"/>
                    <a:pt x="281" y="184"/>
                  </a:cubicBezTo>
                  <a:cubicBezTo>
                    <a:pt x="338" y="205"/>
                    <a:pt x="410" y="231"/>
                    <a:pt x="475" y="231"/>
                  </a:cubicBezTo>
                  <a:cubicBezTo>
                    <a:pt x="494" y="231"/>
                    <a:pt x="512" y="229"/>
                    <a:pt x="529" y="224"/>
                  </a:cubicBezTo>
                  <a:cubicBezTo>
                    <a:pt x="556" y="215"/>
                    <a:pt x="563" y="177"/>
                    <a:pt x="540" y="166"/>
                  </a:cubicBezTo>
                  <a:cubicBezTo>
                    <a:pt x="474" y="129"/>
                    <a:pt x="390" y="132"/>
                    <a:pt x="317" y="112"/>
                  </a:cubicBezTo>
                  <a:cubicBezTo>
                    <a:pt x="229" y="87"/>
                    <a:pt x="147" y="51"/>
                    <a:pt x="67" y="6"/>
                  </a:cubicBezTo>
                  <a:cubicBezTo>
                    <a:pt x="61" y="2"/>
                    <a:pt x="55" y="1"/>
                    <a:pt x="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1"/>
            <p:cNvSpPr/>
            <p:nvPr/>
          </p:nvSpPr>
          <p:spPr>
            <a:xfrm>
              <a:off x="1840920" y="1059234"/>
              <a:ext cx="11062" cy="6536"/>
            </a:xfrm>
            <a:custGeom>
              <a:rect b="b" l="l" r="r" t="t"/>
              <a:pathLst>
                <a:path extrusionOk="0" h="231" w="391">
                  <a:moveTo>
                    <a:pt x="67" y="0"/>
                  </a:moveTo>
                  <a:cubicBezTo>
                    <a:pt x="28" y="0"/>
                    <a:pt x="0" y="60"/>
                    <a:pt x="42" y="82"/>
                  </a:cubicBezTo>
                  <a:cubicBezTo>
                    <a:pt x="99" y="112"/>
                    <a:pt x="157" y="144"/>
                    <a:pt x="214" y="173"/>
                  </a:cubicBezTo>
                  <a:cubicBezTo>
                    <a:pt x="260" y="198"/>
                    <a:pt x="298" y="226"/>
                    <a:pt x="354" y="230"/>
                  </a:cubicBezTo>
                  <a:cubicBezTo>
                    <a:pt x="355" y="230"/>
                    <a:pt x="356" y="230"/>
                    <a:pt x="356" y="230"/>
                  </a:cubicBezTo>
                  <a:cubicBezTo>
                    <a:pt x="376" y="230"/>
                    <a:pt x="391" y="205"/>
                    <a:pt x="378" y="188"/>
                  </a:cubicBezTo>
                  <a:cubicBezTo>
                    <a:pt x="346" y="144"/>
                    <a:pt x="304" y="128"/>
                    <a:pt x="258" y="101"/>
                  </a:cubicBezTo>
                  <a:cubicBezTo>
                    <a:pt x="201" y="70"/>
                    <a:pt x="144" y="37"/>
                    <a:pt x="87" y="6"/>
                  </a:cubicBezTo>
                  <a:cubicBezTo>
                    <a:pt x="80" y="2"/>
                    <a:pt x="7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
            <p:cNvSpPr/>
            <p:nvPr/>
          </p:nvSpPr>
          <p:spPr>
            <a:xfrm>
              <a:off x="1696293" y="967710"/>
              <a:ext cx="21814" cy="4357"/>
            </a:xfrm>
            <a:custGeom>
              <a:rect b="b" l="l" r="r" t="t"/>
              <a:pathLst>
                <a:path extrusionOk="0" h="154" w="771">
                  <a:moveTo>
                    <a:pt x="75" y="0"/>
                  </a:moveTo>
                  <a:cubicBezTo>
                    <a:pt x="62" y="0"/>
                    <a:pt x="48" y="0"/>
                    <a:pt x="35" y="0"/>
                  </a:cubicBezTo>
                  <a:cubicBezTo>
                    <a:pt x="0" y="0"/>
                    <a:pt x="0" y="53"/>
                    <a:pt x="35" y="56"/>
                  </a:cubicBezTo>
                  <a:cubicBezTo>
                    <a:pt x="278" y="60"/>
                    <a:pt x="503" y="130"/>
                    <a:pt x="743" y="153"/>
                  </a:cubicBezTo>
                  <a:cubicBezTo>
                    <a:pt x="764" y="153"/>
                    <a:pt x="771" y="124"/>
                    <a:pt x="753" y="115"/>
                  </a:cubicBezTo>
                  <a:cubicBezTo>
                    <a:pt x="556" y="14"/>
                    <a:pt x="298"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1"/>
            <p:cNvSpPr/>
            <p:nvPr/>
          </p:nvSpPr>
          <p:spPr>
            <a:xfrm>
              <a:off x="1703705" y="974472"/>
              <a:ext cx="14259" cy="4668"/>
            </a:xfrm>
            <a:custGeom>
              <a:rect b="b" l="l" r="r" t="t"/>
              <a:pathLst>
                <a:path extrusionOk="0" h="165" w="504">
                  <a:moveTo>
                    <a:pt x="37" y="1"/>
                  </a:moveTo>
                  <a:cubicBezTo>
                    <a:pt x="10" y="1"/>
                    <a:pt x="0" y="40"/>
                    <a:pt x="29" y="48"/>
                  </a:cubicBezTo>
                  <a:cubicBezTo>
                    <a:pt x="161" y="89"/>
                    <a:pt x="317" y="161"/>
                    <a:pt x="457" y="164"/>
                  </a:cubicBezTo>
                  <a:cubicBezTo>
                    <a:pt x="489" y="164"/>
                    <a:pt x="503" y="116"/>
                    <a:pt x="473" y="100"/>
                  </a:cubicBezTo>
                  <a:cubicBezTo>
                    <a:pt x="347" y="36"/>
                    <a:pt x="179" y="28"/>
                    <a:pt x="42" y="1"/>
                  </a:cubicBezTo>
                  <a:cubicBezTo>
                    <a:pt x="40" y="1"/>
                    <a:pt x="38" y="1"/>
                    <a:pt x="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
            <p:cNvSpPr/>
            <p:nvPr/>
          </p:nvSpPr>
          <p:spPr>
            <a:xfrm>
              <a:off x="1780602" y="1260020"/>
              <a:ext cx="17230" cy="9195"/>
            </a:xfrm>
            <a:custGeom>
              <a:rect b="b" l="l" r="r" t="t"/>
              <a:pathLst>
                <a:path extrusionOk="0" h="325" w="609">
                  <a:moveTo>
                    <a:pt x="48" y="1"/>
                  </a:moveTo>
                  <a:cubicBezTo>
                    <a:pt x="23" y="1"/>
                    <a:pt x="1" y="31"/>
                    <a:pt x="24" y="49"/>
                  </a:cubicBezTo>
                  <a:cubicBezTo>
                    <a:pt x="175" y="174"/>
                    <a:pt x="372" y="301"/>
                    <a:pt x="569" y="324"/>
                  </a:cubicBezTo>
                  <a:cubicBezTo>
                    <a:pt x="571" y="324"/>
                    <a:pt x="573" y="325"/>
                    <a:pt x="575" y="325"/>
                  </a:cubicBezTo>
                  <a:cubicBezTo>
                    <a:pt x="608" y="325"/>
                    <a:pt x="607" y="274"/>
                    <a:pt x="581" y="260"/>
                  </a:cubicBezTo>
                  <a:cubicBezTo>
                    <a:pt x="492" y="224"/>
                    <a:pt x="398" y="203"/>
                    <a:pt x="312" y="160"/>
                  </a:cubicBezTo>
                  <a:cubicBezTo>
                    <a:pt x="223" y="119"/>
                    <a:pt x="143" y="68"/>
                    <a:pt x="66" y="7"/>
                  </a:cubicBezTo>
                  <a:cubicBezTo>
                    <a:pt x="60" y="3"/>
                    <a:pt x="54" y="1"/>
                    <a:pt x="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1"/>
            <p:cNvSpPr/>
            <p:nvPr/>
          </p:nvSpPr>
          <p:spPr>
            <a:xfrm>
              <a:off x="1778027" y="1267829"/>
              <a:ext cx="15306" cy="7328"/>
            </a:xfrm>
            <a:custGeom>
              <a:rect b="b" l="l" r="r" t="t"/>
              <a:pathLst>
                <a:path extrusionOk="0" h="259" w="541">
                  <a:moveTo>
                    <a:pt x="53" y="1"/>
                  </a:moveTo>
                  <a:cubicBezTo>
                    <a:pt x="14" y="1"/>
                    <a:pt x="0" y="71"/>
                    <a:pt x="47" y="87"/>
                  </a:cubicBezTo>
                  <a:cubicBezTo>
                    <a:pt x="127" y="121"/>
                    <a:pt x="207" y="153"/>
                    <a:pt x="285" y="186"/>
                  </a:cubicBezTo>
                  <a:cubicBezTo>
                    <a:pt x="311" y="196"/>
                    <a:pt x="340" y="209"/>
                    <a:pt x="368" y="223"/>
                  </a:cubicBezTo>
                  <a:cubicBezTo>
                    <a:pt x="391" y="233"/>
                    <a:pt x="417" y="243"/>
                    <a:pt x="441" y="250"/>
                  </a:cubicBezTo>
                  <a:cubicBezTo>
                    <a:pt x="461" y="255"/>
                    <a:pt x="483" y="259"/>
                    <a:pt x="503" y="259"/>
                  </a:cubicBezTo>
                  <a:cubicBezTo>
                    <a:pt x="504" y="259"/>
                    <a:pt x="504" y="259"/>
                    <a:pt x="505" y="259"/>
                  </a:cubicBezTo>
                  <a:cubicBezTo>
                    <a:pt x="528" y="259"/>
                    <a:pt x="541" y="225"/>
                    <a:pt x="525" y="208"/>
                  </a:cubicBezTo>
                  <a:cubicBezTo>
                    <a:pt x="492" y="180"/>
                    <a:pt x="454" y="160"/>
                    <a:pt x="416" y="146"/>
                  </a:cubicBezTo>
                  <a:lnTo>
                    <a:pt x="416" y="144"/>
                  </a:lnTo>
                  <a:cubicBezTo>
                    <a:pt x="403" y="141"/>
                    <a:pt x="390" y="135"/>
                    <a:pt x="377" y="130"/>
                  </a:cubicBezTo>
                  <a:cubicBezTo>
                    <a:pt x="361" y="124"/>
                    <a:pt x="343" y="116"/>
                    <a:pt x="324" y="109"/>
                  </a:cubicBezTo>
                  <a:cubicBezTo>
                    <a:pt x="239" y="73"/>
                    <a:pt x="154" y="39"/>
                    <a:pt x="70" y="4"/>
                  </a:cubicBezTo>
                  <a:cubicBezTo>
                    <a:pt x="64" y="2"/>
                    <a:pt x="59" y="1"/>
                    <a:pt x="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
            <p:cNvSpPr/>
            <p:nvPr/>
          </p:nvSpPr>
          <p:spPr>
            <a:xfrm>
              <a:off x="1781451" y="1278891"/>
              <a:ext cx="9506" cy="5800"/>
            </a:xfrm>
            <a:custGeom>
              <a:rect b="b" l="l" r="r" t="t"/>
              <a:pathLst>
                <a:path extrusionOk="0" h="205" w="336">
                  <a:moveTo>
                    <a:pt x="66" y="1"/>
                  </a:moveTo>
                  <a:cubicBezTo>
                    <a:pt x="28" y="1"/>
                    <a:pt x="0" y="64"/>
                    <a:pt x="43" y="85"/>
                  </a:cubicBezTo>
                  <a:cubicBezTo>
                    <a:pt x="125" y="122"/>
                    <a:pt x="206" y="162"/>
                    <a:pt x="289" y="201"/>
                  </a:cubicBezTo>
                  <a:cubicBezTo>
                    <a:pt x="294" y="203"/>
                    <a:pt x="298" y="205"/>
                    <a:pt x="302" y="205"/>
                  </a:cubicBezTo>
                  <a:cubicBezTo>
                    <a:pt x="309" y="205"/>
                    <a:pt x="316" y="201"/>
                    <a:pt x="321" y="196"/>
                  </a:cubicBezTo>
                  <a:cubicBezTo>
                    <a:pt x="334" y="186"/>
                    <a:pt x="336" y="165"/>
                    <a:pt x="315" y="153"/>
                  </a:cubicBezTo>
                  <a:cubicBezTo>
                    <a:pt x="312" y="151"/>
                    <a:pt x="311" y="149"/>
                    <a:pt x="307" y="147"/>
                  </a:cubicBezTo>
                  <a:cubicBezTo>
                    <a:pt x="234" y="101"/>
                    <a:pt x="161" y="55"/>
                    <a:pt x="87" y="7"/>
                  </a:cubicBezTo>
                  <a:cubicBezTo>
                    <a:pt x="80" y="3"/>
                    <a:pt x="7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
            <p:cNvSpPr/>
            <p:nvPr/>
          </p:nvSpPr>
          <p:spPr>
            <a:xfrm>
              <a:off x="1552062" y="1244205"/>
              <a:ext cx="3423" cy="5093"/>
            </a:xfrm>
            <a:custGeom>
              <a:rect b="b" l="l" r="r" t="t"/>
              <a:pathLst>
                <a:path extrusionOk="0" h="180" w="121">
                  <a:moveTo>
                    <a:pt x="47" y="1"/>
                  </a:moveTo>
                  <a:cubicBezTo>
                    <a:pt x="24" y="1"/>
                    <a:pt x="0" y="27"/>
                    <a:pt x="14" y="56"/>
                  </a:cubicBezTo>
                  <a:cubicBezTo>
                    <a:pt x="36" y="99"/>
                    <a:pt x="61" y="142"/>
                    <a:pt x="90" y="179"/>
                  </a:cubicBezTo>
                  <a:cubicBezTo>
                    <a:pt x="90" y="175"/>
                    <a:pt x="91" y="172"/>
                    <a:pt x="94" y="168"/>
                  </a:cubicBezTo>
                  <a:cubicBezTo>
                    <a:pt x="95" y="168"/>
                    <a:pt x="95" y="168"/>
                    <a:pt x="94" y="165"/>
                  </a:cubicBezTo>
                  <a:cubicBezTo>
                    <a:pt x="103" y="142"/>
                    <a:pt x="111" y="115"/>
                    <a:pt x="120" y="89"/>
                  </a:cubicBezTo>
                  <a:cubicBezTo>
                    <a:pt x="104" y="67"/>
                    <a:pt x="90" y="43"/>
                    <a:pt x="77" y="19"/>
                  </a:cubicBezTo>
                  <a:cubicBezTo>
                    <a:pt x="69" y="6"/>
                    <a:pt x="58" y="1"/>
                    <a:pt x="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1"/>
            <p:cNvSpPr/>
            <p:nvPr/>
          </p:nvSpPr>
          <p:spPr>
            <a:xfrm>
              <a:off x="769259" y="1665752"/>
              <a:ext cx="217626" cy="263403"/>
            </a:xfrm>
            <a:custGeom>
              <a:rect b="b" l="l" r="r" t="t"/>
              <a:pathLst>
                <a:path extrusionOk="0" h="9310" w="7692">
                  <a:moveTo>
                    <a:pt x="6156" y="176"/>
                  </a:moveTo>
                  <a:cubicBezTo>
                    <a:pt x="6114" y="176"/>
                    <a:pt x="6086" y="236"/>
                    <a:pt x="6132" y="256"/>
                  </a:cubicBezTo>
                  <a:cubicBezTo>
                    <a:pt x="6337" y="349"/>
                    <a:pt x="6553" y="473"/>
                    <a:pt x="6773" y="532"/>
                  </a:cubicBezTo>
                  <a:cubicBezTo>
                    <a:pt x="6777" y="533"/>
                    <a:pt x="6781" y="534"/>
                    <a:pt x="6784" y="534"/>
                  </a:cubicBezTo>
                  <a:cubicBezTo>
                    <a:pt x="6819" y="534"/>
                    <a:pt x="6835" y="482"/>
                    <a:pt x="6802" y="460"/>
                  </a:cubicBezTo>
                  <a:cubicBezTo>
                    <a:pt x="6613" y="342"/>
                    <a:pt x="6380" y="269"/>
                    <a:pt x="6175" y="180"/>
                  </a:cubicBezTo>
                  <a:cubicBezTo>
                    <a:pt x="6169" y="178"/>
                    <a:pt x="6162" y="176"/>
                    <a:pt x="6156" y="176"/>
                  </a:cubicBezTo>
                  <a:close/>
                  <a:moveTo>
                    <a:pt x="5522" y="262"/>
                  </a:moveTo>
                  <a:cubicBezTo>
                    <a:pt x="5494" y="262"/>
                    <a:pt x="5469" y="304"/>
                    <a:pt x="5496" y="327"/>
                  </a:cubicBezTo>
                  <a:cubicBezTo>
                    <a:pt x="5709" y="494"/>
                    <a:pt x="5962" y="622"/>
                    <a:pt x="6232" y="659"/>
                  </a:cubicBezTo>
                  <a:cubicBezTo>
                    <a:pt x="6234" y="659"/>
                    <a:pt x="6236" y="659"/>
                    <a:pt x="6238" y="659"/>
                  </a:cubicBezTo>
                  <a:cubicBezTo>
                    <a:pt x="6284" y="659"/>
                    <a:pt x="6294" y="578"/>
                    <a:pt x="6245" y="566"/>
                  </a:cubicBezTo>
                  <a:cubicBezTo>
                    <a:pt x="5985" y="510"/>
                    <a:pt x="5754" y="428"/>
                    <a:pt x="5540" y="268"/>
                  </a:cubicBezTo>
                  <a:cubicBezTo>
                    <a:pt x="5534" y="263"/>
                    <a:pt x="5528" y="262"/>
                    <a:pt x="5522" y="262"/>
                  </a:cubicBezTo>
                  <a:close/>
                  <a:moveTo>
                    <a:pt x="4856" y="306"/>
                  </a:moveTo>
                  <a:cubicBezTo>
                    <a:pt x="4831" y="306"/>
                    <a:pt x="4815" y="344"/>
                    <a:pt x="4842" y="362"/>
                  </a:cubicBezTo>
                  <a:cubicBezTo>
                    <a:pt x="5129" y="557"/>
                    <a:pt x="5489" y="740"/>
                    <a:pt x="5840" y="768"/>
                  </a:cubicBezTo>
                  <a:cubicBezTo>
                    <a:pt x="5840" y="768"/>
                    <a:pt x="5841" y="768"/>
                    <a:pt x="5842" y="768"/>
                  </a:cubicBezTo>
                  <a:cubicBezTo>
                    <a:pt x="5875" y="768"/>
                    <a:pt x="5878" y="714"/>
                    <a:pt x="5847" y="705"/>
                  </a:cubicBezTo>
                  <a:cubicBezTo>
                    <a:pt x="5498" y="596"/>
                    <a:pt x="5184" y="510"/>
                    <a:pt x="4871" y="311"/>
                  </a:cubicBezTo>
                  <a:cubicBezTo>
                    <a:pt x="4866" y="308"/>
                    <a:pt x="4861" y="306"/>
                    <a:pt x="4856" y="306"/>
                  </a:cubicBezTo>
                  <a:close/>
                  <a:moveTo>
                    <a:pt x="1" y="0"/>
                  </a:moveTo>
                  <a:lnTo>
                    <a:pt x="52" y="808"/>
                  </a:lnTo>
                  <a:lnTo>
                    <a:pt x="53" y="808"/>
                  </a:lnTo>
                  <a:lnTo>
                    <a:pt x="1" y="0"/>
                  </a:lnTo>
                  <a:close/>
                  <a:moveTo>
                    <a:pt x="5963" y="961"/>
                  </a:moveTo>
                  <a:cubicBezTo>
                    <a:pt x="5935" y="964"/>
                    <a:pt x="5906" y="964"/>
                    <a:pt x="5879" y="967"/>
                  </a:cubicBezTo>
                  <a:cubicBezTo>
                    <a:pt x="5906" y="965"/>
                    <a:pt x="5935" y="964"/>
                    <a:pt x="5963" y="961"/>
                  </a:cubicBezTo>
                  <a:close/>
                  <a:moveTo>
                    <a:pt x="5879" y="967"/>
                  </a:moveTo>
                  <a:lnTo>
                    <a:pt x="5879" y="967"/>
                  </a:lnTo>
                  <a:cubicBezTo>
                    <a:pt x="5826" y="971"/>
                    <a:pt x="5774" y="976"/>
                    <a:pt x="5723" y="980"/>
                  </a:cubicBezTo>
                  <a:cubicBezTo>
                    <a:pt x="5774" y="976"/>
                    <a:pt x="5825" y="973"/>
                    <a:pt x="5879" y="967"/>
                  </a:cubicBezTo>
                  <a:close/>
                  <a:moveTo>
                    <a:pt x="851" y="1330"/>
                  </a:moveTo>
                  <a:lnTo>
                    <a:pt x="851" y="1330"/>
                  </a:lnTo>
                  <a:cubicBezTo>
                    <a:pt x="853" y="1365"/>
                    <a:pt x="856" y="1383"/>
                    <a:pt x="867" y="1389"/>
                  </a:cubicBezTo>
                  <a:cubicBezTo>
                    <a:pt x="857" y="1381"/>
                    <a:pt x="854" y="1365"/>
                    <a:pt x="851" y="1330"/>
                  </a:cubicBezTo>
                  <a:close/>
                  <a:moveTo>
                    <a:pt x="869" y="1389"/>
                  </a:moveTo>
                  <a:cubicBezTo>
                    <a:pt x="873" y="1393"/>
                    <a:pt x="876" y="1393"/>
                    <a:pt x="882" y="1393"/>
                  </a:cubicBezTo>
                  <a:cubicBezTo>
                    <a:pt x="876" y="1390"/>
                    <a:pt x="873" y="1390"/>
                    <a:pt x="869" y="1389"/>
                  </a:cubicBezTo>
                  <a:close/>
                  <a:moveTo>
                    <a:pt x="6114" y="2105"/>
                  </a:moveTo>
                  <a:lnTo>
                    <a:pt x="5462" y="2146"/>
                  </a:lnTo>
                  <a:lnTo>
                    <a:pt x="1225" y="2415"/>
                  </a:lnTo>
                  <a:lnTo>
                    <a:pt x="1225" y="2415"/>
                  </a:lnTo>
                  <a:lnTo>
                    <a:pt x="5482" y="2146"/>
                  </a:lnTo>
                  <a:lnTo>
                    <a:pt x="6114" y="2105"/>
                  </a:lnTo>
                  <a:close/>
                  <a:moveTo>
                    <a:pt x="6007" y="3072"/>
                  </a:moveTo>
                  <a:cubicBezTo>
                    <a:pt x="5954" y="3077"/>
                    <a:pt x="5905" y="3081"/>
                    <a:pt x="5857" y="3084"/>
                  </a:cubicBezTo>
                  <a:cubicBezTo>
                    <a:pt x="5905" y="3082"/>
                    <a:pt x="5956" y="3077"/>
                    <a:pt x="6007" y="3072"/>
                  </a:cubicBezTo>
                  <a:close/>
                  <a:moveTo>
                    <a:pt x="6344" y="3170"/>
                  </a:moveTo>
                  <a:cubicBezTo>
                    <a:pt x="6314" y="3171"/>
                    <a:pt x="6283" y="3171"/>
                    <a:pt x="6261" y="3171"/>
                  </a:cubicBezTo>
                  <a:cubicBezTo>
                    <a:pt x="6268" y="3172"/>
                    <a:pt x="6276" y="3172"/>
                    <a:pt x="6284" y="3172"/>
                  </a:cubicBezTo>
                  <a:cubicBezTo>
                    <a:pt x="6302" y="3172"/>
                    <a:pt x="6323" y="3171"/>
                    <a:pt x="6344" y="3170"/>
                  </a:cubicBezTo>
                  <a:close/>
                  <a:moveTo>
                    <a:pt x="6168" y="4216"/>
                  </a:moveTo>
                  <a:cubicBezTo>
                    <a:pt x="6141" y="4218"/>
                    <a:pt x="6114" y="4218"/>
                    <a:pt x="6085" y="4222"/>
                  </a:cubicBezTo>
                  <a:cubicBezTo>
                    <a:pt x="6111" y="4222"/>
                    <a:pt x="6141" y="4218"/>
                    <a:pt x="6168" y="4216"/>
                  </a:cubicBezTo>
                  <a:close/>
                  <a:moveTo>
                    <a:pt x="6085" y="4222"/>
                  </a:moveTo>
                  <a:cubicBezTo>
                    <a:pt x="6031" y="4225"/>
                    <a:pt x="5979" y="4231"/>
                    <a:pt x="5928" y="4235"/>
                  </a:cubicBezTo>
                  <a:cubicBezTo>
                    <a:pt x="5979" y="4231"/>
                    <a:pt x="6031" y="4228"/>
                    <a:pt x="6085" y="4222"/>
                  </a:cubicBezTo>
                  <a:close/>
                  <a:moveTo>
                    <a:pt x="6417" y="4320"/>
                  </a:moveTo>
                  <a:cubicBezTo>
                    <a:pt x="6386" y="4323"/>
                    <a:pt x="6356" y="4323"/>
                    <a:pt x="6335" y="4323"/>
                  </a:cubicBezTo>
                  <a:cubicBezTo>
                    <a:pt x="6341" y="4323"/>
                    <a:pt x="6347" y="4323"/>
                    <a:pt x="6354" y="4323"/>
                  </a:cubicBezTo>
                  <a:cubicBezTo>
                    <a:pt x="6372" y="4323"/>
                    <a:pt x="6394" y="4322"/>
                    <a:pt x="6417" y="4320"/>
                  </a:cubicBezTo>
                  <a:close/>
                  <a:moveTo>
                    <a:pt x="6335" y="4323"/>
                  </a:moveTo>
                  <a:lnTo>
                    <a:pt x="6335" y="4323"/>
                  </a:lnTo>
                  <a:cubicBezTo>
                    <a:pt x="6315" y="4324"/>
                    <a:pt x="6296" y="4324"/>
                    <a:pt x="6279" y="4325"/>
                  </a:cubicBezTo>
                  <a:cubicBezTo>
                    <a:pt x="6298" y="4324"/>
                    <a:pt x="6315" y="4324"/>
                    <a:pt x="6335" y="4323"/>
                  </a:cubicBezTo>
                  <a:close/>
                  <a:moveTo>
                    <a:pt x="1058" y="4586"/>
                  </a:moveTo>
                  <a:cubicBezTo>
                    <a:pt x="1059" y="4621"/>
                    <a:pt x="1064" y="4638"/>
                    <a:pt x="1074" y="4644"/>
                  </a:cubicBezTo>
                  <a:cubicBezTo>
                    <a:pt x="1064" y="4637"/>
                    <a:pt x="1059" y="4621"/>
                    <a:pt x="1058" y="4586"/>
                  </a:cubicBezTo>
                  <a:close/>
                  <a:moveTo>
                    <a:pt x="6484" y="5345"/>
                  </a:moveTo>
                  <a:cubicBezTo>
                    <a:pt x="6447" y="5345"/>
                    <a:pt x="6409" y="5346"/>
                    <a:pt x="6370" y="5349"/>
                  </a:cubicBezTo>
                  <a:cubicBezTo>
                    <a:pt x="6406" y="5347"/>
                    <a:pt x="6443" y="5346"/>
                    <a:pt x="6477" y="5346"/>
                  </a:cubicBezTo>
                  <a:cubicBezTo>
                    <a:pt x="6522" y="5346"/>
                    <a:pt x="6565" y="5348"/>
                    <a:pt x="6603" y="5352"/>
                  </a:cubicBezTo>
                  <a:lnTo>
                    <a:pt x="6603" y="5350"/>
                  </a:lnTo>
                  <a:cubicBezTo>
                    <a:pt x="6565" y="5347"/>
                    <a:pt x="6525" y="5345"/>
                    <a:pt x="6484" y="5345"/>
                  </a:cubicBezTo>
                  <a:close/>
                  <a:moveTo>
                    <a:pt x="6628" y="5398"/>
                  </a:moveTo>
                  <a:lnTo>
                    <a:pt x="6628" y="5398"/>
                  </a:lnTo>
                  <a:cubicBezTo>
                    <a:pt x="6627" y="5399"/>
                    <a:pt x="6627" y="5400"/>
                    <a:pt x="6627" y="5401"/>
                  </a:cubicBezTo>
                  <a:lnTo>
                    <a:pt x="6627" y="5401"/>
                  </a:lnTo>
                  <a:cubicBezTo>
                    <a:pt x="6627" y="5400"/>
                    <a:pt x="6628" y="5399"/>
                    <a:pt x="6628" y="5398"/>
                  </a:cubicBezTo>
                  <a:close/>
                  <a:moveTo>
                    <a:pt x="6627" y="5401"/>
                  </a:moveTo>
                  <a:cubicBezTo>
                    <a:pt x="6625" y="5402"/>
                    <a:pt x="6623" y="5405"/>
                    <a:pt x="6620" y="5409"/>
                  </a:cubicBezTo>
                  <a:cubicBezTo>
                    <a:pt x="6624" y="5406"/>
                    <a:pt x="6625" y="5403"/>
                    <a:pt x="6627" y="5401"/>
                  </a:cubicBezTo>
                  <a:close/>
                  <a:moveTo>
                    <a:pt x="6620" y="5409"/>
                  </a:moveTo>
                  <a:lnTo>
                    <a:pt x="6620" y="5409"/>
                  </a:lnTo>
                  <a:cubicBezTo>
                    <a:pt x="6617" y="5412"/>
                    <a:pt x="6617" y="5416"/>
                    <a:pt x="6616" y="5420"/>
                  </a:cubicBezTo>
                  <a:cubicBezTo>
                    <a:pt x="6619" y="5416"/>
                    <a:pt x="6620" y="5413"/>
                    <a:pt x="6620" y="5409"/>
                  </a:cubicBezTo>
                  <a:close/>
                  <a:moveTo>
                    <a:pt x="6335" y="5464"/>
                  </a:moveTo>
                  <a:cubicBezTo>
                    <a:pt x="6328" y="5464"/>
                    <a:pt x="6322" y="5465"/>
                    <a:pt x="6315" y="5465"/>
                  </a:cubicBezTo>
                  <a:lnTo>
                    <a:pt x="6354" y="5465"/>
                  </a:lnTo>
                  <a:cubicBezTo>
                    <a:pt x="6348" y="5465"/>
                    <a:pt x="6341" y="5464"/>
                    <a:pt x="6335" y="5464"/>
                  </a:cubicBezTo>
                  <a:close/>
                  <a:moveTo>
                    <a:pt x="6601" y="6413"/>
                  </a:moveTo>
                  <a:lnTo>
                    <a:pt x="6601" y="6413"/>
                  </a:lnTo>
                  <a:cubicBezTo>
                    <a:pt x="6609" y="6414"/>
                    <a:pt x="6618" y="6415"/>
                    <a:pt x="6627" y="6416"/>
                  </a:cubicBezTo>
                  <a:lnTo>
                    <a:pt x="6627" y="6416"/>
                  </a:lnTo>
                  <a:lnTo>
                    <a:pt x="6601" y="6413"/>
                  </a:lnTo>
                  <a:close/>
                  <a:moveTo>
                    <a:pt x="6627" y="6416"/>
                  </a:moveTo>
                  <a:lnTo>
                    <a:pt x="6661" y="6419"/>
                  </a:lnTo>
                  <a:lnTo>
                    <a:pt x="6661" y="6418"/>
                  </a:lnTo>
                  <a:cubicBezTo>
                    <a:pt x="6650" y="6417"/>
                    <a:pt x="6638" y="6416"/>
                    <a:pt x="6627" y="6416"/>
                  </a:cubicBezTo>
                  <a:close/>
                  <a:moveTo>
                    <a:pt x="6662" y="6500"/>
                  </a:moveTo>
                  <a:cubicBezTo>
                    <a:pt x="6661" y="6500"/>
                    <a:pt x="6661" y="6503"/>
                    <a:pt x="6657" y="6505"/>
                  </a:cubicBezTo>
                  <a:cubicBezTo>
                    <a:pt x="6661" y="6505"/>
                    <a:pt x="6661" y="6500"/>
                    <a:pt x="6662" y="6500"/>
                  </a:cubicBezTo>
                  <a:close/>
                  <a:moveTo>
                    <a:pt x="6373" y="6534"/>
                  </a:moveTo>
                  <a:cubicBezTo>
                    <a:pt x="6377" y="6535"/>
                    <a:pt x="6381" y="6535"/>
                    <a:pt x="6385" y="6535"/>
                  </a:cubicBezTo>
                  <a:cubicBezTo>
                    <a:pt x="6390" y="6535"/>
                    <a:pt x="6394" y="6535"/>
                    <a:pt x="6398" y="6534"/>
                  </a:cubicBezTo>
                  <a:close/>
                  <a:moveTo>
                    <a:pt x="1234" y="6748"/>
                  </a:moveTo>
                  <a:cubicBezTo>
                    <a:pt x="1219" y="6761"/>
                    <a:pt x="1202" y="6774"/>
                    <a:pt x="1187" y="6787"/>
                  </a:cubicBezTo>
                  <a:cubicBezTo>
                    <a:pt x="1203" y="6774"/>
                    <a:pt x="1219" y="6761"/>
                    <a:pt x="1234" y="6748"/>
                  </a:cubicBezTo>
                  <a:close/>
                  <a:moveTo>
                    <a:pt x="6350" y="7576"/>
                  </a:moveTo>
                  <a:cubicBezTo>
                    <a:pt x="6321" y="7579"/>
                    <a:pt x="6293" y="7581"/>
                    <a:pt x="6267" y="7582"/>
                  </a:cubicBezTo>
                  <a:cubicBezTo>
                    <a:pt x="6296" y="7581"/>
                    <a:pt x="6322" y="7579"/>
                    <a:pt x="6350" y="7576"/>
                  </a:cubicBezTo>
                  <a:close/>
                  <a:moveTo>
                    <a:pt x="1241" y="7943"/>
                  </a:moveTo>
                  <a:cubicBezTo>
                    <a:pt x="1239" y="7943"/>
                    <a:pt x="1238" y="7943"/>
                    <a:pt x="1238" y="7944"/>
                  </a:cubicBezTo>
                  <a:cubicBezTo>
                    <a:pt x="1238" y="7945"/>
                    <a:pt x="1238" y="7945"/>
                    <a:pt x="1238" y="7945"/>
                  </a:cubicBezTo>
                  <a:cubicBezTo>
                    <a:pt x="1239" y="7945"/>
                    <a:pt x="1240" y="7944"/>
                    <a:pt x="1241" y="7943"/>
                  </a:cubicBezTo>
                  <a:close/>
                  <a:moveTo>
                    <a:pt x="4973" y="8123"/>
                  </a:moveTo>
                  <a:cubicBezTo>
                    <a:pt x="4919" y="8123"/>
                    <a:pt x="4897" y="8210"/>
                    <a:pt x="4958" y="8223"/>
                  </a:cubicBezTo>
                  <a:cubicBezTo>
                    <a:pt x="5160" y="8265"/>
                    <a:pt x="5388" y="8344"/>
                    <a:pt x="5595" y="8344"/>
                  </a:cubicBezTo>
                  <a:cubicBezTo>
                    <a:pt x="5597" y="8344"/>
                    <a:pt x="5599" y="8344"/>
                    <a:pt x="5601" y="8344"/>
                  </a:cubicBezTo>
                  <a:cubicBezTo>
                    <a:pt x="5664" y="8343"/>
                    <a:pt x="5667" y="8263"/>
                    <a:pt x="5616" y="8242"/>
                  </a:cubicBezTo>
                  <a:cubicBezTo>
                    <a:pt x="5427" y="8165"/>
                    <a:pt x="5187" y="8158"/>
                    <a:pt x="4985" y="8124"/>
                  </a:cubicBezTo>
                  <a:cubicBezTo>
                    <a:pt x="4981" y="8124"/>
                    <a:pt x="4977" y="8123"/>
                    <a:pt x="4973" y="8123"/>
                  </a:cubicBezTo>
                  <a:close/>
                  <a:moveTo>
                    <a:pt x="4166" y="8394"/>
                  </a:moveTo>
                  <a:cubicBezTo>
                    <a:pt x="4116" y="8394"/>
                    <a:pt x="4067" y="8396"/>
                    <a:pt x="4018" y="8404"/>
                  </a:cubicBezTo>
                  <a:cubicBezTo>
                    <a:pt x="3979" y="8409"/>
                    <a:pt x="3989" y="8463"/>
                    <a:pt x="4018" y="8475"/>
                  </a:cubicBezTo>
                  <a:cubicBezTo>
                    <a:pt x="4173" y="8529"/>
                    <a:pt x="4338" y="8536"/>
                    <a:pt x="4501" y="8555"/>
                  </a:cubicBezTo>
                  <a:cubicBezTo>
                    <a:pt x="4616" y="8566"/>
                    <a:pt x="4731" y="8587"/>
                    <a:pt x="4846" y="8587"/>
                  </a:cubicBezTo>
                  <a:cubicBezTo>
                    <a:pt x="4892" y="8587"/>
                    <a:pt x="4937" y="8583"/>
                    <a:pt x="4983" y="8575"/>
                  </a:cubicBezTo>
                  <a:cubicBezTo>
                    <a:pt x="5031" y="8568"/>
                    <a:pt x="5020" y="8504"/>
                    <a:pt x="4983" y="8489"/>
                  </a:cubicBezTo>
                  <a:cubicBezTo>
                    <a:pt x="4829" y="8431"/>
                    <a:pt x="4662" y="8431"/>
                    <a:pt x="4501" y="8417"/>
                  </a:cubicBezTo>
                  <a:cubicBezTo>
                    <a:pt x="4388" y="8408"/>
                    <a:pt x="4276" y="8394"/>
                    <a:pt x="4166" y="8394"/>
                  </a:cubicBezTo>
                  <a:close/>
                  <a:moveTo>
                    <a:pt x="2577" y="8505"/>
                  </a:moveTo>
                  <a:cubicBezTo>
                    <a:pt x="2546" y="8505"/>
                    <a:pt x="2542" y="8549"/>
                    <a:pt x="2571" y="8558"/>
                  </a:cubicBezTo>
                  <a:cubicBezTo>
                    <a:pt x="2798" y="8638"/>
                    <a:pt x="3088" y="8724"/>
                    <a:pt x="3339" y="8724"/>
                  </a:cubicBezTo>
                  <a:cubicBezTo>
                    <a:pt x="3359" y="8724"/>
                    <a:pt x="3380" y="8723"/>
                    <a:pt x="3400" y="8722"/>
                  </a:cubicBezTo>
                  <a:cubicBezTo>
                    <a:pt x="3436" y="8721"/>
                    <a:pt x="3465" y="8658"/>
                    <a:pt x="3422" y="8638"/>
                  </a:cubicBezTo>
                  <a:cubicBezTo>
                    <a:pt x="3177" y="8532"/>
                    <a:pt x="2843" y="8505"/>
                    <a:pt x="2577" y="8505"/>
                  </a:cubicBezTo>
                  <a:close/>
                  <a:moveTo>
                    <a:pt x="7692" y="8889"/>
                  </a:moveTo>
                  <a:cubicBezTo>
                    <a:pt x="7680" y="8902"/>
                    <a:pt x="7664" y="8910"/>
                    <a:pt x="7650" y="8910"/>
                  </a:cubicBezTo>
                  <a:cubicBezTo>
                    <a:pt x="7666" y="8910"/>
                    <a:pt x="7680" y="8902"/>
                    <a:pt x="7692" y="8889"/>
                  </a:cubicBezTo>
                  <a:close/>
                  <a:moveTo>
                    <a:pt x="120" y="1899"/>
                  </a:moveTo>
                  <a:lnTo>
                    <a:pt x="134" y="2146"/>
                  </a:lnTo>
                  <a:lnTo>
                    <a:pt x="584" y="9251"/>
                  </a:lnTo>
                  <a:lnTo>
                    <a:pt x="590" y="9292"/>
                  </a:lnTo>
                  <a:lnTo>
                    <a:pt x="590" y="9292"/>
                  </a:lnTo>
                  <a:lnTo>
                    <a:pt x="136" y="2146"/>
                  </a:lnTo>
                  <a:lnTo>
                    <a:pt x="120" y="1899"/>
                  </a:lnTo>
                  <a:close/>
                  <a:moveTo>
                    <a:pt x="590" y="9292"/>
                  </a:moveTo>
                  <a:cubicBezTo>
                    <a:pt x="587" y="9299"/>
                    <a:pt x="590" y="9305"/>
                    <a:pt x="592" y="9309"/>
                  </a:cubicBezTo>
                  <a:cubicBezTo>
                    <a:pt x="591" y="9305"/>
                    <a:pt x="590" y="9298"/>
                    <a:pt x="590" y="929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
            <p:cNvSpPr/>
            <p:nvPr/>
          </p:nvSpPr>
          <p:spPr>
            <a:xfrm>
              <a:off x="793193" y="1692544"/>
              <a:ext cx="156061" cy="12675"/>
            </a:xfrm>
            <a:custGeom>
              <a:rect b="b" l="l" r="r" t="t"/>
              <a:pathLst>
                <a:path extrusionOk="0" h="448" w="5516">
                  <a:moveTo>
                    <a:pt x="5350" y="0"/>
                  </a:moveTo>
                  <a:cubicBezTo>
                    <a:pt x="5276" y="0"/>
                    <a:pt x="5196" y="5"/>
                    <a:pt x="5116" y="13"/>
                  </a:cubicBezTo>
                  <a:cubicBezTo>
                    <a:pt x="5088" y="14"/>
                    <a:pt x="5059" y="14"/>
                    <a:pt x="5031" y="18"/>
                  </a:cubicBezTo>
                  <a:cubicBezTo>
                    <a:pt x="4978" y="24"/>
                    <a:pt x="4927" y="27"/>
                    <a:pt x="4876" y="32"/>
                  </a:cubicBezTo>
                  <a:lnTo>
                    <a:pt x="4105" y="80"/>
                  </a:lnTo>
                  <a:lnTo>
                    <a:pt x="60" y="337"/>
                  </a:lnTo>
                  <a:cubicBezTo>
                    <a:pt x="44" y="349"/>
                    <a:pt x="28" y="360"/>
                    <a:pt x="12" y="373"/>
                  </a:cubicBezTo>
                  <a:lnTo>
                    <a:pt x="2" y="382"/>
                  </a:lnTo>
                  <a:lnTo>
                    <a:pt x="1" y="382"/>
                  </a:lnTo>
                  <a:cubicBezTo>
                    <a:pt x="5" y="415"/>
                    <a:pt x="8" y="434"/>
                    <a:pt x="20" y="440"/>
                  </a:cubicBezTo>
                  <a:lnTo>
                    <a:pt x="21" y="442"/>
                  </a:lnTo>
                  <a:cubicBezTo>
                    <a:pt x="33" y="446"/>
                    <a:pt x="55" y="448"/>
                    <a:pt x="80" y="448"/>
                  </a:cubicBezTo>
                  <a:cubicBezTo>
                    <a:pt x="102" y="448"/>
                    <a:pt x="127" y="447"/>
                    <a:pt x="152" y="444"/>
                  </a:cubicBezTo>
                  <a:cubicBezTo>
                    <a:pt x="158" y="444"/>
                    <a:pt x="165" y="444"/>
                    <a:pt x="168" y="443"/>
                  </a:cubicBezTo>
                  <a:cubicBezTo>
                    <a:pt x="190" y="442"/>
                    <a:pt x="210" y="442"/>
                    <a:pt x="228" y="437"/>
                  </a:cubicBezTo>
                  <a:lnTo>
                    <a:pt x="232" y="437"/>
                  </a:lnTo>
                  <a:cubicBezTo>
                    <a:pt x="263" y="434"/>
                    <a:pt x="292" y="433"/>
                    <a:pt x="315" y="430"/>
                  </a:cubicBezTo>
                  <a:lnTo>
                    <a:pt x="5204" y="122"/>
                  </a:lnTo>
                  <a:cubicBezTo>
                    <a:pt x="5226" y="120"/>
                    <a:pt x="5255" y="120"/>
                    <a:pt x="5284" y="120"/>
                  </a:cubicBezTo>
                  <a:cubicBezTo>
                    <a:pt x="5319" y="117"/>
                    <a:pt x="5379" y="117"/>
                    <a:pt x="5424" y="110"/>
                  </a:cubicBezTo>
                  <a:cubicBezTo>
                    <a:pt x="5436" y="110"/>
                    <a:pt x="5444" y="110"/>
                    <a:pt x="5452" y="107"/>
                  </a:cubicBezTo>
                  <a:cubicBezTo>
                    <a:pt x="5468" y="106"/>
                    <a:pt x="5481" y="100"/>
                    <a:pt x="5488" y="94"/>
                  </a:cubicBezTo>
                  <a:cubicBezTo>
                    <a:pt x="5489" y="94"/>
                    <a:pt x="5491" y="93"/>
                    <a:pt x="5494" y="91"/>
                  </a:cubicBezTo>
                  <a:cubicBezTo>
                    <a:pt x="5495" y="87"/>
                    <a:pt x="5497" y="85"/>
                    <a:pt x="5498" y="82"/>
                  </a:cubicBezTo>
                  <a:cubicBezTo>
                    <a:pt x="5502" y="78"/>
                    <a:pt x="5505" y="72"/>
                    <a:pt x="5510" y="65"/>
                  </a:cubicBezTo>
                  <a:lnTo>
                    <a:pt x="5516" y="55"/>
                  </a:lnTo>
                  <a:cubicBezTo>
                    <a:pt x="5510" y="34"/>
                    <a:pt x="5504" y="26"/>
                    <a:pt x="5489" y="10"/>
                  </a:cubicBezTo>
                  <a:cubicBezTo>
                    <a:pt x="5489" y="10"/>
                    <a:pt x="5489" y="7"/>
                    <a:pt x="5488" y="7"/>
                  </a:cubicBezTo>
                  <a:cubicBezTo>
                    <a:pt x="5445" y="2"/>
                    <a:pt x="5399" y="0"/>
                    <a:pt x="53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
            <p:cNvSpPr/>
            <p:nvPr/>
          </p:nvSpPr>
          <p:spPr>
            <a:xfrm>
              <a:off x="802445" y="1847215"/>
              <a:ext cx="155977" cy="12703"/>
            </a:xfrm>
            <a:custGeom>
              <a:rect b="b" l="l" r="r" t="t"/>
              <a:pathLst>
                <a:path extrusionOk="0" h="449" w="5513">
                  <a:moveTo>
                    <a:pt x="5367" y="1"/>
                  </a:moveTo>
                  <a:cubicBezTo>
                    <a:pt x="5288" y="1"/>
                    <a:pt x="5201" y="7"/>
                    <a:pt x="5113" y="12"/>
                  </a:cubicBezTo>
                  <a:cubicBezTo>
                    <a:pt x="5084" y="17"/>
                    <a:pt x="5058" y="18"/>
                    <a:pt x="5030" y="20"/>
                  </a:cubicBezTo>
                  <a:cubicBezTo>
                    <a:pt x="5004" y="21"/>
                    <a:pt x="4978" y="24"/>
                    <a:pt x="4952" y="25"/>
                  </a:cubicBezTo>
                  <a:cubicBezTo>
                    <a:pt x="4927" y="27"/>
                    <a:pt x="4899" y="28"/>
                    <a:pt x="4876" y="31"/>
                  </a:cubicBezTo>
                  <a:lnTo>
                    <a:pt x="2132" y="203"/>
                  </a:lnTo>
                  <a:lnTo>
                    <a:pt x="59" y="334"/>
                  </a:lnTo>
                  <a:cubicBezTo>
                    <a:pt x="45" y="347"/>
                    <a:pt x="29" y="360"/>
                    <a:pt x="13" y="373"/>
                  </a:cubicBezTo>
                  <a:lnTo>
                    <a:pt x="10" y="373"/>
                  </a:lnTo>
                  <a:cubicBezTo>
                    <a:pt x="7" y="376"/>
                    <a:pt x="5" y="376"/>
                    <a:pt x="1" y="380"/>
                  </a:cubicBezTo>
                  <a:cubicBezTo>
                    <a:pt x="2" y="396"/>
                    <a:pt x="2" y="411"/>
                    <a:pt x="7" y="419"/>
                  </a:cubicBezTo>
                  <a:cubicBezTo>
                    <a:pt x="10" y="431"/>
                    <a:pt x="14" y="435"/>
                    <a:pt x="17" y="440"/>
                  </a:cubicBezTo>
                  <a:lnTo>
                    <a:pt x="20" y="440"/>
                  </a:lnTo>
                  <a:cubicBezTo>
                    <a:pt x="34" y="446"/>
                    <a:pt x="58" y="449"/>
                    <a:pt x="86" y="449"/>
                  </a:cubicBezTo>
                  <a:cubicBezTo>
                    <a:pt x="131" y="449"/>
                    <a:pt x="186" y="443"/>
                    <a:pt x="228" y="438"/>
                  </a:cubicBezTo>
                  <a:cubicBezTo>
                    <a:pt x="258" y="434"/>
                    <a:pt x="289" y="431"/>
                    <a:pt x="312" y="428"/>
                  </a:cubicBezTo>
                  <a:lnTo>
                    <a:pt x="2022" y="319"/>
                  </a:lnTo>
                  <a:lnTo>
                    <a:pt x="5200" y="120"/>
                  </a:lnTo>
                  <a:cubicBezTo>
                    <a:pt x="5212" y="120"/>
                    <a:pt x="5225" y="118"/>
                    <a:pt x="5236" y="118"/>
                  </a:cubicBezTo>
                  <a:cubicBezTo>
                    <a:pt x="5254" y="116"/>
                    <a:pt x="5266" y="116"/>
                    <a:pt x="5280" y="116"/>
                  </a:cubicBezTo>
                  <a:cubicBezTo>
                    <a:pt x="5309" y="116"/>
                    <a:pt x="5353" y="116"/>
                    <a:pt x="5394" y="113"/>
                  </a:cubicBezTo>
                  <a:cubicBezTo>
                    <a:pt x="5433" y="108"/>
                    <a:pt x="5472" y="104"/>
                    <a:pt x="5484" y="92"/>
                  </a:cubicBezTo>
                  <a:lnTo>
                    <a:pt x="5489" y="86"/>
                  </a:lnTo>
                  <a:cubicBezTo>
                    <a:pt x="5495" y="82"/>
                    <a:pt x="5501" y="75"/>
                    <a:pt x="5508" y="63"/>
                  </a:cubicBezTo>
                  <a:cubicBezTo>
                    <a:pt x="5510" y="57"/>
                    <a:pt x="5510" y="56"/>
                    <a:pt x="5513" y="53"/>
                  </a:cubicBezTo>
                  <a:cubicBezTo>
                    <a:pt x="5510" y="33"/>
                    <a:pt x="5503" y="24"/>
                    <a:pt x="5489" y="8"/>
                  </a:cubicBezTo>
                  <a:cubicBezTo>
                    <a:pt x="5488" y="8"/>
                    <a:pt x="5488" y="7"/>
                    <a:pt x="5488" y="7"/>
                  </a:cubicBezTo>
                  <a:lnTo>
                    <a:pt x="5488" y="5"/>
                  </a:lnTo>
                  <a:cubicBezTo>
                    <a:pt x="5469" y="4"/>
                    <a:pt x="5447" y="4"/>
                    <a:pt x="5428" y="2"/>
                  </a:cubicBezTo>
                  <a:cubicBezTo>
                    <a:pt x="5409" y="1"/>
                    <a:pt x="5388" y="1"/>
                    <a:pt x="53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
            <p:cNvSpPr/>
            <p:nvPr/>
          </p:nvSpPr>
          <p:spPr>
            <a:xfrm>
              <a:off x="762638" y="1644957"/>
              <a:ext cx="231121" cy="291894"/>
            </a:xfrm>
            <a:custGeom>
              <a:rect b="b" l="l" r="r" t="t"/>
              <a:pathLst>
                <a:path extrusionOk="0" h="10317" w="8169">
                  <a:moveTo>
                    <a:pt x="7288" y="227"/>
                  </a:moveTo>
                  <a:cubicBezTo>
                    <a:pt x="7299" y="227"/>
                    <a:pt x="7307" y="231"/>
                    <a:pt x="7317" y="234"/>
                  </a:cubicBezTo>
                  <a:cubicBezTo>
                    <a:pt x="7320" y="238"/>
                    <a:pt x="7325" y="239"/>
                    <a:pt x="7328" y="242"/>
                  </a:cubicBezTo>
                  <a:cubicBezTo>
                    <a:pt x="7341" y="255"/>
                    <a:pt x="7349" y="270"/>
                    <a:pt x="7350" y="286"/>
                  </a:cubicBezTo>
                  <a:lnTo>
                    <a:pt x="7430" y="1548"/>
                  </a:lnTo>
                  <a:lnTo>
                    <a:pt x="7443" y="1766"/>
                  </a:lnTo>
                  <a:lnTo>
                    <a:pt x="7471" y="2198"/>
                  </a:lnTo>
                  <a:lnTo>
                    <a:pt x="7498" y="2637"/>
                  </a:lnTo>
                  <a:lnTo>
                    <a:pt x="7514" y="2884"/>
                  </a:lnTo>
                  <a:lnTo>
                    <a:pt x="7936" y="9579"/>
                  </a:lnTo>
                  <a:cubicBezTo>
                    <a:pt x="7937" y="9598"/>
                    <a:pt x="7932" y="9615"/>
                    <a:pt x="7920" y="9626"/>
                  </a:cubicBezTo>
                  <a:cubicBezTo>
                    <a:pt x="7914" y="9637"/>
                    <a:pt x="7898" y="9645"/>
                    <a:pt x="7884" y="9645"/>
                  </a:cubicBezTo>
                  <a:lnTo>
                    <a:pt x="890" y="10088"/>
                  </a:lnTo>
                  <a:cubicBezTo>
                    <a:pt x="877" y="10088"/>
                    <a:pt x="869" y="10085"/>
                    <a:pt x="860" y="10082"/>
                  </a:cubicBezTo>
                  <a:cubicBezTo>
                    <a:pt x="848" y="10078"/>
                    <a:pt x="840" y="10069"/>
                    <a:pt x="834" y="10060"/>
                  </a:cubicBezTo>
                  <a:cubicBezTo>
                    <a:pt x="829" y="10056"/>
                    <a:pt x="828" y="10052"/>
                    <a:pt x="826" y="10046"/>
                  </a:cubicBezTo>
                  <a:cubicBezTo>
                    <a:pt x="825" y="10041"/>
                    <a:pt x="822" y="10034"/>
                    <a:pt x="822" y="10030"/>
                  </a:cubicBezTo>
                  <a:lnTo>
                    <a:pt x="370" y="2884"/>
                  </a:lnTo>
                  <a:lnTo>
                    <a:pt x="354" y="2637"/>
                  </a:lnTo>
                  <a:lnTo>
                    <a:pt x="299" y="1764"/>
                  </a:lnTo>
                  <a:lnTo>
                    <a:pt x="287" y="1546"/>
                  </a:lnTo>
                  <a:lnTo>
                    <a:pt x="233" y="737"/>
                  </a:lnTo>
                  <a:cubicBezTo>
                    <a:pt x="232" y="726"/>
                    <a:pt x="233" y="718"/>
                    <a:pt x="238" y="710"/>
                  </a:cubicBezTo>
                  <a:cubicBezTo>
                    <a:pt x="239" y="706"/>
                    <a:pt x="241" y="705"/>
                    <a:pt x="241" y="700"/>
                  </a:cubicBezTo>
                  <a:cubicBezTo>
                    <a:pt x="243" y="697"/>
                    <a:pt x="245" y="693"/>
                    <a:pt x="246" y="691"/>
                  </a:cubicBezTo>
                  <a:lnTo>
                    <a:pt x="248" y="691"/>
                  </a:lnTo>
                  <a:cubicBezTo>
                    <a:pt x="261" y="678"/>
                    <a:pt x="274" y="671"/>
                    <a:pt x="290" y="670"/>
                  </a:cubicBezTo>
                  <a:lnTo>
                    <a:pt x="7283" y="228"/>
                  </a:lnTo>
                  <a:cubicBezTo>
                    <a:pt x="7285" y="227"/>
                    <a:pt x="7287" y="227"/>
                    <a:pt x="7288" y="227"/>
                  </a:cubicBezTo>
                  <a:close/>
                  <a:moveTo>
                    <a:pt x="7549" y="1"/>
                  </a:moveTo>
                  <a:cubicBezTo>
                    <a:pt x="7216" y="10"/>
                    <a:pt x="6862" y="36"/>
                    <a:pt x="6517" y="58"/>
                  </a:cubicBezTo>
                  <a:cubicBezTo>
                    <a:pt x="6399" y="66"/>
                    <a:pt x="6280" y="74"/>
                    <a:pt x="6162" y="81"/>
                  </a:cubicBezTo>
                  <a:lnTo>
                    <a:pt x="1408" y="383"/>
                  </a:lnTo>
                  <a:cubicBezTo>
                    <a:pt x="1290" y="391"/>
                    <a:pt x="1172" y="398"/>
                    <a:pt x="1050" y="404"/>
                  </a:cubicBezTo>
                  <a:cubicBezTo>
                    <a:pt x="701" y="424"/>
                    <a:pt x="339" y="446"/>
                    <a:pt x="1" y="481"/>
                  </a:cubicBezTo>
                  <a:lnTo>
                    <a:pt x="69" y="1545"/>
                  </a:lnTo>
                  <a:lnTo>
                    <a:pt x="83" y="1763"/>
                  </a:lnTo>
                  <a:lnTo>
                    <a:pt x="137" y="2635"/>
                  </a:lnTo>
                  <a:lnTo>
                    <a:pt x="155" y="2883"/>
                  </a:lnTo>
                  <a:lnTo>
                    <a:pt x="624" y="10315"/>
                  </a:lnTo>
                  <a:cubicBezTo>
                    <a:pt x="659" y="10316"/>
                    <a:pt x="694" y="10316"/>
                    <a:pt x="730" y="10316"/>
                  </a:cubicBezTo>
                  <a:cubicBezTo>
                    <a:pt x="970" y="10316"/>
                    <a:pt x="1227" y="10293"/>
                    <a:pt x="1475" y="10271"/>
                  </a:cubicBezTo>
                  <a:cubicBezTo>
                    <a:pt x="1610" y="10258"/>
                    <a:pt x="1744" y="10246"/>
                    <a:pt x="1875" y="10238"/>
                  </a:cubicBezTo>
                  <a:lnTo>
                    <a:pt x="6908" y="9919"/>
                  </a:lnTo>
                  <a:cubicBezTo>
                    <a:pt x="7039" y="9912"/>
                    <a:pt x="7174" y="9908"/>
                    <a:pt x="7311" y="9902"/>
                  </a:cubicBezTo>
                  <a:cubicBezTo>
                    <a:pt x="7602" y="9889"/>
                    <a:pt x="7901" y="9879"/>
                    <a:pt x="8169" y="9836"/>
                  </a:cubicBezTo>
                  <a:lnTo>
                    <a:pt x="7731" y="2881"/>
                  </a:lnTo>
                  <a:lnTo>
                    <a:pt x="7715" y="2634"/>
                  </a:lnTo>
                  <a:lnTo>
                    <a:pt x="7660" y="1762"/>
                  </a:lnTo>
                  <a:lnTo>
                    <a:pt x="7647" y="1543"/>
                  </a:lnTo>
                  <a:lnTo>
                    <a:pt x="7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1"/>
            <p:cNvSpPr/>
            <p:nvPr/>
          </p:nvSpPr>
          <p:spPr>
            <a:xfrm>
              <a:off x="769315" y="1651323"/>
              <a:ext cx="218192" cy="278992"/>
            </a:xfrm>
            <a:custGeom>
              <a:rect b="b" l="l" r="r" t="t"/>
              <a:pathLst>
                <a:path extrusionOk="0" h="9861" w="7712">
                  <a:moveTo>
                    <a:pt x="6154" y="686"/>
                  </a:moveTo>
                  <a:cubicBezTo>
                    <a:pt x="6160" y="686"/>
                    <a:pt x="6167" y="687"/>
                    <a:pt x="6173" y="690"/>
                  </a:cubicBezTo>
                  <a:cubicBezTo>
                    <a:pt x="6378" y="779"/>
                    <a:pt x="6611" y="852"/>
                    <a:pt x="6800" y="970"/>
                  </a:cubicBezTo>
                  <a:cubicBezTo>
                    <a:pt x="6833" y="992"/>
                    <a:pt x="6817" y="1044"/>
                    <a:pt x="6782" y="1044"/>
                  </a:cubicBezTo>
                  <a:cubicBezTo>
                    <a:pt x="6779" y="1044"/>
                    <a:pt x="6775" y="1043"/>
                    <a:pt x="6771" y="1042"/>
                  </a:cubicBezTo>
                  <a:cubicBezTo>
                    <a:pt x="6551" y="983"/>
                    <a:pt x="6335" y="859"/>
                    <a:pt x="6130" y="766"/>
                  </a:cubicBezTo>
                  <a:cubicBezTo>
                    <a:pt x="6084" y="746"/>
                    <a:pt x="6112" y="686"/>
                    <a:pt x="6154" y="686"/>
                  </a:cubicBezTo>
                  <a:close/>
                  <a:moveTo>
                    <a:pt x="5521" y="772"/>
                  </a:moveTo>
                  <a:cubicBezTo>
                    <a:pt x="5527" y="772"/>
                    <a:pt x="5532" y="774"/>
                    <a:pt x="5538" y="778"/>
                  </a:cubicBezTo>
                  <a:cubicBezTo>
                    <a:pt x="5752" y="938"/>
                    <a:pt x="5983" y="1020"/>
                    <a:pt x="6243" y="1076"/>
                  </a:cubicBezTo>
                  <a:cubicBezTo>
                    <a:pt x="6292" y="1088"/>
                    <a:pt x="6282" y="1169"/>
                    <a:pt x="6236" y="1169"/>
                  </a:cubicBezTo>
                  <a:cubicBezTo>
                    <a:pt x="6234" y="1169"/>
                    <a:pt x="6232" y="1169"/>
                    <a:pt x="6230" y="1169"/>
                  </a:cubicBezTo>
                  <a:cubicBezTo>
                    <a:pt x="5960" y="1132"/>
                    <a:pt x="5707" y="1004"/>
                    <a:pt x="5494" y="837"/>
                  </a:cubicBezTo>
                  <a:cubicBezTo>
                    <a:pt x="5467" y="814"/>
                    <a:pt x="5492" y="772"/>
                    <a:pt x="5521" y="772"/>
                  </a:cubicBezTo>
                  <a:close/>
                  <a:moveTo>
                    <a:pt x="4851" y="816"/>
                  </a:moveTo>
                  <a:cubicBezTo>
                    <a:pt x="4856" y="816"/>
                    <a:pt x="4861" y="818"/>
                    <a:pt x="4866" y="821"/>
                  </a:cubicBezTo>
                  <a:cubicBezTo>
                    <a:pt x="5179" y="1020"/>
                    <a:pt x="5496" y="1106"/>
                    <a:pt x="5843" y="1215"/>
                  </a:cubicBezTo>
                  <a:cubicBezTo>
                    <a:pt x="5875" y="1225"/>
                    <a:pt x="5870" y="1278"/>
                    <a:pt x="5836" y="1278"/>
                  </a:cubicBezTo>
                  <a:cubicBezTo>
                    <a:pt x="5835" y="1278"/>
                    <a:pt x="5834" y="1278"/>
                    <a:pt x="5833" y="1278"/>
                  </a:cubicBezTo>
                  <a:cubicBezTo>
                    <a:pt x="5483" y="1250"/>
                    <a:pt x="5124" y="1064"/>
                    <a:pt x="4836" y="872"/>
                  </a:cubicBezTo>
                  <a:cubicBezTo>
                    <a:pt x="4812" y="854"/>
                    <a:pt x="4828" y="816"/>
                    <a:pt x="4851" y="816"/>
                  </a:cubicBezTo>
                  <a:close/>
                  <a:moveTo>
                    <a:pt x="6195" y="1459"/>
                  </a:moveTo>
                  <a:cubicBezTo>
                    <a:pt x="6244" y="1459"/>
                    <a:pt x="6291" y="1462"/>
                    <a:pt x="6333" y="1467"/>
                  </a:cubicBezTo>
                  <a:cubicBezTo>
                    <a:pt x="6335" y="1467"/>
                    <a:pt x="6335" y="1468"/>
                    <a:pt x="6335" y="1468"/>
                  </a:cubicBezTo>
                  <a:cubicBezTo>
                    <a:pt x="6349" y="1484"/>
                    <a:pt x="6355" y="1493"/>
                    <a:pt x="6361" y="1512"/>
                  </a:cubicBezTo>
                  <a:lnTo>
                    <a:pt x="6355" y="1522"/>
                  </a:lnTo>
                  <a:cubicBezTo>
                    <a:pt x="6352" y="1529"/>
                    <a:pt x="6348" y="1535"/>
                    <a:pt x="6345" y="1539"/>
                  </a:cubicBezTo>
                  <a:cubicBezTo>
                    <a:pt x="6342" y="1542"/>
                    <a:pt x="6341" y="1544"/>
                    <a:pt x="6339" y="1548"/>
                  </a:cubicBezTo>
                  <a:lnTo>
                    <a:pt x="6333" y="1554"/>
                  </a:lnTo>
                  <a:cubicBezTo>
                    <a:pt x="6330" y="1555"/>
                    <a:pt x="6325" y="1557"/>
                    <a:pt x="6319" y="1558"/>
                  </a:cubicBezTo>
                  <a:cubicBezTo>
                    <a:pt x="6313" y="1563"/>
                    <a:pt x="6306" y="1563"/>
                    <a:pt x="6298" y="1564"/>
                  </a:cubicBezTo>
                  <a:cubicBezTo>
                    <a:pt x="6291" y="1569"/>
                    <a:pt x="6282" y="1569"/>
                    <a:pt x="6272" y="1569"/>
                  </a:cubicBezTo>
                  <a:cubicBezTo>
                    <a:pt x="6250" y="1571"/>
                    <a:pt x="6223" y="1573"/>
                    <a:pt x="6197" y="1573"/>
                  </a:cubicBezTo>
                  <a:cubicBezTo>
                    <a:pt x="6172" y="1576"/>
                    <a:pt x="6149" y="1577"/>
                    <a:pt x="6130" y="1577"/>
                  </a:cubicBezTo>
                  <a:cubicBezTo>
                    <a:pt x="6101" y="1577"/>
                    <a:pt x="6072" y="1577"/>
                    <a:pt x="6050" y="1579"/>
                  </a:cubicBezTo>
                  <a:lnTo>
                    <a:pt x="1162" y="1888"/>
                  </a:lnTo>
                  <a:cubicBezTo>
                    <a:pt x="1137" y="1890"/>
                    <a:pt x="1108" y="1891"/>
                    <a:pt x="1077" y="1896"/>
                  </a:cubicBezTo>
                  <a:lnTo>
                    <a:pt x="1075" y="1896"/>
                  </a:lnTo>
                  <a:cubicBezTo>
                    <a:pt x="1056" y="1897"/>
                    <a:pt x="1035" y="1899"/>
                    <a:pt x="1014" y="1900"/>
                  </a:cubicBezTo>
                  <a:cubicBezTo>
                    <a:pt x="1011" y="1903"/>
                    <a:pt x="1003" y="1903"/>
                    <a:pt x="998" y="1903"/>
                  </a:cubicBezTo>
                  <a:cubicBezTo>
                    <a:pt x="977" y="1904"/>
                    <a:pt x="955" y="1905"/>
                    <a:pt x="936" y="1905"/>
                  </a:cubicBezTo>
                  <a:cubicBezTo>
                    <a:pt x="913" y="1905"/>
                    <a:pt x="893" y="1904"/>
                    <a:pt x="880" y="1900"/>
                  </a:cubicBezTo>
                  <a:cubicBezTo>
                    <a:pt x="878" y="1901"/>
                    <a:pt x="876" y="1901"/>
                    <a:pt x="875" y="1901"/>
                  </a:cubicBezTo>
                  <a:cubicBezTo>
                    <a:pt x="872" y="1901"/>
                    <a:pt x="870" y="1900"/>
                    <a:pt x="867" y="1900"/>
                  </a:cubicBezTo>
                  <a:cubicBezTo>
                    <a:pt x="854" y="1893"/>
                    <a:pt x="851" y="1875"/>
                    <a:pt x="846" y="1840"/>
                  </a:cubicBezTo>
                  <a:lnTo>
                    <a:pt x="849" y="1840"/>
                  </a:lnTo>
                  <a:cubicBezTo>
                    <a:pt x="852" y="1838"/>
                    <a:pt x="854" y="1835"/>
                    <a:pt x="858" y="1833"/>
                  </a:cubicBezTo>
                  <a:lnTo>
                    <a:pt x="858" y="1832"/>
                  </a:lnTo>
                  <a:cubicBezTo>
                    <a:pt x="874" y="1819"/>
                    <a:pt x="890" y="1807"/>
                    <a:pt x="907" y="1795"/>
                  </a:cubicBezTo>
                  <a:lnTo>
                    <a:pt x="4951" y="1539"/>
                  </a:lnTo>
                  <a:lnTo>
                    <a:pt x="5721" y="1490"/>
                  </a:lnTo>
                  <a:cubicBezTo>
                    <a:pt x="5772" y="1486"/>
                    <a:pt x="5823" y="1483"/>
                    <a:pt x="5877" y="1477"/>
                  </a:cubicBezTo>
                  <a:cubicBezTo>
                    <a:pt x="5904" y="1474"/>
                    <a:pt x="5934" y="1474"/>
                    <a:pt x="5961" y="1471"/>
                  </a:cubicBezTo>
                  <a:cubicBezTo>
                    <a:pt x="6041" y="1464"/>
                    <a:pt x="6121" y="1459"/>
                    <a:pt x="6195" y="1459"/>
                  </a:cubicBezTo>
                  <a:close/>
                  <a:moveTo>
                    <a:pt x="6275" y="2496"/>
                  </a:moveTo>
                  <a:cubicBezTo>
                    <a:pt x="6318" y="2496"/>
                    <a:pt x="6359" y="2498"/>
                    <a:pt x="6397" y="2502"/>
                  </a:cubicBezTo>
                  <a:cubicBezTo>
                    <a:pt x="6399" y="2502"/>
                    <a:pt x="6399" y="2503"/>
                    <a:pt x="6400" y="2503"/>
                  </a:cubicBezTo>
                  <a:cubicBezTo>
                    <a:pt x="6413" y="2521"/>
                    <a:pt x="6421" y="2530"/>
                    <a:pt x="6426" y="2547"/>
                  </a:cubicBezTo>
                  <a:cubicBezTo>
                    <a:pt x="6422" y="2551"/>
                    <a:pt x="6422" y="2553"/>
                    <a:pt x="6419" y="2559"/>
                  </a:cubicBezTo>
                  <a:cubicBezTo>
                    <a:pt x="6409" y="2575"/>
                    <a:pt x="6406" y="2580"/>
                    <a:pt x="6397" y="2588"/>
                  </a:cubicBezTo>
                  <a:cubicBezTo>
                    <a:pt x="6384" y="2601"/>
                    <a:pt x="6346" y="2605"/>
                    <a:pt x="6306" y="2608"/>
                  </a:cubicBezTo>
                  <a:cubicBezTo>
                    <a:pt x="6285" y="2610"/>
                    <a:pt x="6264" y="2611"/>
                    <a:pt x="6246" y="2611"/>
                  </a:cubicBezTo>
                  <a:cubicBezTo>
                    <a:pt x="6226" y="2612"/>
                    <a:pt x="6210" y="2612"/>
                    <a:pt x="6194" y="2612"/>
                  </a:cubicBezTo>
                  <a:cubicBezTo>
                    <a:pt x="6179" y="2615"/>
                    <a:pt x="6165" y="2615"/>
                    <a:pt x="6150" y="2615"/>
                  </a:cubicBezTo>
                  <a:cubicBezTo>
                    <a:pt x="6137" y="2615"/>
                    <a:pt x="6124" y="2615"/>
                    <a:pt x="6114" y="2617"/>
                  </a:cubicBezTo>
                  <a:lnTo>
                    <a:pt x="5483" y="2656"/>
                  </a:lnTo>
                  <a:lnTo>
                    <a:pt x="1226" y="2925"/>
                  </a:lnTo>
                  <a:cubicBezTo>
                    <a:pt x="1203" y="2928"/>
                    <a:pt x="1173" y="2929"/>
                    <a:pt x="1143" y="2932"/>
                  </a:cubicBezTo>
                  <a:cubicBezTo>
                    <a:pt x="1098" y="2939"/>
                    <a:pt x="1042" y="2945"/>
                    <a:pt x="996" y="2945"/>
                  </a:cubicBezTo>
                  <a:cubicBezTo>
                    <a:pt x="968" y="2945"/>
                    <a:pt x="945" y="2943"/>
                    <a:pt x="931" y="2937"/>
                  </a:cubicBezTo>
                  <a:cubicBezTo>
                    <a:pt x="919" y="2931"/>
                    <a:pt x="916" y="2913"/>
                    <a:pt x="912" y="2878"/>
                  </a:cubicBezTo>
                  <a:lnTo>
                    <a:pt x="915" y="2877"/>
                  </a:lnTo>
                  <a:cubicBezTo>
                    <a:pt x="918" y="2874"/>
                    <a:pt x="919" y="2873"/>
                    <a:pt x="923" y="2870"/>
                  </a:cubicBezTo>
                  <a:cubicBezTo>
                    <a:pt x="939" y="2857"/>
                    <a:pt x="954" y="2845"/>
                    <a:pt x="970" y="2833"/>
                  </a:cubicBezTo>
                  <a:lnTo>
                    <a:pt x="971" y="2831"/>
                  </a:lnTo>
                  <a:lnTo>
                    <a:pt x="3719" y="2659"/>
                  </a:lnTo>
                  <a:lnTo>
                    <a:pt x="3731" y="2659"/>
                  </a:lnTo>
                  <a:lnTo>
                    <a:pt x="5787" y="2528"/>
                  </a:lnTo>
                  <a:cubicBezTo>
                    <a:pt x="5838" y="2524"/>
                    <a:pt x="5888" y="2521"/>
                    <a:pt x="5942" y="2515"/>
                  </a:cubicBezTo>
                  <a:cubicBezTo>
                    <a:pt x="6056" y="2506"/>
                    <a:pt x="6172" y="2496"/>
                    <a:pt x="6275" y="2496"/>
                  </a:cubicBezTo>
                  <a:close/>
                  <a:moveTo>
                    <a:pt x="6342" y="3561"/>
                  </a:moveTo>
                  <a:cubicBezTo>
                    <a:pt x="6386" y="3561"/>
                    <a:pt x="6428" y="3563"/>
                    <a:pt x="6466" y="3568"/>
                  </a:cubicBezTo>
                  <a:cubicBezTo>
                    <a:pt x="6469" y="3569"/>
                    <a:pt x="6469" y="3569"/>
                    <a:pt x="6469" y="3571"/>
                  </a:cubicBezTo>
                  <a:cubicBezTo>
                    <a:pt x="6480" y="3587"/>
                    <a:pt x="6487" y="3597"/>
                    <a:pt x="6493" y="3614"/>
                  </a:cubicBezTo>
                  <a:lnTo>
                    <a:pt x="6487" y="3626"/>
                  </a:lnTo>
                  <a:cubicBezTo>
                    <a:pt x="6479" y="3642"/>
                    <a:pt x="6476" y="3649"/>
                    <a:pt x="6464" y="3655"/>
                  </a:cubicBezTo>
                  <a:cubicBezTo>
                    <a:pt x="6454" y="3664"/>
                    <a:pt x="6432" y="3669"/>
                    <a:pt x="6405" y="3672"/>
                  </a:cubicBezTo>
                  <a:cubicBezTo>
                    <a:pt x="6386" y="3677"/>
                    <a:pt x="6367" y="3677"/>
                    <a:pt x="6345" y="3678"/>
                  </a:cubicBezTo>
                  <a:cubicBezTo>
                    <a:pt x="6313" y="3680"/>
                    <a:pt x="6284" y="3681"/>
                    <a:pt x="6262" y="3681"/>
                  </a:cubicBezTo>
                  <a:cubicBezTo>
                    <a:pt x="6233" y="3681"/>
                    <a:pt x="6204" y="3681"/>
                    <a:pt x="6182" y="3684"/>
                  </a:cubicBezTo>
                  <a:lnTo>
                    <a:pt x="6141" y="3687"/>
                  </a:lnTo>
                  <a:lnTo>
                    <a:pt x="1294" y="3997"/>
                  </a:lnTo>
                  <a:cubicBezTo>
                    <a:pt x="1268" y="3998"/>
                    <a:pt x="1242" y="3999"/>
                    <a:pt x="1210" y="4004"/>
                  </a:cubicBezTo>
                  <a:cubicBezTo>
                    <a:pt x="1168" y="4008"/>
                    <a:pt x="1115" y="4013"/>
                    <a:pt x="1070" y="4013"/>
                  </a:cubicBezTo>
                  <a:cubicBezTo>
                    <a:pt x="1040" y="4013"/>
                    <a:pt x="1014" y="4011"/>
                    <a:pt x="999" y="4004"/>
                  </a:cubicBezTo>
                  <a:cubicBezTo>
                    <a:pt x="989" y="3998"/>
                    <a:pt x="984" y="3979"/>
                    <a:pt x="982" y="3946"/>
                  </a:cubicBezTo>
                  <a:cubicBezTo>
                    <a:pt x="984" y="3941"/>
                    <a:pt x="989" y="3940"/>
                    <a:pt x="992" y="3935"/>
                  </a:cubicBezTo>
                  <a:cubicBezTo>
                    <a:pt x="996" y="3933"/>
                    <a:pt x="1000" y="3931"/>
                    <a:pt x="1005" y="3925"/>
                  </a:cubicBezTo>
                  <a:cubicBezTo>
                    <a:pt x="1018" y="3917"/>
                    <a:pt x="1028" y="3906"/>
                    <a:pt x="1040" y="3898"/>
                  </a:cubicBezTo>
                  <a:lnTo>
                    <a:pt x="5855" y="3592"/>
                  </a:lnTo>
                  <a:cubicBezTo>
                    <a:pt x="5903" y="3589"/>
                    <a:pt x="5954" y="3585"/>
                    <a:pt x="6005" y="3579"/>
                  </a:cubicBezTo>
                  <a:lnTo>
                    <a:pt x="6012" y="3579"/>
                  </a:lnTo>
                  <a:cubicBezTo>
                    <a:pt x="6069" y="3576"/>
                    <a:pt x="6124" y="3571"/>
                    <a:pt x="6181" y="3568"/>
                  </a:cubicBezTo>
                  <a:cubicBezTo>
                    <a:pt x="6236" y="3564"/>
                    <a:pt x="6290" y="3561"/>
                    <a:pt x="6342" y="3561"/>
                  </a:cubicBezTo>
                  <a:close/>
                  <a:moveTo>
                    <a:pt x="6414" y="4715"/>
                  </a:moveTo>
                  <a:cubicBezTo>
                    <a:pt x="6458" y="4715"/>
                    <a:pt x="6500" y="4716"/>
                    <a:pt x="6538" y="4721"/>
                  </a:cubicBezTo>
                  <a:cubicBezTo>
                    <a:pt x="6541" y="4722"/>
                    <a:pt x="6541" y="4722"/>
                    <a:pt x="6541" y="4725"/>
                  </a:cubicBezTo>
                  <a:cubicBezTo>
                    <a:pt x="6554" y="4741"/>
                    <a:pt x="6560" y="4748"/>
                    <a:pt x="6566" y="4769"/>
                  </a:cubicBezTo>
                  <a:lnTo>
                    <a:pt x="6560" y="4779"/>
                  </a:lnTo>
                  <a:lnTo>
                    <a:pt x="6556" y="4790"/>
                  </a:lnTo>
                  <a:cubicBezTo>
                    <a:pt x="6550" y="4799"/>
                    <a:pt x="6546" y="4802"/>
                    <a:pt x="6538" y="4809"/>
                  </a:cubicBezTo>
                  <a:cubicBezTo>
                    <a:pt x="6528" y="4819"/>
                    <a:pt x="6505" y="4824"/>
                    <a:pt x="6477" y="4828"/>
                  </a:cubicBezTo>
                  <a:cubicBezTo>
                    <a:pt x="6458" y="4831"/>
                    <a:pt x="6439" y="4831"/>
                    <a:pt x="6418" y="4834"/>
                  </a:cubicBezTo>
                  <a:cubicBezTo>
                    <a:pt x="6386" y="4835"/>
                    <a:pt x="6357" y="4837"/>
                    <a:pt x="6335" y="4837"/>
                  </a:cubicBezTo>
                  <a:cubicBezTo>
                    <a:pt x="6316" y="4837"/>
                    <a:pt x="6297" y="4837"/>
                    <a:pt x="6280" y="4838"/>
                  </a:cubicBezTo>
                  <a:lnTo>
                    <a:pt x="6269" y="4838"/>
                  </a:lnTo>
                  <a:cubicBezTo>
                    <a:pt x="6265" y="4838"/>
                    <a:pt x="6259" y="4838"/>
                    <a:pt x="6255" y="4841"/>
                  </a:cubicBezTo>
                  <a:lnTo>
                    <a:pt x="5236" y="4904"/>
                  </a:lnTo>
                  <a:lnTo>
                    <a:pt x="1367" y="5149"/>
                  </a:lnTo>
                  <a:cubicBezTo>
                    <a:pt x="1344" y="5151"/>
                    <a:pt x="1314" y="5154"/>
                    <a:pt x="1282" y="5157"/>
                  </a:cubicBezTo>
                  <a:cubicBezTo>
                    <a:pt x="1243" y="5159"/>
                    <a:pt x="1192" y="5163"/>
                    <a:pt x="1149" y="5163"/>
                  </a:cubicBezTo>
                  <a:cubicBezTo>
                    <a:pt x="1116" y="5163"/>
                    <a:pt x="1087" y="5161"/>
                    <a:pt x="1072" y="5154"/>
                  </a:cubicBezTo>
                  <a:cubicBezTo>
                    <a:pt x="1061" y="5148"/>
                    <a:pt x="1057" y="5131"/>
                    <a:pt x="1054" y="5096"/>
                  </a:cubicBezTo>
                  <a:lnTo>
                    <a:pt x="1056" y="5096"/>
                  </a:lnTo>
                  <a:cubicBezTo>
                    <a:pt x="1060" y="5091"/>
                    <a:pt x="1061" y="5090"/>
                    <a:pt x="1064" y="5088"/>
                  </a:cubicBezTo>
                  <a:lnTo>
                    <a:pt x="1064" y="5087"/>
                  </a:lnTo>
                  <a:cubicBezTo>
                    <a:pt x="1082" y="5074"/>
                    <a:pt x="1098" y="5061"/>
                    <a:pt x="1114" y="5051"/>
                  </a:cubicBezTo>
                  <a:lnTo>
                    <a:pt x="5329" y="4782"/>
                  </a:lnTo>
                  <a:lnTo>
                    <a:pt x="5928" y="4745"/>
                  </a:lnTo>
                  <a:cubicBezTo>
                    <a:pt x="5979" y="4741"/>
                    <a:pt x="6029" y="4738"/>
                    <a:pt x="6085" y="4732"/>
                  </a:cubicBezTo>
                  <a:cubicBezTo>
                    <a:pt x="6112" y="4728"/>
                    <a:pt x="6141" y="4728"/>
                    <a:pt x="6168" y="4726"/>
                  </a:cubicBezTo>
                  <a:cubicBezTo>
                    <a:pt x="6252" y="4720"/>
                    <a:pt x="6337" y="4715"/>
                    <a:pt x="6414" y="4715"/>
                  </a:cubicBezTo>
                  <a:close/>
                  <a:moveTo>
                    <a:pt x="6488" y="5855"/>
                  </a:moveTo>
                  <a:cubicBezTo>
                    <a:pt x="6527" y="5855"/>
                    <a:pt x="6565" y="5857"/>
                    <a:pt x="6599" y="5860"/>
                  </a:cubicBezTo>
                  <a:lnTo>
                    <a:pt x="6599" y="5862"/>
                  </a:lnTo>
                  <a:cubicBezTo>
                    <a:pt x="6599" y="5862"/>
                    <a:pt x="6601" y="5862"/>
                    <a:pt x="6601" y="5863"/>
                  </a:cubicBezTo>
                  <a:lnTo>
                    <a:pt x="6602" y="5863"/>
                  </a:lnTo>
                  <a:cubicBezTo>
                    <a:pt x="6605" y="5868"/>
                    <a:pt x="6608" y="5871"/>
                    <a:pt x="6610" y="5875"/>
                  </a:cubicBezTo>
                  <a:cubicBezTo>
                    <a:pt x="6617" y="5885"/>
                    <a:pt x="6623" y="5895"/>
                    <a:pt x="6626" y="5910"/>
                  </a:cubicBezTo>
                  <a:cubicBezTo>
                    <a:pt x="6624" y="5913"/>
                    <a:pt x="6623" y="5914"/>
                    <a:pt x="6621" y="5920"/>
                  </a:cubicBezTo>
                  <a:cubicBezTo>
                    <a:pt x="6617" y="5924"/>
                    <a:pt x="6617" y="5927"/>
                    <a:pt x="6614" y="5932"/>
                  </a:cubicBezTo>
                  <a:cubicBezTo>
                    <a:pt x="6610" y="5940"/>
                    <a:pt x="6604" y="5943"/>
                    <a:pt x="6596" y="5951"/>
                  </a:cubicBezTo>
                  <a:cubicBezTo>
                    <a:pt x="6569" y="5972"/>
                    <a:pt x="6451" y="5975"/>
                    <a:pt x="6396" y="5977"/>
                  </a:cubicBezTo>
                  <a:cubicBezTo>
                    <a:pt x="6381" y="5977"/>
                    <a:pt x="6367" y="5977"/>
                    <a:pt x="6351" y="5978"/>
                  </a:cubicBezTo>
                  <a:cubicBezTo>
                    <a:pt x="6339" y="5978"/>
                    <a:pt x="6325" y="5978"/>
                    <a:pt x="6313" y="5980"/>
                  </a:cubicBezTo>
                  <a:lnTo>
                    <a:pt x="4625" y="6087"/>
                  </a:lnTo>
                  <a:lnTo>
                    <a:pt x="4227" y="6113"/>
                  </a:lnTo>
                  <a:lnTo>
                    <a:pt x="1425" y="6291"/>
                  </a:lnTo>
                  <a:cubicBezTo>
                    <a:pt x="1412" y="6291"/>
                    <a:pt x="1399" y="6292"/>
                    <a:pt x="1386" y="6295"/>
                  </a:cubicBezTo>
                  <a:cubicBezTo>
                    <a:pt x="1374" y="6297"/>
                    <a:pt x="1360" y="6298"/>
                    <a:pt x="1342" y="6298"/>
                  </a:cubicBezTo>
                  <a:cubicBezTo>
                    <a:pt x="1302" y="6300"/>
                    <a:pt x="1250" y="6304"/>
                    <a:pt x="1207" y="6304"/>
                  </a:cubicBezTo>
                  <a:cubicBezTo>
                    <a:pt x="1176" y="6304"/>
                    <a:pt x="1149" y="6302"/>
                    <a:pt x="1134" y="6295"/>
                  </a:cubicBezTo>
                  <a:cubicBezTo>
                    <a:pt x="1123" y="6289"/>
                    <a:pt x="1120" y="6269"/>
                    <a:pt x="1115" y="6236"/>
                  </a:cubicBezTo>
                  <a:cubicBezTo>
                    <a:pt x="1118" y="6233"/>
                    <a:pt x="1118" y="6233"/>
                    <a:pt x="1120" y="6233"/>
                  </a:cubicBezTo>
                  <a:cubicBezTo>
                    <a:pt x="1123" y="6230"/>
                    <a:pt x="1125" y="6230"/>
                    <a:pt x="1127" y="6228"/>
                  </a:cubicBezTo>
                  <a:cubicBezTo>
                    <a:pt x="1136" y="6222"/>
                    <a:pt x="1143" y="6215"/>
                    <a:pt x="1150" y="6208"/>
                  </a:cubicBezTo>
                  <a:cubicBezTo>
                    <a:pt x="1159" y="6202"/>
                    <a:pt x="1166" y="6195"/>
                    <a:pt x="1173" y="6188"/>
                  </a:cubicBezTo>
                  <a:lnTo>
                    <a:pt x="4328" y="5990"/>
                  </a:lnTo>
                  <a:lnTo>
                    <a:pt x="5989" y="5884"/>
                  </a:lnTo>
                  <a:lnTo>
                    <a:pt x="6064" y="5878"/>
                  </a:lnTo>
                  <a:cubicBezTo>
                    <a:pt x="6091" y="5875"/>
                    <a:pt x="6117" y="5874"/>
                    <a:pt x="6143" y="5871"/>
                  </a:cubicBezTo>
                  <a:cubicBezTo>
                    <a:pt x="6171" y="5869"/>
                    <a:pt x="6197" y="5868"/>
                    <a:pt x="6226" y="5866"/>
                  </a:cubicBezTo>
                  <a:lnTo>
                    <a:pt x="6233" y="5866"/>
                  </a:lnTo>
                  <a:cubicBezTo>
                    <a:pt x="6277" y="5862"/>
                    <a:pt x="6323" y="5860"/>
                    <a:pt x="6367" y="5859"/>
                  </a:cubicBezTo>
                  <a:cubicBezTo>
                    <a:pt x="6408" y="5857"/>
                    <a:pt x="6449" y="5855"/>
                    <a:pt x="6488" y="5855"/>
                  </a:cubicBezTo>
                  <a:close/>
                  <a:moveTo>
                    <a:pt x="6540" y="6925"/>
                  </a:moveTo>
                  <a:cubicBezTo>
                    <a:pt x="6561" y="6925"/>
                    <a:pt x="6581" y="6925"/>
                    <a:pt x="6601" y="6926"/>
                  </a:cubicBezTo>
                  <a:cubicBezTo>
                    <a:pt x="6620" y="6928"/>
                    <a:pt x="6642" y="6928"/>
                    <a:pt x="6660" y="6929"/>
                  </a:cubicBezTo>
                  <a:lnTo>
                    <a:pt x="6660" y="6931"/>
                  </a:lnTo>
                  <a:cubicBezTo>
                    <a:pt x="6660" y="6931"/>
                    <a:pt x="6660" y="6932"/>
                    <a:pt x="6662" y="6932"/>
                  </a:cubicBezTo>
                  <a:cubicBezTo>
                    <a:pt x="6675" y="6949"/>
                    <a:pt x="6682" y="6958"/>
                    <a:pt x="6688" y="6976"/>
                  </a:cubicBezTo>
                  <a:cubicBezTo>
                    <a:pt x="6684" y="6980"/>
                    <a:pt x="6684" y="6981"/>
                    <a:pt x="6682" y="6987"/>
                  </a:cubicBezTo>
                  <a:cubicBezTo>
                    <a:pt x="6675" y="6997"/>
                    <a:pt x="6669" y="7005"/>
                    <a:pt x="6663" y="7010"/>
                  </a:cubicBezTo>
                  <a:lnTo>
                    <a:pt x="6659" y="7016"/>
                  </a:lnTo>
                  <a:cubicBezTo>
                    <a:pt x="6647" y="7024"/>
                    <a:pt x="6626" y="7029"/>
                    <a:pt x="6598" y="7035"/>
                  </a:cubicBezTo>
                  <a:cubicBezTo>
                    <a:pt x="6588" y="7035"/>
                    <a:pt x="6579" y="7037"/>
                    <a:pt x="6569" y="7038"/>
                  </a:cubicBezTo>
                  <a:cubicBezTo>
                    <a:pt x="6530" y="7041"/>
                    <a:pt x="6486" y="7041"/>
                    <a:pt x="6457" y="7041"/>
                  </a:cubicBezTo>
                  <a:cubicBezTo>
                    <a:pt x="6442" y="7041"/>
                    <a:pt x="6429" y="7041"/>
                    <a:pt x="6413" y="7044"/>
                  </a:cubicBezTo>
                  <a:lnTo>
                    <a:pt x="6400" y="7044"/>
                  </a:lnTo>
                  <a:cubicBezTo>
                    <a:pt x="6393" y="7045"/>
                    <a:pt x="6384" y="7045"/>
                    <a:pt x="6377" y="7045"/>
                  </a:cubicBezTo>
                  <a:lnTo>
                    <a:pt x="3199" y="7245"/>
                  </a:lnTo>
                  <a:lnTo>
                    <a:pt x="1487" y="7354"/>
                  </a:lnTo>
                  <a:cubicBezTo>
                    <a:pt x="1464" y="7356"/>
                    <a:pt x="1435" y="7359"/>
                    <a:pt x="1405" y="7364"/>
                  </a:cubicBezTo>
                  <a:cubicBezTo>
                    <a:pt x="1360" y="7367"/>
                    <a:pt x="1304" y="7373"/>
                    <a:pt x="1259" y="7373"/>
                  </a:cubicBezTo>
                  <a:cubicBezTo>
                    <a:pt x="1230" y="7373"/>
                    <a:pt x="1205" y="7371"/>
                    <a:pt x="1191" y="7364"/>
                  </a:cubicBezTo>
                  <a:cubicBezTo>
                    <a:pt x="1187" y="7359"/>
                    <a:pt x="1182" y="7355"/>
                    <a:pt x="1179" y="7343"/>
                  </a:cubicBezTo>
                  <a:cubicBezTo>
                    <a:pt x="1176" y="7335"/>
                    <a:pt x="1173" y="7322"/>
                    <a:pt x="1172" y="7306"/>
                  </a:cubicBezTo>
                  <a:lnTo>
                    <a:pt x="1173" y="7304"/>
                  </a:lnTo>
                  <a:cubicBezTo>
                    <a:pt x="1178" y="7300"/>
                    <a:pt x="1179" y="7300"/>
                    <a:pt x="1182" y="7297"/>
                  </a:cubicBezTo>
                  <a:lnTo>
                    <a:pt x="1185" y="7297"/>
                  </a:lnTo>
                  <a:cubicBezTo>
                    <a:pt x="1201" y="7284"/>
                    <a:pt x="1217" y="7271"/>
                    <a:pt x="1232" y="7258"/>
                  </a:cubicBezTo>
                  <a:lnTo>
                    <a:pt x="3305" y="7127"/>
                  </a:lnTo>
                  <a:lnTo>
                    <a:pt x="6048" y="6955"/>
                  </a:lnTo>
                  <a:cubicBezTo>
                    <a:pt x="6072" y="6952"/>
                    <a:pt x="6099" y="6951"/>
                    <a:pt x="6124" y="6949"/>
                  </a:cubicBezTo>
                  <a:cubicBezTo>
                    <a:pt x="6152" y="6945"/>
                    <a:pt x="6178" y="6945"/>
                    <a:pt x="6202" y="6942"/>
                  </a:cubicBezTo>
                  <a:cubicBezTo>
                    <a:pt x="6230" y="6941"/>
                    <a:pt x="6256" y="6938"/>
                    <a:pt x="6285" y="6936"/>
                  </a:cubicBezTo>
                  <a:cubicBezTo>
                    <a:pt x="6374" y="6931"/>
                    <a:pt x="6461" y="6925"/>
                    <a:pt x="6540" y="6925"/>
                  </a:cubicBezTo>
                  <a:close/>
                  <a:moveTo>
                    <a:pt x="6581" y="8072"/>
                  </a:moveTo>
                  <a:cubicBezTo>
                    <a:pt x="6630" y="8072"/>
                    <a:pt x="6677" y="8074"/>
                    <a:pt x="6720" y="8079"/>
                  </a:cubicBezTo>
                  <a:lnTo>
                    <a:pt x="6722" y="8082"/>
                  </a:lnTo>
                  <a:cubicBezTo>
                    <a:pt x="6735" y="8098"/>
                    <a:pt x="6742" y="8107"/>
                    <a:pt x="6748" y="8126"/>
                  </a:cubicBezTo>
                  <a:cubicBezTo>
                    <a:pt x="6745" y="8129"/>
                    <a:pt x="6742" y="8134"/>
                    <a:pt x="6740" y="8136"/>
                  </a:cubicBezTo>
                  <a:cubicBezTo>
                    <a:pt x="6730" y="8152"/>
                    <a:pt x="6727" y="8158"/>
                    <a:pt x="6717" y="8165"/>
                  </a:cubicBezTo>
                  <a:cubicBezTo>
                    <a:pt x="6706" y="8174"/>
                    <a:pt x="6684" y="8179"/>
                    <a:pt x="6658" y="8184"/>
                  </a:cubicBezTo>
                  <a:cubicBezTo>
                    <a:pt x="6630" y="8187"/>
                    <a:pt x="6596" y="8188"/>
                    <a:pt x="6566" y="8188"/>
                  </a:cubicBezTo>
                  <a:cubicBezTo>
                    <a:pt x="6546" y="8191"/>
                    <a:pt x="6530" y="8191"/>
                    <a:pt x="6514" y="8191"/>
                  </a:cubicBezTo>
                  <a:cubicBezTo>
                    <a:pt x="6485" y="8192"/>
                    <a:pt x="6457" y="8192"/>
                    <a:pt x="6434" y="8194"/>
                  </a:cubicBezTo>
                  <a:lnTo>
                    <a:pt x="1546" y="8502"/>
                  </a:lnTo>
                  <a:cubicBezTo>
                    <a:pt x="1521" y="8505"/>
                    <a:pt x="1493" y="8507"/>
                    <a:pt x="1463" y="8511"/>
                  </a:cubicBezTo>
                  <a:cubicBezTo>
                    <a:pt x="1421" y="8515"/>
                    <a:pt x="1365" y="8521"/>
                    <a:pt x="1320" y="8521"/>
                  </a:cubicBezTo>
                  <a:cubicBezTo>
                    <a:pt x="1292" y="8521"/>
                    <a:pt x="1267" y="8519"/>
                    <a:pt x="1253" y="8512"/>
                  </a:cubicBezTo>
                  <a:lnTo>
                    <a:pt x="1250" y="8512"/>
                  </a:lnTo>
                  <a:cubicBezTo>
                    <a:pt x="1242" y="8507"/>
                    <a:pt x="1237" y="8488"/>
                    <a:pt x="1233" y="8454"/>
                  </a:cubicBezTo>
                  <a:lnTo>
                    <a:pt x="1233" y="8453"/>
                  </a:lnTo>
                  <a:cubicBezTo>
                    <a:pt x="1233" y="8450"/>
                    <a:pt x="1236" y="8450"/>
                    <a:pt x="1237" y="8450"/>
                  </a:cubicBezTo>
                  <a:cubicBezTo>
                    <a:pt x="1237" y="8450"/>
                    <a:pt x="1239" y="8450"/>
                    <a:pt x="1242" y="8448"/>
                  </a:cubicBezTo>
                  <a:lnTo>
                    <a:pt x="1245" y="8445"/>
                  </a:lnTo>
                  <a:cubicBezTo>
                    <a:pt x="1261" y="8432"/>
                    <a:pt x="1278" y="8419"/>
                    <a:pt x="1291" y="8409"/>
                  </a:cubicBezTo>
                  <a:lnTo>
                    <a:pt x="6108" y="8104"/>
                  </a:lnTo>
                  <a:cubicBezTo>
                    <a:pt x="6159" y="8099"/>
                    <a:pt x="6210" y="8097"/>
                    <a:pt x="6264" y="8091"/>
                  </a:cubicBezTo>
                  <a:cubicBezTo>
                    <a:pt x="6291" y="8089"/>
                    <a:pt x="6319" y="8086"/>
                    <a:pt x="6348" y="8085"/>
                  </a:cubicBezTo>
                  <a:cubicBezTo>
                    <a:pt x="6427" y="8077"/>
                    <a:pt x="6507" y="8072"/>
                    <a:pt x="6581" y="8072"/>
                  </a:cubicBezTo>
                  <a:close/>
                  <a:moveTo>
                    <a:pt x="4973" y="8631"/>
                  </a:moveTo>
                  <a:cubicBezTo>
                    <a:pt x="4976" y="8631"/>
                    <a:pt x="4979" y="8631"/>
                    <a:pt x="4983" y="8632"/>
                  </a:cubicBezTo>
                  <a:cubicBezTo>
                    <a:pt x="5185" y="8666"/>
                    <a:pt x="5423" y="8675"/>
                    <a:pt x="5614" y="8751"/>
                  </a:cubicBezTo>
                  <a:cubicBezTo>
                    <a:pt x="5665" y="8773"/>
                    <a:pt x="5662" y="8853"/>
                    <a:pt x="5599" y="8853"/>
                  </a:cubicBezTo>
                  <a:cubicBezTo>
                    <a:pt x="5597" y="8853"/>
                    <a:pt x="5595" y="8853"/>
                    <a:pt x="5593" y="8853"/>
                  </a:cubicBezTo>
                  <a:cubicBezTo>
                    <a:pt x="5386" y="8853"/>
                    <a:pt x="5158" y="8774"/>
                    <a:pt x="4955" y="8732"/>
                  </a:cubicBezTo>
                  <a:cubicBezTo>
                    <a:pt x="4891" y="8719"/>
                    <a:pt x="4916" y="8631"/>
                    <a:pt x="4973" y="8631"/>
                  </a:cubicBezTo>
                  <a:close/>
                  <a:moveTo>
                    <a:pt x="4163" y="8904"/>
                  </a:moveTo>
                  <a:cubicBezTo>
                    <a:pt x="4274" y="8904"/>
                    <a:pt x="4386" y="8918"/>
                    <a:pt x="4499" y="8927"/>
                  </a:cubicBezTo>
                  <a:cubicBezTo>
                    <a:pt x="4660" y="8941"/>
                    <a:pt x="4827" y="8941"/>
                    <a:pt x="4981" y="8999"/>
                  </a:cubicBezTo>
                  <a:cubicBezTo>
                    <a:pt x="5018" y="9014"/>
                    <a:pt x="5029" y="9078"/>
                    <a:pt x="4981" y="9085"/>
                  </a:cubicBezTo>
                  <a:cubicBezTo>
                    <a:pt x="4936" y="9093"/>
                    <a:pt x="4891" y="9095"/>
                    <a:pt x="4846" y="9095"/>
                  </a:cubicBezTo>
                  <a:cubicBezTo>
                    <a:pt x="4730" y="9095"/>
                    <a:pt x="4615" y="9076"/>
                    <a:pt x="4499" y="9065"/>
                  </a:cubicBezTo>
                  <a:cubicBezTo>
                    <a:pt x="4336" y="9046"/>
                    <a:pt x="4171" y="9039"/>
                    <a:pt x="4016" y="8985"/>
                  </a:cubicBezTo>
                  <a:cubicBezTo>
                    <a:pt x="3987" y="8973"/>
                    <a:pt x="3977" y="8919"/>
                    <a:pt x="4016" y="8914"/>
                  </a:cubicBezTo>
                  <a:cubicBezTo>
                    <a:pt x="4065" y="8907"/>
                    <a:pt x="4114" y="8904"/>
                    <a:pt x="4163" y="8904"/>
                  </a:cubicBezTo>
                  <a:close/>
                  <a:moveTo>
                    <a:pt x="2574" y="9015"/>
                  </a:moveTo>
                  <a:cubicBezTo>
                    <a:pt x="2838" y="9017"/>
                    <a:pt x="3173" y="9043"/>
                    <a:pt x="3418" y="9148"/>
                  </a:cubicBezTo>
                  <a:cubicBezTo>
                    <a:pt x="3463" y="9168"/>
                    <a:pt x="3434" y="9231"/>
                    <a:pt x="3396" y="9232"/>
                  </a:cubicBezTo>
                  <a:cubicBezTo>
                    <a:pt x="3376" y="9233"/>
                    <a:pt x="3356" y="9234"/>
                    <a:pt x="3335" y="9234"/>
                  </a:cubicBezTo>
                  <a:cubicBezTo>
                    <a:pt x="3085" y="9234"/>
                    <a:pt x="2795" y="9148"/>
                    <a:pt x="2568" y="9068"/>
                  </a:cubicBezTo>
                  <a:cubicBezTo>
                    <a:pt x="2540" y="9058"/>
                    <a:pt x="2543" y="9015"/>
                    <a:pt x="2574" y="9015"/>
                  </a:cubicBezTo>
                  <a:close/>
                  <a:moveTo>
                    <a:pt x="7058" y="1"/>
                  </a:moveTo>
                  <a:cubicBezTo>
                    <a:pt x="7056" y="1"/>
                    <a:pt x="7054" y="1"/>
                    <a:pt x="7052" y="1"/>
                  </a:cubicBezTo>
                  <a:lnTo>
                    <a:pt x="58" y="443"/>
                  </a:lnTo>
                  <a:cubicBezTo>
                    <a:pt x="41" y="445"/>
                    <a:pt x="29" y="452"/>
                    <a:pt x="16" y="465"/>
                  </a:cubicBezTo>
                  <a:cubicBezTo>
                    <a:pt x="12" y="466"/>
                    <a:pt x="10" y="468"/>
                    <a:pt x="9" y="474"/>
                  </a:cubicBezTo>
                  <a:cubicBezTo>
                    <a:pt x="7" y="477"/>
                    <a:pt x="5" y="480"/>
                    <a:pt x="5" y="482"/>
                  </a:cubicBezTo>
                  <a:cubicBezTo>
                    <a:pt x="2" y="491"/>
                    <a:pt x="0" y="501"/>
                    <a:pt x="2" y="510"/>
                  </a:cubicBezTo>
                  <a:lnTo>
                    <a:pt x="54" y="1318"/>
                  </a:lnTo>
                  <a:lnTo>
                    <a:pt x="67" y="1537"/>
                  </a:lnTo>
                  <a:lnTo>
                    <a:pt x="121" y="2409"/>
                  </a:lnTo>
                  <a:lnTo>
                    <a:pt x="138" y="2656"/>
                  </a:lnTo>
                  <a:lnTo>
                    <a:pt x="590" y="9802"/>
                  </a:lnTo>
                  <a:cubicBezTo>
                    <a:pt x="590" y="9808"/>
                    <a:pt x="592" y="9815"/>
                    <a:pt x="595" y="9818"/>
                  </a:cubicBezTo>
                  <a:cubicBezTo>
                    <a:pt x="596" y="9824"/>
                    <a:pt x="598" y="9830"/>
                    <a:pt x="602" y="9832"/>
                  </a:cubicBezTo>
                  <a:cubicBezTo>
                    <a:pt x="606" y="9843"/>
                    <a:pt x="617" y="9851"/>
                    <a:pt x="627" y="9854"/>
                  </a:cubicBezTo>
                  <a:cubicBezTo>
                    <a:pt x="635" y="9859"/>
                    <a:pt x="647" y="9860"/>
                    <a:pt x="657" y="9860"/>
                  </a:cubicBezTo>
                  <a:lnTo>
                    <a:pt x="7651" y="9417"/>
                  </a:lnTo>
                  <a:cubicBezTo>
                    <a:pt x="7668" y="9417"/>
                    <a:pt x="7683" y="9409"/>
                    <a:pt x="7693" y="9396"/>
                  </a:cubicBezTo>
                  <a:cubicBezTo>
                    <a:pt x="7706" y="9385"/>
                    <a:pt x="7712" y="9370"/>
                    <a:pt x="7709" y="9350"/>
                  </a:cubicBezTo>
                  <a:lnTo>
                    <a:pt x="7283" y="2656"/>
                  </a:lnTo>
                  <a:lnTo>
                    <a:pt x="7265" y="2409"/>
                  </a:lnTo>
                  <a:lnTo>
                    <a:pt x="7239" y="1971"/>
                  </a:lnTo>
                  <a:lnTo>
                    <a:pt x="7211" y="1539"/>
                  </a:lnTo>
                  <a:lnTo>
                    <a:pt x="7198" y="1321"/>
                  </a:lnTo>
                  <a:lnTo>
                    <a:pt x="7118" y="59"/>
                  </a:lnTo>
                  <a:cubicBezTo>
                    <a:pt x="7117" y="43"/>
                    <a:pt x="7110" y="29"/>
                    <a:pt x="7097" y="16"/>
                  </a:cubicBezTo>
                  <a:cubicBezTo>
                    <a:pt x="7092" y="13"/>
                    <a:pt x="7088" y="10"/>
                    <a:pt x="7084" y="7"/>
                  </a:cubicBezTo>
                  <a:cubicBezTo>
                    <a:pt x="7075" y="3"/>
                    <a:pt x="7067" y="1"/>
                    <a:pt x="705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
            <p:cNvSpPr/>
            <p:nvPr/>
          </p:nvSpPr>
          <p:spPr>
            <a:xfrm>
              <a:off x="800804" y="1816999"/>
              <a:ext cx="155977" cy="12732"/>
            </a:xfrm>
            <a:custGeom>
              <a:rect b="b" l="l" r="r" t="t"/>
              <a:pathLst>
                <a:path extrusionOk="0" h="450" w="5513">
                  <a:moveTo>
                    <a:pt x="5352" y="0"/>
                  </a:moveTo>
                  <a:cubicBezTo>
                    <a:pt x="5278" y="0"/>
                    <a:pt x="5199" y="5"/>
                    <a:pt x="5119" y="12"/>
                  </a:cubicBezTo>
                  <a:lnTo>
                    <a:pt x="5111" y="12"/>
                  </a:lnTo>
                  <a:cubicBezTo>
                    <a:pt x="5084" y="15"/>
                    <a:pt x="5055" y="18"/>
                    <a:pt x="5027" y="19"/>
                  </a:cubicBezTo>
                  <a:cubicBezTo>
                    <a:pt x="5002" y="20"/>
                    <a:pt x="4975" y="22"/>
                    <a:pt x="4950" y="25"/>
                  </a:cubicBezTo>
                  <a:lnTo>
                    <a:pt x="4873" y="29"/>
                  </a:lnTo>
                  <a:lnTo>
                    <a:pt x="3214" y="135"/>
                  </a:lnTo>
                  <a:lnTo>
                    <a:pt x="59" y="333"/>
                  </a:lnTo>
                  <a:cubicBezTo>
                    <a:pt x="52" y="340"/>
                    <a:pt x="44" y="348"/>
                    <a:pt x="36" y="353"/>
                  </a:cubicBezTo>
                  <a:cubicBezTo>
                    <a:pt x="28" y="361"/>
                    <a:pt x="21" y="368"/>
                    <a:pt x="11" y="374"/>
                  </a:cubicBezTo>
                  <a:cubicBezTo>
                    <a:pt x="10" y="375"/>
                    <a:pt x="8" y="375"/>
                    <a:pt x="4" y="378"/>
                  </a:cubicBezTo>
                  <a:cubicBezTo>
                    <a:pt x="2" y="378"/>
                    <a:pt x="2" y="378"/>
                    <a:pt x="1" y="381"/>
                  </a:cubicBezTo>
                  <a:cubicBezTo>
                    <a:pt x="4" y="414"/>
                    <a:pt x="8" y="435"/>
                    <a:pt x="18" y="441"/>
                  </a:cubicBezTo>
                  <a:lnTo>
                    <a:pt x="21" y="441"/>
                  </a:lnTo>
                  <a:cubicBezTo>
                    <a:pt x="35" y="447"/>
                    <a:pt x="59" y="450"/>
                    <a:pt x="87" y="450"/>
                  </a:cubicBezTo>
                  <a:cubicBezTo>
                    <a:pt x="132" y="450"/>
                    <a:pt x="187" y="444"/>
                    <a:pt x="229" y="439"/>
                  </a:cubicBezTo>
                  <a:cubicBezTo>
                    <a:pt x="247" y="439"/>
                    <a:pt x="261" y="436"/>
                    <a:pt x="273" y="435"/>
                  </a:cubicBezTo>
                  <a:cubicBezTo>
                    <a:pt x="287" y="435"/>
                    <a:pt x="300" y="433"/>
                    <a:pt x="313" y="432"/>
                  </a:cubicBezTo>
                  <a:lnTo>
                    <a:pt x="3114" y="256"/>
                  </a:lnTo>
                  <a:lnTo>
                    <a:pt x="3512" y="230"/>
                  </a:lnTo>
                  <a:lnTo>
                    <a:pt x="5200" y="122"/>
                  </a:lnTo>
                  <a:cubicBezTo>
                    <a:pt x="5212" y="121"/>
                    <a:pt x="5226" y="121"/>
                    <a:pt x="5238" y="121"/>
                  </a:cubicBezTo>
                  <a:cubicBezTo>
                    <a:pt x="5254" y="119"/>
                    <a:pt x="5268" y="119"/>
                    <a:pt x="5283" y="119"/>
                  </a:cubicBezTo>
                  <a:cubicBezTo>
                    <a:pt x="5338" y="118"/>
                    <a:pt x="5456" y="115"/>
                    <a:pt x="5483" y="93"/>
                  </a:cubicBezTo>
                  <a:cubicBezTo>
                    <a:pt x="5491" y="86"/>
                    <a:pt x="5497" y="83"/>
                    <a:pt x="5501" y="74"/>
                  </a:cubicBezTo>
                  <a:cubicBezTo>
                    <a:pt x="5504" y="70"/>
                    <a:pt x="5504" y="66"/>
                    <a:pt x="5508" y="63"/>
                  </a:cubicBezTo>
                  <a:cubicBezTo>
                    <a:pt x="5510" y="57"/>
                    <a:pt x="5511" y="55"/>
                    <a:pt x="5513" y="52"/>
                  </a:cubicBezTo>
                  <a:cubicBezTo>
                    <a:pt x="5511" y="38"/>
                    <a:pt x="5505" y="28"/>
                    <a:pt x="5495" y="20"/>
                  </a:cubicBezTo>
                  <a:cubicBezTo>
                    <a:pt x="5491" y="18"/>
                    <a:pt x="5489" y="13"/>
                    <a:pt x="5485" y="10"/>
                  </a:cubicBezTo>
                  <a:cubicBezTo>
                    <a:pt x="5485" y="7"/>
                    <a:pt x="5483" y="7"/>
                    <a:pt x="5483" y="7"/>
                  </a:cubicBezTo>
                  <a:lnTo>
                    <a:pt x="5483" y="6"/>
                  </a:lnTo>
                  <a:cubicBezTo>
                    <a:pt x="5443" y="2"/>
                    <a:pt x="5399" y="0"/>
                    <a:pt x="53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1"/>
            <p:cNvSpPr/>
            <p:nvPr/>
          </p:nvSpPr>
          <p:spPr>
            <a:xfrm>
              <a:off x="804199" y="1879750"/>
              <a:ext cx="156005" cy="12703"/>
            </a:xfrm>
            <a:custGeom>
              <a:rect b="b" l="l" r="r" t="t"/>
              <a:pathLst>
                <a:path extrusionOk="0" h="449" w="5514">
                  <a:moveTo>
                    <a:pt x="5345" y="1"/>
                  </a:moveTo>
                  <a:cubicBezTo>
                    <a:pt x="5272" y="1"/>
                    <a:pt x="5193" y="5"/>
                    <a:pt x="5113" y="12"/>
                  </a:cubicBezTo>
                  <a:cubicBezTo>
                    <a:pt x="5084" y="15"/>
                    <a:pt x="5057" y="17"/>
                    <a:pt x="5029" y="18"/>
                  </a:cubicBezTo>
                  <a:cubicBezTo>
                    <a:pt x="4975" y="24"/>
                    <a:pt x="4924" y="27"/>
                    <a:pt x="4874" y="31"/>
                  </a:cubicBezTo>
                  <a:lnTo>
                    <a:pt x="57" y="337"/>
                  </a:lnTo>
                  <a:cubicBezTo>
                    <a:pt x="42" y="347"/>
                    <a:pt x="26" y="360"/>
                    <a:pt x="10" y="373"/>
                  </a:cubicBezTo>
                  <a:lnTo>
                    <a:pt x="6" y="376"/>
                  </a:lnTo>
                  <a:cubicBezTo>
                    <a:pt x="4" y="379"/>
                    <a:pt x="3" y="379"/>
                    <a:pt x="0" y="380"/>
                  </a:cubicBezTo>
                  <a:lnTo>
                    <a:pt x="0" y="382"/>
                  </a:lnTo>
                  <a:cubicBezTo>
                    <a:pt x="4" y="417"/>
                    <a:pt x="9" y="434"/>
                    <a:pt x="17" y="440"/>
                  </a:cubicBezTo>
                  <a:lnTo>
                    <a:pt x="20" y="440"/>
                  </a:lnTo>
                  <a:cubicBezTo>
                    <a:pt x="34" y="447"/>
                    <a:pt x="59" y="449"/>
                    <a:pt x="87" y="449"/>
                  </a:cubicBezTo>
                  <a:cubicBezTo>
                    <a:pt x="132" y="449"/>
                    <a:pt x="188" y="443"/>
                    <a:pt x="230" y="438"/>
                  </a:cubicBezTo>
                  <a:cubicBezTo>
                    <a:pt x="260" y="434"/>
                    <a:pt x="288" y="433"/>
                    <a:pt x="313" y="431"/>
                  </a:cubicBezTo>
                  <a:lnTo>
                    <a:pt x="5201" y="121"/>
                  </a:lnTo>
                  <a:cubicBezTo>
                    <a:pt x="5224" y="120"/>
                    <a:pt x="5252" y="120"/>
                    <a:pt x="5281" y="118"/>
                  </a:cubicBezTo>
                  <a:cubicBezTo>
                    <a:pt x="5297" y="118"/>
                    <a:pt x="5313" y="118"/>
                    <a:pt x="5333" y="117"/>
                  </a:cubicBezTo>
                  <a:cubicBezTo>
                    <a:pt x="5363" y="117"/>
                    <a:pt x="5397" y="114"/>
                    <a:pt x="5425" y="111"/>
                  </a:cubicBezTo>
                  <a:cubicBezTo>
                    <a:pt x="5451" y="107"/>
                    <a:pt x="5473" y="101"/>
                    <a:pt x="5484" y="92"/>
                  </a:cubicBezTo>
                  <a:cubicBezTo>
                    <a:pt x="5494" y="85"/>
                    <a:pt x="5497" y="81"/>
                    <a:pt x="5507" y="63"/>
                  </a:cubicBezTo>
                  <a:cubicBezTo>
                    <a:pt x="5509" y="60"/>
                    <a:pt x="5509" y="56"/>
                    <a:pt x="5513" y="53"/>
                  </a:cubicBezTo>
                  <a:cubicBezTo>
                    <a:pt x="5509" y="33"/>
                    <a:pt x="5502" y="24"/>
                    <a:pt x="5487" y="9"/>
                  </a:cubicBezTo>
                  <a:lnTo>
                    <a:pt x="5486" y="8"/>
                  </a:lnTo>
                  <a:cubicBezTo>
                    <a:pt x="5442" y="3"/>
                    <a:pt x="5395" y="1"/>
                    <a:pt x="53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
            <p:cNvSpPr/>
            <p:nvPr/>
          </p:nvSpPr>
          <p:spPr>
            <a:xfrm>
              <a:off x="795146" y="1721911"/>
              <a:ext cx="155948" cy="12760"/>
            </a:xfrm>
            <a:custGeom>
              <a:rect b="b" l="l" r="r" t="t"/>
              <a:pathLst>
                <a:path extrusionOk="0" h="451" w="5512">
                  <a:moveTo>
                    <a:pt x="5362" y="1"/>
                  </a:moveTo>
                  <a:cubicBezTo>
                    <a:pt x="5259" y="1"/>
                    <a:pt x="5143" y="11"/>
                    <a:pt x="5029" y="20"/>
                  </a:cubicBezTo>
                  <a:cubicBezTo>
                    <a:pt x="4975" y="24"/>
                    <a:pt x="4925" y="29"/>
                    <a:pt x="4874" y="32"/>
                  </a:cubicBezTo>
                  <a:lnTo>
                    <a:pt x="2818" y="163"/>
                  </a:lnTo>
                  <a:lnTo>
                    <a:pt x="2806" y="163"/>
                  </a:lnTo>
                  <a:lnTo>
                    <a:pt x="58" y="336"/>
                  </a:lnTo>
                  <a:lnTo>
                    <a:pt x="57" y="337"/>
                  </a:lnTo>
                  <a:cubicBezTo>
                    <a:pt x="41" y="350"/>
                    <a:pt x="26" y="362"/>
                    <a:pt x="10" y="373"/>
                  </a:cubicBezTo>
                  <a:cubicBezTo>
                    <a:pt x="6" y="378"/>
                    <a:pt x="5" y="379"/>
                    <a:pt x="0" y="381"/>
                  </a:cubicBezTo>
                  <a:cubicBezTo>
                    <a:pt x="5" y="415"/>
                    <a:pt x="7" y="436"/>
                    <a:pt x="18" y="442"/>
                  </a:cubicBezTo>
                  <a:lnTo>
                    <a:pt x="19" y="442"/>
                  </a:lnTo>
                  <a:cubicBezTo>
                    <a:pt x="32" y="448"/>
                    <a:pt x="55" y="450"/>
                    <a:pt x="81" y="450"/>
                  </a:cubicBezTo>
                  <a:cubicBezTo>
                    <a:pt x="126" y="450"/>
                    <a:pt x="184" y="443"/>
                    <a:pt x="228" y="439"/>
                  </a:cubicBezTo>
                  <a:cubicBezTo>
                    <a:pt x="259" y="436"/>
                    <a:pt x="288" y="434"/>
                    <a:pt x="311" y="431"/>
                  </a:cubicBezTo>
                  <a:lnTo>
                    <a:pt x="4568" y="163"/>
                  </a:lnTo>
                  <a:lnTo>
                    <a:pt x="5198" y="123"/>
                  </a:lnTo>
                  <a:cubicBezTo>
                    <a:pt x="5210" y="122"/>
                    <a:pt x="5223" y="122"/>
                    <a:pt x="5234" y="122"/>
                  </a:cubicBezTo>
                  <a:cubicBezTo>
                    <a:pt x="5250" y="122"/>
                    <a:pt x="5265" y="122"/>
                    <a:pt x="5278" y="119"/>
                  </a:cubicBezTo>
                  <a:cubicBezTo>
                    <a:pt x="5295" y="119"/>
                    <a:pt x="5311" y="119"/>
                    <a:pt x="5332" y="117"/>
                  </a:cubicBezTo>
                  <a:cubicBezTo>
                    <a:pt x="5349" y="117"/>
                    <a:pt x="5371" y="116"/>
                    <a:pt x="5391" y="115"/>
                  </a:cubicBezTo>
                  <a:cubicBezTo>
                    <a:pt x="5432" y="113"/>
                    <a:pt x="5470" y="107"/>
                    <a:pt x="5483" y="94"/>
                  </a:cubicBezTo>
                  <a:cubicBezTo>
                    <a:pt x="5492" y="87"/>
                    <a:pt x="5494" y="81"/>
                    <a:pt x="5505" y="65"/>
                  </a:cubicBezTo>
                  <a:cubicBezTo>
                    <a:pt x="5508" y="59"/>
                    <a:pt x="5508" y="58"/>
                    <a:pt x="5512" y="55"/>
                  </a:cubicBezTo>
                  <a:cubicBezTo>
                    <a:pt x="5508" y="35"/>
                    <a:pt x="5500" y="26"/>
                    <a:pt x="5487" y="8"/>
                  </a:cubicBezTo>
                  <a:cubicBezTo>
                    <a:pt x="5486" y="8"/>
                    <a:pt x="5486" y="7"/>
                    <a:pt x="5484" y="7"/>
                  </a:cubicBezTo>
                  <a:cubicBezTo>
                    <a:pt x="5446" y="3"/>
                    <a:pt x="5405" y="1"/>
                    <a:pt x="53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1"/>
            <p:cNvSpPr/>
            <p:nvPr/>
          </p:nvSpPr>
          <p:spPr>
            <a:xfrm>
              <a:off x="799078" y="1784775"/>
              <a:ext cx="155977" cy="12760"/>
            </a:xfrm>
            <a:custGeom>
              <a:rect b="b" l="l" r="r" t="t"/>
              <a:pathLst>
                <a:path extrusionOk="0" h="451" w="5513">
                  <a:moveTo>
                    <a:pt x="5356" y="1"/>
                  </a:moveTo>
                  <a:cubicBezTo>
                    <a:pt x="5279" y="1"/>
                    <a:pt x="5197" y="7"/>
                    <a:pt x="5114" y="14"/>
                  </a:cubicBezTo>
                  <a:cubicBezTo>
                    <a:pt x="5087" y="15"/>
                    <a:pt x="5057" y="15"/>
                    <a:pt x="5031" y="18"/>
                  </a:cubicBezTo>
                  <a:cubicBezTo>
                    <a:pt x="4976" y="24"/>
                    <a:pt x="4925" y="28"/>
                    <a:pt x="4874" y="31"/>
                  </a:cubicBezTo>
                  <a:lnTo>
                    <a:pt x="60" y="337"/>
                  </a:lnTo>
                  <a:lnTo>
                    <a:pt x="11" y="374"/>
                  </a:lnTo>
                  <a:cubicBezTo>
                    <a:pt x="8" y="377"/>
                    <a:pt x="5" y="379"/>
                    <a:pt x="2" y="382"/>
                  </a:cubicBezTo>
                  <a:lnTo>
                    <a:pt x="1" y="382"/>
                  </a:lnTo>
                  <a:cubicBezTo>
                    <a:pt x="4" y="416"/>
                    <a:pt x="8" y="434"/>
                    <a:pt x="18" y="440"/>
                  </a:cubicBezTo>
                  <a:lnTo>
                    <a:pt x="20" y="441"/>
                  </a:lnTo>
                  <a:cubicBezTo>
                    <a:pt x="33" y="448"/>
                    <a:pt x="57" y="450"/>
                    <a:pt x="85" y="450"/>
                  </a:cubicBezTo>
                  <a:cubicBezTo>
                    <a:pt x="130" y="450"/>
                    <a:pt x="187" y="444"/>
                    <a:pt x="229" y="438"/>
                  </a:cubicBezTo>
                  <a:cubicBezTo>
                    <a:pt x="260" y="434"/>
                    <a:pt x="289" y="432"/>
                    <a:pt x="313" y="431"/>
                  </a:cubicBezTo>
                  <a:lnTo>
                    <a:pt x="4182" y="185"/>
                  </a:lnTo>
                  <a:lnTo>
                    <a:pt x="5201" y="120"/>
                  </a:lnTo>
                  <a:cubicBezTo>
                    <a:pt x="5206" y="120"/>
                    <a:pt x="5211" y="119"/>
                    <a:pt x="5216" y="119"/>
                  </a:cubicBezTo>
                  <a:cubicBezTo>
                    <a:pt x="5219" y="119"/>
                    <a:pt x="5222" y="119"/>
                    <a:pt x="5225" y="120"/>
                  </a:cubicBezTo>
                  <a:cubicBezTo>
                    <a:pt x="5244" y="118"/>
                    <a:pt x="5261" y="118"/>
                    <a:pt x="5281" y="118"/>
                  </a:cubicBezTo>
                  <a:cubicBezTo>
                    <a:pt x="5303" y="118"/>
                    <a:pt x="5332" y="117"/>
                    <a:pt x="5363" y="116"/>
                  </a:cubicBezTo>
                  <a:cubicBezTo>
                    <a:pt x="5385" y="113"/>
                    <a:pt x="5405" y="113"/>
                    <a:pt x="5424" y="110"/>
                  </a:cubicBezTo>
                  <a:cubicBezTo>
                    <a:pt x="5450" y="105"/>
                    <a:pt x="5475" y="101"/>
                    <a:pt x="5485" y="91"/>
                  </a:cubicBezTo>
                  <a:cubicBezTo>
                    <a:pt x="5492" y="84"/>
                    <a:pt x="5497" y="81"/>
                    <a:pt x="5501" y="72"/>
                  </a:cubicBezTo>
                  <a:lnTo>
                    <a:pt x="5507" y="60"/>
                  </a:lnTo>
                  <a:lnTo>
                    <a:pt x="5513" y="50"/>
                  </a:lnTo>
                  <a:cubicBezTo>
                    <a:pt x="5508" y="30"/>
                    <a:pt x="5501" y="22"/>
                    <a:pt x="5486" y="11"/>
                  </a:cubicBezTo>
                  <a:cubicBezTo>
                    <a:pt x="5486" y="9"/>
                    <a:pt x="5486" y="9"/>
                    <a:pt x="5485" y="8"/>
                  </a:cubicBezTo>
                  <a:cubicBezTo>
                    <a:pt x="5445" y="3"/>
                    <a:pt x="5402" y="1"/>
                    <a:pt x="53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1"/>
            <p:cNvSpPr/>
            <p:nvPr/>
          </p:nvSpPr>
          <p:spPr>
            <a:xfrm>
              <a:off x="797041" y="1752126"/>
              <a:ext cx="155948" cy="12817"/>
            </a:xfrm>
            <a:custGeom>
              <a:rect b="b" l="l" r="r" t="t"/>
              <a:pathLst>
                <a:path extrusionOk="0" h="453" w="5512">
                  <a:moveTo>
                    <a:pt x="5355" y="0"/>
                  </a:moveTo>
                  <a:cubicBezTo>
                    <a:pt x="5305" y="0"/>
                    <a:pt x="5252" y="2"/>
                    <a:pt x="5199" y="6"/>
                  </a:cubicBezTo>
                  <a:cubicBezTo>
                    <a:pt x="5143" y="9"/>
                    <a:pt x="5086" y="15"/>
                    <a:pt x="5031" y="19"/>
                  </a:cubicBezTo>
                  <a:lnTo>
                    <a:pt x="5023" y="19"/>
                  </a:lnTo>
                  <a:cubicBezTo>
                    <a:pt x="4972" y="24"/>
                    <a:pt x="4922" y="28"/>
                    <a:pt x="4874" y="31"/>
                  </a:cubicBezTo>
                  <a:lnTo>
                    <a:pt x="58" y="336"/>
                  </a:lnTo>
                  <a:cubicBezTo>
                    <a:pt x="47" y="346"/>
                    <a:pt x="36" y="355"/>
                    <a:pt x="23" y="364"/>
                  </a:cubicBezTo>
                  <a:cubicBezTo>
                    <a:pt x="19" y="370"/>
                    <a:pt x="15" y="372"/>
                    <a:pt x="10" y="377"/>
                  </a:cubicBezTo>
                  <a:cubicBezTo>
                    <a:pt x="7" y="378"/>
                    <a:pt x="3" y="380"/>
                    <a:pt x="0" y="384"/>
                  </a:cubicBezTo>
                  <a:cubicBezTo>
                    <a:pt x="3" y="418"/>
                    <a:pt x="7" y="436"/>
                    <a:pt x="18" y="442"/>
                  </a:cubicBezTo>
                  <a:lnTo>
                    <a:pt x="19" y="444"/>
                  </a:lnTo>
                  <a:cubicBezTo>
                    <a:pt x="33" y="450"/>
                    <a:pt x="58" y="452"/>
                    <a:pt x="86" y="452"/>
                  </a:cubicBezTo>
                  <a:cubicBezTo>
                    <a:pt x="131" y="452"/>
                    <a:pt x="187" y="447"/>
                    <a:pt x="228" y="442"/>
                  </a:cubicBezTo>
                  <a:cubicBezTo>
                    <a:pt x="259" y="436"/>
                    <a:pt x="286" y="435"/>
                    <a:pt x="313" y="432"/>
                  </a:cubicBezTo>
                  <a:lnTo>
                    <a:pt x="5159" y="125"/>
                  </a:lnTo>
                  <a:lnTo>
                    <a:pt x="5201" y="122"/>
                  </a:lnTo>
                  <a:cubicBezTo>
                    <a:pt x="5222" y="121"/>
                    <a:pt x="5252" y="121"/>
                    <a:pt x="5281" y="121"/>
                  </a:cubicBezTo>
                  <a:cubicBezTo>
                    <a:pt x="5302" y="121"/>
                    <a:pt x="5332" y="118"/>
                    <a:pt x="5362" y="117"/>
                  </a:cubicBezTo>
                  <a:cubicBezTo>
                    <a:pt x="5384" y="115"/>
                    <a:pt x="5404" y="115"/>
                    <a:pt x="5423" y="111"/>
                  </a:cubicBezTo>
                  <a:cubicBezTo>
                    <a:pt x="5449" y="108"/>
                    <a:pt x="5471" y="102"/>
                    <a:pt x="5483" y="93"/>
                  </a:cubicBezTo>
                  <a:cubicBezTo>
                    <a:pt x="5493" y="88"/>
                    <a:pt x="5497" y="80"/>
                    <a:pt x="5506" y="64"/>
                  </a:cubicBezTo>
                  <a:lnTo>
                    <a:pt x="5512" y="53"/>
                  </a:lnTo>
                  <a:cubicBezTo>
                    <a:pt x="5507" y="35"/>
                    <a:pt x="5500" y="26"/>
                    <a:pt x="5486" y="9"/>
                  </a:cubicBezTo>
                  <a:cubicBezTo>
                    <a:pt x="5486" y="8"/>
                    <a:pt x="5486" y="8"/>
                    <a:pt x="5484" y="6"/>
                  </a:cubicBezTo>
                  <a:cubicBezTo>
                    <a:pt x="5445" y="2"/>
                    <a:pt x="5401" y="0"/>
                    <a:pt x="53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1"/>
            <p:cNvSpPr/>
            <p:nvPr/>
          </p:nvSpPr>
          <p:spPr>
            <a:xfrm>
              <a:off x="905427" y="1674409"/>
              <a:ext cx="30132" cy="13071"/>
            </a:xfrm>
            <a:custGeom>
              <a:rect b="b" l="l" r="r" t="t"/>
              <a:pathLst>
                <a:path extrusionOk="0" h="462" w="1065">
                  <a:moveTo>
                    <a:pt x="41" y="1"/>
                  </a:moveTo>
                  <a:cubicBezTo>
                    <a:pt x="17" y="1"/>
                    <a:pt x="1" y="39"/>
                    <a:pt x="26" y="56"/>
                  </a:cubicBezTo>
                  <a:cubicBezTo>
                    <a:pt x="314" y="248"/>
                    <a:pt x="673" y="434"/>
                    <a:pt x="1025" y="462"/>
                  </a:cubicBezTo>
                  <a:cubicBezTo>
                    <a:pt x="1026" y="462"/>
                    <a:pt x="1027" y="462"/>
                    <a:pt x="1028" y="462"/>
                  </a:cubicBezTo>
                  <a:cubicBezTo>
                    <a:pt x="1062" y="462"/>
                    <a:pt x="1065" y="408"/>
                    <a:pt x="1031" y="399"/>
                  </a:cubicBezTo>
                  <a:cubicBezTo>
                    <a:pt x="685" y="290"/>
                    <a:pt x="368" y="204"/>
                    <a:pt x="55" y="5"/>
                  </a:cubicBezTo>
                  <a:cubicBezTo>
                    <a:pt x="50" y="2"/>
                    <a:pt x="46" y="1"/>
                    <a:pt x="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
            <p:cNvSpPr/>
            <p:nvPr/>
          </p:nvSpPr>
          <p:spPr>
            <a:xfrm>
              <a:off x="923958" y="1673164"/>
              <a:ext cx="23398" cy="11260"/>
            </a:xfrm>
            <a:custGeom>
              <a:rect b="b" l="l" r="r" t="t"/>
              <a:pathLst>
                <a:path extrusionOk="0" h="398" w="827">
                  <a:moveTo>
                    <a:pt x="55" y="0"/>
                  </a:moveTo>
                  <a:cubicBezTo>
                    <a:pt x="27" y="0"/>
                    <a:pt x="1" y="42"/>
                    <a:pt x="28" y="65"/>
                  </a:cubicBezTo>
                  <a:cubicBezTo>
                    <a:pt x="241" y="232"/>
                    <a:pt x="494" y="360"/>
                    <a:pt x="764" y="397"/>
                  </a:cubicBezTo>
                  <a:cubicBezTo>
                    <a:pt x="766" y="397"/>
                    <a:pt x="768" y="397"/>
                    <a:pt x="770" y="397"/>
                  </a:cubicBezTo>
                  <a:cubicBezTo>
                    <a:pt x="816" y="397"/>
                    <a:pt x="826" y="316"/>
                    <a:pt x="777" y="304"/>
                  </a:cubicBezTo>
                  <a:cubicBezTo>
                    <a:pt x="517" y="248"/>
                    <a:pt x="286" y="166"/>
                    <a:pt x="72" y="6"/>
                  </a:cubicBezTo>
                  <a:cubicBezTo>
                    <a:pt x="67" y="2"/>
                    <a:pt x="61" y="0"/>
                    <a:pt x="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
            <p:cNvSpPr/>
            <p:nvPr/>
          </p:nvSpPr>
          <p:spPr>
            <a:xfrm>
              <a:off x="941442" y="1670703"/>
              <a:ext cx="21191" cy="10185"/>
            </a:xfrm>
            <a:custGeom>
              <a:rect b="b" l="l" r="r" t="t"/>
              <a:pathLst>
                <a:path extrusionOk="0" h="360" w="749">
                  <a:moveTo>
                    <a:pt x="70" y="1"/>
                  </a:moveTo>
                  <a:cubicBezTo>
                    <a:pt x="28" y="1"/>
                    <a:pt x="0" y="61"/>
                    <a:pt x="46" y="81"/>
                  </a:cubicBezTo>
                  <a:cubicBezTo>
                    <a:pt x="251" y="174"/>
                    <a:pt x="467" y="298"/>
                    <a:pt x="687" y="357"/>
                  </a:cubicBezTo>
                  <a:cubicBezTo>
                    <a:pt x="691" y="358"/>
                    <a:pt x="695" y="359"/>
                    <a:pt x="698" y="359"/>
                  </a:cubicBezTo>
                  <a:cubicBezTo>
                    <a:pt x="733" y="359"/>
                    <a:pt x="749" y="307"/>
                    <a:pt x="716" y="285"/>
                  </a:cubicBezTo>
                  <a:cubicBezTo>
                    <a:pt x="527" y="167"/>
                    <a:pt x="294" y="94"/>
                    <a:pt x="89" y="5"/>
                  </a:cubicBezTo>
                  <a:cubicBezTo>
                    <a:pt x="83" y="2"/>
                    <a:pt x="76" y="1"/>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1"/>
            <p:cNvSpPr/>
            <p:nvPr/>
          </p:nvSpPr>
          <p:spPr>
            <a:xfrm>
              <a:off x="841176" y="1906372"/>
              <a:ext cx="26142" cy="6196"/>
            </a:xfrm>
            <a:custGeom>
              <a:rect b="b" l="l" r="r" t="t"/>
              <a:pathLst>
                <a:path extrusionOk="0" h="219" w="924">
                  <a:moveTo>
                    <a:pt x="34" y="0"/>
                  </a:moveTo>
                  <a:cubicBezTo>
                    <a:pt x="3" y="0"/>
                    <a:pt x="0" y="43"/>
                    <a:pt x="28" y="53"/>
                  </a:cubicBezTo>
                  <a:cubicBezTo>
                    <a:pt x="255" y="133"/>
                    <a:pt x="545" y="219"/>
                    <a:pt x="795" y="219"/>
                  </a:cubicBezTo>
                  <a:cubicBezTo>
                    <a:pt x="816" y="219"/>
                    <a:pt x="836" y="218"/>
                    <a:pt x="856" y="217"/>
                  </a:cubicBezTo>
                  <a:cubicBezTo>
                    <a:pt x="894" y="216"/>
                    <a:pt x="923" y="153"/>
                    <a:pt x="878" y="133"/>
                  </a:cubicBezTo>
                  <a:cubicBezTo>
                    <a:pt x="633" y="28"/>
                    <a:pt x="298" y="2"/>
                    <a:pt x="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
            <p:cNvSpPr/>
            <p:nvPr/>
          </p:nvSpPr>
          <p:spPr>
            <a:xfrm>
              <a:off x="881803" y="1903232"/>
              <a:ext cx="29820" cy="5432"/>
            </a:xfrm>
            <a:custGeom>
              <a:rect b="b" l="l" r="r" t="t"/>
              <a:pathLst>
                <a:path extrusionOk="0" h="192" w="1054">
                  <a:moveTo>
                    <a:pt x="187" y="0"/>
                  </a:moveTo>
                  <a:cubicBezTo>
                    <a:pt x="138" y="0"/>
                    <a:pt x="89" y="3"/>
                    <a:pt x="40" y="10"/>
                  </a:cubicBezTo>
                  <a:cubicBezTo>
                    <a:pt x="1" y="15"/>
                    <a:pt x="11" y="69"/>
                    <a:pt x="40" y="81"/>
                  </a:cubicBezTo>
                  <a:cubicBezTo>
                    <a:pt x="195" y="135"/>
                    <a:pt x="360" y="142"/>
                    <a:pt x="523" y="161"/>
                  </a:cubicBezTo>
                  <a:cubicBezTo>
                    <a:pt x="639" y="172"/>
                    <a:pt x="754" y="191"/>
                    <a:pt x="870" y="191"/>
                  </a:cubicBezTo>
                  <a:cubicBezTo>
                    <a:pt x="915" y="191"/>
                    <a:pt x="960" y="189"/>
                    <a:pt x="1005" y="181"/>
                  </a:cubicBezTo>
                  <a:cubicBezTo>
                    <a:pt x="1053" y="174"/>
                    <a:pt x="1042" y="110"/>
                    <a:pt x="1005" y="95"/>
                  </a:cubicBezTo>
                  <a:cubicBezTo>
                    <a:pt x="851" y="37"/>
                    <a:pt x="684" y="37"/>
                    <a:pt x="523" y="23"/>
                  </a:cubicBezTo>
                  <a:cubicBezTo>
                    <a:pt x="410" y="14"/>
                    <a:pt x="298"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
            <p:cNvSpPr/>
            <p:nvPr/>
          </p:nvSpPr>
          <p:spPr>
            <a:xfrm>
              <a:off x="907690" y="1895480"/>
              <a:ext cx="21898" cy="6309"/>
            </a:xfrm>
            <a:custGeom>
              <a:rect b="b" l="l" r="r" t="t"/>
              <a:pathLst>
                <a:path extrusionOk="0" h="223" w="774">
                  <a:moveTo>
                    <a:pt x="82" y="1"/>
                  </a:moveTo>
                  <a:cubicBezTo>
                    <a:pt x="25" y="1"/>
                    <a:pt x="0" y="89"/>
                    <a:pt x="64" y="102"/>
                  </a:cubicBezTo>
                  <a:cubicBezTo>
                    <a:pt x="267" y="144"/>
                    <a:pt x="495" y="223"/>
                    <a:pt x="702" y="223"/>
                  </a:cubicBezTo>
                  <a:cubicBezTo>
                    <a:pt x="704" y="223"/>
                    <a:pt x="706" y="223"/>
                    <a:pt x="708" y="223"/>
                  </a:cubicBezTo>
                  <a:cubicBezTo>
                    <a:pt x="771" y="223"/>
                    <a:pt x="774" y="143"/>
                    <a:pt x="723" y="121"/>
                  </a:cubicBezTo>
                  <a:cubicBezTo>
                    <a:pt x="532" y="45"/>
                    <a:pt x="294" y="36"/>
                    <a:pt x="92" y="2"/>
                  </a:cubicBezTo>
                  <a:cubicBezTo>
                    <a:pt x="88" y="1"/>
                    <a:pt x="85" y="1"/>
                    <a:pt x="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1"/>
            <p:cNvSpPr/>
            <p:nvPr/>
          </p:nvSpPr>
          <p:spPr>
            <a:xfrm>
              <a:off x="490585" y="1607329"/>
              <a:ext cx="211826" cy="304767"/>
            </a:xfrm>
            <a:custGeom>
              <a:rect b="b" l="l" r="r" t="t"/>
              <a:pathLst>
                <a:path extrusionOk="0" h="10772" w="7487">
                  <a:moveTo>
                    <a:pt x="1144" y="1"/>
                  </a:moveTo>
                  <a:cubicBezTo>
                    <a:pt x="1142" y="1"/>
                    <a:pt x="1140" y="1"/>
                    <a:pt x="1137" y="2"/>
                  </a:cubicBezTo>
                  <a:cubicBezTo>
                    <a:pt x="1142" y="2"/>
                    <a:pt x="1146" y="2"/>
                    <a:pt x="1151" y="5"/>
                  </a:cubicBezTo>
                  <a:lnTo>
                    <a:pt x="1194" y="15"/>
                  </a:lnTo>
                  <a:lnTo>
                    <a:pt x="1435" y="67"/>
                  </a:lnTo>
                  <a:lnTo>
                    <a:pt x="1435" y="67"/>
                  </a:lnTo>
                  <a:lnTo>
                    <a:pt x="1194" y="14"/>
                  </a:lnTo>
                  <a:lnTo>
                    <a:pt x="1151" y="2"/>
                  </a:lnTo>
                  <a:cubicBezTo>
                    <a:pt x="1148" y="1"/>
                    <a:pt x="1146" y="1"/>
                    <a:pt x="1144" y="1"/>
                  </a:cubicBezTo>
                  <a:close/>
                  <a:moveTo>
                    <a:pt x="5637" y="1727"/>
                  </a:moveTo>
                  <a:cubicBezTo>
                    <a:pt x="5615" y="1727"/>
                    <a:pt x="5594" y="1756"/>
                    <a:pt x="5613" y="1779"/>
                  </a:cubicBezTo>
                  <a:cubicBezTo>
                    <a:pt x="5834" y="2045"/>
                    <a:pt x="6123" y="2324"/>
                    <a:pt x="6451" y="2450"/>
                  </a:cubicBezTo>
                  <a:cubicBezTo>
                    <a:pt x="6455" y="2452"/>
                    <a:pt x="6459" y="2452"/>
                    <a:pt x="6462" y="2452"/>
                  </a:cubicBezTo>
                  <a:cubicBezTo>
                    <a:pt x="6490" y="2452"/>
                    <a:pt x="6504" y="2409"/>
                    <a:pt x="6479" y="2392"/>
                  </a:cubicBezTo>
                  <a:cubicBezTo>
                    <a:pt x="6175" y="2189"/>
                    <a:pt x="5896" y="2019"/>
                    <a:pt x="5656" y="1737"/>
                  </a:cubicBezTo>
                  <a:cubicBezTo>
                    <a:pt x="5650" y="1730"/>
                    <a:pt x="5644" y="1727"/>
                    <a:pt x="5637" y="1727"/>
                  </a:cubicBezTo>
                  <a:close/>
                  <a:moveTo>
                    <a:pt x="6284" y="1873"/>
                  </a:moveTo>
                  <a:cubicBezTo>
                    <a:pt x="6259" y="1873"/>
                    <a:pt x="6231" y="1903"/>
                    <a:pt x="6248" y="1928"/>
                  </a:cubicBezTo>
                  <a:cubicBezTo>
                    <a:pt x="6405" y="2151"/>
                    <a:pt x="6610" y="2346"/>
                    <a:pt x="6859" y="2456"/>
                  </a:cubicBezTo>
                  <a:cubicBezTo>
                    <a:pt x="6865" y="2459"/>
                    <a:pt x="6870" y="2460"/>
                    <a:pt x="6876" y="2460"/>
                  </a:cubicBezTo>
                  <a:cubicBezTo>
                    <a:pt x="6917" y="2460"/>
                    <a:pt x="6940" y="2395"/>
                    <a:pt x="6899" y="2372"/>
                  </a:cubicBezTo>
                  <a:cubicBezTo>
                    <a:pt x="6667" y="2245"/>
                    <a:pt x="6467" y="2100"/>
                    <a:pt x="6308" y="1885"/>
                  </a:cubicBezTo>
                  <a:cubicBezTo>
                    <a:pt x="6301" y="1876"/>
                    <a:pt x="6293" y="1873"/>
                    <a:pt x="6284" y="1873"/>
                  </a:cubicBezTo>
                  <a:close/>
                  <a:moveTo>
                    <a:pt x="6912" y="1972"/>
                  </a:moveTo>
                  <a:cubicBezTo>
                    <a:pt x="6876" y="1972"/>
                    <a:pt x="6844" y="2015"/>
                    <a:pt x="6879" y="2043"/>
                  </a:cubicBezTo>
                  <a:cubicBezTo>
                    <a:pt x="7052" y="2190"/>
                    <a:pt x="7222" y="2370"/>
                    <a:pt x="7415" y="2488"/>
                  </a:cubicBezTo>
                  <a:cubicBezTo>
                    <a:pt x="7423" y="2493"/>
                    <a:pt x="7430" y="2495"/>
                    <a:pt x="7437" y="2495"/>
                  </a:cubicBezTo>
                  <a:cubicBezTo>
                    <a:pt x="7466" y="2495"/>
                    <a:pt x="7487" y="2457"/>
                    <a:pt x="7463" y="2430"/>
                  </a:cubicBezTo>
                  <a:cubicBezTo>
                    <a:pt x="7317" y="2263"/>
                    <a:pt x="7113" y="2128"/>
                    <a:pt x="6943" y="1984"/>
                  </a:cubicBezTo>
                  <a:cubicBezTo>
                    <a:pt x="6933" y="1976"/>
                    <a:pt x="6923" y="1972"/>
                    <a:pt x="6912" y="1972"/>
                  </a:cubicBezTo>
                  <a:close/>
                  <a:moveTo>
                    <a:pt x="1318" y="2565"/>
                  </a:moveTo>
                  <a:cubicBezTo>
                    <a:pt x="1310" y="2568"/>
                    <a:pt x="1299" y="2573"/>
                    <a:pt x="1290" y="2575"/>
                  </a:cubicBezTo>
                  <a:cubicBezTo>
                    <a:pt x="1299" y="2573"/>
                    <a:pt x="1310" y="2570"/>
                    <a:pt x="1318" y="2565"/>
                  </a:cubicBezTo>
                  <a:close/>
                  <a:moveTo>
                    <a:pt x="1290" y="2575"/>
                  </a:moveTo>
                  <a:lnTo>
                    <a:pt x="1290" y="2575"/>
                  </a:lnTo>
                  <a:cubicBezTo>
                    <a:pt x="1286" y="2578"/>
                    <a:pt x="1281" y="2580"/>
                    <a:pt x="1277" y="2580"/>
                  </a:cubicBezTo>
                  <a:lnTo>
                    <a:pt x="1277" y="2581"/>
                  </a:lnTo>
                  <a:cubicBezTo>
                    <a:pt x="1284" y="2580"/>
                    <a:pt x="1289" y="2578"/>
                    <a:pt x="1290" y="2575"/>
                  </a:cubicBezTo>
                  <a:close/>
                  <a:moveTo>
                    <a:pt x="6357" y="2636"/>
                  </a:moveTo>
                  <a:cubicBezTo>
                    <a:pt x="6383" y="2641"/>
                    <a:pt x="6408" y="2647"/>
                    <a:pt x="6435" y="2652"/>
                  </a:cubicBezTo>
                  <a:cubicBezTo>
                    <a:pt x="6408" y="2647"/>
                    <a:pt x="6385" y="2641"/>
                    <a:pt x="6357" y="2636"/>
                  </a:cubicBezTo>
                  <a:close/>
                  <a:moveTo>
                    <a:pt x="6569" y="2798"/>
                  </a:moveTo>
                  <a:lnTo>
                    <a:pt x="6569" y="2798"/>
                  </a:lnTo>
                  <a:cubicBezTo>
                    <a:pt x="6576" y="2801"/>
                    <a:pt x="6587" y="2804"/>
                    <a:pt x="6597" y="2807"/>
                  </a:cubicBezTo>
                  <a:cubicBezTo>
                    <a:pt x="6588" y="2804"/>
                    <a:pt x="6579" y="2801"/>
                    <a:pt x="6569" y="2798"/>
                  </a:cubicBezTo>
                  <a:close/>
                  <a:moveTo>
                    <a:pt x="6877" y="2830"/>
                  </a:moveTo>
                  <a:lnTo>
                    <a:pt x="6877" y="2830"/>
                  </a:lnTo>
                  <a:cubicBezTo>
                    <a:pt x="6873" y="2834"/>
                    <a:pt x="6873" y="2834"/>
                    <a:pt x="6870" y="2840"/>
                  </a:cubicBezTo>
                  <a:cubicBezTo>
                    <a:pt x="6873" y="2836"/>
                    <a:pt x="6875" y="2834"/>
                    <a:pt x="6877" y="2830"/>
                  </a:cubicBezTo>
                  <a:close/>
                  <a:moveTo>
                    <a:pt x="1437" y="2692"/>
                  </a:moveTo>
                  <a:lnTo>
                    <a:pt x="1437" y="2818"/>
                  </a:lnTo>
                  <a:cubicBezTo>
                    <a:pt x="1437" y="2830"/>
                    <a:pt x="1441" y="2841"/>
                    <a:pt x="1451" y="2850"/>
                  </a:cubicBezTo>
                  <a:cubicBezTo>
                    <a:pt x="1460" y="2859"/>
                    <a:pt x="1481" y="2873"/>
                    <a:pt x="1495" y="2873"/>
                  </a:cubicBezTo>
                  <a:lnTo>
                    <a:pt x="2255" y="2873"/>
                  </a:lnTo>
                  <a:lnTo>
                    <a:pt x="1563" y="2716"/>
                  </a:lnTo>
                  <a:cubicBezTo>
                    <a:pt x="1539" y="2711"/>
                    <a:pt x="1510" y="2705"/>
                    <a:pt x="1481" y="2699"/>
                  </a:cubicBezTo>
                  <a:cubicBezTo>
                    <a:pt x="1467" y="2696"/>
                    <a:pt x="1454" y="2696"/>
                    <a:pt x="1437" y="2692"/>
                  </a:cubicBezTo>
                  <a:close/>
                  <a:moveTo>
                    <a:pt x="781" y="4748"/>
                  </a:moveTo>
                  <a:lnTo>
                    <a:pt x="781" y="4748"/>
                  </a:lnTo>
                  <a:cubicBezTo>
                    <a:pt x="781" y="4750"/>
                    <a:pt x="780" y="4756"/>
                    <a:pt x="780" y="4761"/>
                  </a:cubicBezTo>
                  <a:cubicBezTo>
                    <a:pt x="781" y="4756"/>
                    <a:pt x="781" y="4752"/>
                    <a:pt x="781" y="4748"/>
                  </a:cubicBezTo>
                  <a:close/>
                  <a:moveTo>
                    <a:pt x="963" y="4862"/>
                  </a:moveTo>
                  <a:lnTo>
                    <a:pt x="983" y="4865"/>
                  </a:lnTo>
                  <a:cubicBezTo>
                    <a:pt x="978" y="4864"/>
                    <a:pt x="970" y="4862"/>
                    <a:pt x="963" y="4862"/>
                  </a:cubicBezTo>
                  <a:close/>
                  <a:moveTo>
                    <a:pt x="983" y="4865"/>
                  </a:moveTo>
                  <a:cubicBezTo>
                    <a:pt x="998" y="4870"/>
                    <a:pt x="1012" y="4871"/>
                    <a:pt x="1027" y="4875"/>
                  </a:cubicBezTo>
                  <a:cubicBezTo>
                    <a:pt x="1014" y="4871"/>
                    <a:pt x="999" y="4870"/>
                    <a:pt x="983" y="4865"/>
                  </a:cubicBezTo>
                  <a:close/>
                  <a:moveTo>
                    <a:pt x="6133" y="4864"/>
                  </a:moveTo>
                  <a:cubicBezTo>
                    <a:pt x="6146" y="4868"/>
                    <a:pt x="6159" y="4871"/>
                    <a:pt x="6174" y="4875"/>
                  </a:cubicBezTo>
                  <a:cubicBezTo>
                    <a:pt x="6161" y="4871"/>
                    <a:pt x="6146" y="4868"/>
                    <a:pt x="6133" y="4864"/>
                  </a:cubicBezTo>
                  <a:close/>
                  <a:moveTo>
                    <a:pt x="6174" y="4875"/>
                  </a:moveTo>
                  <a:lnTo>
                    <a:pt x="6174" y="4875"/>
                  </a:lnTo>
                  <a:cubicBezTo>
                    <a:pt x="6181" y="4878"/>
                    <a:pt x="6187" y="4878"/>
                    <a:pt x="6194" y="4880"/>
                  </a:cubicBezTo>
                  <a:cubicBezTo>
                    <a:pt x="6184" y="4877"/>
                    <a:pt x="6180" y="4877"/>
                    <a:pt x="6174" y="4875"/>
                  </a:cubicBezTo>
                  <a:close/>
                  <a:moveTo>
                    <a:pt x="335" y="6872"/>
                  </a:moveTo>
                  <a:lnTo>
                    <a:pt x="335" y="6872"/>
                  </a:lnTo>
                  <a:cubicBezTo>
                    <a:pt x="316" y="6877"/>
                    <a:pt x="297" y="6886"/>
                    <a:pt x="278" y="6893"/>
                  </a:cubicBezTo>
                  <a:cubicBezTo>
                    <a:pt x="299" y="6889"/>
                    <a:pt x="316" y="6882"/>
                    <a:pt x="335" y="6872"/>
                  </a:cubicBezTo>
                  <a:close/>
                  <a:moveTo>
                    <a:pt x="278" y="6893"/>
                  </a:moveTo>
                  <a:cubicBezTo>
                    <a:pt x="277" y="6893"/>
                    <a:pt x="274" y="6893"/>
                    <a:pt x="272" y="6898"/>
                  </a:cubicBezTo>
                  <a:cubicBezTo>
                    <a:pt x="274" y="6896"/>
                    <a:pt x="277" y="6896"/>
                    <a:pt x="278" y="6893"/>
                  </a:cubicBezTo>
                  <a:close/>
                  <a:moveTo>
                    <a:pt x="585" y="5831"/>
                  </a:moveTo>
                  <a:lnTo>
                    <a:pt x="3667" y="6540"/>
                  </a:lnTo>
                  <a:lnTo>
                    <a:pt x="5287" y="6911"/>
                  </a:lnTo>
                  <a:lnTo>
                    <a:pt x="585" y="5831"/>
                  </a:lnTo>
                  <a:close/>
                  <a:moveTo>
                    <a:pt x="1502" y="6156"/>
                  </a:moveTo>
                  <a:lnTo>
                    <a:pt x="5573" y="7090"/>
                  </a:lnTo>
                  <a:lnTo>
                    <a:pt x="5573" y="7090"/>
                  </a:lnTo>
                  <a:lnTo>
                    <a:pt x="3536" y="6622"/>
                  </a:lnTo>
                  <a:lnTo>
                    <a:pt x="1502" y="6156"/>
                  </a:lnTo>
                  <a:close/>
                  <a:moveTo>
                    <a:pt x="0" y="8081"/>
                  </a:moveTo>
                  <a:lnTo>
                    <a:pt x="0" y="8081"/>
                  </a:lnTo>
                  <a:cubicBezTo>
                    <a:pt x="3" y="8084"/>
                    <a:pt x="9" y="8089"/>
                    <a:pt x="14" y="8091"/>
                  </a:cubicBezTo>
                  <a:cubicBezTo>
                    <a:pt x="9" y="8086"/>
                    <a:pt x="3" y="8084"/>
                    <a:pt x="0" y="8081"/>
                  </a:cubicBezTo>
                  <a:close/>
                  <a:moveTo>
                    <a:pt x="34" y="8100"/>
                  </a:moveTo>
                  <a:lnTo>
                    <a:pt x="34" y="8100"/>
                  </a:lnTo>
                  <a:cubicBezTo>
                    <a:pt x="56" y="8110"/>
                    <a:pt x="86" y="8118"/>
                    <a:pt x="115" y="8122"/>
                  </a:cubicBezTo>
                  <a:cubicBezTo>
                    <a:pt x="85" y="8115"/>
                    <a:pt x="56" y="8107"/>
                    <a:pt x="34" y="8100"/>
                  </a:cubicBezTo>
                  <a:close/>
                  <a:moveTo>
                    <a:pt x="5323" y="8129"/>
                  </a:moveTo>
                  <a:lnTo>
                    <a:pt x="5323" y="8129"/>
                  </a:lnTo>
                  <a:cubicBezTo>
                    <a:pt x="5345" y="8135"/>
                    <a:pt x="5373" y="8142"/>
                    <a:pt x="5399" y="8150"/>
                  </a:cubicBezTo>
                  <a:cubicBezTo>
                    <a:pt x="5374" y="8142"/>
                    <a:pt x="5346" y="8134"/>
                    <a:pt x="5323" y="8129"/>
                  </a:cubicBezTo>
                  <a:close/>
                  <a:moveTo>
                    <a:pt x="5643" y="8154"/>
                  </a:moveTo>
                  <a:cubicBezTo>
                    <a:pt x="5639" y="8157"/>
                    <a:pt x="5637" y="8157"/>
                    <a:pt x="5634" y="8161"/>
                  </a:cubicBezTo>
                  <a:cubicBezTo>
                    <a:pt x="5637" y="8158"/>
                    <a:pt x="5639" y="8157"/>
                    <a:pt x="5643" y="8154"/>
                  </a:cubicBezTo>
                  <a:close/>
                  <a:moveTo>
                    <a:pt x="67" y="7991"/>
                  </a:moveTo>
                  <a:cubicBezTo>
                    <a:pt x="47" y="8001"/>
                    <a:pt x="28" y="8009"/>
                    <a:pt x="9" y="8016"/>
                  </a:cubicBezTo>
                  <a:cubicBezTo>
                    <a:pt x="28" y="8009"/>
                    <a:pt x="47" y="8001"/>
                    <a:pt x="67" y="7994"/>
                  </a:cubicBezTo>
                  <a:lnTo>
                    <a:pt x="850" y="8173"/>
                  </a:lnTo>
                  <a:lnTo>
                    <a:pt x="4769" y="9071"/>
                  </a:lnTo>
                  <a:lnTo>
                    <a:pt x="4769" y="9071"/>
                  </a:lnTo>
                  <a:lnTo>
                    <a:pt x="67" y="7991"/>
                  </a:lnTo>
                  <a:close/>
                  <a:moveTo>
                    <a:pt x="4769" y="9071"/>
                  </a:moveTo>
                  <a:cubicBezTo>
                    <a:pt x="4781" y="9074"/>
                    <a:pt x="4794" y="9077"/>
                    <a:pt x="4806" y="9080"/>
                  </a:cubicBezTo>
                  <a:cubicBezTo>
                    <a:pt x="4794" y="9077"/>
                    <a:pt x="4784" y="9073"/>
                    <a:pt x="4769" y="9071"/>
                  </a:cubicBezTo>
                  <a:close/>
                  <a:moveTo>
                    <a:pt x="5158" y="9157"/>
                  </a:moveTo>
                  <a:cubicBezTo>
                    <a:pt x="5235" y="9176"/>
                    <a:pt x="5303" y="9198"/>
                    <a:pt x="5362" y="9224"/>
                  </a:cubicBezTo>
                  <a:lnTo>
                    <a:pt x="5362" y="9223"/>
                  </a:lnTo>
                  <a:cubicBezTo>
                    <a:pt x="5303" y="9196"/>
                    <a:pt x="5235" y="9176"/>
                    <a:pt x="5158" y="9157"/>
                  </a:cubicBezTo>
                  <a:close/>
                  <a:moveTo>
                    <a:pt x="1114" y="8938"/>
                  </a:moveTo>
                  <a:cubicBezTo>
                    <a:pt x="1090" y="8938"/>
                    <a:pt x="1080" y="8972"/>
                    <a:pt x="1101" y="8987"/>
                  </a:cubicBezTo>
                  <a:cubicBezTo>
                    <a:pt x="1312" y="9143"/>
                    <a:pt x="1593" y="9321"/>
                    <a:pt x="1850" y="9378"/>
                  </a:cubicBezTo>
                  <a:cubicBezTo>
                    <a:pt x="1853" y="9379"/>
                    <a:pt x="1856" y="9379"/>
                    <a:pt x="1859" y="9379"/>
                  </a:cubicBezTo>
                  <a:cubicBezTo>
                    <a:pt x="1893" y="9379"/>
                    <a:pt x="1928" y="9336"/>
                    <a:pt x="1893" y="9306"/>
                  </a:cubicBezTo>
                  <a:cubicBezTo>
                    <a:pt x="1688" y="9135"/>
                    <a:pt x="1376" y="9015"/>
                    <a:pt x="1123" y="8939"/>
                  </a:cubicBezTo>
                  <a:cubicBezTo>
                    <a:pt x="1120" y="8938"/>
                    <a:pt x="1116" y="8938"/>
                    <a:pt x="1114" y="8938"/>
                  </a:cubicBezTo>
                  <a:close/>
                  <a:moveTo>
                    <a:pt x="3514" y="9253"/>
                  </a:moveTo>
                  <a:cubicBezTo>
                    <a:pt x="3467" y="9253"/>
                    <a:pt x="3434" y="9319"/>
                    <a:pt x="3485" y="9346"/>
                  </a:cubicBezTo>
                  <a:cubicBezTo>
                    <a:pt x="3669" y="9445"/>
                    <a:pt x="3868" y="9588"/>
                    <a:pt x="4067" y="9646"/>
                  </a:cubicBezTo>
                  <a:cubicBezTo>
                    <a:pt x="4072" y="9647"/>
                    <a:pt x="4077" y="9648"/>
                    <a:pt x="4082" y="9648"/>
                  </a:cubicBezTo>
                  <a:cubicBezTo>
                    <a:pt x="4130" y="9648"/>
                    <a:pt x="4149" y="9583"/>
                    <a:pt x="4109" y="9551"/>
                  </a:cubicBezTo>
                  <a:cubicBezTo>
                    <a:pt x="3949" y="9423"/>
                    <a:pt x="3722" y="9348"/>
                    <a:pt x="3538" y="9259"/>
                  </a:cubicBezTo>
                  <a:cubicBezTo>
                    <a:pt x="3530" y="9255"/>
                    <a:pt x="3522" y="9253"/>
                    <a:pt x="3514" y="9253"/>
                  </a:cubicBezTo>
                  <a:close/>
                  <a:moveTo>
                    <a:pt x="2529" y="9253"/>
                  </a:moveTo>
                  <a:cubicBezTo>
                    <a:pt x="2495" y="9253"/>
                    <a:pt x="2489" y="9304"/>
                    <a:pt x="2514" y="9321"/>
                  </a:cubicBezTo>
                  <a:cubicBezTo>
                    <a:pt x="2648" y="9416"/>
                    <a:pt x="2804" y="9473"/>
                    <a:pt x="2953" y="9535"/>
                  </a:cubicBezTo>
                  <a:cubicBezTo>
                    <a:pt x="3102" y="9596"/>
                    <a:pt x="3247" y="9673"/>
                    <a:pt x="3410" y="9691"/>
                  </a:cubicBezTo>
                  <a:cubicBezTo>
                    <a:pt x="3412" y="9691"/>
                    <a:pt x="3414" y="9691"/>
                    <a:pt x="3416" y="9691"/>
                  </a:cubicBezTo>
                  <a:cubicBezTo>
                    <a:pt x="3458" y="9691"/>
                    <a:pt x="3462" y="9632"/>
                    <a:pt x="3435" y="9609"/>
                  </a:cubicBezTo>
                  <a:cubicBezTo>
                    <a:pt x="3304" y="9509"/>
                    <a:pt x="3142" y="9463"/>
                    <a:pt x="2991" y="9401"/>
                  </a:cubicBezTo>
                  <a:cubicBezTo>
                    <a:pt x="2843" y="9342"/>
                    <a:pt x="2695" y="9276"/>
                    <a:pt x="2535" y="9253"/>
                  </a:cubicBezTo>
                  <a:cubicBezTo>
                    <a:pt x="2533" y="9253"/>
                    <a:pt x="2531" y="9253"/>
                    <a:pt x="2529" y="9253"/>
                  </a:cubicBezTo>
                  <a:close/>
                  <a:moveTo>
                    <a:pt x="5870" y="10768"/>
                  </a:moveTo>
                  <a:lnTo>
                    <a:pt x="5870" y="10768"/>
                  </a:lnTo>
                  <a:cubicBezTo>
                    <a:pt x="5874" y="10771"/>
                    <a:pt x="5877" y="10771"/>
                    <a:pt x="5882" y="10771"/>
                  </a:cubicBezTo>
                  <a:lnTo>
                    <a:pt x="5870" y="1076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
            <p:cNvSpPr/>
            <p:nvPr/>
          </p:nvSpPr>
          <p:spPr>
            <a:xfrm>
              <a:off x="533080" y="1650983"/>
              <a:ext cx="152440" cy="37233"/>
            </a:xfrm>
            <a:custGeom>
              <a:rect b="b" l="l" r="r" t="t"/>
              <a:pathLst>
                <a:path extrusionOk="0" h="1316" w="5388">
                  <a:moveTo>
                    <a:pt x="79" y="0"/>
                  </a:moveTo>
                  <a:cubicBezTo>
                    <a:pt x="61" y="7"/>
                    <a:pt x="41" y="15"/>
                    <a:pt x="22" y="22"/>
                  </a:cubicBezTo>
                  <a:cubicBezTo>
                    <a:pt x="18" y="22"/>
                    <a:pt x="13" y="25"/>
                    <a:pt x="11" y="26"/>
                  </a:cubicBezTo>
                  <a:cubicBezTo>
                    <a:pt x="3" y="58"/>
                    <a:pt x="0" y="79"/>
                    <a:pt x="11" y="86"/>
                  </a:cubicBezTo>
                  <a:lnTo>
                    <a:pt x="11" y="87"/>
                  </a:lnTo>
                  <a:cubicBezTo>
                    <a:pt x="40" y="115"/>
                    <a:pt x="143" y="134"/>
                    <a:pt x="211" y="146"/>
                  </a:cubicBezTo>
                  <a:cubicBezTo>
                    <a:pt x="240" y="151"/>
                    <a:pt x="269" y="157"/>
                    <a:pt x="294" y="163"/>
                  </a:cubicBezTo>
                  <a:lnTo>
                    <a:pt x="5067" y="1258"/>
                  </a:lnTo>
                  <a:cubicBezTo>
                    <a:pt x="5074" y="1261"/>
                    <a:pt x="5085" y="1262"/>
                    <a:pt x="5095" y="1265"/>
                  </a:cubicBezTo>
                  <a:cubicBezTo>
                    <a:pt x="5109" y="1268"/>
                    <a:pt x="5125" y="1272"/>
                    <a:pt x="5144" y="1278"/>
                  </a:cubicBezTo>
                  <a:cubicBezTo>
                    <a:pt x="5190" y="1291"/>
                    <a:pt x="5274" y="1316"/>
                    <a:pt x="5321" y="1316"/>
                  </a:cubicBezTo>
                  <a:cubicBezTo>
                    <a:pt x="5327" y="1316"/>
                    <a:pt x="5332" y="1315"/>
                    <a:pt x="5336" y="1314"/>
                  </a:cubicBezTo>
                  <a:cubicBezTo>
                    <a:pt x="5341" y="1314"/>
                    <a:pt x="5342" y="1313"/>
                    <a:pt x="5346" y="1312"/>
                  </a:cubicBezTo>
                  <a:cubicBezTo>
                    <a:pt x="5349" y="1309"/>
                    <a:pt x="5351" y="1309"/>
                    <a:pt x="5354" y="1307"/>
                  </a:cubicBezTo>
                  <a:cubicBezTo>
                    <a:pt x="5358" y="1304"/>
                    <a:pt x="5364" y="1300"/>
                    <a:pt x="5368" y="1297"/>
                  </a:cubicBezTo>
                  <a:lnTo>
                    <a:pt x="5377" y="1287"/>
                  </a:lnTo>
                  <a:cubicBezTo>
                    <a:pt x="5380" y="1284"/>
                    <a:pt x="5383" y="1284"/>
                    <a:pt x="5386" y="1280"/>
                  </a:cubicBezTo>
                  <a:cubicBezTo>
                    <a:pt x="5386" y="1277"/>
                    <a:pt x="5386" y="1271"/>
                    <a:pt x="5387" y="1269"/>
                  </a:cubicBezTo>
                  <a:cubicBezTo>
                    <a:pt x="5387" y="1258"/>
                    <a:pt x="5383" y="1248"/>
                    <a:pt x="5377" y="1233"/>
                  </a:cubicBezTo>
                  <a:cubicBezTo>
                    <a:pt x="5377" y="1233"/>
                    <a:pt x="5377" y="1232"/>
                    <a:pt x="5375" y="1232"/>
                  </a:cubicBezTo>
                  <a:cubicBezTo>
                    <a:pt x="5271" y="1185"/>
                    <a:pt x="5133" y="1155"/>
                    <a:pt x="4995" y="1125"/>
                  </a:cubicBezTo>
                  <a:cubicBezTo>
                    <a:pt x="4976" y="1123"/>
                    <a:pt x="4955" y="1117"/>
                    <a:pt x="4935" y="1112"/>
                  </a:cubicBezTo>
                  <a:cubicBezTo>
                    <a:pt x="4910" y="1108"/>
                    <a:pt x="4884" y="1102"/>
                    <a:pt x="4856" y="1096"/>
                  </a:cubicBezTo>
                  <a:cubicBezTo>
                    <a:pt x="4832" y="1091"/>
                    <a:pt x="4806" y="1086"/>
                    <a:pt x="4782" y="1080"/>
                  </a:cubicBezTo>
                  <a:lnTo>
                    <a:pt x="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1"/>
            <p:cNvSpPr/>
            <p:nvPr/>
          </p:nvSpPr>
          <p:spPr>
            <a:xfrm>
              <a:off x="497856" y="1801637"/>
              <a:ext cx="152440" cy="37318"/>
            </a:xfrm>
            <a:custGeom>
              <a:rect b="b" l="l" r="r" t="t"/>
              <a:pathLst>
                <a:path extrusionOk="0" h="1319" w="5388">
                  <a:moveTo>
                    <a:pt x="74" y="1"/>
                  </a:moveTo>
                  <a:cubicBezTo>
                    <a:pt x="55" y="8"/>
                    <a:pt x="37" y="15"/>
                    <a:pt x="17" y="23"/>
                  </a:cubicBezTo>
                  <a:cubicBezTo>
                    <a:pt x="15" y="24"/>
                    <a:pt x="14" y="24"/>
                    <a:pt x="11" y="25"/>
                  </a:cubicBezTo>
                  <a:cubicBezTo>
                    <a:pt x="10" y="25"/>
                    <a:pt x="8" y="28"/>
                    <a:pt x="7" y="28"/>
                  </a:cubicBezTo>
                  <a:lnTo>
                    <a:pt x="7" y="30"/>
                  </a:lnTo>
                  <a:cubicBezTo>
                    <a:pt x="7" y="37"/>
                    <a:pt x="4" y="44"/>
                    <a:pt x="2" y="47"/>
                  </a:cubicBezTo>
                  <a:cubicBezTo>
                    <a:pt x="1" y="62"/>
                    <a:pt x="1" y="75"/>
                    <a:pt x="2" y="82"/>
                  </a:cubicBezTo>
                  <a:cubicBezTo>
                    <a:pt x="2" y="82"/>
                    <a:pt x="2" y="84"/>
                    <a:pt x="4" y="87"/>
                  </a:cubicBezTo>
                  <a:lnTo>
                    <a:pt x="8" y="89"/>
                  </a:lnTo>
                  <a:lnTo>
                    <a:pt x="10" y="91"/>
                  </a:lnTo>
                  <a:cubicBezTo>
                    <a:pt x="39" y="119"/>
                    <a:pt x="140" y="137"/>
                    <a:pt x="210" y="149"/>
                  </a:cubicBezTo>
                  <a:cubicBezTo>
                    <a:pt x="239" y="155"/>
                    <a:pt x="268" y="161"/>
                    <a:pt x="292" y="167"/>
                  </a:cubicBezTo>
                  <a:lnTo>
                    <a:pt x="5068" y="1261"/>
                  </a:lnTo>
                  <a:cubicBezTo>
                    <a:pt x="5089" y="1267"/>
                    <a:pt x="5117" y="1274"/>
                    <a:pt x="5145" y="1282"/>
                  </a:cubicBezTo>
                  <a:cubicBezTo>
                    <a:pt x="5189" y="1294"/>
                    <a:pt x="5277" y="1319"/>
                    <a:pt x="5323" y="1319"/>
                  </a:cubicBezTo>
                  <a:cubicBezTo>
                    <a:pt x="5332" y="1319"/>
                    <a:pt x="5340" y="1318"/>
                    <a:pt x="5345" y="1315"/>
                  </a:cubicBezTo>
                  <a:cubicBezTo>
                    <a:pt x="5351" y="1312"/>
                    <a:pt x="5357" y="1311"/>
                    <a:pt x="5360" y="1308"/>
                  </a:cubicBezTo>
                  <a:cubicBezTo>
                    <a:pt x="5364" y="1305"/>
                    <a:pt x="5372" y="1301"/>
                    <a:pt x="5377" y="1295"/>
                  </a:cubicBezTo>
                  <a:lnTo>
                    <a:pt x="5386" y="1286"/>
                  </a:lnTo>
                  <a:cubicBezTo>
                    <a:pt x="5388" y="1266"/>
                    <a:pt x="5382" y="1257"/>
                    <a:pt x="5369" y="1235"/>
                  </a:cubicBezTo>
                  <a:lnTo>
                    <a:pt x="5369" y="1231"/>
                  </a:lnTo>
                  <a:cubicBezTo>
                    <a:pt x="5249" y="1181"/>
                    <a:pt x="5085" y="1148"/>
                    <a:pt x="4930" y="1113"/>
                  </a:cubicBezTo>
                  <a:cubicBezTo>
                    <a:pt x="4877" y="1101"/>
                    <a:pt x="4826" y="1093"/>
                    <a:pt x="4777" y="1080"/>
                  </a:cubicBezTo>
                  <a:lnTo>
                    <a:pt x="7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
            <p:cNvSpPr/>
            <p:nvPr/>
          </p:nvSpPr>
          <p:spPr>
            <a:xfrm>
              <a:off x="454429" y="1600058"/>
              <a:ext cx="270788" cy="319564"/>
            </a:xfrm>
            <a:custGeom>
              <a:rect b="b" l="l" r="r" t="t"/>
              <a:pathLst>
                <a:path extrusionOk="0" h="11295" w="9571">
                  <a:moveTo>
                    <a:pt x="2414" y="260"/>
                  </a:moveTo>
                  <a:cubicBezTo>
                    <a:pt x="2417" y="260"/>
                    <a:pt x="2423" y="260"/>
                    <a:pt x="2427" y="263"/>
                  </a:cubicBezTo>
                  <a:lnTo>
                    <a:pt x="2471" y="274"/>
                  </a:lnTo>
                  <a:lnTo>
                    <a:pt x="2712" y="329"/>
                  </a:lnTo>
                  <a:lnTo>
                    <a:pt x="9256" y="1829"/>
                  </a:lnTo>
                  <a:cubicBezTo>
                    <a:pt x="9268" y="1834"/>
                    <a:pt x="9276" y="1838"/>
                    <a:pt x="9284" y="1844"/>
                  </a:cubicBezTo>
                  <a:cubicBezTo>
                    <a:pt x="9287" y="1848"/>
                    <a:pt x="9291" y="1852"/>
                    <a:pt x="9294" y="1857"/>
                  </a:cubicBezTo>
                  <a:cubicBezTo>
                    <a:pt x="9304" y="1871"/>
                    <a:pt x="9307" y="1887"/>
                    <a:pt x="9304" y="1903"/>
                  </a:cubicBezTo>
                  <a:lnTo>
                    <a:pt x="9023" y="3133"/>
                  </a:lnTo>
                  <a:lnTo>
                    <a:pt x="8973" y="3351"/>
                  </a:lnTo>
                  <a:lnTo>
                    <a:pt x="8773" y="4224"/>
                  </a:lnTo>
                  <a:lnTo>
                    <a:pt x="8717" y="4471"/>
                  </a:lnTo>
                  <a:lnTo>
                    <a:pt x="7221" y="10980"/>
                  </a:lnTo>
                  <a:cubicBezTo>
                    <a:pt x="7218" y="10995"/>
                    <a:pt x="7210" y="11008"/>
                    <a:pt x="7199" y="11016"/>
                  </a:cubicBezTo>
                  <a:cubicBezTo>
                    <a:pt x="7196" y="11019"/>
                    <a:pt x="7189" y="11024"/>
                    <a:pt x="7181" y="11027"/>
                  </a:cubicBezTo>
                  <a:cubicBezTo>
                    <a:pt x="7176" y="11031"/>
                    <a:pt x="7168" y="11031"/>
                    <a:pt x="7162" y="11031"/>
                  </a:cubicBezTo>
                  <a:lnTo>
                    <a:pt x="7157" y="11031"/>
                  </a:lnTo>
                  <a:cubicBezTo>
                    <a:pt x="7154" y="11031"/>
                    <a:pt x="7152" y="11031"/>
                    <a:pt x="7146" y="11029"/>
                  </a:cubicBezTo>
                  <a:lnTo>
                    <a:pt x="316" y="9462"/>
                  </a:lnTo>
                  <a:cubicBezTo>
                    <a:pt x="306" y="9459"/>
                    <a:pt x="297" y="9455"/>
                    <a:pt x="290" y="9448"/>
                  </a:cubicBezTo>
                  <a:cubicBezTo>
                    <a:pt x="272" y="9433"/>
                    <a:pt x="265" y="9410"/>
                    <a:pt x="269" y="9388"/>
                  </a:cubicBezTo>
                  <a:lnTo>
                    <a:pt x="1398" y="4474"/>
                  </a:lnTo>
                  <a:lnTo>
                    <a:pt x="1603" y="3578"/>
                  </a:lnTo>
                  <a:lnTo>
                    <a:pt x="1603" y="3574"/>
                  </a:lnTo>
                  <a:lnTo>
                    <a:pt x="2351" y="311"/>
                  </a:lnTo>
                  <a:cubicBezTo>
                    <a:pt x="2354" y="308"/>
                    <a:pt x="2356" y="304"/>
                    <a:pt x="2356" y="300"/>
                  </a:cubicBezTo>
                  <a:cubicBezTo>
                    <a:pt x="2357" y="295"/>
                    <a:pt x="2359" y="292"/>
                    <a:pt x="2363" y="288"/>
                  </a:cubicBezTo>
                  <a:cubicBezTo>
                    <a:pt x="2366" y="285"/>
                    <a:pt x="2366" y="282"/>
                    <a:pt x="2370" y="279"/>
                  </a:cubicBezTo>
                  <a:cubicBezTo>
                    <a:pt x="2373" y="275"/>
                    <a:pt x="2375" y="275"/>
                    <a:pt x="2379" y="271"/>
                  </a:cubicBezTo>
                  <a:lnTo>
                    <a:pt x="2381" y="271"/>
                  </a:lnTo>
                  <a:cubicBezTo>
                    <a:pt x="2385" y="266"/>
                    <a:pt x="2391" y="265"/>
                    <a:pt x="2395" y="265"/>
                  </a:cubicBezTo>
                  <a:cubicBezTo>
                    <a:pt x="2398" y="264"/>
                    <a:pt x="2400" y="262"/>
                    <a:pt x="2402" y="262"/>
                  </a:cubicBezTo>
                  <a:cubicBezTo>
                    <a:pt x="2403" y="262"/>
                    <a:pt x="2404" y="262"/>
                    <a:pt x="2405" y="263"/>
                  </a:cubicBezTo>
                  <a:cubicBezTo>
                    <a:pt x="2408" y="260"/>
                    <a:pt x="2410" y="260"/>
                    <a:pt x="2414" y="260"/>
                  </a:cubicBezTo>
                  <a:close/>
                  <a:moveTo>
                    <a:pt x="2203" y="0"/>
                  </a:moveTo>
                  <a:lnTo>
                    <a:pt x="1603" y="2620"/>
                  </a:lnTo>
                  <a:lnTo>
                    <a:pt x="1363" y="3666"/>
                  </a:lnTo>
                  <a:lnTo>
                    <a:pt x="1363" y="3667"/>
                  </a:lnTo>
                  <a:lnTo>
                    <a:pt x="1" y="9603"/>
                  </a:lnTo>
                  <a:cubicBezTo>
                    <a:pt x="255" y="9686"/>
                    <a:pt x="546" y="9746"/>
                    <a:pt x="829" y="9804"/>
                  </a:cubicBezTo>
                  <a:cubicBezTo>
                    <a:pt x="962" y="9831"/>
                    <a:pt x="1094" y="9858"/>
                    <a:pt x="1219" y="9888"/>
                  </a:cubicBezTo>
                  <a:lnTo>
                    <a:pt x="6133" y="11016"/>
                  </a:lnTo>
                  <a:cubicBezTo>
                    <a:pt x="6261" y="11045"/>
                    <a:pt x="6393" y="11077"/>
                    <a:pt x="6527" y="11112"/>
                  </a:cubicBezTo>
                  <a:cubicBezTo>
                    <a:pt x="6806" y="11185"/>
                    <a:pt x="7097" y="11259"/>
                    <a:pt x="7366" y="11294"/>
                  </a:cubicBezTo>
                  <a:lnTo>
                    <a:pt x="8933" y="4471"/>
                  </a:lnTo>
                  <a:lnTo>
                    <a:pt x="8989" y="4224"/>
                  </a:lnTo>
                  <a:lnTo>
                    <a:pt x="9189" y="3351"/>
                  </a:lnTo>
                  <a:lnTo>
                    <a:pt x="9240" y="3133"/>
                  </a:lnTo>
                  <a:lnTo>
                    <a:pt x="9570" y="1690"/>
                  </a:lnTo>
                  <a:cubicBezTo>
                    <a:pt x="9253" y="1604"/>
                    <a:pt x="8906" y="1527"/>
                    <a:pt x="8570" y="1450"/>
                  </a:cubicBezTo>
                  <a:cubicBezTo>
                    <a:pt x="8454" y="1422"/>
                    <a:pt x="8337" y="1397"/>
                    <a:pt x="8222" y="1371"/>
                  </a:cubicBezTo>
                  <a:lnTo>
                    <a:pt x="3579" y="306"/>
                  </a:lnTo>
                  <a:cubicBezTo>
                    <a:pt x="3462" y="278"/>
                    <a:pt x="3347" y="252"/>
                    <a:pt x="3230" y="226"/>
                  </a:cubicBezTo>
                  <a:cubicBezTo>
                    <a:pt x="3060" y="185"/>
                    <a:pt x="2884" y="143"/>
                    <a:pt x="2712" y="105"/>
                  </a:cubicBezTo>
                  <a:cubicBezTo>
                    <a:pt x="2629" y="87"/>
                    <a:pt x="2548" y="69"/>
                    <a:pt x="2468" y="53"/>
                  </a:cubicBezTo>
                  <a:cubicBezTo>
                    <a:pt x="2379" y="34"/>
                    <a:pt x="2290" y="16"/>
                    <a:pt x="22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1"/>
            <p:cNvSpPr/>
            <p:nvPr/>
          </p:nvSpPr>
          <p:spPr>
            <a:xfrm>
              <a:off x="461926" y="1607386"/>
              <a:ext cx="255877" cy="304739"/>
            </a:xfrm>
            <a:custGeom>
              <a:rect b="b" l="l" r="r" t="t"/>
              <a:pathLst>
                <a:path extrusionOk="0" h="10771" w="9044">
                  <a:moveTo>
                    <a:pt x="6647" y="1724"/>
                  </a:moveTo>
                  <a:cubicBezTo>
                    <a:pt x="6654" y="1724"/>
                    <a:pt x="6661" y="1726"/>
                    <a:pt x="6666" y="1733"/>
                  </a:cubicBezTo>
                  <a:cubicBezTo>
                    <a:pt x="6909" y="2014"/>
                    <a:pt x="7187" y="2187"/>
                    <a:pt x="7491" y="2389"/>
                  </a:cubicBezTo>
                  <a:cubicBezTo>
                    <a:pt x="7514" y="2407"/>
                    <a:pt x="7502" y="2449"/>
                    <a:pt x="7474" y="2449"/>
                  </a:cubicBezTo>
                  <a:cubicBezTo>
                    <a:pt x="7471" y="2449"/>
                    <a:pt x="7467" y="2448"/>
                    <a:pt x="7463" y="2447"/>
                  </a:cubicBezTo>
                  <a:cubicBezTo>
                    <a:pt x="7134" y="2319"/>
                    <a:pt x="6844" y="2041"/>
                    <a:pt x="6623" y="1774"/>
                  </a:cubicBezTo>
                  <a:cubicBezTo>
                    <a:pt x="6606" y="1752"/>
                    <a:pt x="6626" y="1724"/>
                    <a:pt x="6647" y="1724"/>
                  </a:cubicBezTo>
                  <a:close/>
                  <a:moveTo>
                    <a:pt x="7298" y="1874"/>
                  </a:moveTo>
                  <a:cubicBezTo>
                    <a:pt x="7307" y="1874"/>
                    <a:pt x="7316" y="1877"/>
                    <a:pt x="7322" y="1886"/>
                  </a:cubicBezTo>
                  <a:cubicBezTo>
                    <a:pt x="7482" y="2098"/>
                    <a:pt x="7681" y="2243"/>
                    <a:pt x="7914" y="2373"/>
                  </a:cubicBezTo>
                  <a:cubicBezTo>
                    <a:pt x="7954" y="2393"/>
                    <a:pt x="7930" y="2459"/>
                    <a:pt x="7889" y="2459"/>
                  </a:cubicBezTo>
                  <a:cubicBezTo>
                    <a:pt x="7884" y="2459"/>
                    <a:pt x="7878" y="2458"/>
                    <a:pt x="7873" y="2456"/>
                  </a:cubicBezTo>
                  <a:cubicBezTo>
                    <a:pt x="7624" y="2345"/>
                    <a:pt x="7419" y="2150"/>
                    <a:pt x="7262" y="1929"/>
                  </a:cubicBezTo>
                  <a:cubicBezTo>
                    <a:pt x="7244" y="1903"/>
                    <a:pt x="7272" y="1874"/>
                    <a:pt x="7298" y="1874"/>
                  </a:cubicBezTo>
                  <a:close/>
                  <a:moveTo>
                    <a:pt x="7926" y="1972"/>
                  </a:moveTo>
                  <a:cubicBezTo>
                    <a:pt x="7936" y="1972"/>
                    <a:pt x="7946" y="1975"/>
                    <a:pt x="7956" y="1983"/>
                  </a:cubicBezTo>
                  <a:cubicBezTo>
                    <a:pt x="8126" y="2127"/>
                    <a:pt x="8330" y="2264"/>
                    <a:pt x="8476" y="2431"/>
                  </a:cubicBezTo>
                  <a:cubicBezTo>
                    <a:pt x="8500" y="2456"/>
                    <a:pt x="8478" y="2495"/>
                    <a:pt x="8448" y="2495"/>
                  </a:cubicBezTo>
                  <a:cubicBezTo>
                    <a:pt x="8442" y="2495"/>
                    <a:pt x="8435" y="2493"/>
                    <a:pt x="8428" y="2489"/>
                  </a:cubicBezTo>
                  <a:cubicBezTo>
                    <a:pt x="8235" y="2370"/>
                    <a:pt x="8062" y="2188"/>
                    <a:pt x="7892" y="2043"/>
                  </a:cubicBezTo>
                  <a:cubicBezTo>
                    <a:pt x="7858" y="2014"/>
                    <a:pt x="7889" y="1972"/>
                    <a:pt x="7926" y="1972"/>
                  </a:cubicBezTo>
                  <a:close/>
                  <a:moveTo>
                    <a:pt x="2594" y="1540"/>
                  </a:moveTo>
                  <a:lnTo>
                    <a:pt x="7297" y="2620"/>
                  </a:lnTo>
                  <a:cubicBezTo>
                    <a:pt x="7321" y="2624"/>
                    <a:pt x="7347" y="2630"/>
                    <a:pt x="7371" y="2636"/>
                  </a:cubicBezTo>
                  <a:cubicBezTo>
                    <a:pt x="7399" y="2642"/>
                    <a:pt x="7425" y="2646"/>
                    <a:pt x="7450" y="2652"/>
                  </a:cubicBezTo>
                  <a:cubicBezTo>
                    <a:pt x="7470" y="2656"/>
                    <a:pt x="7491" y="2661"/>
                    <a:pt x="7510" y="2665"/>
                  </a:cubicBezTo>
                  <a:cubicBezTo>
                    <a:pt x="7648" y="2694"/>
                    <a:pt x="7786" y="2725"/>
                    <a:pt x="7890" y="2770"/>
                  </a:cubicBezTo>
                  <a:cubicBezTo>
                    <a:pt x="7892" y="2770"/>
                    <a:pt x="7892" y="2773"/>
                    <a:pt x="7892" y="2773"/>
                  </a:cubicBezTo>
                  <a:cubicBezTo>
                    <a:pt x="7898" y="2787"/>
                    <a:pt x="7902" y="2797"/>
                    <a:pt x="7902" y="2809"/>
                  </a:cubicBezTo>
                  <a:cubicBezTo>
                    <a:pt x="7905" y="2812"/>
                    <a:pt x="7905" y="2818"/>
                    <a:pt x="7905" y="2821"/>
                  </a:cubicBezTo>
                  <a:cubicBezTo>
                    <a:pt x="7898" y="2825"/>
                    <a:pt x="7895" y="2826"/>
                    <a:pt x="7892" y="2828"/>
                  </a:cubicBezTo>
                  <a:lnTo>
                    <a:pt x="7883" y="2838"/>
                  </a:lnTo>
                  <a:cubicBezTo>
                    <a:pt x="7879" y="2841"/>
                    <a:pt x="7873" y="2845"/>
                    <a:pt x="7869" y="2848"/>
                  </a:cubicBezTo>
                  <a:cubicBezTo>
                    <a:pt x="7866" y="2850"/>
                    <a:pt x="7864" y="2851"/>
                    <a:pt x="7861" y="2851"/>
                  </a:cubicBezTo>
                  <a:cubicBezTo>
                    <a:pt x="7858" y="2851"/>
                    <a:pt x="7857" y="2854"/>
                    <a:pt x="7851" y="2854"/>
                  </a:cubicBezTo>
                  <a:cubicBezTo>
                    <a:pt x="7847" y="2855"/>
                    <a:pt x="7842" y="2855"/>
                    <a:pt x="7836" y="2855"/>
                  </a:cubicBezTo>
                  <a:cubicBezTo>
                    <a:pt x="7789" y="2855"/>
                    <a:pt x="7705" y="2831"/>
                    <a:pt x="7659" y="2818"/>
                  </a:cubicBezTo>
                  <a:cubicBezTo>
                    <a:pt x="7640" y="2812"/>
                    <a:pt x="7624" y="2806"/>
                    <a:pt x="7610" y="2805"/>
                  </a:cubicBezTo>
                  <a:cubicBezTo>
                    <a:pt x="7600" y="2802"/>
                    <a:pt x="7589" y="2799"/>
                    <a:pt x="7582" y="2797"/>
                  </a:cubicBezTo>
                  <a:lnTo>
                    <a:pt x="2809" y="1701"/>
                  </a:lnTo>
                  <a:cubicBezTo>
                    <a:pt x="2784" y="1695"/>
                    <a:pt x="2755" y="1691"/>
                    <a:pt x="2726" y="1685"/>
                  </a:cubicBezTo>
                  <a:cubicBezTo>
                    <a:pt x="2658" y="1672"/>
                    <a:pt x="2555" y="1655"/>
                    <a:pt x="2526" y="1627"/>
                  </a:cubicBezTo>
                  <a:lnTo>
                    <a:pt x="2526" y="1625"/>
                  </a:lnTo>
                  <a:cubicBezTo>
                    <a:pt x="2515" y="1618"/>
                    <a:pt x="2518" y="1598"/>
                    <a:pt x="2526" y="1564"/>
                  </a:cubicBezTo>
                  <a:cubicBezTo>
                    <a:pt x="2528" y="1563"/>
                    <a:pt x="2533" y="1562"/>
                    <a:pt x="2537" y="1562"/>
                  </a:cubicBezTo>
                  <a:cubicBezTo>
                    <a:pt x="2556" y="1554"/>
                    <a:pt x="2576" y="1547"/>
                    <a:pt x="2594" y="1540"/>
                  </a:cubicBezTo>
                  <a:close/>
                  <a:moveTo>
                    <a:pt x="2360" y="2549"/>
                  </a:moveTo>
                  <a:lnTo>
                    <a:pt x="2448" y="2568"/>
                  </a:lnTo>
                  <a:lnTo>
                    <a:pt x="3763" y="2870"/>
                  </a:lnTo>
                  <a:lnTo>
                    <a:pt x="4714" y="3088"/>
                  </a:lnTo>
                  <a:lnTo>
                    <a:pt x="7063" y="3627"/>
                  </a:lnTo>
                  <a:cubicBezTo>
                    <a:pt x="7113" y="3641"/>
                    <a:pt x="7164" y="3649"/>
                    <a:pt x="7216" y="3662"/>
                  </a:cubicBezTo>
                  <a:cubicBezTo>
                    <a:pt x="7371" y="3694"/>
                    <a:pt x="7536" y="3729"/>
                    <a:pt x="7653" y="3779"/>
                  </a:cubicBezTo>
                  <a:lnTo>
                    <a:pt x="7655" y="3779"/>
                  </a:lnTo>
                  <a:lnTo>
                    <a:pt x="7655" y="3782"/>
                  </a:lnTo>
                  <a:cubicBezTo>
                    <a:pt x="7665" y="3802"/>
                    <a:pt x="7668" y="3811"/>
                    <a:pt x="7668" y="3831"/>
                  </a:cubicBezTo>
                  <a:cubicBezTo>
                    <a:pt x="7665" y="3837"/>
                    <a:pt x="7662" y="3838"/>
                    <a:pt x="7659" y="3843"/>
                  </a:cubicBezTo>
                  <a:cubicBezTo>
                    <a:pt x="7652" y="3848"/>
                    <a:pt x="7646" y="3853"/>
                    <a:pt x="7643" y="3856"/>
                  </a:cubicBezTo>
                  <a:cubicBezTo>
                    <a:pt x="7639" y="3857"/>
                    <a:pt x="7639" y="3859"/>
                    <a:pt x="7636" y="3859"/>
                  </a:cubicBezTo>
                  <a:cubicBezTo>
                    <a:pt x="7633" y="3860"/>
                    <a:pt x="7632" y="3862"/>
                    <a:pt x="7629" y="3862"/>
                  </a:cubicBezTo>
                  <a:cubicBezTo>
                    <a:pt x="7624" y="3864"/>
                    <a:pt x="7623" y="3864"/>
                    <a:pt x="7617" y="3864"/>
                  </a:cubicBezTo>
                  <a:cubicBezTo>
                    <a:pt x="7614" y="3865"/>
                    <a:pt x="7610" y="3865"/>
                    <a:pt x="7607" y="3865"/>
                  </a:cubicBezTo>
                  <a:cubicBezTo>
                    <a:pt x="7561" y="3865"/>
                    <a:pt x="7474" y="3842"/>
                    <a:pt x="7427" y="3828"/>
                  </a:cubicBezTo>
                  <a:cubicBezTo>
                    <a:pt x="7399" y="3821"/>
                    <a:pt x="7371" y="3814"/>
                    <a:pt x="7350" y="3808"/>
                  </a:cubicBezTo>
                  <a:lnTo>
                    <a:pt x="4216" y="3088"/>
                  </a:lnTo>
                  <a:lnTo>
                    <a:pt x="3268" y="2870"/>
                  </a:lnTo>
                  <a:lnTo>
                    <a:pt x="2508" y="2870"/>
                  </a:lnTo>
                  <a:cubicBezTo>
                    <a:pt x="2496" y="2870"/>
                    <a:pt x="2475" y="2855"/>
                    <a:pt x="2464" y="2847"/>
                  </a:cubicBezTo>
                  <a:cubicBezTo>
                    <a:pt x="2454" y="2837"/>
                    <a:pt x="2450" y="2826"/>
                    <a:pt x="2450" y="2813"/>
                  </a:cubicBezTo>
                  <a:lnTo>
                    <a:pt x="2450" y="2688"/>
                  </a:lnTo>
                  <a:cubicBezTo>
                    <a:pt x="2389" y="2675"/>
                    <a:pt x="2318" y="2659"/>
                    <a:pt x="2294" y="2637"/>
                  </a:cubicBezTo>
                  <a:lnTo>
                    <a:pt x="2290" y="2637"/>
                  </a:lnTo>
                  <a:cubicBezTo>
                    <a:pt x="2289" y="2636"/>
                    <a:pt x="2287" y="2633"/>
                    <a:pt x="2287" y="2630"/>
                  </a:cubicBezTo>
                  <a:cubicBezTo>
                    <a:pt x="2286" y="2623"/>
                    <a:pt x="2286" y="2610"/>
                    <a:pt x="2289" y="2594"/>
                  </a:cubicBezTo>
                  <a:cubicBezTo>
                    <a:pt x="2289" y="2589"/>
                    <a:pt x="2289" y="2582"/>
                    <a:pt x="2290" y="2578"/>
                  </a:cubicBezTo>
                  <a:lnTo>
                    <a:pt x="2293" y="2578"/>
                  </a:lnTo>
                  <a:lnTo>
                    <a:pt x="2293" y="2575"/>
                  </a:lnTo>
                  <a:cubicBezTo>
                    <a:pt x="2296" y="2573"/>
                    <a:pt x="2300" y="2572"/>
                    <a:pt x="2305" y="2572"/>
                  </a:cubicBezTo>
                  <a:cubicBezTo>
                    <a:pt x="2315" y="2568"/>
                    <a:pt x="2325" y="2565"/>
                    <a:pt x="2332" y="2560"/>
                  </a:cubicBezTo>
                  <a:cubicBezTo>
                    <a:pt x="2344" y="2557"/>
                    <a:pt x="2353" y="2553"/>
                    <a:pt x="2360" y="2549"/>
                  </a:cubicBezTo>
                  <a:close/>
                  <a:moveTo>
                    <a:pt x="2121" y="3594"/>
                  </a:moveTo>
                  <a:lnTo>
                    <a:pt x="3725" y="3962"/>
                  </a:lnTo>
                  <a:lnTo>
                    <a:pt x="3728" y="3962"/>
                  </a:lnTo>
                  <a:lnTo>
                    <a:pt x="4802" y="4209"/>
                  </a:lnTo>
                  <a:lnTo>
                    <a:pt x="4805" y="4209"/>
                  </a:lnTo>
                  <a:lnTo>
                    <a:pt x="6825" y="4673"/>
                  </a:lnTo>
                  <a:cubicBezTo>
                    <a:pt x="6874" y="4684"/>
                    <a:pt x="6925" y="4695"/>
                    <a:pt x="6977" y="4706"/>
                  </a:cubicBezTo>
                  <a:cubicBezTo>
                    <a:pt x="7014" y="4714"/>
                    <a:pt x="7049" y="4721"/>
                    <a:pt x="7085" y="4728"/>
                  </a:cubicBezTo>
                  <a:cubicBezTo>
                    <a:pt x="7108" y="4732"/>
                    <a:pt x="7132" y="4740"/>
                    <a:pt x="7156" y="4744"/>
                  </a:cubicBezTo>
                  <a:cubicBezTo>
                    <a:pt x="7166" y="4746"/>
                    <a:pt x="7178" y="4747"/>
                    <a:pt x="7188" y="4751"/>
                  </a:cubicBezTo>
                  <a:cubicBezTo>
                    <a:pt x="7197" y="4754"/>
                    <a:pt x="7207" y="4754"/>
                    <a:pt x="7214" y="4759"/>
                  </a:cubicBezTo>
                  <a:cubicBezTo>
                    <a:pt x="7232" y="4762"/>
                    <a:pt x="7251" y="4767"/>
                    <a:pt x="7268" y="4773"/>
                  </a:cubicBezTo>
                  <a:cubicBezTo>
                    <a:pt x="7305" y="4783"/>
                    <a:pt x="7339" y="4794"/>
                    <a:pt x="7371" y="4805"/>
                  </a:cubicBezTo>
                  <a:cubicBezTo>
                    <a:pt x="7389" y="4810"/>
                    <a:pt x="7403" y="4817"/>
                    <a:pt x="7418" y="4823"/>
                  </a:cubicBezTo>
                  <a:lnTo>
                    <a:pt x="7418" y="4824"/>
                  </a:lnTo>
                  <a:cubicBezTo>
                    <a:pt x="7418" y="4824"/>
                    <a:pt x="7418" y="4826"/>
                    <a:pt x="7419" y="4826"/>
                  </a:cubicBezTo>
                  <a:cubicBezTo>
                    <a:pt x="7427" y="4846"/>
                    <a:pt x="7432" y="4856"/>
                    <a:pt x="7430" y="4876"/>
                  </a:cubicBezTo>
                  <a:cubicBezTo>
                    <a:pt x="7425" y="4881"/>
                    <a:pt x="7421" y="4882"/>
                    <a:pt x="7421" y="4884"/>
                  </a:cubicBezTo>
                  <a:cubicBezTo>
                    <a:pt x="7418" y="4888"/>
                    <a:pt x="7414" y="4889"/>
                    <a:pt x="7411" y="4892"/>
                  </a:cubicBezTo>
                  <a:cubicBezTo>
                    <a:pt x="7403" y="4900"/>
                    <a:pt x="7398" y="4904"/>
                    <a:pt x="7390" y="4905"/>
                  </a:cubicBezTo>
                  <a:cubicBezTo>
                    <a:pt x="7384" y="4908"/>
                    <a:pt x="7374" y="4910"/>
                    <a:pt x="7363" y="4910"/>
                  </a:cubicBezTo>
                  <a:cubicBezTo>
                    <a:pt x="7346" y="4910"/>
                    <a:pt x="7324" y="4907"/>
                    <a:pt x="7302" y="4903"/>
                  </a:cubicBezTo>
                  <a:cubicBezTo>
                    <a:pt x="7287" y="4898"/>
                    <a:pt x="7273" y="4897"/>
                    <a:pt x="7258" y="4891"/>
                  </a:cubicBezTo>
                  <a:cubicBezTo>
                    <a:pt x="7239" y="4888"/>
                    <a:pt x="7223" y="4882"/>
                    <a:pt x="7207" y="4878"/>
                  </a:cubicBezTo>
                  <a:cubicBezTo>
                    <a:pt x="7201" y="4876"/>
                    <a:pt x="7194" y="4875"/>
                    <a:pt x="7188" y="4875"/>
                  </a:cubicBezTo>
                  <a:cubicBezTo>
                    <a:pt x="7174" y="4871"/>
                    <a:pt x="7161" y="4866"/>
                    <a:pt x="7146" y="4862"/>
                  </a:cubicBezTo>
                  <a:cubicBezTo>
                    <a:pt x="7134" y="4859"/>
                    <a:pt x="7121" y="4856"/>
                    <a:pt x="7110" y="4853"/>
                  </a:cubicBezTo>
                  <a:lnTo>
                    <a:pt x="4308" y="4209"/>
                  </a:lnTo>
                  <a:lnTo>
                    <a:pt x="3228" y="3962"/>
                  </a:lnTo>
                  <a:lnTo>
                    <a:pt x="2338" y="3757"/>
                  </a:lnTo>
                  <a:cubicBezTo>
                    <a:pt x="2315" y="3751"/>
                    <a:pt x="2286" y="3747"/>
                    <a:pt x="2254" y="3741"/>
                  </a:cubicBezTo>
                  <a:cubicBezTo>
                    <a:pt x="2185" y="3728"/>
                    <a:pt x="2084" y="3710"/>
                    <a:pt x="2054" y="3683"/>
                  </a:cubicBezTo>
                  <a:lnTo>
                    <a:pt x="2053" y="3681"/>
                  </a:lnTo>
                  <a:cubicBezTo>
                    <a:pt x="2046" y="3674"/>
                    <a:pt x="2046" y="3654"/>
                    <a:pt x="2053" y="3620"/>
                  </a:cubicBezTo>
                  <a:cubicBezTo>
                    <a:pt x="2056" y="3619"/>
                    <a:pt x="2062" y="3617"/>
                    <a:pt x="2065" y="3617"/>
                  </a:cubicBezTo>
                  <a:cubicBezTo>
                    <a:pt x="2078" y="3613"/>
                    <a:pt x="2091" y="3606"/>
                    <a:pt x="2104" y="3603"/>
                  </a:cubicBezTo>
                  <a:cubicBezTo>
                    <a:pt x="2108" y="3598"/>
                    <a:pt x="2116" y="3597"/>
                    <a:pt x="2121" y="3594"/>
                  </a:cubicBezTo>
                  <a:close/>
                  <a:moveTo>
                    <a:pt x="1863" y="4718"/>
                  </a:moveTo>
                  <a:lnTo>
                    <a:pt x="5977" y="5661"/>
                  </a:lnTo>
                  <a:lnTo>
                    <a:pt x="6566" y="5797"/>
                  </a:lnTo>
                  <a:cubicBezTo>
                    <a:pt x="6615" y="5808"/>
                    <a:pt x="6666" y="5820"/>
                    <a:pt x="6717" y="5830"/>
                  </a:cubicBezTo>
                  <a:cubicBezTo>
                    <a:pt x="6758" y="5837"/>
                    <a:pt x="6797" y="5848"/>
                    <a:pt x="6835" y="5856"/>
                  </a:cubicBezTo>
                  <a:cubicBezTo>
                    <a:pt x="6896" y="5869"/>
                    <a:pt x="6951" y="5884"/>
                    <a:pt x="7008" y="5898"/>
                  </a:cubicBezTo>
                  <a:cubicBezTo>
                    <a:pt x="7044" y="5909"/>
                    <a:pt x="7078" y="5917"/>
                    <a:pt x="7110" y="5930"/>
                  </a:cubicBezTo>
                  <a:cubicBezTo>
                    <a:pt x="7126" y="5935"/>
                    <a:pt x="7143" y="5944"/>
                    <a:pt x="7158" y="5949"/>
                  </a:cubicBezTo>
                  <a:cubicBezTo>
                    <a:pt x="7158" y="5951"/>
                    <a:pt x="7159" y="5952"/>
                    <a:pt x="7159" y="5952"/>
                  </a:cubicBezTo>
                  <a:cubicBezTo>
                    <a:pt x="7161" y="5957"/>
                    <a:pt x="7164" y="5961"/>
                    <a:pt x="7164" y="5965"/>
                  </a:cubicBezTo>
                  <a:cubicBezTo>
                    <a:pt x="7165" y="5968"/>
                    <a:pt x="7165" y="5973"/>
                    <a:pt x="7166" y="5976"/>
                  </a:cubicBezTo>
                  <a:cubicBezTo>
                    <a:pt x="7171" y="5981"/>
                    <a:pt x="7171" y="5989"/>
                    <a:pt x="7171" y="5996"/>
                  </a:cubicBezTo>
                  <a:cubicBezTo>
                    <a:pt x="7171" y="5996"/>
                    <a:pt x="7171" y="5996"/>
                    <a:pt x="7171" y="5996"/>
                  </a:cubicBezTo>
                  <a:cubicBezTo>
                    <a:pt x="7172" y="5996"/>
                    <a:pt x="7172" y="5998"/>
                    <a:pt x="7171" y="6000"/>
                  </a:cubicBezTo>
                  <a:cubicBezTo>
                    <a:pt x="7166" y="6002"/>
                    <a:pt x="7165" y="6003"/>
                    <a:pt x="7164" y="6008"/>
                  </a:cubicBezTo>
                  <a:lnTo>
                    <a:pt x="7161" y="6008"/>
                  </a:lnTo>
                  <a:cubicBezTo>
                    <a:pt x="7156" y="6015"/>
                    <a:pt x="7149" y="6019"/>
                    <a:pt x="7145" y="6022"/>
                  </a:cubicBezTo>
                  <a:cubicBezTo>
                    <a:pt x="7142" y="6025"/>
                    <a:pt x="7136" y="6025"/>
                    <a:pt x="7132" y="6029"/>
                  </a:cubicBezTo>
                  <a:cubicBezTo>
                    <a:pt x="7126" y="6032"/>
                    <a:pt x="7118" y="6033"/>
                    <a:pt x="7108" y="6033"/>
                  </a:cubicBezTo>
                  <a:cubicBezTo>
                    <a:pt x="7062" y="6033"/>
                    <a:pt x="6975" y="6008"/>
                    <a:pt x="6931" y="5994"/>
                  </a:cubicBezTo>
                  <a:cubicBezTo>
                    <a:pt x="6903" y="5987"/>
                    <a:pt x="6876" y="5980"/>
                    <a:pt x="6854" y="5974"/>
                  </a:cubicBezTo>
                  <a:lnTo>
                    <a:pt x="2078" y="4881"/>
                  </a:lnTo>
                  <a:cubicBezTo>
                    <a:pt x="2065" y="4876"/>
                    <a:pt x="2053" y="4876"/>
                    <a:pt x="2040" y="4873"/>
                  </a:cubicBezTo>
                  <a:cubicBezTo>
                    <a:pt x="2027" y="4869"/>
                    <a:pt x="2012" y="4869"/>
                    <a:pt x="1996" y="4866"/>
                  </a:cubicBezTo>
                  <a:lnTo>
                    <a:pt x="1975" y="4862"/>
                  </a:lnTo>
                  <a:cubicBezTo>
                    <a:pt x="1970" y="4862"/>
                    <a:pt x="1967" y="4860"/>
                    <a:pt x="1963" y="4859"/>
                  </a:cubicBezTo>
                  <a:cubicBezTo>
                    <a:pt x="1948" y="4856"/>
                    <a:pt x="1932" y="4855"/>
                    <a:pt x="1916" y="4849"/>
                  </a:cubicBezTo>
                  <a:cubicBezTo>
                    <a:pt x="1863" y="4839"/>
                    <a:pt x="1815" y="4826"/>
                    <a:pt x="1794" y="4808"/>
                  </a:cubicBezTo>
                  <a:lnTo>
                    <a:pt x="1793" y="4805"/>
                  </a:lnTo>
                  <a:cubicBezTo>
                    <a:pt x="1790" y="4802"/>
                    <a:pt x="1788" y="4802"/>
                    <a:pt x="1788" y="4798"/>
                  </a:cubicBezTo>
                  <a:cubicBezTo>
                    <a:pt x="1786" y="4791"/>
                    <a:pt x="1786" y="4782"/>
                    <a:pt x="1788" y="4769"/>
                  </a:cubicBezTo>
                  <a:cubicBezTo>
                    <a:pt x="1788" y="4766"/>
                    <a:pt x="1788" y="4762"/>
                    <a:pt x="1790" y="4757"/>
                  </a:cubicBezTo>
                  <a:cubicBezTo>
                    <a:pt x="1790" y="4753"/>
                    <a:pt x="1793" y="4750"/>
                    <a:pt x="1793" y="4744"/>
                  </a:cubicBezTo>
                  <a:lnTo>
                    <a:pt x="1794" y="4744"/>
                  </a:lnTo>
                  <a:cubicBezTo>
                    <a:pt x="1797" y="4743"/>
                    <a:pt x="1800" y="4740"/>
                    <a:pt x="1804" y="4740"/>
                  </a:cubicBezTo>
                  <a:lnTo>
                    <a:pt x="1863" y="4718"/>
                  </a:lnTo>
                  <a:close/>
                  <a:moveTo>
                    <a:pt x="1597" y="5823"/>
                  </a:moveTo>
                  <a:lnTo>
                    <a:pt x="6298" y="6903"/>
                  </a:lnTo>
                  <a:cubicBezTo>
                    <a:pt x="6346" y="6916"/>
                    <a:pt x="6397" y="6925"/>
                    <a:pt x="6451" y="6935"/>
                  </a:cubicBezTo>
                  <a:cubicBezTo>
                    <a:pt x="6470" y="6939"/>
                    <a:pt x="6490" y="6945"/>
                    <a:pt x="6511" y="6948"/>
                  </a:cubicBezTo>
                  <a:cubicBezTo>
                    <a:pt x="6570" y="6961"/>
                    <a:pt x="6628" y="6974"/>
                    <a:pt x="6685" y="6989"/>
                  </a:cubicBezTo>
                  <a:cubicBezTo>
                    <a:pt x="6706" y="6992"/>
                    <a:pt x="6723" y="6998"/>
                    <a:pt x="6742" y="7003"/>
                  </a:cubicBezTo>
                  <a:cubicBezTo>
                    <a:pt x="6778" y="7014"/>
                    <a:pt x="6810" y="7022"/>
                    <a:pt x="6844" y="7035"/>
                  </a:cubicBezTo>
                  <a:cubicBezTo>
                    <a:pt x="6860" y="7040"/>
                    <a:pt x="6874" y="7047"/>
                    <a:pt x="6889" y="7054"/>
                  </a:cubicBezTo>
                  <a:lnTo>
                    <a:pt x="6890" y="7054"/>
                  </a:lnTo>
                  <a:cubicBezTo>
                    <a:pt x="6890" y="7054"/>
                    <a:pt x="6890" y="7056"/>
                    <a:pt x="6892" y="7057"/>
                  </a:cubicBezTo>
                  <a:cubicBezTo>
                    <a:pt x="6896" y="7066"/>
                    <a:pt x="6897" y="7072"/>
                    <a:pt x="6899" y="7078"/>
                  </a:cubicBezTo>
                  <a:cubicBezTo>
                    <a:pt x="6903" y="7086"/>
                    <a:pt x="6903" y="7095"/>
                    <a:pt x="6903" y="7105"/>
                  </a:cubicBezTo>
                  <a:cubicBezTo>
                    <a:pt x="6902" y="7114"/>
                    <a:pt x="6899" y="7117"/>
                    <a:pt x="6896" y="7120"/>
                  </a:cubicBezTo>
                  <a:cubicBezTo>
                    <a:pt x="6890" y="7124"/>
                    <a:pt x="6883" y="7130"/>
                    <a:pt x="6880" y="7131"/>
                  </a:cubicBezTo>
                  <a:cubicBezTo>
                    <a:pt x="6877" y="7134"/>
                    <a:pt x="6876" y="7136"/>
                    <a:pt x="6874" y="7136"/>
                  </a:cubicBezTo>
                  <a:cubicBezTo>
                    <a:pt x="6873" y="7137"/>
                    <a:pt x="6870" y="7139"/>
                    <a:pt x="6867" y="7139"/>
                  </a:cubicBezTo>
                  <a:cubicBezTo>
                    <a:pt x="6863" y="7140"/>
                    <a:pt x="6861" y="7140"/>
                    <a:pt x="6855" y="7140"/>
                  </a:cubicBezTo>
                  <a:cubicBezTo>
                    <a:pt x="6851" y="7141"/>
                    <a:pt x="6847" y="7141"/>
                    <a:pt x="6842" y="7141"/>
                  </a:cubicBezTo>
                  <a:cubicBezTo>
                    <a:pt x="6796" y="7141"/>
                    <a:pt x="6711" y="7118"/>
                    <a:pt x="6665" y="7104"/>
                  </a:cubicBezTo>
                  <a:cubicBezTo>
                    <a:pt x="6636" y="7096"/>
                    <a:pt x="6611" y="7089"/>
                    <a:pt x="6586" y="7085"/>
                  </a:cubicBezTo>
                  <a:lnTo>
                    <a:pt x="2515" y="6150"/>
                  </a:lnTo>
                  <a:lnTo>
                    <a:pt x="1813" y="5989"/>
                  </a:lnTo>
                  <a:cubicBezTo>
                    <a:pt x="1788" y="5983"/>
                    <a:pt x="1759" y="5977"/>
                    <a:pt x="1730" y="5973"/>
                  </a:cubicBezTo>
                  <a:cubicBezTo>
                    <a:pt x="1662" y="5960"/>
                    <a:pt x="1559" y="5941"/>
                    <a:pt x="1530" y="5914"/>
                  </a:cubicBezTo>
                  <a:lnTo>
                    <a:pt x="1527" y="5912"/>
                  </a:lnTo>
                  <a:cubicBezTo>
                    <a:pt x="1519" y="5904"/>
                    <a:pt x="1522" y="5885"/>
                    <a:pt x="1527" y="5852"/>
                  </a:cubicBezTo>
                  <a:lnTo>
                    <a:pt x="1527" y="5851"/>
                  </a:lnTo>
                  <a:cubicBezTo>
                    <a:pt x="1530" y="5851"/>
                    <a:pt x="1531" y="5849"/>
                    <a:pt x="1533" y="5849"/>
                  </a:cubicBezTo>
                  <a:lnTo>
                    <a:pt x="1540" y="5845"/>
                  </a:lnTo>
                  <a:cubicBezTo>
                    <a:pt x="1559" y="5837"/>
                    <a:pt x="1576" y="5830"/>
                    <a:pt x="1597" y="5823"/>
                  </a:cubicBezTo>
                  <a:close/>
                  <a:moveTo>
                    <a:pt x="1346" y="6868"/>
                  </a:moveTo>
                  <a:lnTo>
                    <a:pt x="6050" y="7948"/>
                  </a:lnTo>
                  <a:cubicBezTo>
                    <a:pt x="6099" y="7960"/>
                    <a:pt x="6150" y="7970"/>
                    <a:pt x="6202" y="7980"/>
                  </a:cubicBezTo>
                  <a:cubicBezTo>
                    <a:pt x="6359" y="8015"/>
                    <a:pt x="6522" y="8050"/>
                    <a:pt x="6643" y="8098"/>
                  </a:cubicBezTo>
                  <a:lnTo>
                    <a:pt x="6643" y="8103"/>
                  </a:lnTo>
                  <a:cubicBezTo>
                    <a:pt x="6652" y="8123"/>
                    <a:pt x="6656" y="8132"/>
                    <a:pt x="6656" y="8152"/>
                  </a:cubicBezTo>
                  <a:lnTo>
                    <a:pt x="6647" y="8161"/>
                  </a:lnTo>
                  <a:cubicBezTo>
                    <a:pt x="6642" y="8167"/>
                    <a:pt x="6634" y="8171"/>
                    <a:pt x="6630" y="8174"/>
                  </a:cubicBezTo>
                  <a:cubicBezTo>
                    <a:pt x="6627" y="8177"/>
                    <a:pt x="6621" y="8178"/>
                    <a:pt x="6615" y="8181"/>
                  </a:cubicBezTo>
                  <a:cubicBezTo>
                    <a:pt x="6610" y="8184"/>
                    <a:pt x="6602" y="8185"/>
                    <a:pt x="6593" y="8185"/>
                  </a:cubicBezTo>
                  <a:cubicBezTo>
                    <a:pt x="6547" y="8185"/>
                    <a:pt x="6459" y="8160"/>
                    <a:pt x="6415" y="8148"/>
                  </a:cubicBezTo>
                  <a:cubicBezTo>
                    <a:pt x="6387" y="8140"/>
                    <a:pt x="6359" y="8133"/>
                    <a:pt x="6338" y="8127"/>
                  </a:cubicBezTo>
                  <a:lnTo>
                    <a:pt x="1562" y="7033"/>
                  </a:lnTo>
                  <a:cubicBezTo>
                    <a:pt x="1538" y="7027"/>
                    <a:pt x="1509" y="7021"/>
                    <a:pt x="1480" y="7015"/>
                  </a:cubicBezTo>
                  <a:cubicBezTo>
                    <a:pt x="1410" y="7003"/>
                    <a:pt x="1309" y="6985"/>
                    <a:pt x="1280" y="6957"/>
                  </a:cubicBezTo>
                  <a:lnTo>
                    <a:pt x="1278" y="6957"/>
                  </a:lnTo>
                  <a:cubicBezTo>
                    <a:pt x="1278" y="6955"/>
                    <a:pt x="1277" y="6954"/>
                    <a:pt x="1277" y="6954"/>
                  </a:cubicBezTo>
                  <a:cubicBezTo>
                    <a:pt x="1274" y="6953"/>
                    <a:pt x="1274" y="6950"/>
                    <a:pt x="1274" y="6950"/>
                  </a:cubicBezTo>
                  <a:cubicBezTo>
                    <a:pt x="1272" y="6942"/>
                    <a:pt x="1272" y="6931"/>
                    <a:pt x="1274" y="6916"/>
                  </a:cubicBezTo>
                  <a:cubicBezTo>
                    <a:pt x="1277" y="6910"/>
                    <a:pt x="1277" y="6903"/>
                    <a:pt x="1278" y="6897"/>
                  </a:cubicBezTo>
                  <a:lnTo>
                    <a:pt x="1280" y="6897"/>
                  </a:lnTo>
                  <a:lnTo>
                    <a:pt x="1280" y="6896"/>
                  </a:lnTo>
                  <a:cubicBezTo>
                    <a:pt x="1282" y="6896"/>
                    <a:pt x="1284" y="6894"/>
                    <a:pt x="1285" y="6894"/>
                  </a:cubicBezTo>
                  <a:cubicBezTo>
                    <a:pt x="1287" y="6891"/>
                    <a:pt x="1290" y="6891"/>
                    <a:pt x="1291" y="6890"/>
                  </a:cubicBezTo>
                  <a:cubicBezTo>
                    <a:pt x="1310" y="6883"/>
                    <a:pt x="1329" y="6875"/>
                    <a:pt x="1346" y="6868"/>
                  </a:cubicBezTo>
                  <a:close/>
                  <a:moveTo>
                    <a:pt x="1082" y="7992"/>
                  </a:moveTo>
                  <a:lnTo>
                    <a:pt x="5784" y="9071"/>
                  </a:lnTo>
                  <a:cubicBezTo>
                    <a:pt x="5797" y="9074"/>
                    <a:pt x="5808" y="9077"/>
                    <a:pt x="5820" y="9080"/>
                  </a:cubicBezTo>
                  <a:cubicBezTo>
                    <a:pt x="5833" y="9084"/>
                    <a:pt x="5845" y="9085"/>
                    <a:pt x="5858" y="9090"/>
                  </a:cubicBezTo>
                  <a:cubicBezTo>
                    <a:pt x="5884" y="9093"/>
                    <a:pt x="5909" y="9100"/>
                    <a:pt x="5935" y="9106"/>
                  </a:cubicBezTo>
                  <a:cubicBezTo>
                    <a:pt x="6015" y="9122"/>
                    <a:pt x="6095" y="9138"/>
                    <a:pt x="6170" y="9158"/>
                  </a:cubicBezTo>
                  <a:cubicBezTo>
                    <a:pt x="6248" y="9178"/>
                    <a:pt x="6316" y="9199"/>
                    <a:pt x="6375" y="9224"/>
                  </a:cubicBezTo>
                  <a:lnTo>
                    <a:pt x="6375" y="9225"/>
                  </a:lnTo>
                  <a:lnTo>
                    <a:pt x="6378" y="9228"/>
                  </a:lnTo>
                  <a:cubicBezTo>
                    <a:pt x="6381" y="9237"/>
                    <a:pt x="6383" y="9244"/>
                    <a:pt x="6386" y="9248"/>
                  </a:cubicBezTo>
                  <a:cubicBezTo>
                    <a:pt x="6387" y="9254"/>
                    <a:pt x="6389" y="9261"/>
                    <a:pt x="6389" y="9269"/>
                  </a:cubicBezTo>
                  <a:cubicBezTo>
                    <a:pt x="6390" y="9273"/>
                    <a:pt x="6390" y="9273"/>
                    <a:pt x="6390" y="9276"/>
                  </a:cubicBezTo>
                  <a:cubicBezTo>
                    <a:pt x="6389" y="9276"/>
                    <a:pt x="6389" y="9276"/>
                    <a:pt x="6388" y="9276"/>
                  </a:cubicBezTo>
                  <a:cubicBezTo>
                    <a:pt x="6385" y="9276"/>
                    <a:pt x="6381" y="9279"/>
                    <a:pt x="6380" y="9280"/>
                  </a:cubicBezTo>
                  <a:cubicBezTo>
                    <a:pt x="6367" y="9292"/>
                    <a:pt x="6359" y="9298"/>
                    <a:pt x="6349" y="9302"/>
                  </a:cubicBezTo>
                  <a:cubicBezTo>
                    <a:pt x="6343" y="9304"/>
                    <a:pt x="6335" y="9305"/>
                    <a:pt x="6325" y="9305"/>
                  </a:cubicBezTo>
                  <a:cubicBezTo>
                    <a:pt x="6308" y="9305"/>
                    <a:pt x="6286" y="9302"/>
                    <a:pt x="6262" y="9296"/>
                  </a:cubicBezTo>
                  <a:cubicBezTo>
                    <a:pt x="6250" y="9295"/>
                    <a:pt x="6242" y="9292"/>
                    <a:pt x="6230" y="9290"/>
                  </a:cubicBezTo>
                  <a:cubicBezTo>
                    <a:pt x="6214" y="9288"/>
                    <a:pt x="6200" y="9283"/>
                    <a:pt x="6185" y="9277"/>
                  </a:cubicBezTo>
                  <a:cubicBezTo>
                    <a:pt x="6172" y="9274"/>
                    <a:pt x="6157" y="9273"/>
                    <a:pt x="6149" y="9267"/>
                  </a:cubicBezTo>
                  <a:cubicBezTo>
                    <a:pt x="6120" y="9260"/>
                    <a:pt x="6095" y="9253"/>
                    <a:pt x="6070" y="9247"/>
                  </a:cubicBezTo>
                  <a:lnTo>
                    <a:pt x="1297" y="8153"/>
                  </a:lnTo>
                  <a:cubicBezTo>
                    <a:pt x="1272" y="8149"/>
                    <a:pt x="1243" y="8142"/>
                    <a:pt x="1214" y="8137"/>
                  </a:cubicBezTo>
                  <a:cubicBezTo>
                    <a:pt x="1188" y="8133"/>
                    <a:pt x="1159" y="8126"/>
                    <a:pt x="1128" y="8120"/>
                  </a:cubicBezTo>
                  <a:cubicBezTo>
                    <a:pt x="1099" y="8114"/>
                    <a:pt x="1069" y="8108"/>
                    <a:pt x="1047" y="8098"/>
                  </a:cubicBezTo>
                  <a:cubicBezTo>
                    <a:pt x="1040" y="8097"/>
                    <a:pt x="1034" y="8095"/>
                    <a:pt x="1027" y="8089"/>
                  </a:cubicBezTo>
                  <a:cubicBezTo>
                    <a:pt x="1022" y="8087"/>
                    <a:pt x="1016" y="8084"/>
                    <a:pt x="1013" y="8081"/>
                  </a:cubicBezTo>
                  <a:lnTo>
                    <a:pt x="1011" y="8079"/>
                  </a:lnTo>
                  <a:cubicBezTo>
                    <a:pt x="1009" y="8075"/>
                    <a:pt x="1008" y="8075"/>
                    <a:pt x="1008" y="8072"/>
                  </a:cubicBezTo>
                  <a:cubicBezTo>
                    <a:pt x="1003" y="8062"/>
                    <a:pt x="1003" y="8044"/>
                    <a:pt x="1011" y="8018"/>
                  </a:cubicBezTo>
                  <a:cubicBezTo>
                    <a:pt x="1015" y="8017"/>
                    <a:pt x="1019" y="8015"/>
                    <a:pt x="1024" y="8015"/>
                  </a:cubicBezTo>
                  <a:cubicBezTo>
                    <a:pt x="1044" y="8008"/>
                    <a:pt x="1061" y="8001"/>
                    <a:pt x="1082" y="7992"/>
                  </a:cubicBezTo>
                  <a:close/>
                  <a:moveTo>
                    <a:pt x="2127" y="8936"/>
                  </a:moveTo>
                  <a:cubicBezTo>
                    <a:pt x="2129" y="8936"/>
                    <a:pt x="2133" y="8936"/>
                    <a:pt x="2136" y="8937"/>
                  </a:cubicBezTo>
                  <a:cubicBezTo>
                    <a:pt x="2389" y="9013"/>
                    <a:pt x="2703" y="9133"/>
                    <a:pt x="2906" y="9304"/>
                  </a:cubicBezTo>
                  <a:cubicBezTo>
                    <a:pt x="2941" y="9334"/>
                    <a:pt x="2906" y="9377"/>
                    <a:pt x="2872" y="9377"/>
                  </a:cubicBezTo>
                  <a:cubicBezTo>
                    <a:pt x="2869" y="9377"/>
                    <a:pt x="2866" y="9377"/>
                    <a:pt x="2863" y="9376"/>
                  </a:cubicBezTo>
                  <a:cubicBezTo>
                    <a:pt x="2606" y="9318"/>
                    <a:pt x="2325" y="9141"/>
                    <a:pt x="2114" y="8985"/>
                  </a:cubicBezTo>
                  <a:cubicBezTo>
                    <a:pt x="2093" y="8970"/>
                    <a:pt x="2103" y="8936"/>
                    <a:pt x="2127" y="8936"/>
                  </a:cubicBezTo>
                  <a:close/>
                  <a:moveTo>
                    <a:pt x="4528" y="9248"/>
                  </a:moveTo>
                  <a:cubicBezTo>
                    <a:pt x="4535" y="9248"/>
                    <a:pt x="4543" y="9250"/>
                    <a:pt x="4551" y="9254"/>
                  </a:cubicBezTo>
                  <a:cubicBezTo>
                    <a:pt x="4735" y="9346"/>
                    <a:pt x="4962" y="9420"/>
                    <a:pt x="5122" y="9546"/>
                  </a:cubicBezTo>
                  <a:cubicBezTo>
                    <a:pt x="5162" y="9581"/>
                    <a:pt x="5143" y="9644"/>
                    <a:pt x="5096" y="9644"/>
                  </a:cubicBezTo>
                  <a:cubicBezTo>
                    <a:pt x="5091" y="9644"/>
                    <a:pt x="5086" y="9644"/>
                    <a:pt x="5080" y="9642"/>
                  </a:cubicBezTo>
                  <a:cubicBezTo>
                    <a:pt x="4881" y="9584"/>
                    <a:pt x="4682" y="9442"/>
                    <a:pt x="4498" y="9341"/>
                  </a:cubicBezTo>
                  <a:cubicBezTo>
                    <a:pt x="4447" y="9315"/>
                    <a:pt x="4482" y="9248"/>
                    <a:pt x="4528" y="9248"/>
                  </a:cubicBezTo>
                  <a:close/>
                  <a:moveTo>
                    <a:pt x="3542" y="9251"/>
                  </a:moveTo>
                  <a:cubicBezTo>
                    <a:pt x="3544" y="9251"/>
                    <a:pt x="3546" y="9251"/>
                    <a:pt x="3548" y="9251"/>
                  </a:cubicBezTo>
                  <a:cubicBezTo>
                    <a:pt x="3708" y="9274"/>
                    <a:pt x="3856" y="9341"/>
                    <a:pt x="4004" y="9399"/>
                  </a:cubicBezTo>
                  <a:cubicBezTo>
                    <a:pt x="4155" y="9461"/>
                    <a:pt x="4317" y="9507"/>
                    <a:pt x="4448" y="9607"/>
                  </a:cubicBezTo>
                  <a:cubicBezTo>
                    <a:pt x="4475" y="9630"/>
                    <a:pt x="4471" y="9689"/>
                    <a:pt x="4429" y="9689"/>
                  </a:cubicBezTo>
                  <a:cubicBezTo>
                    <a:pt x="4427" y="9689"/>
                    <a:pt x="4425" y="9689"/>
                    <a:pt x="4423" y="9689"/>
                  </a:cubicBezTo>
                  <a:cubicBezTo>
                    <a:pt x="4260" y="9668"/>
                    <a:pt x="4115" y="9594"/>
                    <a:pt x="3966" y="9533"/>
                  </a:cubicBezTo>
                  <a:cubicBezTo>
                    <a:pt x="3817" y="9471"/>
                    <a:pt x="3660" y="9414"/>
                    <a:pt x="3527" y="9319"/>
                  </a:cubicBezTo>
                  <a:cubicBezTo>
                    <a:pt x="3502" y="9302"/>
                    <a:pt x="3508" y="9251"/>
                    <a:pt x="3542" y="9251"/>
                  </a:cubicBezTo>
                  <a:close/>
                  <a:moveTo>
                    <a:pt x="2150" y="0"/>
                  </a:moveTo>
                  <a:cubicBezTo>
                    <a:pt x="2146" y="0"/>
                    <a:pt x="2145" y="0"/>
                    <a:pt x="2142" y="3"/>
                  </a:cubicBezTo>
                  <a:cubicBezTo>
                    <a:pt x="2140" y="2"/>
                    <a:pt x="2139" y="2"/>
                    <a:pt x="2138" y="2"/>
                  </a:cubicBezTo>
                  <a:cubicBezTo>
                    <a:pt x="2136" y="2"/>
                    <a:pt x="2135" y="3"/>
                    <a:pt x="2133" y="4"/>
                  </a:cubicBezTo>
                  <a:cubicBezTo>
                    <a:pt x="2127" y="4"/>
                    <a:pt x="2121" y="7"/>
                    <a:pt x="2118" y="10"/>
                  </a:cubicBezTo>
                  <a:lnTo>
                    <a:pt x="2116" y="10"/>
                  </a:lnTo>
                  <a:lnTo>
                    <a:pt x="2107" y="19"/>
                  </a:lnTo>
                  <a:cubicBezTo>
                    <a:pt x="2104" y="22"/>
                    <a:pt x="2104" y="25"/>
                    <a:pt x="2100" y="28"/>
                  </a:cubicBezTo>
                  <a:cubicBezTo>
                    <a:pt x="2097" y="32"/>
                    <a:pt x="2094" y="33"/>
                    <a:pt x="2092" y="39"/>
                  </a:cubicBezTo>
                  <a:cubicBezTo>
                    <a:pt x="2091" y="42"/>
                    <a:pt x="2091" y="47"/>
                    <a:pt x="2089" y="51"/>
                  </a:cubicBezTo>
                  <a:lnTo>
                    <a:pt x="1338" y="3313"/>
                  </a:lnTo>
                  <a:lnTo>
                    <a:pt x="1338" y="3318"/>
                  </a:lnTo>
                  <a:lnTo>
                    <a:pt x="1133" y="4213"/>
                  </a:lnTo>
                  <a:lnTo>
                    <a:pt x="4" y="9128"/>
                  </a:lnTo>
                  <a:cubicBezTo>
                    <a:pt x="0" y="9149"/>
                    <a:pt x="7" y="9173"/>
                    <a:pt x="25" y="9187"/>
                  </a:cubicBezTo>
                  <a:cubicBezTo>
                    <a:pt x="32" y="9194"/>
                    <a:pt x="42" y="9200"/>
                    <a:pt x="51" y="9202"/>
                  </a:cubicBezTo>
                  <a:lnTo>
                    <a:pt x="6881" y="10769"/>
                  </a:lnTo>
                  <a:cubicBezTo>
                    <a:pt x="6884" y="10770"/>
                    <a:pt x="6889" y="10770"/>
                    <a:pt x="6892" y="10770"/>
                  </a:cubicBezTo>
                  <a:lnTo>
                    <a:pt x="6897" y="10770"/>
                  </a:lnTo>
                  <a:cubicBezTo>
                    <a:pt x="6903" y="10770"/>
                    <a:pt x="6911" y="10770"/>
                    <a:pt x="6916" y="10766"/>
                  </a:cubicBezTo>
                  <a:cubicBezTo>
                    <a:pt x="6924" y="10763"/>
                    <a:pt x="6928" y="10762"/>
                    <a:pt x="6934" y="10756"/>
                  </a:cubicBezTo>
                  <a:cubicBezTo>
                    <a:pt x="6945" y="10747"/>
                    <a:pt x="6954" y="10736"/>
                    <a:pt x="6956" y="10720"/>
                  </a:cubicBezTo>
                  <a:lnTo>
                    <a:pt x="8452" y="4209"/>
                  </a:lnTo>
                  <a:lnTo>
                    <a:pt x="8508" y="3962"/>
                  </a:lnTo>
                  <a:lnTo>
                    <a:pt x="8708" y="3090"/>
                  </a:lnTo>
                  <a:lnTo>
                    <a:pt x="8758" y="2871"/>
                  </a:lnTo>
                  <a:lnTo>
                    <a:pt x="9040" y="1643"/>
                  </a:lnTo>
                  <a:cubicBezTo>
                    <a:pt x="9043" y="1628"/>
                    <a:pt x="9040" y="1612"/>
                    <a:pt x="9032" y="1596"/>
                  </a:cubicBezTo>
                  <a:cubicBezTo>
                    <a:pt x="9027" y="1592"/>
                    <a:pt x="9026" y="1588"/>
                    <a:pt x="9020" y="1583"/>
                  </a:cubicBezTo>
                  <a:cubicBezTo>
                    <a:pt x="9013" y="1578"/>
                    <a:pt x="9003" y="1570"/>
                    <a:pt x="8993" y="1569"/>
                  </a:cubicBezTo>
                  <a:lnTo>
                    <a:pt x="2448" y="68"/>
                  </a:lnTo>
                  <a:lnTo>
                    <a:pt x="2207" y="13"/>
                  </a:lnTo>
                  <a:lnTo>
                    <a:pt x="2164" y="3"/>
                  </a:lnTo>
                  <a:cubicBezTo>
                    <a:pt x="2159" y="0"/>
                    <a:pt x="2155" y="0"/>
                    <a:pt x="215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
            <p:cNvSpPr/>
            <p:nvPr/>
          </p:nvSpPr>
          <p:spPr>
            <a:xfrm>
              <a:off x="504901" y="1772185"/>
              <a:ext cx="152440" cy="37318"/>
            </a:xfrm>
            <a:custGeom>
              <a:rect b="b" l="l" r="r" t="t"/>
              <a:pathLst>
                <a:path extrusionOk="0" h="1319" w="5388">
                  <a:moveTo>
                    <a:pt x="78" y="1"/>
                  </a:moveTo>
                  <a:cubicBezTo>
                    <a:pt x="57" y="7"/>
                    <a:pt x="40" y="14"/>
                    <a:pt x="21" y="23"/>
                  </a:cubicBezTo>
                  <a:lnTo>
                    <a:pt x="14" y="26"/>
                  </a:lnTo>
                  <a:cubicBezTo>
                    <a:pt x="12" y="26"/>
                    <a:pt x="11" y="27"/>
                    <a:pt x="8" y="27"/>
                  </a:cubicBezTo>
                  <a:lnTo>
                    <a:pt x="8" y="28"/>
                  </a:lnTo>
                  <a:cubicBezTo>
                    <a:pt x="3" y="62"/>
                    <a:pt x="0" y="82"/>
                    <a:pt x="8" y="89"/>
                  </a:cubicBezTo>
                  <a:lnTo>
                    <a:pt x="11" y="91"/>
                  </a:lnTo>
                  <a:cubicBezTo>
                    <a:pt x="40" y="119"/>
                    <a:pt x="143" y="136"/>
                    <a:pt x="211" y="149"/>
                  </a:cubicBezTo>
                  <a:cubicBezTo>
                    <a:pt x="240" y="155"/>
                    <a:pt x="269" y="159"/>
                    <a:pt x="294" y="165"/>
                  </a:cubicBezTo>
                  <a:lnTo>
                    <a:pt x="996" y="326"/>
                  </a:lnTo>
                  <a:lnTo>
                    <a:pt x="5067" y="1261"/>
                  </a:lnTo>
                  <a:cubicBezTo>
                    <a:pt x="5092" y="1264"/>
                    <a:pt x="5117" y="1271"/>
                    <a:pt x="5146" y="1282"/>
                  </a:cubicBezTo>
                  <a:cubicBezTo>
                    <a:pt x="5193" y="1295"/>
                    <a:pt x="5281" y="1318"/>
                    <a:pt x="5326" y="1318"/>
                  </a:cubicBezTo>
                  <a:cubicBezTo>
                    <a:pt x="5330" y="1318"/>
                    <a:pt x="5333" y="1318"/>
                    <a:pt x="5336" y="1318"/>
                  </a:cubicBezTo>
                  <a:cubicBezTo>
                    <a:pt x="5342" y="1318"/>
                    <a:pt x="5344" y="1315"/>
                    <a:pt x="5348" y="1314"/>
                  </a:cubicBezTo>
                  <a:cubicBezTo>
                    <a:pt x="5351" y="1312"/>
                    <a:pt x="5354" y="1312"/>
                    <a:pt x="5355" y="1311"/>
                  </a:cubicBezTo>
                  <a:cubicBezTo>
                    <a:pt x="5357" y="1311"/>
                    <a:pt x="5358" y="1309"/>
                    <a:pt x="5361" y="1306"/>
                  </a:cubicBezTo>
                  <a:cubicBezTo>
                    <a:pt x="5364" y="1305"/>
                    <a:pt x="5371" y="1299"/>
                    <a:pt x="5377" y="1295"/>
                  </a:cubicBezTo>
                  <a:lnTo>
                    <a:pt x="5386" y="1285"/>
                  </a:lnTo>
                  <a:cubicBezTo>
                    <a:pt x="5387" y="1276"/>
                    <a:pt x="5386" y="1267"/>
                    <a:pt x="5380" y="1254"/>
                  </a:cubicBezTo>
                  <a:cubicBezTo>
                    <a:pt x="5378" y="1248"/>
                    <a:pt x="5377" y="1244"/>
                    <a:pt x="5373" y="1234"/>
                  </a:cubicBezTo>
                  <a:cubicBezTo>
                    <a:pt x="5371" y="1232"/>
                    <a:pt x="5371" y="1231"/>
                    <a:pt x="5371" y="1231"/>
                  </a:cubicBezTo>
                  <a:lnTo>
                    <a:pt x="5370" y="1231"/>
                  </a:lnTo>
                  <a:cubicBezTo>
                    <a:pt x="5355" y="1224"/>
                    <a:pt x="5341" y="1216"/>
                    <a:pt x="5325" y="1212"/>
                  </a:cubicBezTo>
                  <a:cubicBezTo>
                    <a:pt x="5291" y="1200"/>
                    <a:pt x="5259" y="1190"/>
                    <a:pt x="5223" y="1180"/>
                  </a:cubicBezTo>
                  <a:cubicBezTo>
                    <a:pt x="5204" y="1174"/>
                    <a:pt x="5187" y="1168"/>
                    <a:pt x="5166" y="1165"/>
                  </a:cubicBezTo>
                  <a:cubicBezTo>
                    <a:pt x="5109" y="1151"/>
                    <a:pt x="5051" y="1138"/>
                    <a:pt x="4992" y="1125"/>
                  </a:cubicBezTo>
                  <a:cubicBezTo>
                    <a:pt x="4971" y="1122"/>
                    <a:pt x="4951" y="1116"/>
                    <a:pt x="4932" y="1113"/>
                  </a:cubicBezTo>
                  <a:cubicBezTo>
                    <a:pt x="4878" y="1101"/>
                    <a:pt x="4827" y="1093"/>
                    <a:pt x="4779" y="1080"/>
                  </a:cubicBezTo>
                  <a:lnTo>
                    <a:pt x="7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
            <p:cNvSpPr/>
            <p:nvPr/>
          </p:nvSpPr>
          <p:spPr>
            <a:xfrm>
              <a:off x="490302" y="1833493"/>
              <a:ext cx="152355" cy="37176"/>
            </a:xfrm>
            <a:custGeom>
              <a:rect b="b" l="l" r="r" t="t"/>
              <a:pathLst>
                <a:path extrusionOk="0" h="1314" w="5385">
                  <a:moveTo>
                    <a:pt x="79" y="0"/>
                  </a:moveTo>
                  <a:cubicBezTo>
                    <a:pt x="58" y="9"/>
                    <a:pt x="41" y="16"/>
                    <a:pt x="21" y="23"/>
                  </a:cubicBezTo>
                  <a:cubicBezTo>
                    <a:pt x="16" y="23"/>
                    <a:pt x="12" y="25"/>
                    <a:pt x="8" y="26"/>
                  </a:cubicBezTo>
                  <a:cubicBezTo>
                    <a:pt x="2" y="52"/>
                    <a:pt x="0" y="67"/>
                    <a:pt x="5" y="80"/>
                  </a:cubicBezTo>
                  <a:cubicBezTo>
                    <a:pt x="5" y="83"/>
                    <a:pt x="6" y="83"/>
                    <a:pt x="8" y="87"/>
                  </a:cubicBezTo>
                  <a:lnTo>
                    <a:pt x="10" y="89"/>
                  </a:lnTo>
                  <a:cubicBezTo>
                    <a:pt x="13" y="92"/>
                    <a:pt x="19" y="95"/>
                    <a:pt x="24" y="97"/>
                  </a:cubicBezTo>
                  <a:cubicBezTo>
                    <a:pt x="31" y="103"/>
                    <a:pt x="37" y="105"/>
                    <a:pt x="44" y="106"/>
                  </a:cubicBezTo>
                  <a:cubicBezTo>
                    <a:pt x="66" y="116"/>
                    <a:pt x="96" y="122"/>
                    <a:pt x="125" y="128"/>
                  </a:cubicBezTo>
                  <a:cubicBezTo>
                    <a:pt x="156" y="134"/>
                    <a:pt x="185" y="141"/>
                    <a:pt x="211" y="145"/>
                  </a:cubicBezTo>
                  <a:cubicBezTo>
                    <a:pt x="240" y="150"/>
                    <a:pt x="269" y="156"/>
                    <a:pt x="294" y="161"/>
                  </a:cubicBezTo>
                  <a:lnTo>
                    <a:pt x="5066" y="1258"/>
                  </a:lnTo>
                  <a:cubicBezTo>
                    <a:pt x="5089" y="1262"/>
                    <a:pt x="5115" y="1269"/>
                    <a:pt x="5144" y="1277"/>
                  </a:cubicBezTo>
                  <a:cubicBezTo>
                    <a:pt x="5166" y="1284"/>
                    <a:pt x="5197" y="1291"/>
                    <a:pt x="5227" y="1298"/>
                  </a:cubicBezTo>
                  <a:cubicBezTo>
                    <a:pt x="5239" y="1301"/>
                    <a:pt x="5247" y="1303"/>
                    <a:pt x="5259" y="1304"/>
                  </a:cubicBezTo>
                  <a:cubicBezTo>
                    <a:pt x="5283" y="1310"/>
                    <a:pt x="5305" y="1313"/>
                    <a:pt x="5322" y="1313"/>
                  </a:cubicBezTo>
                  <a:cubicBezTo>
                    <a:pt x="5332" y="1313"/>
                    <a:pt x="5340" y="1312"/>
                    <a:pt x="5346" y="1310"/>
                  </a:cubicBezTo>
                  <a:cubicBezTo>
                    <a:pt x="5355" y="1306"/>
                    <a:pt x="5362" y="1301"/>
                    <a:pt x="5375" y="1288"/>
                  </a:cubicBezTo>
                  <a:lnTo>
                    <a:pt x="5377" y="1288"/>
                  </a:lnTo>
                  <a:cubicBezTo>
                    <a:pt x="5380" y="1282"/>
                    <a:pt x="5380" y="1282"/>
                    <a:pt x="5384" y="1280"/>
                  </a:cubicBezTo>
                  <a:lnTo>
                    <a:pt x="5384" y="1272"/>
                  </a:lnTo>
                  <a:cubicBezTo>
                    <a:pt x="5384" y="1265"/>
                    <a:pt x="5383" y="1259"/>
                    <a:pt x="5383" y="1256"/>
                  </a:cubicBezTo>
                  <a:cubicBezTo>
                    <a:pt x="5380" y="1252"/>
                    <a:pt x="5378" y="1245"/>
                    <a:pt x="5375" y="1236"/>
                  </a:cubicBezTo>
                  <a:lnTo>
                    <a:pt x="5372" y="1233"/>
                  </a:lnTo>
                  <a:lnTo>
                    <a:pt x="5372" y="1232"/>
                  </a:lnTo>
                  <a:cubicBezTo>
                    <a:pt x="5313" y="1207"/>
                    <a:pt x="5245" y="1186"/>
                    <a:pt x="5167" y="1166"/>
                  </a:cubicBezTo>
                  <a:cubicBezTo>
                    <a:pt x="5092" y="1146"/>
                    <a:pt x="5012" y="1130"/>
                    <a:pt x="4932" y="1114"/>
                  </a:cubicBezTo>
                  <a:cubicBezTo>
                    <a:pt x="4906" y="1108"/>
                    <a:pt x="4881" y="1101"/>
                    <a:pt x="4855" y="1098"/>
                  </a:cubicBezTo>
                  <a:cubicBezTo>
                    <a:pt x="4842" y="1093"/>
                    <a:pt x="4830" y="1092"/>
                    <a:pt x="4817" y="1088"/>
                  </a:cubicBezTo>
                  <a:cubicBezTo>
                    <a:pt x="4805" y="1085"/>
                    <a:pt x="4794" y="1082"/>
                    <a:pt x="4781" y="1079"/>
                  </a:cubicBezTo>
                  <a:lnTo>
                    <a:pt x="7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
            <p:cNvSpPr/>
            <p:nvPr/>
          </p:nvSpPr>
          <p:spPr>
            <a:xfrm>
              <a:off x="526629" y="1679530"/>
              <a:ext cx="152299" cy="37261"/>
            </a:xfrm>
            <a:custGeom>
              <a:rect b="b" l="l" r="r" t="t"/>
              <a:pathLst>
                <a:path extrusionOk="0" h="1317" w="5383">
                  <a:moveTo>
                    <a:pt x="74" y="0"/>
                  </a:moveTo>
                  <a:cubicBezTo>
                    <a:pt x="67" y="6"/>
                    <a:pt x="58" y="9"/>
                    <a:pt x="47" y="13"/>
                  </a:cubicBezTo>
                  <a:cubicBezTo>
                    <a:pt x="39" y="16"/>
                    <a:pt x="29" y="21"/>
                    <a:pt x="20" y="23"/>
                  </a:cubicBezTo>
                  <a:cubicBezTo>
                    <a:pt x="15" y="23"/>
                    <a:pt x="10" y="25"/>
                    <a:pt x="7" y="28"/>
                  </a:cubicBezTo>
                  <a:lnTo>
                    <a:pt x="7" y="29"/>
                  </a:lnTo>
                  <a:cubicBezTo>
                    <a:pt x="4" y="35"/>
                    <a:pt x="3" y="42"/>
                    <a:pt x="3" y="45"/>
                  </a:cubicBezTo>
                  <a:cubicBezTo>
                    <a:pt x="0" y="61"/>
                    <a:pt x="0" y="74"/>
                    <a:pt x="2" y="82"/>
                  </a:cubicBezTo>
                  <a:cubicBezTo>
                    <a:pt x="2" y="83"/>
                    <a:pt x="3" y="86"/>
                    <a:pt x="4" y="87"/>
                  </a:cubicBezTo>
                  <a:lnTo>
                    <a:pt x="4" y="89"/>
                  </a:lnTo>
                  <a:lnTo>
                    <a:pt x="7" y="89"/>
                  </a:lnTo>
                  <a:cubicBezTo>
                    <a:pt x="31" y="111"/>
                    <a:pt x="102" y="127"/>
                    <a:pt x="163" y="140"/>
                  </a:cubicBezTo>
                  <a:cubicBezTo>
                    <a:pt x="180" y="144"/>
                    <a:pt x="193" y="144"/>
                    <a:pt x="207" y="147"/>
                  </a:cubicBezTo>
                  <a:cubicBezTo>
                    <a:pt x="236" y="153"/>
                    <a:pt x="265" y="159"/>
                    <a:pt x="289" y="163"/>
                  </a:cubicBezTo>
                  <a:lnTo>
                    <a:pt x="980" y="321"/>
                  </a:lnTo>
                  <a:lnTo>
                    <a:pt x="981" y="321"/>
                  </a:lnTo>
                  <a:lnTo>
                    <a:pt x="1929" y="540"/>
                  </a:lnTo>
                  <a:lnTo>
                    <a:pt x="5063" y="1259"/>
                  </a:lnTo>
                  <a:cubicBezTo>
                    <a:pt x="5084" y="1265"/>
                    <a:pt x="5112" y="1272"/>
                    <a:pt x="5140" y="1280"/>
                  </a:cubicBezTo>
                  <a:cubicBezTo>
                    <a:pt x="5186" y="1293"/>
                    <a:pt x="5270" y="1317"/>
                    <a:pt x="5317" y="1317"/>
                  </a:cubicBezTo>
                  <a:cubicBezTo>
                    <a:pt x="5322" y="1317"/>
                    <a:pt x="5326" y="1316"/>
                    <a:pt x="5330" y="1316"/>
                  </a:cubicBezTo>
                  <a:cubicBezTo>
                    <a:pt x="5336" y="1316"/>
                    <a:pt x="5337" y="1314"/>
                    <a:pt x="5342" y="1312"/>
                  </a:cubicBezTo>
                  <a:cubicBezTo>
                    <a:pt x="5345" y="1312"/>
                    <a:pt x="5346" y="1310"/>
                    <a:pt x="5349" y="1309"/>
                  </a:cubicBezTo>
                  <a:cubicBezTo>
                    <a:pt x="5352" y="1309"/>
                    <a:pt x="5352" y="1307"/>
                    <a:pt x="5356" y="1306"/>
                  </a:cubicBezTo>
                  <a:cubicBezTo>
                    <a:pt x="5359" y="1303"/>
                    <a:pt x="5365" y="1298"/>
                    <a:pt x="5372" y="1293"/>
                  </a:cubicBezTo>
                  <a:lnTo>
                    <a:pt x="5381" y="1284"/>
                  </a:lnTo>
                  <a:cubicBezTo>
                    <a:pt x="5382" y="1265"/>
                    <a:pt x="5378" y="1255"/>
                    <a:pt x="5369" y="1235"/>
                  </a:cubicBezTo>
                  <a:cubicBezTo>
                    <a:pt x="5369" y="1232"/>
                    <a:pt x="5369" y="1232"/>
                    <a:pt x="5368" y="1230"/>
                  </a:cubicBezTo>
                  <a:cubicBezTo>
                    <a:pt x="5250" y="1181"/>
                    <a:pt x="5086" y="1147"/>
                    <a:pt x="4930" y="1114"/>
                  </a:cubicBezTo>
                  <a:cubicBezTo>
                    <a:pt x="4878" y="1101"/>
                    <a:pt x="4827" y="1092"/>
                    <a:pt x="4778" y="1079"/>
                  </a:cubicBezTo>
                  <a:lnTo>
                    <a:pt x="2428" y="540"/>
                  </a:lnTo>
                  <a:lnTo>
                    <a:pt x="1477" y="321"/>
                  </a:lnTo>
                  <a:lnTo>
                    <a:pt x="163" y="21"/>
                  </a:lnTo>
                  <a:lnTo>
                    <a:pt x="7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1"/>
            <p:cNvSpPr/>
            <p:nvPr/>
          </p:nvSpPr>
          <p:spPr>
            <a:xfrm>
              <a:off x="512427" y="1740838"/>
              <a:ext cx="152383" cy="37233"/>
            </a:xfrm>
            <a:custGeom>
              <a:rect b="b" l="l" r="r" t="t"/>
              <a:pathLst>
                <a:path extrusionOk="0" h="1316" w="5386">
                  <a:moveTo>
                    <a:pt x="78" y="1"/>
                  </a:moveTo>
                  <a:lnTo>
                    <a:pt x="19" y="23"/>
                  </a:lnTo>
                  <a:cubicBezTo>
                    <a:pt x="15" y="23"/>
                    <a:pt x="12" y="26"/>
                    <a:pt x="9" y="27"/>
                  </a:cubicBezTo>
                  <a:lnTo>
                    <a:pt x="8" y="27"/>
                  </a:lnTo>
                  <a:cubicBezTo>
                    <a:pt x="8" y="33"/>
                    <a:pt x="5" y="36"/>
                    <a:pt x="5" y="40"/>
                  </a:cubicBezTo>
                  <a:cubicBezTo>
                    <a:pt x="3" y="45"/>
                    <a:pt x="3" y="49"/>
                    <a:pt x="3" y="52"/>
                  </a:cubicBezTo>
                  <a:cubicBezTo>
                    <a:pt x="1" y="65"/>
                    <a:pt x="1" y="74"/>
                    <a:pt x="3" y="81"/>
                  </a:cubicBezTo>
                  <a:cubicBezTo>
                    <a:pt x="3" y="85"/>
                    <a:pt x="5" y="85"/>
                    <a:pt x="8" y="88"/>
                  </a:cubicBezTo>
                  <a:lnTo>
                    <a:pt x="9" y="91"/>
                  </a:lnTo>
                  <a:cubicBezTo>
                    <a:pt x="30" y="109"/>
                    <a:pt x="78" y="122"/>
                    <a:pt x="131" y="132"/>
                  </a:cubicBezTo>
                  <a:cubicBezTo>
                    <a:pt x="147" y="138"/>
                    <a:pt x="163" y="139"/>
                    <a:pt x="178" y="142"/>
                  </a:cubicBezTo>
                  <a:cubicBezTo>
                    <a:pt x="182" y="143"/>
                    <a:pt x="185" y="145"/>
                    <a:pt x="190" y="145"/>
                  </a:cubicBezTo>
                  <a:lnTo>
                    <a:pt x="211" y="149"/>
                  </a:lnTo>
                  <a:cubicBezTo>
                    <a:pt x="227" y="152"/>
                    <a:pt x="242" y="152"/>
                    <a:pt x="255" y="156"/>
                  </a:cubicBezTo>
                  <a:cubicBezTo>
                    <a:pt x="268" y="159"/>
                    <a:pt x="280" y="159"/>
                    <a:pt x="293" y="164"/>
                  </a:cubicBezTo>
                  <a:lnTo>
                    <a:pt x="5069" y="1257"/>
                  </a:lnTo>
                  <a:cubicBezTo>
                    <a:pt x="5091" y="1263"/>
                    <a:pt x="5118" y="1270"/>
                    <a:pt x="5146" y="1277"/>
                  </a:cubicBezTo>
                  <a:cubicBezTo>
                    <a:pt x="5190" y="1291"/>
                    <a:pt x="5277" y="1316"/>
                    <a:pt x="5323" y="1316"/>
                  </a:cubicBezTo>
                  <a:cubicBezTo>
                    <a:pt x="5333" y="1316"/>
                    <a:pt x="5341" y="1315"/>
                    <a:pt x="5347" y="1312"/>
                  </a:cubicBezTo>
                  <a:cubicBezTo>
                    <a:pt x="5351" y="1308"/>
                    <a:pt x="5357" y="1308"/>
                    <a:pt x="5360" y="1305"/>
                  </a:cubicBezTo>
                  <a:cubicBezTo>
                    <a:pt x="5364" y="1302"/>
                    <a:pt x="5371" y="1298"/>
                    <a:pt x="5376" y="1291"/>
                  </a:cubicBezTo>
                  <a:lnTo>
                    <a:pt x="5379" y="1291"/>
                  </a:lnTo>
                  <a:cubicBezTo>
                    <a:pt x="5380" y="1286"/>
                    <a:pt x="5381" y="1285"/>
                    <a:pt x="5386" y="1283"/>
                  </a:cubicBezTo>
                  <a:lnTo>
                    <a:pt x="5386" y="1276"/>
                  </a:lnTo>
                  <a:cubicBezTo>
                    <a:pt x="5386" y="1269"/>
                    <a:pt x="5383" y="1261"/>
                    <a:pt x="5381" y="1259"/>
                  </a:cubicBezTo>
                  <a:cubicBezTo>
                    <a:pt x="5380" y="1256"/>
                    <a:pt x="5380" y="1251"/>
                    <a:pt x="5379" y="1248"/>
                  </a:cubicBezTo>
                  <a:cubicBezTo>
                    <a:pt x="5379" y="1244"/>
                    <a:pt x="5376" y="1240"/>
                    <a:pt x="5374" y="1235"/>
                  </a:cubicBezTo>
                  <a:cubicBezTo>
                    <a:pt x="5374" y="1235"/>
                    <a:pt x="5373" y="1234"/>
                    <a:pt x="5373" y="1232"/>
                  </a:cubicBezTo>
                  <a:cubicBezTo>
                    <a:pt x="5358" y="1227"/>
                    <a:pt x="5341" y="1218"/>
                    <a:pt x="5325" y="1213"/>
                  </a:cubicBezTo>
                  <a:cubicBezTo>
                    <a:pt x="5293" y="1200"/>
                    <a:pt x="5259" y="1192"/>
                    <a:pt x="5223" y="1181"/>
                  </a:cubicBezTo>
                  <a:cubicBezTo>
                    <a:pt x="5166" y="1167"/>
                    <a:pt x="5111" y="1152"/>
                    <a:pt x="5050" y="1139"/>
                  </a:cubicBezTo>
                  <a:cubicBezTo>
                    <a:pt x="5012" y="1131"/>
                    <a:pt x="4973" y="1120"/>
                    <a:pt x="4932" y="1113"/>
                  </a:cubicBezTo>
                  <a:cubicBezTo>
                    <a:pt x="4880" y="1103"/>
                    <a:pt x="4829" y="1091"/>
                    <a:pt x="4779" y="1081"/>
                  </a:cubicBezTo>
                  <a:lnTo>
                    <a:pt x="7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1"/>
            <p:cNvSpPr/>
            <p:nvPr/>
          </p:nvSpPr>
          <p:spPr>
            <a:xfrm>
              <a:off x="519782" y="1709094"/>
              <a:ext cx="152355" cy="37205"/>
            </a:xfrm>
            <a:custGeom>
              <a:rect b="b" l="l" r="r" t="t"/>
              <a:pathLst>
                <a:path extrusionOk="0" h="1315" w="5385">
                  <a:moveTo>
                    <a:pt x="78" y="1"/>
                  </a:moveTo>
                  <a:cubicBezTo>
                    <a:pt x="71" y="3"/>
                    <a:pt x="63" y="3"/>
                    <a:pt x="59" y="8"/>
                  </a:cubicBezTo>
                  <a:cubicBezTo>
                    <a:pt x="46" y="11"/>
                    <a:pt x="33" y="18"/>
                    <a:pt x="20" y="22"/>
                  </a:cubicBezTo>
                  <a:cubicBezTo>
                    <a:pt x="17" y="22"/>
                    <a:pt x="11" y="24"/>
                    <a:pt x="8" y="25"/>
                  </a:cubicBezTo>
                  <a:cubicBezTo>
                    <a:pt x="2" y="59"/>
                    <a:pt x="1" y="79"/>
                    <a:pt x="8" y="86"/>
                  </a:cubicBezTo>
                  <a:lnTo>
                    <a:pt x="9" y="88"/>
                  </a:lnTo>
                  <a:cubicBezTo>
                    <a:pt x="39" y="115"/>
                    <a:pt x="140" y="133"/>
                    <a:pt x="209" y="146"/>
                  </a:cubicBezTo>
                  <a:cubicBezTo>
                    <a:pt x="241" y="152"/>
                    <a:pt x="270" y="156"/>
                    <a:pt x="293" y="162"/>
                  </a:cubicBezTo>
                  <a:lnTo>
                    <a:pt x="1183" y="367"/>
                  </a:lnTo>
                  <a:lnTo>
                    <a:pt x="2263" y="614"/>
                  </a:lnTo>
                  <a:lnTo>
                    <a:pt x="5065" y="1258"/>
                  </a:lnTo>
                  <a:cubicBezTo>
                    <a:pt x="5076" y="1261"/>
                    <a:pt x="5089" y="1264"/>
                    <a:pt x="5101" y="1267"/>
                  </a:cubicBezTo>
                  <a:cubicBezTo>
                    <a:pt x="5116" y="1271"/>
                    <a:pt x="5129" y="1276"/>
                    <a:pt x="5143" y="1280"/>
                  </a:cubicBezTo>
                  <a:cubicBezTo>
                    <a:pt x="5149" y="1280"/>
                    <a:pt x="5156" y="1281"/>
                    <a:pt x="5162" y="1283"/>
                  </a:cubicBezTo>
                  <a:cubicBezTo>
                    <a:pt x="5178" y="1287"/>
                    <a:pt x="5194" y="1293"/>
                    <a:pt x="5213" y="1296"/>
                  </a:cubicBezTo>
                  <a:cubicBezTo>
                    <a:pt x="5228" y="1302"/>
                    <a:pt x="5242" y="1303"/>
                    <a:pt x="5257" y="1308"/>
                  </a:cubicBezTo>
                  <a:cubicBezTo>
                    <a:pt x="5279" y="1312"/>
                    <a:pt x="5301" y="1315"/>
                    <a:pt x="5318" y="1315"/>
                  </a:cubicBezTo>
                  <a:cubicBezTo>
                    <a:pt x="5329" y="1315"/>
                    <a:pt x="5339" y="1313"/>
                    <a:pt x="5345" y="1310"/>
                  </a:cubicBezTo>
                  <a:cubicBezTo>
                    <a:pt x="5353" y="1309"/>
                    <a:pt x="5358" y="1305"/>
                    <a:pt x="5366" y="1297"/>
                  </a:cubicBezTo>
                  <a:cubicBezTo>
                    <a:pt x="5369" y="1294"/>
                    <a:pt x="5373" y="1293"/>
                    <a:pt x="5376" y="1289"/>
                  </a:cubicBezTo>
                  <a:cubicBezTo>
                    <a:pt x="5377" y="1286"/>
                    <a:pt x="5380" y="1286"/>
                    <a:pt x="5383" y="1281"/>
                  </a:cubicBezTo>
                  <a:cubicBezTo>
                    <a:pt x="5385" y="1264"/>
                    <a:pt x="5380" y="1252"/>
                    <a:pt x="5376" y="1231"/>
                  </a:cubicBezTo>
                  <a:cubicBezTo>
                    <a:pt x="5374" y="1231"/>
                    <a:pt x="5374" y="1229"/>
                    <a:pt x="5374" y="1229"/>
                  </a:cubicBezTo>
                  <a:cubicBezTo>
                    <a:pt x="5360" y="1223"/>
                    <a:pt x="5345" y="1216"/>
                    <a:pt x="5329" y="1210"/>
                  </a:cubicBezTo>
                  <a:cubicBezTo>
                    <a:pt x="5296" y="1199"/>
                    <a:pt x="5261" y="1188"/>
                    <a:pt x="5225" y="1178"/>
                  </a:cubicBezTo>
                  <a:cubicBezTo>
                    <a:pt x="5207" y="1172"/>
                    <a:pt x="5188" y="1167"/>
                    <a:pt x="5171" y="1164"/>
                  </a:cubicBezTo>
                  <a:cubicBezTo>
                    <a:pt x="5150" y="1159"/>
                    <a:pt x="5133" y="1155"/>
                    <a:pt x="5113" y="1149"/>
                  </a:cubicBezTo>
                  <a:cubicBezTo>
                    <a:pt x="5089" y="1145"/>
                    <a:pt x="5065" y="1137"/>
                    <a:pt x="5041" y="1133"/>
                  </a:cubicBezTo>
                  <a:cubicBezTo>
                    <a:pt x="5005" y="1126"/>
                    <a:pt x="4970" y="1119"/>
                    <a:pt x="4934" y="1111"/>
                  </a:cubicBezTo>
                  <a:cubicBezTo>
                    <a:pt x="4882" y="1100"/>
                    <a:pt x="4831" y="1089"/>
                    <a:pt x="4781" y="1078"/>
                  </a:cubicBezTo>
                  <a:lnTo>
                    <a:pt x="2763" y="614"/>
                  </a:lnTo>
                  <a:lnTo>
                    <a:pt x="2759" y="614"/>
                  </a:lnTo>
                  <a:lnTo>
                    <a:pt x="1684" y="367"/>
                  </a:lnTo>
                  <a:lnTo>
                    <a:pt x="1681" y="367"/>
                  </a:lnTo>
                  <a:lnTo>
                    <a:pt x="7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1"/>
            <p:cNvSpPr/>
            <p:nvPr/>
          </p:nvSpPr>
          <p:spPr>
            <a:xfrm>
              <a:off x="648821" y="1656189"/>
              <a:ext cx="25774" cy="20540"/>
            </a:xfrm>
            <a:custGeom>
              <a:rect b="b" l="l" r="r" t="t"/>
              <a:pathLst>
                <a:path extrusionOk="0" h="726" w="911">
                  <a:moveTo>
                    <a:pt x="43" y="0"/>
                  </a:moveTo>
                  <a:cubicBezTo>
                    <a:pt x="22" y="0"/>
                    <a:pt x="1" y="29"/>
                    <a:pt x="20" y="52"/>
                  </a:cubicBezTo>
                  <a:cubicBezTo>
                    <a:pt x="239" y="318"/>
                    <a:pt x="530" y="597"/>
                    <a:pt x="858" y="723"/>
                  </a:cubicBezTo>
                  <a:cubicBezTo>
                    <a:pt x="862" y="725"/>
                    <a:pt x="866" y="725"/>
                    <a:pt x="869" y="725"/>
                  </a:cubicBezTo>
                  <a:cubicBezTo>
                    <a:pt x="897" y="725"/>
                    <a:pt x="911" y="682"/>
                    <a:pt x="886" y="665"/>
                  </a:cubicBezTo>
                  <a:cubicBezTo>
                    <a:pt x="582" y="463"/>
                    <a:pt x="305" y="292"/>
                    <a:pt x="62" y="10"/>
                  </a:cubicBezTo>
                  <a:cubicBezTo>
                    <a:pt x="56" y="3"/>
                    <a:pt x="50" y="0"/>
                    <a:pt x="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
            <p:cNvSpPr/>
            <p:nvPr/>
          </p:nvSpPr>
          <p:spPr>
            <a:xfrm>
              <a:off x="666871" y="1660376"/>
              <a:ext cx="20088" cy="16579"/>
            </a:xfrm>
            <a:custGeom>
              <a:rect b="b" l="l" r="r" t="t"/>
              <a:pathLst>
                <a:path extrusionOk="0" h="586" w="710">
                  <a:moveTo>
                    <a:pt x="54" y="1"/>
                  </a:moveTo>
                  <a:cubicBezTo>
                    <a:pt x="28" y="1"/>
                    <a:pt x="0" y="30"/>
                    <a:pt x="18" y="56"/>
                  </a:cubicBezTo>
                  <a:cubicBezTo>
                    <a:pt x="175" y="277"/>
                    <a:pt x="380" y="472"/>
                    <a:pt x="629" y="583"/>
                  </a:cubicBezTo>
                  <a:cubicBezTo>
                    <a:pt x="634" y="585"/>
                    <a:pt x="640" y="586"/>
                    <a:pt x="645" y="586"/>
                  </a:cubicBezTo>
                  <a:cubicBezTo>
                    <a:pt x="686" y="586"/>
                    <a:pt x="710" y="520"/>
                    <a:pt x="670" y="500"/>
                  </a:cubicBezTo>
                  <a:cubicBezTo>
                    <a:pt x="437" y="370"/>
                    <a:pt x="238" y="225"/>
                    <a:pt x="78" y="13"/>
                  </a:cubicBezTo>
                  <a:cubicBezTo>
                    <a:pt x="72" y="4"/>
                    <a:pt x="63" y="1"/>
                    <a:pt x="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1"/>
            <p:cNvSpPr/>
            <p:nvPr/>
          </p:nvSpPr>
          <p:spPr>
            <a:xfrm>
              <a:off x="684214" y="1663149"/>
              <a:ext cx="18220" cy="14825"/>
            </a:xfrm>
            <a:custGeom>
              <a:rect b="b" l="l" r="r" t="t"/>
              <a:pathLst>
                <a:path extrusionOk="0" h="524" w="644">
                  <a:moveTo>
                    <a:pt x="69" y="1"/>
                  </a:moveTo>
                  <a:cubicBezTo>
                    <a:pt x="32" y="1"/>
                    <a:pt x="1" y="43"/>
                    <a:pt x="35" y="72"/>
                  </a:cubicBezTo>
                  <a:cubicBezTo>
                    <a:pt x="205" y="217"/>
                    <a:pt x="378" y="399"/>
                    <a:pt x="571" y="518"/>
                  </a:cubicBezTo>
                  <a:cubicBezTo>
                    <a:pt x="578" y="522"/>
                    <a:pt x="585" y="524"/>
                    <a:pt x="591" y="524"/>
                  </a:cubicBezTo>
                  <a:cubicBezTo>
                    <a:pt x="621" y="524"/>
                    <a:pt x="643" y="485"/>
                    <a:pt x="619" y="460"/>
                  </a:cubicBezTo>
                  <a:cubicBezTo>
                    <a:pt x="473" y="293"/>
                    <a:pt x="269" y="156"/>
                    <a:pt x="99" y="12"/>
                  </a:cubicBezTo>
                  <a:cubicBezTo>
                    <a:pt x="89" y="4"/>
                    <a:pt x="79" y="1"/>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1"/>
            <p:cNvSpPr/>
            <p:nvPr/>
          </p:nvSpPr>
          <p:spPr>
            <a:xfrm>
              <a:off x="521140" y="1860172"/>
              <a:ext cx="24020" cy="12534"/>
            </a:xfrm>
            <a:custGeom>
              <a:rect b="b" l="l" r="r" t="t"/>
              <a:pathLst>
                <a:path extrusionOk="0" h="443" w="849">
                  <a:moveTo>
                    <a:pt x="34" y="1"/>
                  </a:moveTo>
                  <a:cubicBezTo>
                    <a:pt x="10" y="1"/>
                    <a:pt x="0" y="35"/>
                    <a:pt x="21" y="50"/>
                  </a:cubicBezTo>
                  <a:cubicBezTo>
                    <a:pt x="232" y="206"/>
                    <a:pt x="513" y="383"/>
                    <a:pt x="770" y="441"/>
                  </a:cubicBezTo>
                  <a:cubicBezTo>
                    <a:pt x="773" y="442"/>
                    <a:pt x="776" y="442"/>
                    <a:pt x="779" y="442"/>
                  </a:cubicBezTo>
                  <a:cubicBezTo>
                    <a:pt x="813" y="442"/>
                    <a:pt x="848" y="399"/>
                    <a:pt x="813" y="369"/>
                  </a:cubicBezTo>
                  <a:cubicBezTo>
                    <a:pt x="610" y="198"/>
                    <a:pt x="296" y="78"/>
                    <a:pt x="43" y="2"/>
                  </a:cubicBezTo>
                  <a:cubicBezTo>
                    <a:pt x="40" y="1"/>
                    <a:pt x="36" y="1"/>
                    <a:pt x="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1"/>
            <p:cNvSpPr/>
            <p:nvPr/>
          </p:nvSpPr>
          <p:spPr>
            <a:xfrm>
              <a:off x="561003" y="1869084"/>
              <a:ext cx="27557" cy="12449"/>
            </a:xfrm>
            <a:custGeom>
              <a:rect b="b" l="l" r="r" t="t"/>
              <a:pathLst>
                <a:path extrusionOk="0" h="440" w="974">
                  <a:moveTo>
                    <a:pt x="40" y="1"/>
                  </a:moveTo>
                  <a:cubicBezTo>
                    <a:pt x="6" y="1"/>
                    <a:pt x="0" y="52"/>
                    <a:pt x="25" y="69"/>
                  </a:cubicBezTo>
                  <a:cubicBezTo>
                    <a:pt x="158" y="164"/>
                    <a:pt x="315" y="221"/>
                    <a:pt x="464" y="283"/>
                  </a:cubicBezTo>
                  <a:cubicBezTo>
                    <a:pt x="613" y="344"/>
                    <a:pt x="758" y="418"/>
                    <a:pt x="921" y="439"/>
                  </a:cubicBezTo>
                  <a:cubicBezTo>
                    <a:pt x="923" y="439"/>
                    <a:pt x="925" y="439"/>
                    <a:pt x="927" y="439"/>
                  </a:cubicBezTo>
                  <a:cubicBezTo>
                    <a:pt x="969" y="439"/>
                    <a:pt x="973" y="380"/>
                    <a:pt x="946" y="357"/>
                  </a:cubicBezTo>
                  <a:cubicBezTo>
                    <a:pt x="815" y="257"/>
                    <a:pt x="653" y="211"/>
                    <a:pt x="502" y="149"/>
                  </a:cubicBezTo>
                  <a:cubicBezTo>
                    <a:pt x="354" y="91"/>
                    <a:pt x="206" y="24"/>
                    <a:pt x="46" y="1"/>
                  </a:cubicBezTo>
                  <a:cubicBezTo>
                    <a:pt x="44" y="1"/>
                    <a:pt x="42" y="1"/>
                    <a:pt x="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1"/>
            <p:cNvSpPr/>
            <p:nvPr/>
          </p:nvSpPr>
          <p:spPr>
            <a:xfrm>
              <a:off x="587739" y="1869027"/>
              <a:ext cx="20229" cy="11232"/>
            </a:xfrm>
            <a:custGeom>
              <a:rect b="b" l="l" r="r" t="t"/>
              <a:pathLst>
                <a:path extrusionOk="0" h="397" w="715">
                  <a:moveTo>
                    <a:pt x="81" y="0"/>
                  </a:moveTo>
                  <a:cubicBezTo>
                    <a:pt x="35" y="0"/>
                    <a:pt x="0" y="67"/>
                    <a:pt x="51" y="93"/>
                  </a:cubicBezTo>
                  <a:cubicBezTo>
                    <a:pt x="235" y="194"/>
                    <a:pt x="434" y="336"/>
                    <a:pt x="633" y="394"/>
                  </a:cubicBezTo>
                  <a:cubicBezTo>
                    <a:pt x="639" y="396"/>
                    <a:pt x="644" y="396"/>
                    <a:pt x="649" y="396"/>
                  </a:cubicBezTo>
                  <a:cubicBezTo>
                    <a:pt x="696" y="396"/>
                    <a:pt x="715" y="333"/>
                    <a:pt x="675" y="298"/>
                  </a:cubicBezTo>
                  <a:cubicBezTo>
                    <a:pt x="515" y="172"/>
                    <a:pt x="288" y="98"/>
                    <a:pt x="104" y="6"/>
                  </a:cubicBezTo>
                  <a:cubicBezTo>
                    <a:pt x="96" y="2"/>
                    <a:pt x="88" y="0"/>
                    <a:pt x="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1"/>
            <p:cNvSpPr/>
            <p:nvPr/>
          </p:nvSpPr>
          <p:spPr>
            <a:xfrm>
              <a:off x="2002324" y="1624927"/>
              <a:ext cx="296817" cy="241788"/>
            </a:xfrm>
            <a:custGeom>
              <a:rect b="b" l="l" r="r" t="t"/>
              <a:pathLst>
                <a:path extrusionOk="0" h="8546" w="10491">
                  <a:moveTo>
                    <a:pt x="10490" y="1"/>
                  </a:moveTo>
                  <a:cubicBezTo>
                    <a:pt x="10483" y="4"/>
                    <a:pt x="10476" y="10"/>
                    <a:pt x="10470" y="15"/>
                  </a:cubicBezTo>
                  <a:cubicBezTo>
                    <a:pt x="10476" y="11"/>
                    <a:pt x="10483" y="5"/>
                    <a:pt x="10490" y="2"/>
                  </a:cubicBezTo>
                  <a:lnTo>
                    <a:pt x="10490" y="1"/>
                  </a:lnTo>
                  <a:close/>
                  <a:moveTo>
                    <a:pt x="10135" y="265"/>
                  </a:moveTo>
                  <a:cubicBezTo>
                    <a:pt x="10119" y="277"/>
                    <a:pt x="10102" y="287"/>
                    <a:pt x="10083" y="299"/>
                  </a:cubicBezTo>
                  <a:cubicBezTo>
                    <a:pt x="10047" y="321"/>
                    <a:pt x="10009" y="343"/>
                    <a:pt x="9971" y="358"/>
                  </a:cubicBezTo>
                  <a:cubicBezTo>
                    <a:pt x="10009" y="343"/>
                    <a:pt x="10047" y="322"/>
                    <a:pt x="10083" y="300"/>
                  </a:cubicBezTo>
                  <a:cubicBezTo>
                    <a:pt x="10102" y="287"/>
                    <a:pt x="10119" y="277"/>
                    <a:pt x="10135" y="265"/>
                  </a:cubicBezTo>
                  <a:close/>
                  <a:moveTo>
                    <a:pt x="6031" y="811"/>
                  </a:moveTo>
                  <a:cubicBezTo>
                    <a:pt x="5915" y="811"/>
                    <a:pt x="5798" y="811"/>
                    <a:pt x="5682" y="812"/>
                  </a:cubicBezTo>
                  <a:lnTo>
                    <a:pt x="6377" y="812"/>
                  </a:lnTo>
                  <a:cubicBezTo>
                    <a:pt x="6262" y="811"/>
                    <a:pt x="6147" y="811"/>
                    <a:pt x="6031" y="811"/>
                  </a:cubicBezTo>
                  <a:close/>
                  <a:moveTo>
                    <a:pt x="6377" y="812"/>
                  </a:moveTo>
                  <a:lnTo>
                    <a:pt x="6781" y="815"/>
                  </a:lnTo>
                  <a:lnTo>
                    <a:pt x="6781" y="812"/>
                  </a:lnTo>
                  <a:close/>
                  <a:moveTo>
                    <a:pt x="4856" y="831"/>
                  </a:moveTo>
                  <a:lnTo>
                    <a:pt x="4856" y="831"/>
                  </a:lnTo>
                  <a:cubicBezTo>
                    <a:pt x="4653" y="838"/>
                    <a:pt x="4455" y="851"/>
                    <a:pt x="4262" y="870"/>
                  </a:cubicBezTo>
                  <a:cubicBezTo>
                    <a:pt x="4457" y="853"/>
                    <a:pt x="4654" y="840"/>
                    <a:pt x="4856" y="831"/>
                  </a:cubicBezTo>
                  <a:close/>
                  <a:moveTo>
                    <a:pt x="9186" y="878"/>
                  </a:moveTo>
                  <a:cubicBezTo>
                    <a:pt x="9186" y="891"/>
                    <a:pt x="9188" y="904"/>
                    <a:pt x="9189" y="917"/>
                  </a:cubicBezTo>
                  <a:cubicBezTo>
                    <a:pt x="9189" y="904"/>
                    <a:pt x="9188" y="891"/>
                    <a:pt x="9186" y="878"/>
                  </a:cubicBezTo>
                  <a:close/>
                  <a:moveTo>
                    <a:pt x="9361" y="1045"/>
                  </a:moveTo>
                  <a:cubicBezTo>
                    <a:pt x="9378" y="1074"/>
                    <a:pt x="9394" y="1101"/>
                    <a:pt x="9411" y="1122"/>
                  </a:cubicBezTo>
                  <a:cubicBezTo>
                    <a:pt x="9397" y="1101"/>
                    <a:pt x="9379" y="1074"/>
                    <a:pt x="9361" y="1045"/>
                  </a:cubicBezTo>
                  <a:close/>
                  <a:moveTo>
                    <a:pt x="8728" y="1109"/>
                  </a:moveTo>
                  <a:cubicBezTo>
                    <a:pt x="8677" y="1122"/>
                    <a:pt x="8622" y="1132"/>
                    <a:pt x="8565" y="1144"/>
                  </a:cubicBezTo>
                  <a:cubicBezTo>
                    <a:pt x="8622" y="1132"/>
                    <a:pt x="8677" y="1123"/>
                    <a:pt x="8728" y="1109"/>
                  </a:cubicBezTo>
                  <a:close/>
                  <a:moveTo>
                    <a:pt x="8568" y="1144"/>
                  </a:moveTo>
                  <a:cubicBezTo>
                    <a:pt x="8511" y="1152"/>
                    <a:pt x="8452" y="1161"/>
                    <a:pt x="8395" y="1176"/>
                  </a:cubicBezTo>
                  <a:cubicBezTo>
                    <a:pt x="8453" y="1164"/>
                    <a:pt x="8511" y="1154"/>
                    <a:pt x="8568" y="1144"/>
                  </a:cubicBezTo>
                  <a:close/>
                  <a:moveTo>
                    <a:pt x="7914" y="1176"/>
                  </a:moveTo>
                  <a:cubicBezTo>
                    <a:pt x="7880" y="1181"/>
                    <a:pt x="7846" y="1183"/>
                    <a:pt x="7808" y="1186"/>
                  </a:cubicBezTo>
                  <a:cubicBezTo>
                    <a:pt x="7846" y="1186"/>
                    <a:pt x="7882" y="1183"/>
                    <a:pt x="7915" y="1178"/>
                  </a:cubicBezTo>
                  <a:lnTo>
                    <a:pt x="8395" y="1176"/>
                  </a:lnTo>
                  <a:close/>
                  <a:moveTo>
                    <a:pt x="9411" y="1122"/>
                  </a:moveTo>
                  <a:cubicBezTo>
                    <a:pt x="9431" y="1151"/>
                    <a:pt x="9452" y="1180"/>
                    <a:pt x="9473" y="1209"/>
                  </a:cubicBezTo>
                  <a:lnTo>
                    <a:pt x="9473" y="1209"/>
                  </a:lnTo>
                  <a:cubicBezTo>
                    <a:pt x="9452" y="1180"/>
                    <a:pt x="9433" y="1150"/>
                    <a:pt x="9411" y="1122"/>
                  </a:cubicBezTo>
                  <a:close/>
                  <a:moveTo>
                    <a:pt x="2440" y="1215"/>
                  </a:moveTo>
                  <a:cubicBezTo>
                    <a:pt x="2430" y="1215"/>
                    <a:pt x="2420" y="1216"/>
                    <a:pt x="2408" y="1218"/>
                  </a:cubicBezTo>
                  <a:cubicBezTo>
                    <a:pt x="2421" y="1218"/>
                    <a:pt x="2430" y="1215"/>
                    <a:pt x="2440" y="1215"/>
                  </a:cubicBezTo>
                  <a:close/>
                  <a:moveTo>
                    <a:pt x="9473" y="1209"/>
                  </a:moveTo>
                  <a:cubicBezTo>
                    <a:pt x="9480" y="1219"/>
                    <a:pt x="9488" y="1229"/>
                    <a:pt x="9496" y="1240"/>
                  </a:cubicBezTo>
                  <a:cubicBezTo>
                    <a:pt x="9488" y="1229"/>
                    <a:pt x="9480" y="1219"/>
                    <a:pt x="9473" y="1209"/>
                  </a:cubicBezTo>
                  <a:close/>
                  <a:moveTo>
                    <a:pt x="8892" y="1413"/>
                  </a:moveTo>
                  <a:lnTo>
                    <a:pt x="8892" y="1413"/>
                  </a:lnTo>
                  <a:cubicBezTo>
                    <a:pt x="8901" y="1424"/>
                    <a:pt x="8910" y="1436"/>
                    <a:pt x="8918" y="1447"/>
                  </a:cubicBezTo>
                  <a:lnTo>
                    <a:pt x="8918" y="1447"/>
                  </a:lnTo>
                  <a:cubicBezTo>
                    <a:pt x="8910" y="1436"/>
                    <a:pt x="8901" y="1424"/>
                    <a:pt x="8892" y="1413"/>
                  </a:cubicBezTo>
                  <a:close/>
                  <a:moveTo>
                    <a:pt x="8918" y="1447"/>
                  </a:moveTo>
                  <a:cubicBezTo>
                    <a:pt x="8929" y="1464"/>
                    <a:pt x="8940" y="1481"/>
                    <a:pt x="8951" y="1498"/>
                  </a:cubicBezTo>
                  <a:cubicBezTo>
                    <a:pt x="8940" y="1480"/>
                    <a:pt x="8929" y="1463"/>
                    <a:pt x="8918" y="1447"/>
                  </a:cubicBezTo>
                  <a:close/>
                  <a:moveTo>
                    <a:pt x="8951" y="1498"/>
                  </a:moveTo>
                  <a:cubicBezTo>
                    <a:pt x="8955" y="1503"/>
                    <a:pt x="8956" y="1510"/>
                    <a:pt x="8962" y="1517"/>
                  </a:cubicBezTo>
                  <a:cubicBezTo>
                    <a:pt x="8958" y="1510"/>
                    <a:pt x="8956" y="1503"/>
                    <a:pt x="8951" y="1498"/>
                  </a:cubicBezTo>
                  <a:close/>
                  <a:moveTo>
                    <a:pt x="2408" y="1218"/>
                  </a:moveTo>
                  <a:lnTo>
                    <a:pt x="2408" y="1218"/>
                  </a:lnTo>
                  <a:cubicBezTo>
                    <a:pt x="2341" y="1306"/>
                    <a:pt x="2274" y="1398"/>
                    <a:pt x="2204" y="1485"/>
                  </a:cubicBezTo>
                  <a:cubicBezTo>
                    <a:pt x="2122" y="1574"/>
                    <a:pt x="2036" y="1660"/>
                    <a:pt x="1947" y="1743"/>
                  </a:cubicBezTo>
                  <a:cubicBezTo>
                    <a:pt x="2037" y="1661"/>
                    <a:pt x="2122" y="1575"/>
                    <a:pt x="2207" y="1485"/>
                  </a:cubicBezTo>
                  <a:cubicBezTo>
                    <a:pt x="2276" y="1398"/>
                    <a:pt x="2343" y="1306"/>
                    <a:pt x="2408" y="1218"/>
                  </a:cubicBezTo>
                  <a:close/>
                  <a:moveTo>
                    <a:pt x="7642" y="2124"/>
                  </a:moveTo>
                  <a:cubicBezTo>
                    <a:pt x="7648" y="2134"/>
                    <a:pt x="7652" y="2147"/>
                    <a:pt x="7657" y="2160"/>
                  </a:cubicBezTo>
                  <a:cubicBezTo>
                    <a:pt x="7654" y="2147"/>
                    <a:pt x="7648" y="2134"/>
                    <a:pt x="7642" y="2124"/>
                  </a:cubicBezTo>
                  <a:close/>
                  <a:moveTo>
                    <a:pt x="6377" y="2205"/>
                  </a:moveTo>
                  <a:cubicBezTo>
                    <a:pt x="6377" y="2206"/>
                    <a:pt x="6377" y="2206"/>
                    <a:pt x="6377" y="2207"/>
                  </a:cubicBezTo>
                  <a:lnTo>
                    <a:pt x="6377" y="2207"/>
                  </a:lnTo>
                  <a:cubicBezTo>
                    <a:pt x="6377" y="2207"/>
                    <a:pt x="6377" y="2207"/>
                    <a:pt x="6377" y="2206"/>
                  </a:cubicBezTo>
                  <a:lnTo>
                    <a:pt x="6377" y="2205"/>
                  </a:lnTo>
                  <a:close/>
                  <a:moveTo>
                    <a:pt x="6377" y="2207"/>
                  </a:moveTo>
                  <a:cubicBezTo>
                    <a:pt x="6377" y="2212"/>
                    <a:pt x="6376" y="2220"/>
                    <a:pt x="6374" y="2225"/>
                  </a:cubicBezTo>
                  <a:cubicBezTo>
                    <a:pt x="6377" y="2220"/>
                    <a:pt x="6377" y="2213"/>
                    <a:pt x="6377" y="2207"/>
                  </a:cubicBezTo>
                  <a:close/>
                  <a:moveTo>
                    <a:pt x="7657" y="2160"/>
                  </a:moveTo>
                  <a:cubicBezTo>
                    <a:pt x="7664" y="2185"/>
                    <a:pt x="7674" y="2212"/>
                    <a:pt x="7681" y="2235"/>
                  </a:cubicBezTo>
                  <a:cubicBezTo>
                    <a:pt x="7674" y="2212"/>
                    <a:pt x="7667" y="2185"/>
                    <a:pt x="7657" y="2160"/>
                  </a:cubicBezTo>
                  <a:close/>
                  <a:moveTo>
                    <a:pt x="929" y="2317"/>
                  </a:moveTo>
                  <a:lnTo>
                    <a:pt x="929" y="2317"/>
                  </a:lnTo>
                  <a:cubicBezTo>
                    <a:pt x="886" y="2329"/>
                    <a:pt x="841" y="2337"/>
                    <a:pt x="793" y="2345"/>
                  </a:cubicBezTo>
                  <a:cubicBezTo>
                    <a:pt x="841" y="2339"/>
                    <a:pt x="886" y="2329"/>
                    <a:pt x="929" y="2317"/>
                  </a:cubicBezTo>
                  <a:close/>
                  <a:moveTo>
                    <a:pt x="793" y="2345"/>
                  </a:moveTo>
                  <a:cubicBezTo>
                    <a:pt x="765" y="2350"/>
                    <a:pt x="735" y="2356"/>
                    <a:pt x="707" y="2359"/>
                  </a:cubicBezTo>
                  <a:cubicBezTo>
                    <a:pt x="736" y="2358"/>
                    <a:pt x="765" y="2350"/>
                    <a:pt x="793" y="2345"/>
                  </a:cubicBezTo>
                  <a:close/>
                  <a:moveTo>
                    <a:pt x="445" y="2390"/>
                  </a:moveTo>
                  <a:lnTo>
                    <a:pt x="445" y="2390"/>
                  </a:lnTo>
                  <a:cubicBezTo>
                    <a:pt x="391" y="2392"/>
                    <a:pt x="336" y="2394"/>
                    <a:pt x="284" y="2394"/>
                  </a:cubicBezTo>
                  <a:cubicBezTo>
                    <a:pt x="297" y="2394"/>
                    <a:pt x="310" y="2394"/>
                    <a:pt x="324" y="2394"/>
                  </a:cubicBezTo>
                  <a:cubicBezTo>
                    <a:pt x="364" y="2394"/>
                    <a:pt x="405" y="2393"/>
                    <a:pt x="445" y="2390"/>
                  </a:cubicBezTo>
                  <a:close/>
                  <a:moveTo>
                    <a:pt x="284" y="2394"/>
                  </a:moveTo>
                  <a:cubicBezTo>
                    <a:pt x="236" y="2394"/>
                    <a:pt x="171" y="2395"/>
                    <a:pt x="103" y="2395"/>
                  </a:cubicBezTo>
                  <a:cubicBezTo>
                    <a:pt x="69" y="2395"/>
                    <a:pt x="34" y="2395"/>
                    <a:pt x="0" y="2394"/>
                  </a:cubicBezTo>
                  <a:lnTo>
                    <a:pt x="0" y="2394"/>
                  </a:lnTo>
                  <a:cubicBezTo>
                    <a:pt x="39" y="2396"/>
                    <a:pt x="78" y="2397"/>
                    <a:pt x="117" y="2397"/>
                  </a:cubicBezTo>
                  <a:cubicBezTo>
                    <a:pt x="180" y="2397"/>
                    <a:pt x="239" y="2395"/>
                    <a:pt x="284" y="2394"/>
                  </a:cubicBezTo>
                  <a:close/>
                  <a:moveTo>
                    <a:pt x="8461" y="2334"/>
                  </a:moveTo>
                  <a:cubicBezTo>
                    <a:pt x="8481" y="2379"/>
                    <a:pt x="8498" y="2423"/>
                    <a:pt x="8517" y="2467"/>
                  </a:cubicBezTo>
                  <a:cubicBezTo>
                    <a:pt x="8541" y="2519"/>
                    <a:pt x="8564" y="2574"/>
                    <a:pt x="8586" y="2627"/>
                  </a:cubicBezTo>
                  <a:cubicBezTo>
                    <a:pt x="8546" y="2526"/>
                    <a:pt x="8504" y="2429"/>
                    <a:pt x="8461" y="2334"/>
                  </a:cubicBezTo>
                  <a:close/>
                  <a:moveTo>
                    <a:pt x="7757" y="2807"/>
                  </a:moveTo>
                  <a:lnTo>
                    <a:pt x="7757" y="2807"/>
                  </a:lnTo>
                  <a:cubicBezTo>
                    <a:pt x="7776" y="2874"/>
                    <a:pt x="7795" y="2939"/>
                    <a:pt x="7817" y="3003"/>
                  </a:cubicBezTo>
                  <a:cubicBezTo>
                    <a:pt x="7806" y="2970"/>
                    <a:pt x="7795" y="2935"/>
                    <a:pt x="7786" y="2901"/>
                  </a:cubicBezTo>
                  <a:cubicBezTo>
                    <a:pt x="7776" y="2869"/>
                    <a:pt x="7766" y="2837"/>
                    <a:pt x="7757" y="2807"/>
                  </a:cubicBezTo>
                  <a:close/>
                  <a:moveTo>
                    <a:pt x="290" y="3596"/>
                  </a:moveTo>
                  <a:lnTo>
                    <a:pt x="290" y="3596"/>
                  </a:lnTo>
                  <a:cubicBezTo>
                    <a:pt x="303" y="3624"/>
                    <a:pt x="313" y="3650"/>
                    <a:pt x="326" y="3676"/>
                  </a:cubicBezTo>
                  <a:cubicBezTo>
                    <a:pt x="313" y="3650"/>
                    <a:pt x="303" y="3622"/>
                    <a:pt x="290" y="3596"/>
                  </a:cubicBezTo>
                  <a:close/>
                  <a:moveTo>
                    <a:pt x="8180" y="3868"/>
                  </a:moveTo>
                  <a:cubicBezTo>
                    <a:pt x="8184" y="3882"/>
                    <a:pt x="8189" y="3895"/>
                    <a:pt x="8193" y="3909"/>
                  </a:cubicBezTo>
                  <a:lnTo>
                    <a:pt x="8193" y="3909"/>
                  </a:lnTo>
                  <a:cubicBezTo>
                    <a:pt x="8189" y="3895"/>
                    <a:pt x="8185" y="3882"/>
                    <a:pt x="8180" y="3868"/>
                  </a:cubicBezTo>
                  <a:close/>
                  <a:moveTo>
                    <a:pt x="9031" y="3894"/>
                  </a:moveTo>
                  <a:cubicBezTo>
                    <a:pt x="9033" y="3902"/>
                    <a:pt x="9035" y="3909"/>
                    <a:pt x="9037" y="3916"/>
                  </a:cubicBezTo>
                  <a:lnTo>
                    <a:pt x="9037" y="3916"/>
                  </a:lnTo>
                  <a:cubicBezTo>
                    <a:pt x="9035" y="3909"/>
                    <a:pt x="9033" y="3902"/>
                    <a:pt x="9031" y="3894"/>
                  </a:cubicBezTo>
                  <a:close/>
                  <a:moveTo>
                    <a:pt x="9037" y="3916"/>
                  </a:moveTo>
                  <a:cubicBezTo>
                    <a:pt x="9044" y="3939"/>
                    <a:pt x="9050" y="3963"/>
                    <a:pt x="9056" y="3986"/>
                  </a:cubicBezTo>
                  <a:lnTo>
                    <a:pt x="9056" y="3986"/>
                  </a:lnTo>
                  <a:cubicBezTo>
                    <a:pt x="9050" y="3963"/>
                    <a:pt x="9044" y="3940"/>
                    <a:pt x="9037" y="3916"/>
                  </a:cubicBezTo>
                  <a:close/>
                  <a:moveTo>
                    <a:pt x="9056" y="3986"/>
                  </a:moveTo>
                  <a:lnTo>
                    <a:pt x="9056" y="3986"/>
                  </a:lnTo>
                  <a:cubicBezTo>
                    <a:pt x="9064" y="4016"/>
                    <a:pt x="9071" y="4046"/>
                    <a:pt x="9078" y="4076"/>
                  </a:cubicBezTo>
                  <a:lnTo>
                    <a:pt x="9062" y="4006"/>
                  </a:lnTo>
                  <a:cubicBezTo>
                    <a:pt x="9060" y="4000"/>
                    <a:pt x="9058" y="3993"/>
                    <a:pt x="9056" y="3986"/>
                  </a:cubicBezTo>
                  <a:close/>
                  <a:moveTo>
                    <a:pt x="326" y="3676"/>
                  </a:moveTo>
                  <a:cubicBezTo>
                    <a:pt x="386" y="3817"/>
                    <a:pt x="445" y="3957"/>
                    <a:pt x="503" y="4098"/>
                  </a:cubicBezTo>
                  <a:cubicBezTo>
                    <a:pt x="448" y="3957"/>
                    <a:pt x="390" y="3817"/>
                    <a:pt x="326" y="3676"/>
                  </a:cubicBezTo>
                  <a:close/>
                  <a:moveTo>
                    <a:pt x="8193" y="3909"/>
                  </a:moveTo>
                  <a:cubicBezTo>
                    <a:pt x="8199" y="3926"/>
                    <a:pt x="8204" y="3943"/>
                    <a:pt x="8208" y="3960"/>
                  </a:cubicBezTo>
                  <a:cubicBezTo>
                    <a:pt x="8235" y="4050"/>
                    <a:pt x="8264" y="4139"/>
                    <a:pt x="8293" y="4227"/>
                  </a:cubicBezTo>
                  <a:cubicBezTo>
                    <a:pt x="8261" y="4123"/>
                    <a:pt x="8228" y="4015"/>
                    <a:pt x="8193" y="3909"/>
                  </a:cubicBezTo>
                  <a:close/>
                  <a:moveTo>
                    <a:pt x="8577" y="5012"/>
                  </a:moveTo>
                  <a:cubicBezTo>
                    <a:pt x="8597" y="5089"/>
                    <a:pt x="8621" y="5164"/>
                    <a:pt x="8642" y="5236"/>
                  </a:cubicBezTo>
                  <a:lnTo>
                    <a:pt x="8577" y="5012"/>
                  </a:lnTo>
                  <a:close/>
                  <a:moveTo>
                    <a:pt x="8642" y="5236"/>
                  </a:moveTo>
                  <a:cubicBezTo>
                    <a:pt x="8648" y="5258"/>
                    <a:pt x="8657" y="5281"/>
                    <a:pt x="8666" y="5305"/>
                  </a:cubicBezTo>
                  <a:cubicBezTo>
                    <a:pt x="8658" y="5281"/>
                    <a:pt x="8651" y="5260"/>
                    <a:pt x="8642" y="5236"/>
                  </a:cubicBezTo>
                  <a:close/>
                  <a:moveTo>
                    <a:pt x="8949" y="6176"/>
                  </a:moveTo>
                  <a:lnTo>
                    <a:pt x="8949" y="6176"/>
                  </a:lnTo>
                  <a:lnTo>
                    <a:pt x="8949" y="6176"/>
                  </a:lnTo>
                  <a:close/>
                  <a:moveTo>
                    <a:pt x="8949" y="6176"/>
                  </a:moveTo>
                  <a:lnTo>
                    <a:pt x="8949" y="6210"/>
                  </a:lnTo>
                  <a:lnTo>
                    <a:pt x="8951" y="6210"/>
                  </a:lnTo>
                  <a:lnTo>
                    <a:pt x="8949" y="6176"/>
                  </a:lnTo>
                  <a:lnTo>
                    <a:pt x="8949" y="6176"/>
                  </a:lnTo>
                  <a:cubicBezTo>
                    <a:pt x="8950" y="6176"/>
                    <a:pt x="8950" y="6176"/>
                    <a:pt x="8950" y="6176"/>
                  </a:cubicBezTo>
                  <a:cubicBezTo>
                    <a:pt x="8950" y="6176"/>
                    <a:pt x="8950" y="6176"/>
                    <a:pt x="8949" y="6176"/>
                  </a:cubicBezTo>
                  <a:close/>
                  <a:moveTo>
                    <a:pt x="6610" y="6219"/>
                  </a:moveTo>
                  <a:lnTo>
                    <a:pt x="6621" y="6221"/>
                  </a:lnTo>
                  <a:lnTo>
                    <a:pt x="6621" y="6219"/>
                  </a:lnTo>
                  <a:close/>
                  <a:moveTo>
                    <a:pt x="6642" y="6372"/>
                  </a:moveTo>
                  <a:cubicBezTo>
                    <a:pt x="6652" y="6401"/>
                    <a:pt x="6661" y="6431"/>
                    <a:pt x="6668" y="6460"/>
                  </a:cubicBezTo>
                  <a:cubicBezTo>
                    <a:pt x="6666" y="6450"/>
                    <a:pt x="6665" y="6442"/>
                    <a:pt x="6661" y="6431"/>
                  </a:cubicBezTo>
                  <a:cubicBezTo>
                    <a:pt x="6656" y="6413"/>
                    <a:pt x="6649" y="6392"/>
                    <a:pt x="6642" y="6372"/>
                  </a:cubicBezTo>
                  <a:close/>
                  <a:moveTo>
                    <a:pt x="7904" y="6522"/>
                  </a:moveTo>
                  <a:cubicBezTo>
                    <a:pt x="7917" y="6549"/>
                    <a:pt x="7930" y="6575"/>
                    <a:pt x="7943" y="6602"/>
                  </a:cubicBezTo>
                  <a:lnTo>
                    <a:pt x="7943" y="6602"/>
                  </a:lnTo>
                  <a:cubicBezTo>
                    <a:pt x="7930" y="6575"/>
                    <a:pt x="7917" y="6548"/>
                    <a:pt x="7904" y="6522"/>
                  </a:cubicBezTo>
                  <a:close/>
                  <a:moveTo>
                    <a:pt x="7943" y="6602"/>
                  </a:moveTo>
                  <a:cubicBezTo>
                    <a:pt x="7974" y="6663"/>
                    <a:pt x="8004" y="6724"/>
                    <a:pt x="8034" y="6785"/>
                  </a:cubicBezTo>
                  <a:lnTo>
                    <a:pt x="8034" y="6785"/>
                  </a:lnTo>
                  <a:cubicBezTo>
                    <a:pt x="8020" y="6756"/>
                    <a:pt x="8007" y="6728"/>
                    <a:pt x="7994" y="6699"/>
                  </a:cubicBezTo>
                  <a:cubicBezTo>
                    <a:pt x="7976" y="6666"/>
                    <a:pt x="7960" y="6634"/>
                    <a:pt x="7943" y="6602"/>
                  </a:cubicBezTo>
                  <a:close/>
                  <a:moveTo>
                    <a:pt x="8034" y="6785"/>
                  </a:moveTo>
                  <a:cubicBezTo>
                    <a:pt x="8078" y="6878"/>
                    <a:pt x="8125" y="6972"/>
                    <a:pt x="8171" y="7064"/>
                  </a:cubicBezTo>
                  <a:cubicBezTo>
                    <a:pt x="8125" y="6972"/>
                    <a:pt x="8080" y="6878"/>
                    <a:pt x="8034" y="6785"/>
                  </a:cubicBezTo>
                  <a:close/>
                  <a:moveTo>
                    <a:pt x="6354" y="7301"/>
                  </a:moveTo>
                  <a:cubicBezTo>
                    <a:pt x="6363" y="7328"/>
                    <a:pt x="6370" y="7353"/>
                    <a:pt x="6380" y="7376"/>
                  </a:cubicBezTo>
                  <a:cubicBezTo>
                    <a:pt x="6373" y="7352"/>
                    <a:pt x="6363" y="7326"/>
                    <a:pt x="6354" y="7301"/>
                  </a:cubicBezTo>
                  <a:close/>
                  <a:moveTo>
                    <a:pt x="6445" y="8404"/>
                  </a:moveTo>
                  <a:cubicBezTo>
                    <a:pt x="6455" y="8443"/>
                    <a:pt x="6465" y="8481"/>
                    <a:pt x="6475" y="8518"/>
                  </a:cubicBezTo>
                  <a:lnTo>
                    <a:pt x="6475" y="8518"/>
                  </a:lnTo>
                  <a:cubicBezTo>
                    <a:pt x="6473" y="8512"/>
                    <a:pt x="6472" y="8507"/>
                    <a:pt x="6470" y="8500"/>
                  </a:cubicBezTo>
                  <a:cubicBezTo>
                    <a:pt x="6463" y="8470"/>
                    <a:pt x="6454" y="8436"/>
                    <a:pt x="6445" y="8404"/>
                  </a:cubicBezTo>
                  <a:close/>
                  <a:moveTo>
                    <a:pt x="6475" y="8518"/>
                  </a:moveTo>
                  <a:cubicBezTo>
                    <a:pt x="6477" y="8528"/>
                    <a:pt x="6479" y="8536"/>
                    <a:pt x="6482" y="8545"/>
                  </a:cubicBezTo>
                  <a:cubicBezTo>
                    <a:pt x="6480" y="8536"/>
                    <a:pt x="6477" y="8527"/>
                    <a:pt x="6475" y="85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
            <p:cNvSpPr/>
            <p:nvPr/>
          </p:nvSpPr>
          <p:spPr>
            <a:xfrm>
              <a:off x="1538057" y="1151776"/>
              <a:ext cx="845465" cy="670928"/>
            </a:xfrm>
            <a:custGeom>
              <a:rect b="b" l="l" r="r" t="t"/>
              <a:pathLst>
                <a:path extrusionOk="0" h="23714" w="29883">
                  <a:moveTo>
                    <a:pt x="23452" y="206"/>
                  </a:moveTo>
                  <a:cubicBezTo>
                    <a:pt x="23452" y="207"/>
                    <a:pt x="23452" y="209"/>
                    <a:pt x="23452" y="210"/>
                  </a:cubicBezTo>
                  <a:lnTo>
                    <a:pt x="23452" y="210"/>
                  </a:lnTo>
                  <a:cubicBezTo>
                    <a:pt x="23452" y="209"/>
                    <a:pt x="23452" y="207"/>
                    <a:pt x="23452" y="206"/>
                  </a:cubicBezTo>
                  <a:close/>
                  <a:moveTo>
                    <a:pt x="23452" y="210"/>
                  </a:moveTo>
                  <a:cubicBezTo>
                    <a:pt x="23453" y="229"/>
                    <a:pt x="23455" y="248"/>
                    <a:pt x="23460" y="268"/>
                  </a:cubicBezTo>
                  <a:cubicBezTo>
                    <a:pt x="23456" y="249"/>
                    <a:pt x="23453" y="230"/>
                    <a:pt x="23452" y="210"/>
                  </a:cubicBezTo>
                  <a:close/>
                  <a:moveTo>
                    <a:pt x="9945" y="466"/>
                  </a:moveTo>
                  <a:cubicBezTo>
                    <a:pt x="9935" y="466"/>
                    <a:pt x="9926" y="467"/>
                    <a:pt x="9917" y="470"/>
                  </a:cubicBezTo>
                  <a:lnTo>
                    <a:pt x="9945" y="466"/>
                  </a:lnTo>
                  <a:close/>
                  <a:moveTo>
                    <a:pt x="10426" y="466"/>
                  </a:moveTo>
                  <a:lnTo>
                    <a:pt x="10454" y="470"/>
                  </a:lnTo>
                  <a:cubicBezTo>
                    <a:pt x="10444" y="467"/>
                    <a:pt x="10435" y="466"/>
                    <a:pt x="10426" y="466"/>
                  </a:cubicBezTo>
                  <a:close/>
                  <a:moveTo>
                    <a:pt x="10454" y="470"/>
                  </a:moveTo>
                  <a:lnTo>
                    <a:pt x="10454" y="470"/>
                  </a:lnTo>
                  <a:cubicBezTo>
                    <a:pt x="10566" y="473"/>
                    <a:pt x="10681" y="478"/>
                    <a:pt x="10795" y="480"/>
                  </a:cubicBezTo>
                  <a:cubicBezTo>
                    <a:pt x="10681" y="476"/>
                    <a:pt x="10566" y="473"/>
                    <a:pt x="10454" y="470"/>
                  </a:cubicBezTo>
                  <a:close/>
                  <a:moveTo>
                    <a:pt x="23460" y="268"/>
                  </a:moveTo>
                  <a:cubicBezTo>
                    <a:pt x="23460" y="344"/>
                    <a:pt x="23463" y="421"/>
                    <a:pt x="23463" y="498"/>
                  </a:cubicBezTo>
                  <a:cubicBezTo>
                    <a:pt x="23463" y="422"/>
                    <a:pt x="23462" y="344"/>
                    <a:pt x="23460" y="268"/>
                  </a:cubicBezTo>
                  <a:close/>
                  <a:moveTo>
                    <a:pt x="22787" y="1"/>
                  </a:moveTo>
                  <a:lnTo>
                    <a:pt x="22787" y="725"/>
                  </a:lnTo>
                  <a:lnTo>
                    <a:pt x="22787" y="728"/>
                  </a:lnTo>
                  <a:cubicBezTo>
                    <a:pt x="22787" y="729"/>
                    <a:pt x="22790" y="729"/>
                    <a:pt x="22790" y="729"/>
                  </a:cubicBezTo>
                  <a:lnTo>
                    <a:pt x="22790" y="4"/>
                  </a:lnTo>
                  <a:cubicBezTo>
                    <a:pt x="22790" y="2"/>
                    <a:pt x="22787" y="1"/>
                    <a:pt x="22787" y="1"/>
                  </a:cubicBezTo>
                  <a:close/>
                  <a:moveTo>
                    <a:pt x="448" y="822"/>
                  </a:moveTo>
                  <a:cubicBezTo>
                    <a:pt x="429" y="822"/>
                    <a:pt x="409" y="822"/>
                    <a:pt x="388" y="824"/>
                  </a:cubicBezTo>
                  <a:lnTo>
                    <a:pt x="387" y="825"/>
                  </a:lnTo>
                  <a:cubicBezTo>
                    <a:pt x="407" y="824"/>
                    <a:pt x="426" y="824"/>
                    <a:pt x="448" y="822"/>
                  </a:cubicBezTo>
                  <a:close/>
                  <a:moveTo>
                    <a:pt x="349" y="826"/>
                  </a:moveTo>
                  <a:cubicBezTo>
                    <a:pt x="343" y="828"/>
                    <a:pt x="337" y="828"/>
                    <a:pt x="332" y="829"/>
                  </a:cubicBezTo>
                  <a:cubicBezTo>
                    <a:pt x="342" y="829"/>
                    <a:pt x="351" y="828"/>
                    <a:pt x="359" y="826"/>
                  </a:cubicBezTo>
                  <a:close/>
                  <a:moveTo>
                    <a:pt x="448" y="822"/>
                  </a:moveTo>
                  <a:cubicBezTo>
                    <a:pt x="606" y="823"/>
                    <a:pt x="766" y="839"/>
                    <a:pt x="919" y="839"/>
                  </a:cubicBezTo>
                  <a:cubicBezTo>
                    <a:pt x="992" y="839"/>
                    <a:pt x="1063" y="836"/>
                    <a:pt x="1131" y="825"/>
                  </a:cubicBezTo>
                  <a:lnTo>
                    <a:pt x="1131" y="825"/>
                  </a:lnTo>
                  <a:cubicBezTo>
                    <a:pt x="1065" y="835"/>
                    <a:pt x="996" y="838"/>
                    <a:pt x="925" y="838"/>
                  </a:cubicBezTo>
                  <a:cubicBezTo>
                    <a:pt x="770" y="838"/>
                    <a:pt x="608" y="822"/>
                    <a:pt x="448" y="822"/>
                  </a:cubicBezTo>
                  <a:close/>
                  <a:moveTo>
                    <a:pt x="279" y="835"/>
                  </a:moveTo>
                  <a:lnTo>
                    <a:pt x="279" y="835"/>
                  </a:lnTo>
                  <a:cubicBezTo>
                    <a:pt x="262" y="837"/>
                    <a:pt x="244" y="840"/>
                    <a:pt x="230" y="840"/>
                  </a:cubicBezTo>
                  <a:cubicBezTo>
                    <a:pt x="229" y="842"/>
                    <a:pt x="228" y="842"/>
                    <a:pt x="227" y="842"/>
                  </a:cubicBezTo>
                  <a:lnTo>
                    <a:pt x="227" y="842"/>
                  </a:lnTo>
                  <a:cubicBezTo>
                    <a:pt x="243" y="840"/>
                    <a:pt x="262" y="838"/>
                    <a:pt x="279" y="835"/>
                  </a:cubicBezTo>
                  <a:close/>
                  <a:moveTo>
                    <a:pt x="227" y="842"/>
                  </a:moveTo>
                  <a:cubicBezTo>
                    <a:pt x="227" y="842"/>
                    <a:pt x="227" y="842"/>
                    <a:pt x="227" y="842"/>
                  </a:cubicBezTo>
                  <a:cubicBezTo>
                    <a:pt x="227" y="842"/>
                    <a:pt x="227" y="842"/>
                    <a:pt x="227" y="842"/>
                  </a:cubicBezTo>
                  <a:close/>
                  <a:moveTo>
                    <a:pt x="225" y="842"/>
                  </a:moveTo>
                  <a:lnTo>
                    <a:pt x="225" y="842"/>
                  </a:lnTo>
                  <a:cubicBezTo>
                    <a:pt x="205" y="845"/>
                    <a:pt x="186" y="848"/>
                    <a:pt x="164" y="851"/>
                  </a:cubicBezTo>
                  <a:cubicBezTo>
                    <a:pt x="130" y="856"/>
                    <a:pt x="96" y="860"/>
                    <a:pt x="57" y="864"/>
                  </a:cubicBezTo>
                  <a:cubicBezTo>
                    <a:pt x="38" y="866"/>
                    <a:pt x="20" y="866"/>
                    <a:pt x="0" y="866"/>
                  </a:cubicBezTo>
                  <a:lnTo>
                    <a:pt x="141" y="893"/>
                  </a:lnTo>
                  <a:cubicBezTo>
                    <a:pt x="169" y="876"/>
                    <a:pt x="198" y="860"/>
                    <a:pt x="225" y="842"/>
                  </a:cubicBezTo>
                  <a:close/>
                  <a:moveTo>
                    <a:pt x="2701" y="892"/>
                  </a:moveTo>
                  <a:lnTo>
                    <a:pt x="2701" y="892"/>
                  </a:lnTo>
                  <a:cubicBezTo>
                    <a:pt x="2731" y="902"/>
                    <a:pt x="2763" y="914"/>
                    <a:pt x="2792" y="922"/>
                  </a:cubicBezTo>
                  <a:cubicBezTo>
                    <a:pt x="2821" y="933"/>
                    <a:pt x="2850" y="944"/>
                    <a:pt x="2879" y="952"/>
                  </a:cubicBezTo>
                  <a:cubicBezTo>
                    <a:pt x="2858" y="946"/>
                    <a:pt x="2840" y="938"/>
                    <a:pt x="2821" y="931"/>
                  </a:cubicBezTo>
                  <a:cubicBezTo>
                    <a:pt x="2780" y="918"/>
                    <a:pt x="2742" y="904"/>
                    <a:pt x="2701" y="892"/>
                  </a:cubicBezTo>
                  <a:close/>
                  <a:moveTo>
                    <a:pt x="2879" y="952"/>
                  </a:moveTo>
                  <a:cubicBezTo>
                    <a:pt x="2889" y="954"/>
                    <a:pt x="2898" y="959"/>
                    <a:pt x="2905" y="960"/>
                  </a:cubicBezTo>
                  <a:cubicBezTo>
                    <a:pt x="2896" y="957"/>
                    <a:pt x="2888" y="953"/>
                    <a:pt x="2879" y="952"/>
                  </a:cubicBezTo>
                  <a:close/>
                  <a:moveTo>
                    <a:pt x="3843" y="946"/>
                  </a:moveTo>
                  <a:lnTo>
                    <a:pt x="3843" y="946"/>
                  </a:lnTo>
                  <a:cubicBezTo>
                    <a:pt x="3805" y="953"/>
                    <a:pt x="3769" y="960"/>
                    <a:pt x="3731" y="972"/>
                  </a:cubicBezTo>
                  <a:cubicBezTo>
                    <a:pt x="3769" y="962"/>
                    <a:pt x="3805" y="954"/>
                    <a:pt x="3843" y="946"/>
                  </a:cubicBezTo>
                  <a:close/>
                  <a:moveTo>
                    <a:pt x="6700" y="972"/>
                  </a:moveTo>
                  <a:cubicBezTo>
                    <a:pt x="6669" y="972"/>
                    <a:pt x="6637" y="972"/>
                    <a:pt x="6605" y="973"/>
                  </a:cubicBezTo>
                  <a:lnTo>
                    <a:pt x="6765" y="973"/>
                  </a:lnTo>
                  <a:cubicBezTo>
                    <a:pt x="6743" y="972"/>
                    <a:pt x="6722" y="972"/>
                    <a:pt x="6700" y="972"/>
                  </a:cubicBezTo>
                  <a:close/>
                  <a:moveTo>
                    <a:pt x="3731" y="972"/>
                  </a:moveTo>
                  <a:cubicBezTo>
                    <a:pt x="3665" y="986"/>
                    <a:pt x="3601" y="986"/>
                    <a:pt x="3537" y="988"/>
                  </a:cubicBezTo>
                  <a:cubicBezTo>
                    <a:pt x="3601" y="988"/>
                    <a:pt x="3665" y="988"/>
                    <a:pt x="3731" y="972"/>
                  </a:cubicBezTo>
                  <a:close/>
                  <a:moveTo>
                    <a:pt x="24087" y="1161"/>
                  </a:moveTo>
                  <a:cubicBezTo>
                    <a:pt x="24081" y="1176"/>
                    <a:pt x="24075" y="1192"/>
                    <a:pt x="24069" y="1208"/>
                  </a:cubicBezTo>
                  <a:lnTo>
                    <a:pt x="24069" y="1208"/>
                  </a:lnTo>
                  <a:cubicBezTo>
                    <a:pt x="24076" y="1191"/>
                    <a:pt x="24082" y="1175"/>
                    <a:pt x="24087" y="1161"/>
                  </a:cubicBezTo>
                  <a:close/>
                  <a:moveTo>
                    <a:pt x="24069" y="1208"/>
                  </a:moveTo>
                  <a:cubicBezTo>
                    <a:pt x="24068" y="1211"/>
                    <a:pt x="24066" y="1213"/>
                    <a:pt x="24065" y="1216"/>
                  </a:cubicBezTo>
                  <a:cubicBezTo>
                    <a:pt x="24060" y="1230"/>
                    <a:pt x="24056" y="1244"/>
                    <a:pt x="24051" y="1259"/>
                  </a:cubicBezTo>
                  <a:lnTo>
                    <a:pt x="24051" y="1259"/>
                  </a:lnTo>
                  <a:cubicBezTo>
                    <a:pt x="24057" y="1241"/>
                    <a:pt x="24063" y="1224"/>
                    <a:pt x="24069" y="1208"/>
                  </a:cubicBezTo>
                  <a:close/>
                  <a:moveTo>
                    <a:pt x="24602" y="1250"/>
                  </a:moveTo>
                  <a:lnTo>
                    <a:pt x="24602" y="1260"/>
                  </a:lnTo>
                  <a:lnTo>
                    <a:pt x="24603" y="1260"/>
                  </a:lnTo>
                  <a:lnTo>
                    <a:pt x="24602" y="1250"/>
                  </a:lnTo>
                  <a:close/>
                  <a:moveTo>
                    <a:pt x="24051" y="1259"/>
                  </a:moveTo>
                  <a:lnTo>
                    <a:pt x="24051" y="1259"/>
                  </a:lnTo>
                  <a:cubicBezTo>
                    <a:pt x="24049" y="1265"/>
                    <a:pt x="24047" y="1271"/>
                    <a:pt x="24045" y="1277"/>
                  </a:cubicBezTo>
                  <a:cubicBezTo>
                    <a:pt x="24047" y="1271"/>
                    <a:pt x="24049" y="1265"/>
                    <a:pt x="24051" y="1259"/>
                  </a:cubicBezTo>
                  <a:close/>
                  <a:moveTo>
                    <a:pt x="12856" y="1260"/>
                  </a:moveTo>
                  <a:lnTo>
                    <a:pt x="12856" y="1260"/>
                  </a:lnTo>
                  <a:cubicBezTo>
                    <a:pt x="12803" y="1344"/>
                    <a:pt x="12752" y="1427"/>
                    <a:pt x="12703" y="1513"/>
                  </a:cubicBezTo>
                  <a:cubicBezTo>
                    <a:pt x="12754" y="1427"/>
                    <a:pt x="12806" y="1344"/>
                    <a:pt x="12856" y="1260"/>
                  </a:cubicBezTo>
                  <a:close/>
                  <a:moveTo>
                    <a:pt x="14873" y="1564"/>
                  </a:moveTo>
                  <a:lnTo>
                    <a:pt x="14873" y="1564"/>
                  </a:lnTo>
                  <a:cubicBezTo>
                    <a:pt x="14852" y="1572"/>
                    <a:pt x="14831" y="1583"/>
                    <a:pt x="14812" y="1591"/>
                  </a:cubicBezTo>
                  <a:cubicBezTo>
                    <a:pt x="14833" y="1583"/>
                    <a:pt x="14852" y="1572"/>
                    <a:pt x="14873" y="1564"/>
                  </a:cubicBezTo>
                  <a:close/>
                  <a:moveTo>
                    <a:pt x="14812" y="1591"/>
                  </a:moveTo>
                  <a:lnTo>
                    <a:pt x="14812" y="1591"/>
                  </a:lnTo>
                  <a:cubicBezTo>
                    <a:pt x="14797" y="1598"/>
                    <a:pt x="14783" y="1607"/>
                    <a:pt x="14770" y="1614"/>
                  </a:cubicBezTo>
                  <a:lnTo>
                    <a:pt x="14770" y="1614"/>
                  </a:lnTo>
                  <a:cubicBezTo>
                    <a:pt x="14783" y="1608"/>
                    <a:pt x="14798" y="1600"/>
                    <a:pt x="14812" y="1591"/>
                  </a:cubicBezTo>
                  <a:close/>
                  <a:moveTo>
                    <a:pt x="14770" y="1614"/>
                  </a:moveTo>
                  <a:cubicBezTo>
                    <a:pt x="14766" y="1616"/>
                    <a:pt x="14763" y="1617"/>
                    <a:pt x="14760" y="1619"/>
                  </a:cubicBezTo>
                  <a:cubicBezTo>
                    <a:pt x="14763" y="1617"/>
                    <a:pt x="14767" y="1616"/>
                    <a:pt x="14770" y="1614"/>
                  </a:cubicBezTo>
                  <a:close/>
                  <a:moveTo>
                    <a:pt x="23469" y="1433"/>
                  </a:moveTo>
                  <a:cubicBezTo>
                    <a:pt x="23453" y="1505"/>
                    <a:pt x="23456" y="1583"/>
                    <a:pt x="23459" y="1651"/>
                  </a:cubicBezTo>
                  <a:cubicBezTo>
                    <a:pt x="23459" y="1580"/>
                    <a:pt x="23454" y="1505"/>
                    <a:pt x="23469" y="1433"/>
                  </a:cubicBezTo>
                  <a:close/>
                  <a:moveTo>
                    <a:pt x="22568" y="1767"/>
                  </a:moveTo>
                  <a:lnTo>
                    <a:pt x="22568" y="1767"/>
                  </a:lnTo>
                  <a:cubicBezTo>
                    <a:pt x="22565" y="1788"/>
                    <a:pt x="22562" y="1805"/>
                    <a:pt x="22560" y="1827"/>
                  </a:cubicBezTo>
                  <a:cubicBezTo>
                    <a:pt x="22565" y="1808"/>
                    <a:pt x="22566" y="1785"/>
                    <a:pt x="22568" y="1767"/>
                  </a:cubicBezTo>
                  <a:close/>
                  <a:moveTo>
                    <a:pt x="23889" y="1966"/>
                  </a:moveTo>
                  <a:cubicBezTo>
                    <a:pt x="23889" y="1972"/>
                    <a:pt x="23888" y="1975"/>
                    <a:pt x="23888" y="1978"/>
                  </a:cubicBezTo>
                  <a:cubicBezTo>
                    <a:pt x="23885" y="1991"/>
                    <a:pt x="23885" y="2004"/>
                    <a:pt x="23885" y="2014"/>
                  </a:cubicBezTo>
                  <a:cubicBezTo>
                    <a:pt x="23882" y="2072"/>
                    <a:pt x="23882" y="2131"/>
                    <a:pt x="23889" y="2164"/>
                  </a:cubicBezTo>
                  <a:lnTo>
                    <a:pt x="23889" y="1966"/>
                  </a:lnTo>
                  <a:close/>
                  <a:moveTo>
                    <a:pt x="24527" y="2296"/>
                  </a:moveTo>
                  <a:lnTo>
                    <a:pt x="24538" y="2298"/>
                  </a:lnTo>
                  <a:lnTo>
                    <a:pt x="24538" y="2296"/>
                  </a:lnTo>
                  <a:close/>
                  <a:moveTo>
                    <a:pt x="11233" y="2336"/>
                  </a:moveTo>
                  <a:cubicBezTo>
                    <a:pt x="11229" y="2336"/>
                    <a:pt x="11226" y="2339"/>
                    <a:pt x="11221" y="2340"/>
                  </a:cubicBezTo>
                  <a:cubicBezTo>
                    <a:pt x="11226" y="2340"/>
                    <a:pt x="11229" y="2339"/>
                    <a:pt x="11233" y="2336"/>
                  </a:cubicBezTo>
                  <a:close/>
                  <a:moveTo>
                    <a:pt x="11221" y="2340"/>
                  </a:moveTo>
                  <a:lnTo>
                    <a:pt x="11221" y="2340"/>
                  </a:lnTo>
                  <a:cubicBezTo>
                    <a:pt x="11214" y="2357"/>
                    <a:pt x="11205" y="2376"/>
                    <a:pt x="11198" y="2394"/>
                  </a:cubicBezTo>
                  <a:cubicBezTo>
                    <a:pt x="11207" y="2376"/>
                    <a:pt x="11214" y="2357"/>
                    <a:pt x="11221" y="2340"/>
                  </a:cubicBezTo>
                  <a:close/>
                  <a:moveTo>
                    <a:pt x="3170" y="2240"/>
                  </a:moveTo>
                  <a:lnTo>
                    <a:pt x="3170" y="2240"/>
                  </a:lnTo>
                  <a:cubicBezTo>
                    <a:pt x="3171" y="2275"/>
                    <a:pt x="3173" y="2309"/>
                    <a:pt x="3173" y="2341"/>
                  </a:cubicBezTo>
                  <a:cubicBezTo>
                    <a:pt x="3181" y="2375"/>
                    <a:pt x="3186" y="2413"/>
                    <a:pt x="3191" y="2455"/>
                  </a:cubicBezTo>
                  <a:cubicBezTo>
                    <a:pt x="3187" y="2413"/>
                    <a:pt x="3184" y="2375"/>
                    <a:pt x="3177" y="2341"/>
                  </a:cubicBezTo>
                  <a:cubicBezTo>
                    <a:pt x="3173" y="2307"/>
                    <a:pt x="3173" y="2273"/>
                    <a:pt x="3170" y="2240"/>
                  </a:cubicBezTo>
                  <a:close/>
                  <a:moveTo>
                    <a:pt x="22787" y="1097"/>
                  </a:moveTo>
                  <a:lnTo>
                    <a:pt x="22787" y="2561"/>
                  </a:lnTo>
                  <a:lnTo>
                    <a:pt x="22790" y="1100"/>
                  </a:lnTo>
                  <a:cubicBezTo>
                    <a:pt x="22787" y="1100"/>
                    <a:pt x="22787" y="1098"/>
                    <a:pt x="22787" y="1097"/>
                  </a:cubicBezTo>
                  <a:close/>
                  <a:moveTo>
                    <a:pt x="10731" y="2648"/>
                  </a:moveTo>
                  <a:lnTo>
                    <a:pt x="10752" y="2650"/>
                  </a:lnTo>
                  <a:lnTo>
                    <a:pt x="10753" y="2648"/>
                  </a:lnTo>
                  <a:close/>
                  <a:moveTo>
                    <a:pt x="10740" y="2655"/>
                  </a:moveTo>
                  <a:cubicBezTo>
                    <a:pt x="10739" y="2655"/>
                    <a:pt x="10734" y="2657"/>
                    <a:pt x="10731" y="2660"/>
                  </a:cubicBezTo>
                  <a:cubicBezTo>
                    <a:pt x="10734" y="2660"/>
                    <a:pt x="10739" y="2658"/>
                    <a:pt x="10740" y="2655"/>
                  </a:cubicBezTo>
                  <a:close/>
                  <a:moveTo>
                    <a:pt x="24161" y="2705"/>
                  </a:moveTo>
                  <a:cubicBezTo>
                    <a:pt x="24161" y="2708"/>
                    <a:pt x="24161" y="2710"/>
                    <a:pt x="24163" y="2711"/>
                  </a:cubicBezTo>
                  <a:lnTo>
                    <a:pt x="24163" y="2711"/>
                  </a:lnTo>
                  <a:cubicBezTo>
                    <a:pt x="24162" y="2709"/>
                    <a:pt x="24161" y="2708"/>
                    <a:pt x="24161" y="2705"/>
                  </a:cubicBezTo>
                  <a:close/>
                  <a:moveTo>
                    <a:pt x="23209" y="2653"/>
                  </a:moveTo>
                  <a:cubicBezTo>
                    <a:pt x="23190" y="2676"/>
                    <a:pt x="23165" y="2696"/>
                    <a:pt x="23139" y="2712"/>
                  </a:cubicBezTo>
                  <a:cubicBezTo>
                    <a:pt x="23165" y="2698"/>
                    <a:pt x="23190" y="2676"/>
                    <a:pt x="23209" y="2653"/>
                  </a:cubicBezTo>
                  <a:close/>
                  <a:moveTo>
                    <a:pt x="24163" y="2711"/>
                  </a:moveTo>
                  <a:cubicBezTo>
                    <a:pt x="24164" y="2712"/>
                    <a:pt x="24165" y="2712"/>
                    <a:pt x="24165" y="2714"/>
                  </a:cubicBezTo>
                  <a:lnTo>
                    <a:pt x="24165" y="2711"/>
                  </a:lnTo>
                  <a:cubicBezTo>
                    <a:pt x="24165" y="2711"/>
                    <a:pt x="24164" y="2711"/>
                    <a:pt x="24163" y="2711"/>
                  </a:cubicBezTo>
                  <a:close/>
                  <a:moveTo>
                    <a:pt x="23139" y="2712"/>
                  </a:moveTo>
                  <a:cubicBezTo>
                    <a:pt x="23120" y="2725"/>
                    <a:pt x="23098" y="2734"/>
                    <a:pt x="23074" y="2743"/>
                  </a:cubicBezTo>
                  <a:cubicBezTo>
                    <a:pt x="23098" y="2735"/>
                    <a:pt x="23120" y="2727"/>
                    <a:pt x="23139" y="2712"/>
                  </a:cubicBezTo>
                  <a:close/>
                  <a:moveTo>
                    <a:pt x="10664" y="2814"/>
                  </a:moveTo>
                  <a:lnTo>
                    <a:pt x="10664" y="2814"/>
                  </a:lnTo>
                  <a:cubicBezTo>
                    <a:pt x="10660" y="2821"/>
                    <a:pt x="10659" y="2827"/>
                    <a:pt x="10654" y="2834"/>
                  </a:cubicBezTo>
                  <a:cubicBezTo>
                    <a:pt x="10659" y="2829"/>
                    <a:pt x="10660" y="2821"/>
                    <a:pt x="10664" y="2814"/>
                  </a:cubicBezTo>
                  <a:close/>
                  <a:moveTo>
                    <a:pt x="10654" y="2834"/>
                  </a:moveTo>
                  <a:lnTo>
                    <a:pt x="10654" y="2834"/>
                  </a:lnTo>
                  <a:cubicBezTo>
                    <a:pt x="10643" y="2863"/>
                    <a:pt x="10631" y="2894"/>
                    <a:pt x="10622" y="2927"/>
                  </a:cubicBezTo>
                  <a:cubicBezTo>
                    <a:pt x="10615" y="2952"/>
                    <a:pt x="10609" y="2980"/>
                    <a:pt x="10603" y="3007"/>
                  </a:cubicBezTo>
                  <a:cubicBezTo>
                    <a:pt x="10609" y="2980"/>
                    <a:pt x="10617" y="2952"/>
                    <a:pt x="10624" y="2927"/>
                  </a:cubicBezTo>
                  <a:cubicBezTo>
                    <a:pt x="10633" y="2898"/>
                    <a:pt x="10644" y="2865"/>
                    <a:pt x="10654" y="2834"/>
                  </a:cubicBezTo>
                  <a:close/>
                  <a:moveTo>
                    <a:pt x="10603" y="3013"/>
                  </a:moveTo>
                  <a:lnTo>
                    <a:pt x="10603" y="3013"/>
                  </a:lnTo>
                  <a:cubicBezTo>
                    <a:pt x="10603" y="3014"/>
                    <a:pt x="10603" y="3015"/>
                    <a:pt x="10603" y="3015"/>
                  </a:cubicBezTo>
                  <a:lnTo>
                    <a:pt x="10603" y="3015"/>
                  </a:lnTo>
                  <a:cubicBezTo>
                    <a:pt x="10603" y="3015"/>
                    <a:pt x="10603" y="3014"/>
                    <a:pt x="10603" y="3013"/>
                  </a:cubicBezTo>
                  <a:close/>
                  <a:moveTo>
                    <a:pt x="10603" y="3015"/>
                  </a:moveTo>
                  <a:cubicBezTo>
                    <a:pt x="10600" y="3026"/>
                    <a:pt x="10596" y="3034"/>
                    <a:pt x="10596" y="3043"/>
                  </a:cubicBezTo>
                  <a:lnTo>
                    <a:pt x="10596" y="3043"/>
                  </a:lnTo>
                  <a:cubicBezTo>
                    <a:pt x="10598" y="3033"/>
                    <a:pt x="10601" y="3024"/>
                    <a:pt x="10603" y="3015"/>
                  </a:cubicBezTo>
                  <a:close/>
                  <a:moveTo>
                    <a:pt x="10596" y="3043"/>
                  </a:moveTo>
                  <a:lnTo>
                    <a:pt x="10596" y="3043"/>
                  </a:lnTo>
                  <a:cubicBezTo>
                    <a:pt x="10592" y="3062"/>
                    <a:pt x="10588" y="3083"/>
                    <a:pt x="10586" y="3102"/>
                  </a:cubicBezTo>
                  <a:cubicBezTo>
                    <a:pt x="10589" y="3081"/>
                    <a:pt x="10593" y="3061"/>
                    <a:pt x="10596" y="3044"/>
                  </a:cubicBezTo>
                  <a:cubicBezTo>
                    <a:pt x="10596" y="3043"/>
                    <a:pt x="10596" y="3043"/>
                    <a:pt x="10596" y="3043"/>
                  </a:cubicBezTo>
                  <a:close/>
                  <a:moveTo>
                    <a:pt x="10585" y="3102"/>
                  </a:moveTo>
                  <a:cubicBezTo>
                    <a:pt x="10582" y="3113"/>
                    <a:pt x="10580" y="3125"/>
                    <a:pt x="10579" y="3138"/>
                  </a:cubicBezTo>
                  <a:cubicBezTo>
                    <a:pt x="10579" y="3139"/>
                    <a:pt x="10579" y="3139"/>
                    <a:pt x="10579" y="3140"/>
                  </a:cubicBezTo>
                  <a:lnTo>
                    <a:pt x="10579" y="3140"/>
                  </a:lnTo>
                  <a:cubicBezTo>
                    <a:pt x="10581" y="3127"/>
                    <a:pt x="10583" y="3114"/>
                    <a:pt x="10585" y="3102"/>
                  </a:cubicBezTo>
                  <a:close/>
                  <a:moveTo>
                    <a:pt x="10579" y="3140"/>
                  </a:moveTo>
                  <a:cubicBezTo>
                    <a:pt x="10578" y="3144"/>
                    <a:pt x="10577" y="3149"/>
                    <a:pt x="10576" y="3154"/>
                  </a:cubicBezTo>
                  <a:lnTo>
                    <a:pt x="10576" y="3154"/>
                  </a:lnTo>
                  <a:cubicBezTo>
                    <a:pt x="10577" y="3154"/>
                    <a:pt x="10577" y="3153"/>
                    <a:pt x="10577" y="3153"/>
                  </a:cubicBezTo>
                  <a:cubicBezTo>
                    <a:pt x="10579" y="3149"/>
                    <a:pt x="10579" y="3143"/>
                    <a:pt x="10579" y="3140"/>
                  </a:cubicBezTo>
                  <a:close/>
                  <a:moveTo>
                    <a:pt x="10576" y="3154"/>
                  </a:moveTo>
                  <a:lnTo>
                    <a:pt x="10576" y="3154"/>
                  </a:lnTo>
                  <a:cubicBezTo>
                    <a:pt x="10574" y="3159"/>
                    <a:pt x="10574" y="3165"/>
                    <a:pt x="10573" y="3169"/>
                  </a:cubicBezTo>
                  <a:cubicBezTo>
                    <a:pt x="10573" y="3177"/>
                    <a:pt x="10571" y="3185"/>
                    <a:pt x="10571" y="3193"/>
                  </a:cubicBezTo>
                  <a:cubicBezTo>
                    <a:pt x="10573" y="3180"/>
                    <a:pt x="10574" y="3167"/>
                    <a:pt x="10576" y="3154"/>
                  </a:cubicBezTo>
                  <a:close/>
                  <a:moveTo>
                    <a:pt x="11032" y="2917"/>
                  </a:moveTo>
                  <a:lnTo>
                    <a:pt x="11032" y="2917"/>
                  </a:lnTo>
                  <a:cubicBezTo>
                    <a:pt x="11025" y="2945"/>
                    <a:pt x="11018" y="2975"/>
                    <a:pt x="11013" y="3004"/>
                  </a:cubicBezTo>
                  <a:cubicBezTo>
                    <a:pt x="11000" y="3065"/>
                    <a:pt x="10992" y="3127"/>
                    <a:pt x="10981" y="3189"/>
                  </a:cubicBezTo>
                  <a:cubicBezTo>
                    <a:pt x="10979" y="3215"/>
                    <a:pt x="10974" y="3247"/>
                    <a:pt x="10971" y="3273"/>
                  </a:cubicBezTo>
                  <a:cubicBezTo>
                    <a:pt x="10974" y="3247"/>
                    <a:pt x="10979" y="3218"/>
                    <a:pt x="10984" y="3191"/>
                  </a:cubicBezTo>
                  <a:cubicBezTo>
                    <a:pt x="10993" y="3128"/>
                    <a:pt x="11003" y="3067"/>
                    <a:pt x="11016" y="3009"/>
                  </a:cubicBezTo>
                  <a:cubicBezTo>
                    <a:pt x="11018" y="2993"/>
                    <a:pt x="11022" y="2978"/>
                    <a:pt x="11025" y="2961"/>
                  </a:cubicBezTo>
                  <a:cubicBezTo>
                    <a:pt x="11028" y="2946"/>
                    <a:pt x="11029" y="2932"/>
                    <a:pt x="11032" y="2917"/>
                  </a:cubicBezTo>
                  <a:close/>
                  <a:moveTo>
                    <a:pt x="9865" y="3528"/>
                  </a:moveTo>
                  <a:lnTo>
                    <a:pt x="9865" y="3548"/>
                  </a:lnTo>
                  <a:lnTo>
                    <a:pt x="9866" y="3548"/>
                  </a:lnTo>
                  <a:lnTo>
                    <a:pt x="9865" y="3528"/>
                  </a:lnTo>
                  <a:close/>
                  <a:moveTo>
                    <a:pt x="9843" y="3570"/>
                  </a:moveTo>
                  <a:cubicBezTo>
                    <a:pt x="9839" y="3576"/>
                    <a:pt x="9833" y="3583"/>
                    <a:pt x="9830" y="3590"/>
                  </a:cubicBezTo>
                  <a:cubicBezTo>
                    <a:pt x="9833" y="3585"/>
                    <a:pt x="9839" y="3577"/>
                    <a:pt x="9843" y="3570"/>
                  </a:cubicBezTo>
                  <a:close/>
                  <a:moveTo>
                    <a:pt x="11940" y="3468"/>
                  </a:moveTo>
                  <a:cubicBezTo>
                    <a:pt x="11924" y="3525"/>
                    <a:pt x="11910" y="3583"/>
                    <a:pt x="11895" y="3644"/>
                  </a:cubicBezTo>
                  <a:cubicBezTo>
                    <a:pt x="11912" y="3585"/>
                    <a:pt x="11925" y="3526"/>
                    <a:pt x="11940" y="3468"/>
                  </a:cubicBezTo>
                  <a:close/>
                  <a:moveTo>
                    <a:pt x="9855" y="3548"/>
                  </a:moveTo>
                  <a:cubicBezTo>
                    <a:pt x="9853" y="3585"/>
                    <a:pt x="9858" y="3621"/>
                    <a:pt x="9859" y="3657"/>
                  </a:cubicBezTo>
                  <a:cubicBezTo>
                    <a:pt x="9858" y="3621"/>
                    <a:pt x="9855" y="3585"/>
                    <a:pt x="9855" y="3548"/>
                  </a:cubicBezTo>
                  <a:close/>
                  <a:moveTo>
                    <a:pt x="2995" y="3685"/>
                  </a:moveTo>
                  <a:lnTo>
                    <a:pt x="2995" y="3685"/>
                  </a:lnTo>
                  <a:cubicBezTo>
                    <a:pt x="2985" y="3708"/>
                    <a:pt x="2978" y="3730"/>
                    <a:pt x="2968" y="3752"/>
                  </a:cubicBezTo>
                  <a:cubicBezTo>
                    <a:pt x="2981" y="3730"/>
                    <a:pt x="2988" y="3708"/>
                    <a:pt x="2995" y="3685"/>
                  </a:cubicBezTo>
                  <a:close/>
                  <a:moveTo>
                    <a:pt x="11895" y="3644"/>
                  </a:moveTo>
                  <a:cubicBezTo>
                    <a:pt x="11883" y="3683"/>
                    <a:pt x="11876" y="3723"/>
                    <a:pt x="11871" y="3763"/>
                  </a:cubicBezTo>
                  <a:cubicBezTo>
                    <a:pt x="11879" y="3723"/>
                    <a:pt x="11886" y="3685"/>
                    <a:pt x="11895" y="3644"/>
                  </a:cubicBezTo>
                  <a:close/>
                  <a:moveTo>
                    <a:pt x="2968" y="3752"/>
                  </a:moveTo>
                  <a:lnTo>
                    <a:pt x="2968" y="3752"/>
                  </a:lnTo>
                  <a:cubicBezTo>
                    <a:pt x="2952" y="3794"/>
                    <a:pt x="2933" y="3833"/>
                    <a:pt x="2908" y="3877"/>
                  </a:cubicBezTo>
                  <a:cubicBezTo>
                    <a:pt x="2931" y="3836"/>
                    <a:pt x="2952" y="3795"/>
                    <a:pt x="2968" y="3752"/>
                  </a:cubicBezTo>
                  <a:close/>
                  <a:moveTo>
                    <a:pt x="9799" y="3912"/>
                  </a:moveTo>
                  <a:cubicBezTo>
                    <a:pt x="9799" y="3920"/>
                    <a:pt x="9800" y="3929"/>
                    <a:pt x="9800" y="3936"/>
                  </a:cubicBezTo>
                  <a:lnTo>
                    <a:pt x="9800" y="3936"/>
                  </a:lnTo>
                  <a:cubicBezTo>
                    <a:pt x="9800" y="3928"/>
                    <a:pt x="9800" y="3920"/>
                    <a:pt x="9799" y="3912"/>
                  </a:cubicBezTo>
                  <a:close/>
                  <a:moveTo>
                    <a:pt x="9800" y="3936"/>
                  </a:moveTo>
                  <a:cubicBezTo>
                    <a:pt x="9801" y="3957"/>
                    <a:pt x="9801" y="3978"/>
                    <a:pt x="9801" y="3996"/>
                  </a:cubicBezTo>
                  <a:lnTo>
                    <a:pt x="9801" y="3951"/>
                  </a:lnTo>
                  <a:cubicBezTo>
                    <a:pt x="9801" y="3947"/>
                    <a:pt x="9801" y="3942"/>
                    <a:pt x="9800" y="3936"/>
                  </a:cubicBezTo>
                  <a:close/>
                  <a:moveTo>
                    <a:pt x="169" y="3997"/>
                  </a:moveTo>
                  <a:cubicBezTo>
                    <a:pt x="172" y="4006"/>
                    <a:pt x="176" y="4013"/>
                    <a:pt x="177" y="4022"/>
                  </a:cubicBezTo>
                  <a:cubicBezTo>
                    <a:pt x="177" y="4013"/>
                    <a:pt x="176" y="4005"/>
                    <a:pt x="172" y="3997"/>
                  </a:cubicBezTo>
                  <a:close/>
                  <a:moveTo>
                    <a:pt x="21762" y="4003"/>
                  </a:moveTo>
                  <a:cubicBezTo>
                    <a:pt x="21766" y="4027"/>
                    <a:pt x="21774" y="4050"/>
                    <a:pt x="21782" y="4072"/>
                  </a:cubicBezTo>
                  <a:cubicBezTo>
                    <a:pt x="21775" y="4050"/>
                    <a:pt x="21768" y="4028"/>
                    <a:pt x="21762" y="4003"/>
                  </a:cubicBezTo>
                  <a:close/>
                  <a:moveTo>
                    <a:pt x="8619" y="3830"/>
                  </a:moveTo>
                  <a:cubicBezTo>
                    <a:pt x="8594" y="3830"/>
                    <a:pt x="8572" y="3858"/>
                    <a:pt x="8596" y="3877"/>
                  </a:cubicBezTo>
                  <a:cubicBezTo>
                    <a:pt x="8747" y="4003"/>
                    <a:pt x="8943" y="4128"/>
                    <a:pt x="9141" y="4152"/>
                  </a:cubicBezTo>
                  <a:cubicBezTo>
                    <a:pt x="9142" y="4152"/>
                    <a:pt x="9144" y="4152"/>
                    <a:pt x="9145" y="4152"/>
                  </a:cubicBezTo>
                  <a:cubicBezTo>
                    <a:pt x="9181" y="4152"/>
                    <a:pt x="9180" y="4100"/>
                    <a:pt x="9152" y="4088"/>
                  </a:cubicBezTo>
                  <a:cubicBezTo>
                    <a:pt x="9062" y="4051"/>
                    <a:pt x="8971" y="4029"/>
                    <a:pt x="8882" y="3989"/>
                  </a:cubicBezTo>
                  <a:cubicBezTo>
                    <a:pt x="8795" y="3947"/>
                    <a:pt x="8713" y="3896"/>
                    <a:pt x="8638" y="3836"/>
                  </a:cubicBezTo>
                  <a:cubicBezTo>
                    <a:pt x="8632" y="3832"/>
                    <a:pt x="8625" y="3830"/>
                    <a:pt x="8619" y="3830"/>
                  </a:cubicBezTo>
                  <a:close/>
                  <a:moveTo>
                    <a:pt x="8892" y="4159"/>
                  </a:moveTo>
                  <a:cubicBezTo>
                    <a:pt x="8891" y="4173"/>
                    <a:pt x="8891" y="4194"/>
                    <a:pt x="8894" y="4211"/>
                  </a:cubicBezTo>
                  <a:cubicBezTo>
                    <a:pt x="8892" y="4192"/>
                    <a:pt x="8892" y="4173"/>
                    <a:pt x="8892" y="4159"/>
                  </a:cubicBezTo>
                  <a:close/>
                  <a:moveTo>
                    <a:pt x="21782" y="4072"/>
                  </a:moveTo>
                  <a:lnTo>
                    <a:pt x="21782" y="4072"/>
                  </a:lnTo>
                  <a:cubicBezTo>
                    <a:pt x="21804" y="4143"/>
                    <a:pt x="21820" y="4216"/>
                    <a:pt x="21838" y="4287"/>
                  </a:cubicBezTo>
                  <a:cubicBezTo>
                    <a:pt x="21823" y="4216"/>
                    <a:pt x="21806" y="4143"/>
                    <a:pt x="21782" y="4072"/>
                  </a:cubicBezTo>
                  <a:close/>
                  <a:moveTo>
                    <a:pt x="2620" y="4306"/>
                  </a:moveTo>
                  <a:cubicBezTo>
                    <a:pt x="2622" y="4310"/>
                    <a:pt x="2626" y="4313"/>
                    <a:pt x="2632" y="4319"/>
                  </a:cubicBezTo>
                  <a:cubicBezTo>
                    <a:pt x="2626" y="4313"/>
                    <a:pt x="2624" y="4311"/>
                    <a:pt x="2620" y="4306"/>
                  </a:cubicBezTo>
                  <a:close/>
                  <a:moveTo>
                    <a:pt x="8534" y="4103"/>
                  </a:moveTo>
                  <a:cubicBezTo>
                    <a:pt x="8494" y="4103"/>
                    <a:pt x="8480" y="4171"/>
                    <a:pt x="8527" y="4189"/>
                  </a:cubicBezTo>
                  <a:cubicBezTo>
                    <a:pt x="8607" y="4223"/>
                    <a:pt x="8687" y="4255"/>
                    <a:pt x="8764" y="4288"/>
                  </a:cubicBezTo>
                  <a:cubicBezTo>
                    <a:pt x="8792" y="4300"/>
                    <a:pt x="8821" y="4313"/>
                    <a:pt x="8849" y="4325"/>
                  </a:cubicBezTo>
                  <a:cubicBezTo>
                    <a:pt x="8849" y="4294"/>
                    <a:pt x="8850" y="4259"/>
                    <a:pt x="8857" y="4232"/>
                  </a:cubicBezTo>
                  <a:cubicBezTo>
                    <a:pt x="8841" y="4226"/>
                    <a:pt x="8822" y="4218"/>
                    <a:pt x="8805" y="4211"/>
                  </a:cubicBezTo>
                  <a:cubicBezTo>
                    <a:pt x="8719" y="4175"/>
                    <a:pt x="8633" y="4141"/>
                    <a:pt x="8551" y="4106"/>
                  </a:cubicBezTo>
                  <a:cubicBezTo>
                    <a:pt x="8545" y="4104"/>
                    <a:pt x="8539" y="4103"/>
                    <a:pt x="8534" y="4103"/>
                  </a:cubicBezTo>
                  <a:close/>
                  <a:moveTo>
                    <a:pt x="8895" y="4250"/>
                  </a:moveTo>
                  <a:cubicBezTo>
                    <a:pt x="8899" y="4261"/>
                    <a:pt x="8899" y="4271"/>
                    <a:pt x="8902" y="4282"/>
                  </a:cubicBezTo>
                  <a:cubicBezTo>
                    <a:pt x="8907" y="4304"/>
                    <a:pt x="8914" y="4327"/>
                    <a:pt x="8921" y="4354"/>
                  </a:cubicBezTo>
                  <a:cubicBezTo>
                    <a:pt x="8942" y="4357"/>
                    <a:pt x="8963" y="4362"/>
                    <a:pt x="8982" y="4362"/>
                  </a:cubicBezTo>
                  <a:cubicBezTo>
                    <a:pt x="9010" y="4362"/>
                    <a:pt x="9023" y="4327"/>
                    <a:pt x="9004" y="4311"/>
                  </a:cubicBezTo>
                  <a:cubicBezTo>
                    <a:pt x="8974" y="4284"/>
                    <a:pt x="8936" y="4265"/>
                    <a:pt x="8895" y="4250"/>
                  </a:cubicBezTo>
                  <a:close/>
                  <a:moveTo>
                    <a:pt x="11807" y="4400"/>
                  </a:moveTo>
                  <a:lnTo>
                    <a:pt x="11807" y="4400"/>
                  </a:lnTo>
                  <a:cubicBezTo>
                    <a:pt x="11801" y="4439"/>
                    <a:pt x="11794" y="4473"/>
                    <a:pt x="11787" y="4509"/>
                  </a:cubicBezTo>
                  <a:cubicBezTo>
                    <a:pt x="11799" y="4473"/>
                    <a:pt x="11803" y="4437"/>
                    <a:pt x="11807" y="4400"/>
                  </a:cubicBezTo>
                  <a:close/>
                  <a:moveTo>
                    <a:pt x="24283" y="4386"/>
                  </a:moveTo>
                  <a:cubicBezTo>
                    <a:pt x="24261" y="4434"/>
                    <a:pt x="24241" y="4483"/>
                    <a:pt x="24227" y="4531"/>
                  </a:cubicBezTo>
                  <a:cubicBezTo>
                    <a:pt x="24244" y="4483"/>
                    <a:pt x="24263" y="4434"/>
                    <a:pt x="24283" y="4386"/>
                  </a:cubicBezTo>
                  <a:close/>
                  <a:moveTo>
                    <a:pt x="24227" y="4531"/>
                  </a:moveTo>
                  <a:cubicBezTo>
                    <a:pt x="24216" y="4563"/>
                    <a:pt x="24209" y="4595"/>
                    <a:pt x="24203" y="4628"/>
                  </a:cubicBezTo>
                  <a:cubicBezTo>
                    <a:pt x="24211" y="4595"/>
                    <a:pt x="24218" y="4563"/>
                    <a:pt x="24227" y="4531"/>
                  </a:cubicBezTo>
                  <a:close/>
                  <a:moveTo>
                    <a:pt x="8671" y="4494"/>
                  </a:moveTo>
                  <a:cubicBezTo>
                    <a:pt x="8633" y="4494"/>
                    <a:pt x="8605" y="4557"/>
                    <a:pt x="8648" y="4578"/>
                  </a:cubicBezTo>
                  <a:cubicBezTo>
                    <a:pt x="8731" y="4615"/>
                    <a:pt x="8812" y="4655"/>
                    <a:pt x="8894" y="4694"/>
                  </a:cubicBezTo>
                  <a:cubicBezTo>
                    <a:pt x="8899" y="4695"/>
                    <a:pt x="8903" y="4696"/>
                    <a:pt x="8907" y="4696"/>
                  </a:cubicBezTo>
                  <a:cubicBezTo>
                    <a:pt x="8914" y="4696"/>
                    <a:pt x="8921" y="4694"/>
                    <a:pt x="8927" y="4689"/>
                  </a:cubicBezTo>
                  <a:cubicBezTo>
                    <a:pt x="8920" y="4674"/>
                    <a:pt x="8915" y="4658"/>
                    <a:pt x="8913" y="4640"/>
                  </a:cubicBezTo>
                  <a:cubicBezTo>
                    <a:pt x="8840" y="4595"/>
                    <a:pt x="8767" y="4548"/>
                    <a:pt x="8692" y="4500"/>
                  </a:cubicBezTo>
                  <a:cubicBezTo>
                    <a:pt x="8684" y="4496"/>
                    <a:pt x="8677" y="4494"/>
                    <a:pt x="8671" y="4494"/>
                  </a:cubicBezTo>
                  <a:close/>
                  <a:moveTo>
                    <a:pt x="8561" y="4785"/>
                  </a:moveTo>
                  <a:cubicBezTo>
                    <a:pt x="8568" y="4803"/>
                    <a:pt x="8575" y="4817"/>
                    <a:pt x="8583" y="4829"/>
                  </a:cubicBezTo>
                  <a:cubicBezTo>
                    <a:pt x="8578" y="4815"/>
                    <a:pt x="8571" y="4800"/>
                    <a:pt x="8561" y="4785"/>
                  </a:cubicBezTo>
                  <a:close/>
                  <a:moveTo>
                    <a:pt x="24205" y="4628"/>
                  </a:moveTo>
                  <a:lnTo>
                    <a:pt x="24205" y="4628"/>
                  </a:lnTo>
                  <a:cubicBezTo>
                    <a:pt x="24189" y="4695"/>
                    <a:pt x="24181" y="4762"/>
                    <a:pt x="24179" y="4832"/>
                  </a:cubicBezTo>
                  <a:cubicBezTo>
                    <a:pt x="24183" y="4762"/>
                    <a:pt x="24190" y="4695"/>
                    <a:pt x="24205" y="4628"/>
                  </a:cubicBezTo>
                  <a:close/>
                  <a:moveTo>
                    <a:pt x="8583" y="4829"/>
                  </a:moveTo>
                  <a:cubicBezTo>
                    <a:pt x="8585" y="4836"/>
                    <a:pt x="8587" y="4844"/>
                    <a:pt x="8590" y="4851"/>
                  </a:cubicBezTo>
                  <a:cubicBezTo>
                    <a:pt x="8588" y="4844"/>
                    <a:pt x="8587" y="4836"/>
                    <a:pt x="8583" y="4829"/>
                  </a:cubicBezTo>
                  <a:close/>
                  <a:moveTo>
                    <a:pt x="9738" y="5011"/>
                  </a:moveTo>
                  <a:lnTo>
                    <a:pt x="9738" y="5011"/>
                  </a:lnTo>
                  <a:cubicBezTo>
                    <a:pt x="9744" y="5024"/>
                    <a:pt x="9750" y="5036"/>
                    <a:pt x="9759" y="5044"/>
                  </a:cubicBezTo>
                  <a:cubicBezTo>
                    <a:pt x="9751" y="5033"/>
                    <a:pt x="9744" y="5024"/>
                    <a:pt x="9738" y="5011"/>
                  </a:cubicBezTo>
                  <a:close/>
                  <a:moveTo>
                    <a:pt x="9759" y="5044"/>
                  </a:moveTo>
                  <a:cubicBezTo>
                    <a:pt x="9756" y="5050"/>
                    <a:pt x="9756" y="5054"/>
                    <a:pt x="9756" y="5059"/>
                  </a:cubicBezTo>
                  <a:cubicBezTo>
                    <a:pt x="9757" y="5054"/>
                    <a:pt x="9757" y="5052"/>
                    <a:pt x="9759" y="5044"/>
                  </a:cubicBezTo>
                  <a:close/>
                  <a:moveTo>
                    <a:pt x="11787" y="4509"/>
                  </a:moveTo>
                  <a:lnTo>
                    <a:pt x="11787" y="4509"/>
                  </a:lnTo>
                  <a:cubicBezTo>
                    <a:pt x="11784" y="4726"/>
                    <a:pt x="11781" y="4944"/>
                    <a:pt x="11778" y="5161"/>
                  </a:cubicBezTo>
                  <a:cubicBezTo>
                    <a:pt x="11781" y="4944"/>
                    <a:pt x="11785" y="4726"/>
                    <a:pt x="11787" y="4509"/>
                  </a:cubicBezTo>
                  <a:close/>
                  <a:moveTo>
                    <a:pt x="24139" y="5254"/>
                  </a:moveTo>
                  <a:cubicBezTo>
                    <a:pt x="24138" y="5261"/>
                    <a:pt x="24138" y="5268"/>
                    <a:pt x="24136" y="5277"/>
                  </a:cubicBezTo>
                  <a:cubicBezTo>
                    <a:pt x="24132" y="5302"/>
                    <a:pt x="24128" y="5329"/>
                    <a:pt x="24122" y="5352"/>
                  </a:cubicBezTo>
                  <a:cubicBezTo>
                    <a:pt x="24110" y="5389"/>
                    <a:pt x="24103" y="5430"/>
                    <a:pt x="24097" y="5472"/>
                  </a:cubicBezTo>
                  <a:cubicBezTo>
                    <a:pt x="24104" y="5431"/>
                    <a:pt x="24112" y="5392"/>
                    <a:pt x="24123" y="5355"/>
                  </a:cubicBezTo>
                  <a:cubicBezTo>
                    <a:pt x="24126" y="5334"/>
                    <a:pt x="24133" y="5307"/>
                    <a:pt x="24136" y="5284"/>
                  </a:cubicBezTo>
                  <a:cubicBezTo>
                    <a:pt x="24138" y="5273"/>
                    <a:pt x="24139" y="5264"/>
                    <a:pt x="24139" y="5254"/>
                  </a:cubicBezTo>
                  <a:close/>
                  <a:moveTo>
                    <a:pt x="21993" y="5924"/>
                  </a:moveTo>
                  <a:lnTo>
                    <a:pt x="21993" y="5924"/>
                  </a:lnTo>
                  <a:cubicBezTo>
                    <a:pt x="21990" y="5934"/>
                    <a:pt x="21986" y="5944"/>
                    <a:pt x="21985" y="5951"/>
                  </a:cubicBezTo>
                  <a:cubicBezTo>
                    <a:pt x="21987" y="5941"/>
                    <a:pt x="21992" y="5933"/>
                    <a:pt x="21993" y="5924"/>
                  </a:cubicBezTo>
                  <a:close/>
                  <a:moveTo>
                    <a:pt x="23971" y="6316"/>
                  </a:moveTo>
                  <a:cubicBezTo>
                    <a:pt x="23969" y="6319"/>
                    <a:pt x="23969" y="6327"/>
                    <a:pt x="23969" y="6331"/>
                  </a:cubicBezTo>
                  <a:cubicBezTo>
                    <a:pt x="23969" y="6325"/>
                    <a:pt x="23971" y="6319"/>
                    <a:pt x="23971" y="6316"/>
                  </a:cubicBezTo>
                  <a:close/>
                  <a:moveTo>
                    <a:pt x="21985" y="5951"/>
                  </a:moveTo>
                  <a:lnTo>
                    <a:pt x="21985" y="5951"/>
                  </a:lnTo>
                  <a:cubicBezTo>
                    <a:pt x="21929" y="6119"/>
                    <a:pt x="21845" y="6274"/>
                    <a:pt x="21743" y="6420"/>
                  </a:cubicBezTo>
                  <a:cubicBezTo>
                    <a:pt x="21846" y="6274"/>
                    <a:pt x="21932" y="6120"/>
                    <a:pt x="21985" y="5951"/>
                  </a:cubicBezTo>
                  <a:close/>
                  <a:moveTo>
                    <a:pt x="18435" y="6344"/>
                  </a:moveTo>
                  <a:cubicBezTo>
                    <a:pt x="18411" y="6389"/>
                    <a:pt x="18386" y="6431"/>
                    <a:pt x="18359" y="6475"/>
                  </a:cubicBezTo>
                  <a:cubicBezTo>
                    <a:pt x="18386" y="6433"/>
                    <a:pt x="18411" y="6389"/>
                    <a:pt x="18435" y="6344"/>
                  </a:cubicBezTo>
                  <a:close/>
                  <a:moveTo>
                    <a:pt x="18359" y="6475"/>
                  </a:moveTo>
                  <a:lnTo>
                    <a:pt x="18359" y="6475"/>
                  </a:lnTo>
                  <a:cubicBezTo>
                    <a:pt x="18315" y="6545"/>
                    <a:pt x="18273" y="6614"/>
                    <a:pt x="18232" y="6687"/>
                  </a:cubicBezTo>
                  <a:cubicBezTo>
                    <a:pt x="18276" y="6617"/>
                    <a:pt x="18319" y="6548"/>
                    <a:pt x="18359" y="6475"/>
                  </a:cubicBezTo>
                  <a:close/>
                  <a:moveTo>
                    <a:pt x="11876" y="6549"/>
                  </a:moveTo>
                  <a:cubicBezTo>
                    <a:pt x="11881" y="6632"/>
                    <a:pt x="11889" y="6715"/>
                    <a:pt x="11896" y="6796"/>
                  </a:cubicBezTo>
                  <a:cubicBezTo>
                    <a:pt x="11889" y="6712"/>
                    <a:pt x="11883" y="6630"/>
                    <a:pt x="11876" y="6549"/>
                  </a:cubicBezTo>
                  <a:close/>
                  <a:moveTo>
                    <a:pt x="21609" y="6587"/>
                  </a:moveTo>
                  <a:cubicBezTo>
                    <a:pt x="21493" y="6723"/>
                    <a:pt x="21365" y="6849"/>
                    <a:pt x="21231" y="6962"/>
                  </a:cubicBezTo>
                  <a:cubicBezTo>
                    <a:pt x="21365" y="6850"/>
                    <a:pt x="21493" y="6725"/>
                    <a:pt x="21609" y="6587"/>
                  </a:cubicBezTo>
                  <a:close/>
                  <a:moveTo>
                    <a:pt x="21230" y="6962"/>
                  </a:moveTo>
                  <a:cubicBezTo>
                    <a:pt x="21151" y="7029"/>
                    <a:pt x="21072" y="7093"/>
                    <a:pt x="20994" y="7154"/>
                  </a:cubicBezTo>
                  <a:cubicBezTo>
                    <a:pt x="21072" y="7094"/>
                    <a:pt x="21151" y="7030"/>
                    <a:pt x="21230" y="6962"/>
                  </a:cubicBezTo>
                  <a:close/>
                  <a:moveTo>
                    <a:pt x="12038" y="7952"/>
                  </a:moveTo>
                  <a:cubicBezTo>
                    <a:pt x="12040" y="7968"/>
                    <a:pt x="12041" y="7981"/>
                    <a:pt x="12046" y="7994"/>
                  </a:cubicBezTo>
                  <a:cubicBezTo>
                    <a:pt x="12041" y="7981"/>
                    <a:pt x="12041" y="7967"/>
                    <a:pt x="12038" y="7952"/>
                  </a:cubicBezTo>
                  <a:close/>
                  <a:moveTo>
                    <a:pt x="18103" y="8263"/>
                  </a:moveTo>
                  <a:lnTo>
                    <a:pt x="18103" y="8282"/>
                  </a:lnTo>
                  <a:lnTo>
                    <a:pt x="18104" y="8282"/>
                  </a:lnTo>
                  <a:lnTo>
                    <a:pt x="18103" y="8263"/>
                  </a:lnTo>
                  <a:close/>
                  <a:moveTo>
                    <a:pt x="12046" y="7994"/>
                  </a:moveTo>
                  <a:cubicBezTo>
                    <a:pt x="12047" y="8092"/>
                    <a:pt x="12050" y="8190"/>
                    <a:pt x="12056" y="8286"/>
                  </a:cubicBezTo>
                  <a:cubicBezTo>
                    <a:pt x="12053" y="8190"/>
                    <a:pt x="12049" y="8092"/>
                    <a:pt x="12046" y="7994"/>
                  </a:cubicBezTo>
                  <a:close/>
                  <a:moveTo>
                    <a:pt x="23630" y="8179"/>
                  </a:moveTo>
                  <a:cubicBezTo>
                    <a:pt x="23645" y="8243"/>
                    <a:pt x="23657" y="8304"/>
                    <a:pt x="23667" y="8366"/>
                  </a:cubicBezTo>
                  <a:cubicBezTo>
                    <a:pt x="23657" y="8304"/>
                    <a:pt x="23648" y="8243"/>
                    <a:pt x="23630" y="8179"/>
                  </a:cubicBezTo>
                  <a:close/>
                  <a:moveTo>
                    <a:pt x="23171" y="8368"/>
                  </a:moveTo>
                  <a:cubicBezTo>
                    <a:pt x="23171" y="8369"/>
                    <a:pt x="23170" y="8369"/>
                    <a:pt x="23170" y="8372"/>
                  </a:cubicBezTo>
                  <a:cubicBezTo>
                    <a:pt x="23170" y="8384"/>
                    <a:pt x="23171" y="8394"/>
                    <a:pt x="23172" y="8404"/>
                  </a:cubicBezTo>
                  <a:cubicBezTo>
                    <a:pt x="23172" y="8394"/>
                    <a:pt x="23171" y="8379"/>
                    <a:pt x="23171" y="8368"/>
                  </a:cubicBezTo>
                  <a:close/>
                  <a:moveTo>
                    <a:pt x="17975" y="8455"/>
                  </a:moveTo>
                  <a:cubicBezTo>
                    <a:pt x="17965" y="8483"/>
                    <a:pt x="17951" y="8510"/>
                    <a:pt x="17941" y="8539"/>
                  </a:cubicBezTo>
                  <a:cubicBezTo>
                    <a:pt x="17949" y="8521"/>
                    <a:pt x="17956" y="8505"/>
                    <a:pt x="17963" y="8489"/>
                  </a:cubicBezTo>
                  <a:cubicBezTo>
                    <a:pt x="17966" y="8475"/>
                    <a:pt x="17972" y="8467"/>
                    <a:pt x="17975" y="8455"/>
                  </a:cubicBezTo>
                  <a:close/>
                  <a:moveTo>
                    <a:pt x="26769" y="8624"/>
                  </a:moveTo>
                  <a:cubicBezTo>
                    <a:pt x="26761" y="8634"/>
                    <a:pt x="26753" y="8644"/>
                    <a:pt x="26746" y="8653"/>
                  </a:cubicBezTo>
                  <a:cubicBezTo>
                    <a:pt x="26755" y="8643"/>
                    <a:pt x="26762" y="8634"/>
                    <a:pt x="26769" y="8624"/>
                  </a:cubicBezTo>
                  <a:close/>
                  <a:moveTo>
                    <a:pt x="19231" y="8598"/>
                  </a:moveTo>
                  <a:cubicBezTo>
                    <a:pt x="19171" y="8656"/>
                    <a:pt x="19112" y="8711"/>
                    <a:pt x="19043" y="8765"/>
                  </a:cubicBezTo>
                  <a:cubicBezTo>
                    <a:pt x="19112" y="8712"/>
                    <a:pt x="19171" y="8656"/>
                    <a:pt x="19231" y="8598"/>
                  </a:cubicBezTo>
                  <a:close/>
                  <a:moveTo>
                    <a:pt x="19046" y="8765"/>
                  </a:moveTo>
                  <a:cubicBezTo>
                    <a:pt x="19006" y="8805"/>
                    <a:pt x="18966" y="8848"/>
                    <a:pt x="18926" y="8891"/>
                  </a:cubicBezTo>
                  <a:lnTo>
                    <a:pt x="18930" y="8891"/>
                  </a:lnTo>
                  <a:cubicBezTo>
                    <a:pt x="18966" y="8848"/>
                    <a:pt x="19006" y="8808"/>
                    <a:pt x="19046" y="8765"/>
                  </a:cubicBezTo>
                  <a:close/>
                  <a:moveTo>
                    <a:pt x="25916" y="8965"/>
                  </a:moveTo>
                  <a:cubicBezTo>
                    <a:pt x="25906" y="8997"/>
                    <a:pt x="25898" y="9028"/>
                    <a:pt x="25891" y="9058"/>
                  </a:cubicBezTo>
                  <a:cubicBezTo>
                    <a:pt x="25901" y="9028"/>
                    <a:pt x="25909" y="8997"/>
                    <a:pt x="25916" y="8965"/>
                  </a:cubicBezTo>
                  <a:close/>
                  <a:moveTo>
                    <a:pt x="16801" y="8871"/>
                  </a:moveTo>
                  <a:lnTo>
                    <a:pt x="16801" y="8871"/>
                  </a:lnTo>
                  <a:cubicBezTo>
                    <a:pt x="16759" y="8935"/>
                    <a:pt x="16730" y="9000"/>
                    <a:pt x="16701" y="9070"/>
                  </a:cubicBezTo>
                  <a:cubicBezTo>
                    <a:pt x="16732" y="9000"/>
                    <a:pt x="16761" y="8936"/>
                    <a:pt x="16801" y="8871"/>
                  </a:cubicBezTo>
                  <a:close/>
                  <a:moveTo>
                    <a:pt x="27092" y="9157"/>
                  </a:moveTo>
                  <a:cubicBezTo>
                    <a:pt x="27091" y="9157"/>
                    <a:pt x="27091" y="9157"/>
                    <a:pt x="27089" y="9159"/>
                  </a:cubicBezTo>
                  <a:cubicBezTo>
                    <a:pt x="27073" y="9175"/>
                    <a:pt x="27059" y="9191"/>
                    <a:pt x="27044" y="9205"/>
                  </a:cubicBezTo>
                  <a:lnTo>
                    <a:pt x="27092" y="9157"/>
                  </a:lnTo>
                  <a:close/>
                  <a:moveTo>
                    <a:pt x="16506" y="9355"/>
                  </a:moveTo>
                  <a:lnTo>
                    <a:pt x="16506" y="9355"/>
                  </a:lnTo>
                  <a:cubicBezTo>
                    <a:pt x="16496" y="9362"/>
                    <a:pt x="16487" y="9372"/>
                    <a:pt x="16480" y="9383"/>
                  </a:cubicBezTo>
                  <a:cubicBezTo>
                    <a:pt x="16490" y="9372"/>
                    <a:pt x="16499" y="9362"/>
                    <a:pt x="16506" y="9355"/>
                  </a:cubicBezTo>
                  <a:close/>
                  <a:moveTo>
                    <a:pt x="16480" y="9383"/>
                  </a:moveTo>
                  <a:cubicBezTo>
                    <a:pt x="16448" y="9422"/>
                    <a:pt x="16418" y="9463"/>
                    <a:pt x="16386" y="9506"/>
                  </a:cubicBezTo>
                  <a:cubicBezTo>
                    <a:pt x="16418" y="9464"/>
                    <a:pt x="16448" y="9423"/>
                    <a:pt x="16480" y="9383"/>
                  </a:cubicBezTo>
                  <a:close/>
                  <a:moveTo>
                    <a:pt x="25868" y="9157"/>
                  </a:moveTo>
                  <a:cubicBezTo>
                    <a:pt x="25851" y="9218"/>
                    <a:pt x="25836" y="9284"/>
                    <a:pt x="25819" y="9351"/>
                  </a:cubicBezTo>
                  <a:cubicBezTo>
                    <a:pt x="25804" y="9413"/>
                    <a:pt x="25789" y="9477"/>
                    <a:pt x="25775" y="9540"/>
                  </a:cubicBezTo>
                  <a:cubicBezTo>
                    <a:pt x="25808" y="9412"/>
                    <a:pt x="25837" y="9281"/>
                    <a:pt x="25868" y="9157"/>
                  </a:cubicBezTo>
                  <a:close/>
                  <a:moveTo>
                    <a:pt x="25307" y="9479"/>
                  </a:moveTo>
                  <a:lnTo>
                    <a:pt x="25307" y="9479"/>
                  </a:lnTo>
                  <a:cubicBezTo>
                    <a:pt x="25301" y="9506"/>
                    <a:pt x="25298" y="9538"/>
                    <a:pt x="25294" y="9572"/>
                  </a:cubicBezTo>
                  <a:cubicBezTo>
                    <a:pt x="25298" y="9538"/>
                    <a:pt x="25302" y="9508"/>
                    <a:pt x="25307" y="9479"/>
                  </a:cubicBezTo>
                  <a:close/>
                  <a:moveTo>
                    <a:pt x="18300" y="9499"/>
                  </a:moveTo>
                  <a:cubicBezTo>
                    <a:pt x="18290" y="9511"/>
                    <a:pt x="18276" y="9528"/>
                    <a:pt x="18263" y="9544"/>
                  </a:cubicBezTo>
                  <a:cubicBezTo>
                    <a:pt x="18245" y="9561"/>
                    <a:pt x="18228" y="9577"/>
                    <a:pt x="18210" y="9593"/>
                  </a:cubicBezTo>
                  <a:lnTo>
                    <a:pt x="18210" y="9593"/>
                  </a:lnTo>
                  <a:cubicBezTo>
                    <a:pt x="18228" y="9577"/>
                    <a:pt x="18246" y="9561"/>
                    <a:pt x="18264" y="9546"/>
                  </a:cubicBezTo>
                  <a:cubicBezTo>
                    <a:pt x="18276" y="9530"/>
                    <a:pt x="18287" y="9515"/>
                    <a:pt x="18300" y="9499"/>
                  </a:cubicBezTo>
                  <a:close/>
                  <a:moveTo>
                    <a:pt x="18210" y="9593"/>
                  </a:moveTo>
                  <a:lnTo>
                    <a:pt x="18210" y="9593"/>
                  </a:lnTo>
                  <a:cubicBezTo>
                    <a:pt x="18188" y="9612"/>
                    <a:pt x="18167" y="9632"/>
                    <a:pt x="18146" y="9652"/>
                  </a:cubicBezTo>
                  <a:cubicBezTo>
                    <a:pt x="18168" y="9632"/>
                    <a:pt x="18189" y="9613"/>
                    <a:pt x="18210" y="9593"/>
                  </a:cubicBezTo>
                  <a:close/>
                  <a:moveTo>
                    <a:pt x="24623" y="9535"/>
                  </a:moveTo>
                  <a:cubicBezTo>
                    <a:pt x="24644" y="9605"/>
                    <a:pt x="24663" y="9676"/>
                    <a:pt x="24689" y="9748"/>
                  </a:cubicBezTo>
                  <a:cubicBezTo>
                    <a:pt x="24667" y="9678"/>
                    <a:pt x="24645" y="9608"/>
                    <a:pt x="24623" y="9535"/>
                  </a:cubicBezTo>
                  <a:close/>
                  <a:moveTo>
                    <a:pt x="25288" y="9688"/>
                  </a:moveTo>
                  <a:lnTo>
                    <a:pt x="25288" y="9688"/>
                  </a:lnTo>
                  <a:cubicBezTo>
                    <a:pt x="25285" y="9705"/>
                    <a:pt x="25285" y="9724"/>
                    <a:pt x="25283" y="9743"/>
                  </a:cubicBezTo>
                  <a:cubicBezTo>
                    <a:pt x="25281" y="9771"/>
                    <a:pt x="25279" y="9800"/>
                    <a:pt x="25278" y="9828"/>
                  </a:cubicBezTo>
                  <a:cubicBezTo>
                    <a:pt x="25283" y="9784"/>
                    <a:pt x="25286" y="9735"/>
                    <a:pt x="25288" y="9688"/>
                  </a:cubicBezTo>
                  <a:close/>
                  <a:moveTo>
                    <a:pt x="24689" y="9748"/>
                  </a:moveTo>
                  <a:cubicBezTo>
                    <a:pt x="24709" y="9809"/>
                    <a:pt x="24725" y="9871"/>
                    <a:pt x="24740" y="9935"/>
                  </a:cubicBezTo>
                  <a:cubicBezTo>
                    <a:pt x="24725" y="9871"/>
                    <a:pt x="24709" y="9807"/>
                    <a:pt x="24689" y="9748"/>
                  </a:cubicBezTo>
                  <a:close/>
                  <a:moveTo>
                    <a:pt x="22901" y="9947"/>
                  </a:moveTo>
                  <a:cubicBezTo>
                    <a:pt x="22897" y="9989"/>
                    <a:pt x="22898" y="10039"/>
                    <a:pt x="22901" y="10078"/>
                  </a:cubicBezTo>
                  <a:lnTo>
                    <a:pt x="22901" y="10078"/>
                  </a:lnTo>
                  <a:cubicBezTo>
                    <a:pt x="22901" y="10069"/>
                    <a:pt x="22901" y="10059"/>
                    <a:pt x="22901" y="10049"/>
                  </a:cubicBezTo>
                  <a:cubicBezTo>
                    <a:pt x="22899" y="10015"/>
                    <a:pt x="22899" y="9980"/>
                    <a:pt x="22901" y="9947"/>
                  </a:cubicBezTo>
                  <a:close/>
                  <a:moveTo>
                    <a:pt x="22901" y="10078"/>
                  </a:moveTo>
                  <a:lnTo>
                    <a:pt x="22901" y="10078"/>
                  </a:lnTo>
                  <a:cubicBezTo>
                    <a:pt x="22901" y="10085"/>
                    <a:pt x="22901" y="10091"/>
                    <a:pt x="22902" y="10097"/>
                  </a:cubicBezTo>
                  <a:cubicBezTo>
                    <a:pt x="22902" y="10091"/>
                    <a:pt x="22901" y="10085"/>
                    <a:pt x="22901" y="10078"/>
                  </a:cubicBezTo>
                  <a:close/>
                  <a:moveTo>
                    <a:pt x="25259" y="10129"/>
                  </a:moveTo>
                  <a:cubicBezTo>
                    <a:pt x="25257" y="10133"/>
                    <a:pt x="25256" y="10139"/>
                    <a:pt x="25254" y="10142"/>
                  </a:cubicBezTo>
                  <a:cubicBezTo>
                    <a:pt x="25257" y="10139"/>
                    <a:pt x="25259" y="10133"/>
                    <a:pt x="25259" y="10129"/>
                  </a:cubicBezTo>
                  <a:close/>
                  <a:moveTo>
                    <a:pt x="25254" y="10142"/>
                  </a:moveTo>
                  <a:lnTo>
                    <a:pt x="25254" y="10322"/>
                  </a:lnTo>
                  <a:lnTo>
                    <a:pt x="25256" y="10322"/>
                  </a:lnTo>
                  <a:lnTo>
                    <a:pt x="25254" y="10142"/>
                  </a:lnTo>
                  <a:close/>
                  <a:moveTo>
                    <a:pt x="17040" y="10320"/>
                  </a:moveTo>
                  <a:cubicBezTo>
                    <a:pt x="17027" y="10354"/>
                    <a:pt x="17012" y="10389"/>
                    <a:pt x="16992" y="10419"/>
                  </a:cubicBezTo>
                  <a:cubicBezTo>
                    <a:pt x="17014" y="10390"/>
                    <a:pt x="17028" y="10357"/>
                    <a:pt x="17040" y="10320"/>
                  </a:cubicBezTo>
                  <a:close/>
                  <a:moveTo>
                    <a:pt x="16992" y="10419"/>
                  </a:moveTo>
                  <a:lnTo>
                    <a:pt x="16992" y="10440"/>
                  </a:lnTo>
                  <a:cubicBezTo>
                    <a:pt x="16992" y="10441"/>
                    <a:pt x="16993" y="10441"/>
                    <a:pt x="16993" y="10443"/>
                  </a:cubicBezTo>
                  <a:lnTo>
                    <a:pt x="16993" y="10443"/>
                  </a:lnTo>
                  <a:lnTo>
                    <a:pt x="16992" y="10419"/>
                  </a:lnTo>
                  <a:close/>
                  <a:moveTo>
                    <a:pt x="16993" y="10443"/>
                  </a:moveTo>
                  <a:lnTo>
                    <a:pt x="16993" y="10444"/>
                  </a:lnTo>
                  <a:cubicBezTo>
                    <a:pt x="16993" y="10444"/>
                    <a:pt x="16993" y="10443"/>
                    <a:pt x="16993" y="10443"/>
                  </a:cubicBezTo>
                  <a:close/>
                  <a:moveTo>
                    <a:pt x="17522" y="10316"/>
                  </a:moveTo>
                  <a:cubicBezTo>
                    <a:pt x="17480" y="10364"/>
                    <a:pt x="17435" y="10411"/>
                    <a:pt x="17398" y="10461"/>
                  </a:cubicBezTo>
                  <a:cubicBezTo>
                    <a:pt x="17437" y="10411"/>
                    <a:pt x="17480" y="10364"/>
                    <a:pt x="17522" y="10316"/>
                  </a:cubicBezTo>
                  <a:close/>
                  <a:moveTo>
                    <a:pt x="26010" y="10476"/>
                  </a:moveTo>
                  <a:cubicBezTo>
                    <a:pt x="26010" y="10478"/>
                    <a:pt x="26010" y="10480"/>
                    <a:pt x="26009" y="10481"/>
                  </a:cubicBezTo>
                  <a:lnTo>
                    <a:pt x="26009" y="10481"/>
                  </a:lnTo>
                  <a:cubicBezTo>
                    <a:pt x="26010" y="10480"/>
                    <a:pt x="26010" y="10478"/>
                    <a:pt x="26010" y="10476"/>
                  </a:cubicBezTo>
                  <a:close/>
                  <a:moveTo>
                    <a:pt x="17398" y="10461"/>
                  </a:moveTo>
                  <a:cubicBezTo>
                    <a:pt x="17384" y="10480"/>
                    <a:pt x="17370" y="10498"/>
                    <a:pt x="17355" y="10514"/>
                  </a:cubicBezTo>
                  <a:cubicBezTo>
                    <a:pt x="17371" y="10498"/>
                    <a:pt x="17386" y="10480"/>
                    <a:pt x="17398" y="10461"/>
                  </a:cubicBezTo>
                  <a:close/>
                  <a:moveTo>
                    <a:pt x="26009" y="10481"/>
                  </a:moveTo>
                  <a:cubicBezTo>
                    <a:pt x="26005" y="10499"/>
                    <a:pt x="26000" y="10514"/>
                    <a:pt x="25997" y="10531"/>
                  </a:cubicBezTo>
                  <a:cubicBezTo>
                    <a:pt x="26003" y="10515"/>
                    <a:pt x="26006" y="10498"/>
                    <a:pt x="26009" y="10481"/>
                  </a:cubicBezTo>
                  <a:close/>
                  <a:moveTo>
                    <a:pt x="24859" y="10496"/>
                  </a:moveTo>
                  <a:cubicBezTo>
                    <a:pt x="24869" y="10533"/>
                    <a:pt x="24879" y="10565"/>
                    <a:pt x="24892" y="10601"/>
                  </a:cubicBezTo>
                  <a:cubicBezTo>
                    <a:pt x="24879" y="10565"/>
                    <a:pt x="24871" y="10533"/>
                    <a:pt x="24859" y="10496"/>
                  </a:cubicBezTo>
                  <a:close/>
                  <a:moveTo>
                    <a:pt x="14903" y="10685"/>
                  </a:moveTo>
                  <a:cubicBezTo>
                    <a:pt x="14904" y="10687"/>
                    <a:pt x="14906" y="10688"/>
                    <a:pt x="14910" y="10688"/>
                  </a:cubicBezTo>
                  <a:lnTo>
                    <a:pt x="14910" y="10687"/>
                  </a:lnTo>
                  <a:cubicBezTo>
                    <a:pt x="14906" y="10685"/>
                    <a:pt x="14904" y="10685"/>
                    <a:pt x="14903" y="10685"/>
                  </a:cubicBezTo>
                  <a:close/>
                  <a:moveTo>
                    <a:pt x="14056" y="10776"/>
                  </a:moveTo>
                  <a:cubicBezTo>
                    <a:pt x="14056" y="10783"/>
                    <a:pt x="14061" y="10790"/>
                    <a:pt x="14061" y="10797"/>
                  </a:cubicBezTo>
                  <a:cubicBezTo>
                    <a:pt x="14063" y="10805"/>
                    <a:pt x="14065" y="10812"/>
                    <a:pt x="14068" y="10818"/>
                  </a:cubicBezTo>
                  <a:lnTo>
                    <a:pt x="14068" y="10818"/>
                  </a:lnTo>
                  <a:cubicBezTo>
                    <a:pt x="14063" y="10804"/>
                    <a:pt x="14060" y="10790"/>
                    <a:pt x="14056" y="10776"/>
                  </a:cubicBezTo>
                  <a:close/>
                  <a:moveTo>
                    <a:pt x="14068" y="10818"/>
                  </a:moveTo>
                  <a:lnTo>
                    <a:pt x="14068" y="10818"/>
                  </a:lnTo>
                  <a:cubicBezTo>
                    <a:pt x="14071" y="10829"/>
                    <a:pt x="14074" y="10840"/>
                    <a:pt x="14078" y="10851"/>
                  </a:cubicBezTo>
                  <a:cubicBezTo>
                    <a:pt x="14075" y="10840"/>
                    <a:pt x="14071" y="10829"/>
                    <a:pt x="14068" y="10818"/>
                  </a:cubicBezTo>
                  <a:close/>
                  <a:moveTo>
                    <a:pt x="24892" y="10601"/>
                  </a:moveTo>
                  <a:cubicBezTo>
                    <a:pt x="24935" y="10735"/>
                    <a:pt x="24985" y="10867"/>
                    <a:pt x="25036" y="10994"/>
                  </a:cubicBezTo>
                  <a:cubicBezTo>
                    <a:pt x="24985" y="10867"/>
                    <a:pt x="24936" y="10735"/>
                    <a:pt x="24892" y="10601"/>
                  </a:cubicBezTo>
                  <a:close/>
                  <a:moveTo>
                    <a:pt x="29110" y="11007"/>
                  </a:moveTo>
                  <a:cubicBezTo>
                    <a:pt x="29122" y="11011"/>
                    <a:pt x="29133" y="11014"/>
                    <a:pt x="29145" y="11015"/>
                  </a:cubicBezTo>
                  <a:cubicBezTo>
                    <a:pt x="29133" y="11012"/>
                    <a:pt x="29123" y="11008"/>
                    <a:pt x="29110" y="11007"/>
                  </a:cubicBezTo>
                  <a:close/>
                  <a:moveTo>
                    <a:pt x="28686" y="11027"/>
                  </a:moveTo>
                  <a:lnTo>
                    <a:pt x="28686" y="11027"/>
                  </a:lnTo>
                  <a:cubicBezTo>
                    <a:pt x="28542" y="11033"/>
                    <a:pt x="28399" y="11034"/>
                    <a:pt x="28255" y="11037"/>
                  </a:cubicBezTo>
                  <a:cubicBezTo>
                    <a:pt x="28399" y="11036"/>
                    <a:pt x="28542" y="11033"/>
                    <a:pt x="28686" y="11027"/>
                  </a:cubicBezTo>
                  <a:close/>
                  <a:moveTo>
                    <a:pt x="29145" y="11015"/>
                  </a:moveTo>
                  <a:lnTo>
                    <a:pt x="29145" y="11015"/>
                  </a:lnTo>
                  <a:cubicBezTo>
                    <a:pt x="29165" y="11026"/>
                    <a:pt x="29187" y="11036"/>
                    <a:pt x="29206" y="11043"/>
                  </a:cubicBezTo>
                  <a:cubicBezTo>
                    <a:pt x="29187" y="11034"/>
                    <a:pt x="29167" y="11023"/>
                    <a:pt x="29145" y="11015"/>
                  </a:cubicBezTo>
                  <a:close/>
                  <a:moveTo>
                    <a:pt x="28255" y="11037"/>
                  </a:moveTo>
                  <a:lnTo>
                    <a:pt x="28255" y="11037"/>
                  </a:lnTo>
                  <a:cubicBezTo>
                    <a:pt x="28236" y="11042"/>
                    <a:pt x="28216" y="11044"/>
                    <a:pt x="28196" y="11047"/>
                  </a:cubicBezTo>
                  <a:cubicBezTo>
                    <a:pt x="28217" y="11047"/>
                    <a:pt x="28238" y="11044"/>
                    <a:pt x="28255" y="11037"/>
                  </a:cubicBezTo>
                  <a:close/>
                  <a:moveTo>
                    <a:pt x="27803" y="11081"/>
                  </a:moveTo>
                  <a:cubicBezTo>
                    <a:pt x="27764" y="11087"/>
                    <a:pt x="27722" y="11091"/>
                    <a:pt x="27682" y="11092"/>
                  </a:cubicBezTo>
                  <a:cubicBezTo>
                    <a:pt x="27680" y="11092"/>
                    <a:pt x="27680" y="11094"/>
                    <a:pt x="27678" y="11094"/>
                  </a:cubicBezTo>
                  <a:lnTo>
                    <a:pt x="27678" y="11094"/>
                  </a:lnTo>
                  <a:cubicBezTo>
                    <a:pt x="27719" y="11092"/>
                    <a:pt x="27762" y="11088"/>
                    <a:pt x="27803" y="11081"/>
                  </a:cubicBezTo>
                  <a:close/>
                  <a:moveTo>
                    <a:pt x="27678" y="11094"/>
                  </a:moveTo>
                  <a:cubicBezTo>
                    <a:pt x="27678" y="11094"/>
                    <a:pt x="27678" y="11094"/>
                    <a:pt x="27678" y="11094"/>
                  </a:cubicBezTo>
                  <a:cubicBezTo>
                    <a:pt x="27678" y="11094"/>
                    <a:pt x="27678" y="11094"/>
                    <a:pt x="27678" y="11094"/>
                  </a:cubicBezTo>
                  <a:close/>
                  <a:moveTo>
                    <a:pt x="14594" y="11159"/>
                  </a:moveTo>
                  <a:cubicBezTo>
                    <a:pt x="14600" y="11188"/>
                    <a:pt x="14602" y="11210"/>
                    <a:pt x="14599" y="11219"/>
                  </a:cubicBezTo>
                  <a:cubicBezTo>
                    <a:pt x="14597" y="11222"/>
                    <a:pt x="14597" y="11223"/>
                    <a:pt x="14594" y="11223"/>
                  </a:cubicBezTo>
                  <a:cubicBezTo>
                    <a:pt x="14597" y="11223"/>
                    <a:pt x="14599" y="11223"/>
                    <a:pt x="14599" y="11222"/>
                  </a:cubicBezTo>
                  <a:cubicBezTo>
                    <a:pt x="14605" y="11212"/>
                    <a:pt x="14602" y="11190"/>
                    <a:pt x="14594" y="11159"/>
                  </a:cubicBezTo>
                  <a:close/>
                  <a:moveTo>
                    <a:pt x="29763" y="11354"/>
                  </a:moveTo>
                  <a:lnTo>
                    <a:pt x="29763" y="11354"/>
                  </a:lnTo>
                  <a:cubicBezTo>
                    <a:pt x="29770" y="11363"/>
                    <a:pt x="29778" y="11372"/>
                    <a:pt x="29786" y="11382"/>
                  </a:cubicBezTo>
                  <a:cubicBezTo>
                    <a:pt x="29779" y="11372"/>
                    <a:pt x="29772" y="11363"/>
                    <a:pt x="29763" y="11354"/>
                  </a:cubicBezTo>
                  <a:close/>
                  <a:moveTo>
                    <a:pt x="29786" y="11382"/>
                  </a:moveTo>
                  <a:cubicBezTo>
                    <a:pt x="29788" y="11384"/>
                    <a:pt x="29790" y="11386"/>
                    <a:pt x="29791" y="11388"/>
                  </a:cubicBezTo>
                  <a:lnTo>
                    <a:pt x="29791" y="11388"/>
                  </a:lnTo>
                  <a:cubicBezTo>
                    <a:pt x="29790" y="11385"/>
                    <a:pt x="29788" y="11383"/>
                    <a:pt x="29786" y="11382"/>
                  </a:cubicBezTo>
                  <a:close/>
                  <a:moveTo>
                    <a:pt x="29791" y="11388"/>
                  </a:moveTo>
                  <a:cubicBezTo>
                    <a:pt x="29794" y="11391"/>
                    <a:pt x="29796" y="11395"/>
                    <a:pt x="29799" y="11399"/>
                  </a:cubicBezTo>
                  <a:cubicBezTo>
                    <a:pt x="29797" y="11395"/>
                    <a:pt x="29794" y="11391"/>
                    <a:pt x="29791" y="11388"/>
                  </a:cubicBezTo>
                  <a:close/>
                  <a:moveTo>
                    <a:pt x="15348" y="11364"/>
                  </a:moveTo>
                  <a:cubicBezTo>
                    <a:pt x="15333" y="11392"/>
                    <a:pt x="15320" y="11418"/>
                    <a:pt x="15304" y="11444"/>
                  </a:cubicBezTo>
                  <a:cubicBezTo>
                    <a:pt x="15321" y="11418"/>
                    <a:pt x="15334" y="11392"/>
                    <a:pt x="15348" y="11364"/>
                  </a:cubicBezTo>
                  <a:close/>
                  <a:moveTo>
                    <a:pt x="29852" y="11529"/>
                  </a:moveTo>
                  <a:cubicBezTo>
                    <a:pt x="29859" y="11539"/>
                    <a:pt x="29865" y="11550"/>
                    <a:pt x="29871" y="11564"/>
                  </a:cubicBezTo>
                  <a:lnTo>
                    <a:pt x="29872" y="11564"/>
                  </a:lnTo>
                  <a:cubicBezTo>
                    <a:pt x="29868" y="11552"/>
                    <a:pt x="29860" y="11539"/>
                    <a:pt x="29852" y="11529"/>
                  </a:cubicBezTo>
                  <a:close/>
                  <a:moveTo>
                    <a:pt x="29881" y="11520"/>
                  </a:moveTo>
                  <a:lnTo>
                    <a:pt x="29881" y="11564"/>
                  </a:lnTo>
                  <a:lnTo>
                    <a:pt x="29882" y="11564"/>
                  </a:lnTo>
                  <a:lnTo>
                    <a:pt x="29881" y="11520"/>
                  </a:lnTo>
                  <a:close/>
                  <a:moveTo>
                    <a:pt x="15304" y="11444"/>
                  </a:moveTo>
                  <a:cubicBezTo>
                    <a:pt x="15276" y="11492"/>
                    <a:pt x="15247" y="11539"/>
                    <a:pt x="15220" y="11588"/>
                  </a:cubicBezTo>
                  <a:cubicBezTo>
                    <a:pt x="15249" y="11539"/>
                    <a:pt x="15276" y="11492"/>
                    <a:pt x="15304" y="11444"/>
                  </a:cubicBezTo>
                  <a:close/>
                  <a:moveTo>
                    <a:pt x="14347" y="11585"/>
                  </a:moveTo>
                  <a:lnTo>
                    <a:pt x="14347" y="11585"/>
                  </a:lnTo>
                  <a:cubicBezTo>
                    <a:pt x="14346" y="11588"/>
                    <a:pt x="14344" y="11590"/>
                    <a:pt x="14340" y="11594"/>
                  </a:cubicBezTo>
                  <a:cubicBezTo>
                    <a:pt x="14344" y="11590"/>
                    <a:pt x="14347" y="11587"/>
                    <a:pt x="14347" y="11585"/>
                  </a:cubicBezTo>
                  <a:close/>
                  <a:moveTo>
                    <a:pt x="22858" y="11574"/>
                  </a:moveTo>
                  <a:cubicBezTo>
                    <a:pt x="22863" y="11581"/>
                    <a:pt x="22866" y="11587"/>
                    <a:pt x="22871" y="11594"/>
                  </a:cubicBezTo>
                  <a:lnTo>
                    <a:pt x="22871" y="11594"/>
                  </a:lnTo>
                  <a:cubicBezTo>
                    <a:pt x="22867" y="11588"/>
                    <a:pt x="22864" y="11581"/>
                    <a:pt x="22858" y="11574"/>
                  </a:cubicBezTo>
                  <a:close/>
                  <a:moveTo>
                    <a:pt x="22871" y="11594"/>
                  </a:moveTo>
                  <a:cubicBezTo>
                    <a:pt x="22885" y="11617"/>
                    <a:pt x="22899" y="11643"/>
                    <a:pt x="22914" y="11668"/>
                  </a:cubicBezTo>
                  <a:cubicBezTo>
                    <a:pt x="22901" y="11643"/>
                    <a:pt x="22886" y="11617"/>
                    <a:pt x="22871" y="11594"/>
                  </a:cubicBezTo>
                  <a:close/>
                  <a:moveTo>
                    <a:pt x="23645" y="11691"/>
                  </a:moveTo>
                  <a:cubicBezTo>
                    <a:pt x="23657" y="11718"/>
                    <a:pt x="23670" y="11741"/>
                    <a:pt x="23684" y="11767"/>
                  </a:cubicBezTo>
                  <a:cubicBezTo>
                    <a:pt x="23671" y="11741"/>
                    <a:pt x="23658" y="11718"/>
                    <a:pt x="23645" y="11691"/>
                  </a:cubicBezTo>
                  <a:close/>
                  <a:moveTo>
                    <a:pt x="27072" y="11819"/>
                  </a:moveTo>
                  <a:lnTo>
                    <a:pt x="27072" y="11840"/>
                  </a:lnTo>
                  <a:lnTo>
                    <a:pt x="27073" y="11840"/>
                  </a:lnTo>
                  <a:lnTo>
                    <a:pt x="27072" y="11819"/>
                  </a:lnTo>
                  <a:close/>
                  <a:moveTo>
                    <a:pt x="22991" y="11825"/>
                  </a:moveTo>
                  <a:cubicBezTo>
                    <a:pt x="23004" y="11851"/>
                    <a:pt x="23015" y="11879"/>
                    <a:pt x="23027" y="11908"/>
                  </a:cubicBezTo>
                  <a:cubicBezTo>
                    <a:pt x="23031" y="11917"/>
                    <a:pt x="23037" y="11928"/>
                    <a:pt x="23040" y="11936"/>
                  </a:cubicBezTo>
                  <a:cubicBezTo>
                    <a:pt x="23037" y="11923"/>
                    <a:pt x="23031" y="11914"/>
                    <a:pt x="23027" y="11902"/>
                  </a:cubicBezTo>
                  <a:cubicBezTo>
                    <a:pt x="23015" y="11876"/>
                    <a:pt x="23005" y="11850"/>
                    <a:pt x="22991" y="11825"/>
                  </a:cubicBezTo>
                  <a:close/>
                  <a:moveTo>
                    <a:pt x="27963" y="11943"/>
                  </a:moveTo>
                  <a:lnTo>
                    <a:pt x="27963" y="11943"/>
                  </a:lnTo>
                  <a:cubicBezTo>
                    <a:pt x="27983" y="11946"/>
                    <a:pt x="28004" y="11953"/>
                    <a:pt x="28021" y="11958"/>
                  </a:cubicBezTo>
                  <a:cubicBezTo>
                    <a:pt x="28002" y="11952"/>
                    <a:pt x="27983" y="11946"/>
                    <a:pt x="27963" y="11943"/>
                  </a:cubicBezTo>
                  <a:close/>
                  <a:moveTo>
                    <a:pt x="25891" y="11837"/>
                  </a:moveTo>
                  <a:cubicBezTo>
                    <a:pt x="25855" y="11883"/>
                    <a:pt x="25819" y="11930"/>
                    <a:pt x="25785" y="11978"/>
                  </a:cubicBezTo>
                  <a:cubicBezTo>
                    <a:pt x="25821" y="11931"/>
                    <a:pt x="25858" y="11885"/>
                    <a:pt x="25891" y="11837"/>
                  </a:cubicBezTo>
                  <a:close/>
                  <a:moveTo>
                    <a:pt x="25785" y="11978"/>
                  </a:moveTo>
                  <a:lnTo>
                    <a:pt x="25702" y="12087"/>
                  </a:lnTo>
                  <a:cubicBezTo>
                    <a:pt x="25691" y="12104"/>
                    <a:pt x="25676" y="12120"/>
                    <a:pt x="25662" y="12135"/>
                  </a:cubicBezTo>
                  <a:cubicBezTo>
                    <a:pt x="25677" y="12123"/>
                    <a:pt x="25691" y="12106"/>
                    <a:pt x="25705" y="12090"/>
                  </a:cubicBezTo>
                  <a:cubicBezTo>
                    <a:pt x="25730" y="12051"/>
                    <a:pt x="25759" y="12014"/>
                    <a:pt x="25785" y="11978"/>
                  </a:cubicBezTo>
                  <a:close/>
                  <a:moveTo>
                    <a:pt x="23020" y="12244"/>
                  </a:moveTo>
                  <a:lnTo>
                    <a:pt x="23020" y="12244"/>
                  </a:lnTo>
                  <a:cubicBezTo>
                    <a:pt x="23021" y="12247"/>
                    <a:pt x="23022" y="12250"/>
                    <a:pt x="23023" y="12253"/>
                  </a:cubicBezTo>
                  <a:lnTo>
                    <a:pt x="23023" y="12253"/>
                  </a:lnTo>
                  <a:cubicBezTo>
                    <a:pt x="23022" y="12250"/>
                    <a:pt x="23021" y="12247"/>
                    <a:pt x="23020" y="12244"/>
                  </a:cubicBezTo>
                  <a:close/>
                  <a:moveTo>
                    <a:pt x="23023" y="12253"/>
                  </a:moveTo>
                  <a:lnTo>
                    <a:pt x="23023" y="12253"/>
                  </a:lnTo>
                  <a:cubicBezTo>
                    <a:pt x="23024" y="12258"/>
                    <a:pt x="23025" y="12264"/>
                    <a:pt x="23026" y="12269"/>
                  </a:cubicBezTo>
                  <a:lnTo>
                    <a:pt x="23026" y="12269"/>
                  </a:lnTo>
                  <a:cubicBezTo>
                    <a:pt x="23025" y="12263"/>
                    <a:pt x="23024" y="12258"/>
                    <a:pt x="23023" y="12253"/>
                  </a:cubicBezTo>
                  <a:close/>
                  <a:moveTo>
                    <a:pt x="28022" y="11958"/>
                  </a:moveTo>
                  <a:cubicBezTo>
                    <a:pt x="28231" y="12026"/>
                    <a:pt x="28376" y="12163"/>
                    <a:pt x="28545" y="12269"/>
                  </a:cubicBezTo>
                  <a:cubicBezTo>
                    <a:pt x="28378" y="12163"/>
                    <a:pt x="28231" y="12026"/>
                    <a:pt x="28022" y="11958"/>
                  </a:cubicBezTo>
                  <a:close/>
                  <a:moveTo>
                    <a:pt x="23026" y="12269"/>
                  </a:moveTo>
                  <a:lnTo>
                    <a:pt x="23026" y="12269"/>
                  </a:lnTo>
                  <a:cubicBezTo>
                    <a:pt x="23026" y="12271"/>
                    <a:pt x="23027" y="12272"/>
                    <a:pt x="23027" y="12274"/>
                  </a:cubicBezTo>
                  <a:cubicBezTo>
                    <a:pt x="23029" y="12283"/>
                    <a:pt x="23031" y="12291"/>
                    <a:pt x="23034" y="12299"/>
                  </a:cubicBezTo>
                  <a:lnTo>
                    <a:pt x="23034" y="12299"/>
                  </a:lnTo>
                  <a:cubicBezTo>
                    <a:pt x="23031" y="12290"/>
                    <a:pt x="23029" y="12281"/>
                    <a:pt x="23027" y="12272"/>
                  </a:cubicBezTo>
                  <a:cubicBezTo>
                    <a:pt x="23027" y="12271"/>
                    <a:pt x="23026" y="12270"/>
                    <a:pt x="23026" y="12269"/>
                  </a:cubicBezTo>
                  <a:close/>
                  <a:moveTo>
                    <a:pt x="23034" y="12299"/>
                  </a:moveTo>
                  <a:cubicBezTo>
                    <a:pt x="23043" y="12339"/>
                    <a:pt x="23054" y="12379"/>
                    <a:pt x="23063" y="12417"/>
                  </a:cubicBezTo>
                  <a:cubicBezTo>
                    <a:pt x="23054" y="12377"/>
                    <a:pt x="23044" y="12338"/>
                    <a:pt x="23034" y="12299"/>
                  </a:cubicBezTo>
                  <a:close/>
                  <a:moveTo>
                    <a:pt x="23968" y="12418"/>
                  </a:moveTo>
                  <a:lnTo>
                    <a:pt x="23968" y="12418"/>
                  </a:lnTo>
                  <a:cubicBezTo>
                    <a:pt x="23976" y="12426"/>
                    <a:pt x="23985" y="12433"/>
                    <a:pt x="23994" y="12439"/>
                  </a:cubicBezTo>
                  <a:lnTo>
                    <a:pt x="23994" y="12437"/>
                  </a:lnTo>
                  <a:cubicBezTo>
                    <a:pt x="23985" y="12431"/>
                    <a:pt x="23976" y="12426"/>
                    <a:pt x="23968" y="12418"/>
                  </a:cubicBezTo>
                  <a:close/>
                  <a:moveTo>
                    <a:pt x="29177" y="12622"/>
                  </a:moveTo>
                  <a:lnTo>
                    <a:pt x="29177" y="12622"/>
                  </a:lnTo>
                  <a:cubicBezTo>
                    <a:pt x="29192" y="12639"/>
                    <a:pt x="29205" y="12657"/>
                    <a:pt x="29218" y="12676"/>
                  </a:cubicBezTo>
                  <a:lnTo>
                    <a:pt x="29219" y="12676"/>
                  </a:lnTo>
                  <a:cubicBezTo>
                    <a:pt x="29209" y="12657"/>
                    <a:pt x="29194" y="12639"/>
                    <a:pt x="29177" y="12622"/>
                  </a:cubicBezTo>
                  <a:close/>
                  <a:moveTo>
                    <a:pt x="29228" y="12676"/>
                  </a:moveTo>
                  <a:lnTo>
                    <a:pt x="29228" y="12686"/>
                  </a:lnTo>
                  <a:lnTo>
                    <a:pt x="29231" y="12686"/>
                  </a:lnTo>
                  <a:lnTo>
                    <a:pt x="29228" y="12676"/>
                  </a:lnTo>
                  <a:close/>
                  <a:moveTo>
                    <a:pt x="16487" y="12709"/>
                  </a:moveTo>
                  <a:cubicBezTo>
                    <a:pt x="16476" y="12709"/>
                    <a:pt x="16476" y="12727"/>
                    <a:pt x="16487" y="12727"/>
                  </a:cubicBezTo>
                  <a:cubicBezTo>
                    <a:pt x="16498" y="12727"/>
                    <a:pt x="16498" y="12709"/>
                    <a:pt x="16487" y="12709"/>
                  </a:cubicBezTo>
                  <a:close/>
                  <a:moveTo>
                    <a:pt x="15659" y="12748"/>
                  </a:moveTo>
                  <a:lnTo>
                    <a:pt x="15659" y="12751"/>
                  </a:lnTo>
                  <a:lnTo>
                    <a:pt x="15667" y="12751"/>
                  </a:lnTo>
                  <a:lnTo>
                    <a:pt x="15667" y="12748"/>
                  </a:lnTo>
                  <a:close/>
                  <a:moveTo>
                    <a:pt x="11772" y="12205"/>
                  </a:moveTo>
                  <a:cubicBezTo>
                    <a:pt x="11729" y="12429"/>
                    <a:pt x="11682" y="12654"/>
                    <a:pt x="11639" y="12879"/>
                  </a:cubicBezTo>
                  <a:cubicBezTo>
                    <a:pt x="11684" y="12654"/>
                    <a:pt x="11729" y="12430"/>
                    <a:pt x="11772" y="12205"/>
                  </a:cubicBezTo>
                  <a:close/>
                  <a:moveTo>
                    <a:pt x="24978" y="12814"/>
                  </a:moveTo>
                  <a:lnTo>
                    <a:pt x="24978" y="12814"/>
                  </a:lnTo>
                  <a:cubicBezTo>
                    <a:pt x="24923" y="12844"/>
                    <a:pt x="24866" y="12872"/>
                    <a:pt x="24805" y="12897"/>
                  </a:cubicBezTo>
                  <a:cubicBezTo>
                    <a:pt x="24866" y="12873"/>
                    <a:pt x="24923" y="12844"/>
                    <a:pt x="24978" y="12814"/>
                  </a:cubicBezTo>
                  <a:close/>
                  <a:moveTo>
                    <a:pt x="24805" y="12897"/>
                  </a:moveTo>
                  <a:cubicBezTo>
                    <a:pt x="24791" y="12903"/>
                    <a:pt x="24777" y="12909"/>
                    <a:pt x="24762" y="12914"/>
                  </a:cubicBezTo>
                  <a:lnTo>
                    <a:pt x="24762" y="12914"/>
                  </a:lnTo>
                  <a:cubicBezTo>
                    <a:pt x="24777" y="12909"/>
                    <a:pt x="24791" y="12903"/>
                    <a:pt x="24805" y="12897"/>
                  </a:cubicBezTo>
                  <a:close/>
                  <a:moveTo>
                    <a:pt x="11639" y="12879"/>
                  </a:moveTo>
                  <a:lnTo>
                    <a:pt x="11639" y="12879"/>
                  </a:lnTo>
                  <a:cubicBezTo>
                    <a:pt x="11634" y="12891"/>
                    <a:pt x="11633" y="12903"/>
                    <a:pt x="11631" y="12916"/>
                  </a:cubicBezTo>
                  <a:cubicBezTo>
                    <a:pt x="11633" y="12904"/>
                    <a:pt x="11634" y="12891"/>
                    <a:pt x="11639" y="12879"/>
                  </a:cubicBezTo>
                  <a:close/>
                  <a:moveTo>
                    <a:pt x="24762" y="12914"/>
                  </a:moveTo>
                  <a:cubicBezTo>
                    <a:pt x="24745" y="12920"/>
                    <a:pt x="24729" y="12925"/>
                    <a:pt x="24712" y="12932"/>
                  </a:cubicBezTo>
                  <a:cubicBezTo>
                    <a:pt x="24730" y="12926"/>
                    <a:pt x="24746" y="12920"/>
                    <a:pt x="24762" y="12914"/>
                  </a:cubicBezTo>
                  <a:close/>
                  <a:moveTo>
                    <a:pt x="24135" y="13065"/>
                  </a:moveTo>
                  <a:cubicBezTo>
                    <a:pt x="24128" y="13071"/>
                    <a:pt x="24116" y="13076"/>
                    <a:pt x="24107" y="13078"/>
                  </a:cubicBezTo>
                  <a:lnTo>
                    <a:pt x="24107" y="13078"/>
                  </a:lnTo>
                  <a:cubicBezTo>
                    <a:pt x="24116" y="13076"/>
                    <a:pt x="24128" y="13071"/>
                    <a:pt x="24135" y="13068"/>
                  </a:cubicBezTo>
                  <a:lnTo>
                    <a:pt x="24135" y="13065"/>
                  </a:lnTo>
                  <a:close/>
                  <a:moveTo>
                    <a:pt x="22748" y="13273"/>
                  </a:moveTo>
                  <a:cubicBezTo>
                    <a:pt x="22747" y="13274"/>
                    <a:pt x="22747" y="13274"/>
                    <a:pt x="22746" y="13274"/>
                  </a:cubicBezTo>
                  <a:lnTo>
                    <a:pt x="22746" y="13274"/>
                  </a:lnTo>
                  <a:cubicBezTo>
                    <a:pt x="22747" y="13274"/>
                    <a:pt x="22747" y="13274"/>
                    <a:pt x="22748" y="13273"/>
                  </a:cubicBezTo>
                  <a:close/>
                  <a:moveTo>
                    <a:pt x="22746" y="13274"/>
                  </a:moveTo>
                  <a:cubicBezTo>
                    <a:pt x="22746" y="13275"/>
                    <a:pt x="22745" y="13275"/>
                    <a:pt x="22742" y="13275"/>
                  </a:cubicBezTo>
                  <a:cubicBezTo>
                    <a:pt x="22742" y="13275"/>
                    <a:pt x="22743" y="13275"/>
                    <a:pt x="22744" y="13275"/>
                  </a:cubicBezTo>
                  <a:cubicBezTo>
                    <a:pt x="22745" y="13275"/>
                    <a:pt x="22745" y="13275"/>
                    <a:pt x="22746" y="13274"/>
                  </a:cubicBezTo>
                  <a:close/>
                  <a:moveTo>
                    <a:pt x="23565" y="13582"/>
                  </a:moveTo>
                  <a:cubicBezTo>
                    <a:pt x="23540" y="13609"/>
                    <a:pt x="23514" y="13643"/>
                    <a:pt x="23485" y="13669"/>
                  </a:cubicBezTo>
                  <a:cubicBezTo>
                    <a:pt x="23514" y="13643"/>
                    <a:pt x="23542" y="13609"/>
                    <a:pt x="23565" y="13582"/>
                  </a:cubicBezTo>
                  <a:close/>
                  <a:moveTo>
                    <a:pt x="28236" y="13817"/>
                  </a:moveTo>
                  <a:cubicBezTo>
                    <a:pt x="28232" y="13821"/>
                    <a:pt x="28229" y="13827"/>
                    <a:pt x="28229" y="13833"/>
                  </a:cubicBezTo>
                  <a:cubicBezTo>
                    <a:pt x="28231" y="13829"/>
                    <a:pt x="28232" y="13824"/>
                    <a:pt x="28236" y="13820"/>
                  </a:cubicBezTo>
                  <a:lnTo>
                    <a:pt x="28236" y="13817"/>
                  </a:lnTo>
                  <a:close/>
                  <a:moveTo>
                    <a:pt x="28818" y="13970"/>
                  </a:moveTo>
                  <a:lnTo>
                    <a:pt x="28818" y="13970"/>
                  </a:lnTo>
                  <a:cubicBezTo>
                    <a:pt x="28812" y="13987"/>
                    <a:pt x="28806" y="14003"/>
                    <a:pt x="28800" y="14021"/>
                  </a:cubicBezTo>
                  <a:cubicBezTo>
                    <a:pt x="28806" y="14003"/>
                    <a:pt x="28814" y="13987"/>
                    <a:pt x="28818" y="13970"/>
                  </a:cubicBezTo>
                  <a:close/>
                  <a:moveTo>
                    <a:pt x="28800" y="14021"/>
                  </a:moveTo>
                  <a:cubicBezTo>
                    <a:pt x="28774" y="14101"/>
                    <a:pt x="28748" y="14181"/>
                    <a:pt x="28722" y="14262"/>
                  </a:cubicBezTo>
                  <a:cubicBezTo>
                    <a:pt x="28751" y="14182"/>
                    <a:pt x="28776" y="14102"/>
                    <a:pt x="28800" y="14021"/>
                  </a:cubicBezTo>
                  <a:close/>
                  <a:moveTo>
                    <a:pt x="14984" y="14939"/>
                  </a:moveTo>
                  <a:lnTo>
                    <a:pt x="14994" y="14941"/>
                  </a:lnTo>
                  <a:lnTo>
                    <a:pt x="14994" y="14939"/>
                  </a:lnTo>
                  <a:close/>
                  <a:moveTo>
                    <a:pt x="24823" y="14865"/>
                  </a:moveTo>
                  <a:cubicBezTo>
                    <a:pt x="24844" y="14902"/>
                    <a:pt x="24869" y="14937"/>
                    <a:pt x="24892" y="14973"/>
                  </a:cubicBezTo>
                  <a:cubicBezTo>
                    <a:pt x="24871" y="14937"/>
                    <a:pt x="24849" y="14902"/>
                    <a:pt x="24823" y="14865"/>
                  </a:cubicBezTo>
                  <a:close/>
                  <a:moveTo>
                    <a:pt x="15029" y="15156"/>
                  </a:moveTo>
                  <a:lnTo>
                    <a:pt x="15029" y="15156"/>
                  </a:lnTo>
                  <a:cubicBezTo>
                    <a:pt x="15048" y="15185"/>
                    <a:pt x="15065" y="15214"/>
                    <a:pt x="15092" y="15239"/>
                  </a:cubicBezTo>
                  <a:cubicBezTo>
                    <a:pt x="15067" y="15214"/>
                    <a:pt x="15049" y="15185"/>
                    <a:pt x="15029" y="15156"/>
                  </a:cubicBezTo>
                  <a:close/>
                  <a:moveTo>
                    <a:pt x="25041" y="15399"/>
                  </a:moveTo>
                  <a:lnTo>
                    <a:pt x="25051" y="15402"/>
                  </a:lnTo>
                  <a:lnTo>
                    <a:pt x="25051" y="15399"/>
                  </a:lnTo>
                  <a:close/>
                  <a:moveTo>
                    <a:pt x="27160" y="15479"/>
                  </a:moveTo>
                  <a:lnTo>
                    <a:pt x="27160" y="15479"/>
                  </a:lnTo>
                  <a:cubicBezTo>
                    <a:pt x="27152" y="15498"/>
                    <a:pt x="27144" y="15518"/>
                    <a:pt x="27134" y="15540"/>
                  </a:cubicBezTo>
                  <a:cubicBezTo>
                    <a:pt x="27146" y="15520"/>
                    <a:pt x="27155" y="15499"/>
                    <a:pt x="27160" y="15479"/>
                  </a:cubicBezTo>
                  <a:close/>
                  <a:moveTo>
                    <a:pt x="27134" y="15540"/>
                  </a:moveTo>
                  <a:lnTo>
                    <a:pt x="27134" y="15540"/>
                  </a:lnTo>
                  <a:cubicBezTo>
                    <a:pt x="27130" y="15548"/>
                    <a:pt x="27127" y="15557"/>
                    <a:pt x="27122" y="15566"/>
                  </a:cubicBezTo>
                  <a:lnTo>
                    <a:pt x="27122" y="15566"/>
                  </a:lnTo>
                  <a:cubicBezTo>
                    <a:pt x="27127" y="15556"/>
                    <a:pt x="27131" y="15548"/>
                    <a:pt x="27134" y="15540"/>
                  </a:cubicBezTo>
                  <a:close/>
                  <a:moveTo>
                    <a:pt x="27122" y="15566"/>
                  </a:moveTo>
                  <a:cubicBezTo>
                    <a:pt x="27120" y="15570"/>
                    <a:pt x="27118" y="15574"/>
                    <a:pt x="27115" y="15579"/>
                  </a:cubicBezTo>
                  <a:cubicBezTo>
                    <a:pt x="27118" y="15575"/>
                    <a:pt x="27120" y="15570"/>
                    <a:pt x="27122" y="15566"/>
                  </a:cubicBezTo>
                  <a:close/>
                  <a:moveTo>
                    <a:pt x="27838" y="15581"/>
                  </a:moveTo>
                  <a:lnTo>
                    <a:pt x="27838" y="15581"/>
                  </a:lnTo>
                  <a:cubicBezTo>
                    <a:pt x="27825" y="15602"/>
                    <a:pt x="27810" y="15624"/>
                    <a:pt x="27796" y="15645"/>
                  </a:cubicBezTo>
                  <a:cubicBezTo>
                    <a:pt x="27813" y="15624"/>
                    <a:pt x="27825" y="15602"/>
                    <a:pt x="27838" y="15581"/>
                  </a:cubicBezTo>
                  <a:close/>
                  <a:moveTo>
                    <a:pt x="27796" y="15645"/>
                  </a:moveTo>
                  <a:cubicBezTo>
                    <a:pt x="27793" y="15650"/>
                    <a:pt x="27789" y="15658"/>
                    <a:pt x="27784" y="15661"/>
                  </a:cubicBezTo>
                  <a:cubicBezTo>
                    <a:pt x="27789" y="15658"/>
                    <a:pt x="27794" y="15650"/>
                    <a:pt x="27796" y="15645"/>
                  </a:cubicBezTo>
                  <a:close/>
                  <a:moveTo>
                    <a:pt x="27530" y="15838"/>
                  </a:moveTo>
                  <a:lnTo>
                    <a:pt x="27530" y="15848"/>
                  </a:lnTo>
                  <a:lnTo>
                    <a:pt x="27531" y="15848"/>
                  </a:lnTo>
                  <a:lnTo>
                    <a:pt x="27530" y="15838"/>
                  </a:lnTo>
                  <a:close/>
                  <a:moveTo>
                    <a:pt x="25298" y="15848"/>
                  </a:moveTo>
                  <a:cubicBezTo>
                    <a:pt x="25320" y="15919"/>
                    <a:pt x="25342" y="15991"/>
                    <a:pt x="25366" y="16060"/>
                  </a:cubicBezTo>
                  <a:cubicBezTo>
                    <a:pt x="25343" y="15991"/>
                    <a:pt x="25321" y="15919"/>
                    <a:pt x="25298" y="15848"/>
                  </a:cubicBezTo>
                  <a:close/>
                  <a:moveTo>
                    <a:pt x="24603" y="16042"/>
                  </a:moveTo>
                  <a:cubicBezTo>
                    <a:pt x="24603" y="16043"/>
                    <a:pt x="24602" y="16043"/>
                    <a:pt x="24602" y="16044"/>
                  </a:cubicBezTo>
                  <a:lnTo>
                    <a:pt x="24602" y="16046"/>
                  </a:lnTo>
                  <a:cubicBezTo>
                    <a:pt x="24604" y="16065"/>
                    <a:pt x="24608" y="16083"/>
                    <a:pt x="24611" y="16101"/>
                  </a:cubicBezTo>
                  <a:lnTo>
                    <a:pt x="24611" y="16101"/>
                  </a:lnTo>
                  <a:cubicBezTo>
                    <a:pt x="24608" y="16081"/>
                    <a:pt x="24606" y="16061"/>
                    <a:pt x="24603" y="16042"/>
                  </a:cubicBezTo>
                  <a:close/>
                  <a:moveTo>
                    <a:pt x="24911" y="16104"/>
                  </a:moveTo>
                  <a:cubicBezTo>
                    <a:pt x="24908" y="16108"/>
                    <a:pt x="24908" y="16110"/>
                    <a:pt x="24908" y="16110"/>
                  </a:cubicBezTo>
                  <a:cubicBezTo>
                    <a:pt x="24910" y="16110"/>
                    <a:pt x="24911" y="16108"/>
                    <a:pt x="24911" y="16104"/>
                  </a:cubicBezTo>
                  <a:close/>
                  <a:moveTo>
                    <a:pt x="24901" y="16124"/>
                  </a:moveTo>
                  <a:lnTo>
                    <a:pt x="24913" y="16126"/>
                  </a:lnTo>
                  <a:lnTo>
                    <a:pt x="24913" y="16124"/>
                  </a:lnTo>
                  <a:close/>
                  <a:moveTo>
                    <a:pt x="24611" y="16101"/>
                  </a:moveTo>
                  <a:cubicBezTo>
                    <a:pt x="24614" y="16115"/>
                    <a:pt x="24616" y="16129"/>
                    <a:pt x="24619" y="16143"/>
                  </a:cubicBezTo>
                  <a:cubicBezTo>
                    <a:pt x="24618" y="16136"/>
                    <a:pt x="24616" y="16126"/>
                    <a:pt x="24615" y="16119"/>
                  </a:cubicBezTo>
                  <a:cubicBezTo>
                    <a:pt x="24614" y="16113"/>
                    <a:pt x="24613" y="16107"/>
                    <a:pt x="24611" y="16101"/>
                  </a:cubicBezTo>
                  <a:close/>
                  <a:moveTo>
                    <a:pt x="24929" y="16284"/>
                  </a:moveTo>
                  <a:cubicBezTo>
                    <a:pt x="24932" y="16297"/>
                    <a:pt x="24932" y="16308"/>
                    <a:pt x="24932" y="16319"/>
                  </a:cubicBezTo>
                  <a:cubicBezTo>
                    <a:pt x="24932" y="16325"/>
                    <a:pt x="24935" y="16334"/>
                    <a:pt x="24935" y="16342"/>
                  </a:cubicBezTo>
                  <a:lnTo>
                    <a:pt x="24935" y="16321"/>
                  </a:lnTo>
                  <a:cubicBezTo>
                    <a:pt x="24935" y="16312"/>
                    <a:pt x="24932" y="16305"/>
                    <a:pt x="24932" y="16297"/>
                  </a:cubicBezTo>
                  <a:cubicBezTo>
                    <a:pt x="24930" y="16293"/>
                    <a:pt x="24930" y="16289"/>
                    <a:pt x="24929" y="16284"/>
                  </a:cubicBezTo>
                  <a:close/>
                  <a:moveTo>
                    <a:pt x="24651" y="16254"/>
                  </a:moveTo>
                  <a:cubicBezTo>
                    <a:pt x="24670" y="16326"/>
                    <a:pt x="24692" y="16399"/>
                    <a:pt x="24711" y="16466"/>
                  </a:cubicBezTo>
                  <a:cubicBezTo>
                    <a:pt x="24692" y="16395"/>
                    <a:pt x="24670" y="16325"/>
                    <a:pt x="24651" y="16254"/>
                  </a:cubicBezTo>
                  <a:close/>
                  <a:moveTo>
                    <a:pt x="14147" y="16960"/>
                  </a:moveTo>
                  <a:cubicBezTo>
                    <a:pt x="14155" y="16968"/>
                    <a:pt x="14163" y="16976"/>
                    <a:pt x="14173" y="16981"/>
                  </a:cubicBezTo>
                  <a:cubicBezTo>
                    <a:pt x="14163" y="16975"/>
                    <a:pt x="14155" y="16968"/>
                    <a:pt x="14147" y="16960"/>
                  </a:cubicBezTo>
                  <a:close/>
                  <a:moveTo>
                    <a:pt x="14173" y="16981"/>
                  </a:moveTo>
                  <a:cubicBezTo>
                    <a:pt x="14180" y="16988"/>
                    <a:pt x="14200" y="16998"/>
                    <a:pt x="14222" y="17008"/>
                  </a:cubicBezTo>
                  <a:cubicBezTo>
                    <a:pt x="14200" y="16997"/>
                    <a:pt x="14180" y="16987"/>
                    <a:pt x="14173" y="16981"/>
                  </a:cubicBezTo>
                  <a:close/>
                  <a:moveTo>
                    <a:pt x="24718" y="17149"/>
                  </a:moveTo>
                  <a:cubicBezTo>
                    <a:pt x="24711" y="17178"/>
                    <a:pt x="24705" y="17206"/>
                    <a:pt x="24698" y="17228"/>
                  </a:cubicBezTo>
                  <a:cubicBezTo>
                    <a:pt x="24706" y="17205"/>
                    <a:pt x="24712" y="17177"/>
                    <a:pt x="24718" y="17149"/>
                  </a:cubicBezTo>
                  <a:close/>
                  <a:moveTo>
                    <a:pt x="23990" y="17253"/>
                  </a:moveTo>
                  <a:cubicBezTo>
                    <a:pt x="23984" y="17277"/>
                    <a:pt x="23978" y="17301"/>
                    <a:pt x="23971" y="17322"/>
                  </a:cubicBezTo>
                  <a:cubicBezTo>
                    <a:pt x="23978" y="17301"/>
                    <a:pt x="23984" y="17279"/>
                    <a:pt x="23990" y="17253"/>
                  </a:cubicBezTo>
                  <a:close/>
                  <a:moveTo>
                    <a:pt x="23971" y="17322"/>
                  </a:moveTo>
                  <a:cubicBezTo>
                    <a:pt x="23968" y="17335"/>
                    <a:pt x="23962" y="17350"/>
                    <a:pt x="23958" y="17360"/>
                  </a:cubicBezTo>
                  <a:cubicBezTo>
                    <a:pt x="23963" y="17350"/>
                    <a:pt x="23969" y="17337"/>
                    <a:pt x="23971" y="17322"/>
                  </a:cubicBezTo>
                  <a:close/>
                  <a:moveTo>
                    <a:pt x="23520" y="17527"/>
                  </a:moveTo>
                  <a:cubicBezTo>
                    <a:pt x="23507" y="17529"/>
                    <a:pt x="23497" y="17532"/>
                    <a:pt x="23491" y="17536"/>
                  </a:cubicBezTo>
                  <a:cubicBezTo>
                    <a:pt x="23497" y="17535"/>
                    <a:pt x="23507" y="17532"/>
                    <a:pt x="23520" y="17527"/>
                  </a:cubicBezTo>
                  <a:close/>
                  <a:moveTo>
                    <a:pt x="23373" y="17536"/>
                  </a:moveTo>
                  <a:lnTo>
                    <a:pt x="23373" y="17539"/>
                  </a:lnTo>
                  <a:lnTo>
                    <a:pt x="23491" y="17536"/>
                  </a:lnTo>
                  <a:close/>
                  <a:moveTo>
                    <a:pt x="14104" y="18004"/>
                  </a:moveTo>
                  <a:cubicBezTo>
                    <a:pt x="14107" y="18029"/>
                    <a:pt x="14115" y="18049"/>
                    <a:pt x="14119" y="18060"/>
                  </a:cubicBezTo>
                  <a:cubicBezTo>
                    <a:pt x="14115" y="18049"/>
                    <a:pt x="14110" y="18029"/>
                    <a:pt x="14104" y="18004"/>
                  </a:cubicBezTo>
                  <a:close/>
                  <a:moveTo>
                    <a:pt x="14119" y="18060"/>
                  </a:moveTo>
                  <a:cubicBezTo>
                    <a:pt x="14148" y="18161"/>
                    <a:pt x="14184" y="18262"/>
                    <a:pt x="14224" y="18358"/>
                  </a:cubicBezTo>
                  <a:cubicBezTo>
                    <a:pt x="14186" y="18262"/>
                    <a:pt x="14150" y="18161"/>
                    <a:pt x="14119" y="18060"/>
                  </a:cubicBezTo>
                  <a:close/>
                  <a:moveTo>
                    <a:pt x="14513" y="18932"/>
                  </a:moveTo>
                  <a:lnTo>
                    <a:pt x="14513" y="18932"/>
                  </a:lnTo>
                  <a:cubicBezTo>
                    <a:pt x="14520" y="18949"/>
                    <a:pt x="14528" y="18962"/>
                    <a:pt x="14536" y="18978"/>
                  </a:cubicBezTo>
                  <a:cubicBezTo>
                    <a:pt x="14528" y="18961"/>
                    <a:pt x="14520" y="18946"/>
                    <a:pt x="14513" y="18932"/>
                  </a:cubicBezTo>
                  <a:close/>
                  <a:moveTo>
                    <a:pt x="14536" y="18978"/>
                  </a:moveTo>
                  <a:cubicBezTo>
                    <a:pt x="14542" y="18990"/>
                    <a:pt x="14549" y="19005"/>
                    <a:pt x="14557" y="19016"/>
                  </a:cubicBezTo>
                  <a:cubicBezTo>
                    <a:pt x="14549" y="19003"/>
                    <a:pt x="14542" y="18990"/>
                    <a:pt x="14536" y="18978"/>
                  </a:cubicBezTo>
                  <a:close/>
                  <a:moveTo>
                    <a:pt x="13183" y="18978"/>
                  </a:moveTo>
                  <a:lnTo>
                    <a:pt x="13188" y="18980"/>
                  </a:lnTo>
                  <a:lnTo>
                    <a:pt x="13188" y="18981"/>
                  </a:lnTo>
                  <a:cubicBezTo>
                    <a:pt x="13203" y="19005"/>
                    <a:pt x="13216" y="19028"/>
                    <a:pt x="13226" y="19053"/>
                  </a:cubicBezTo>
                  <a:cubicBezTo>
                    <a:pt x="13231" y="19060"/>
                    <a:pt x="13235" y="19069"/>
                    <a:pt x="13239" y="19077"/>
                  </a:cubicBezTo>
                  <a:lnTo>
                    <a:pt x="13239" y="18978"/>
                  </a:lnTo>
                  <a:close/>
                  <a:moveTo>
                    <a:pt x="14064" y="19215"/>
                  </a:moveTo>
                  <a:cubicBezTo>
                    <a:pt x="14086" y="19285"/>
                    <a:pt x="14103" y="19351"/>
                    <a:pt x="14119" y="19417"/>
                  </a:cubicBezTo>
                  <a:cubicBezTo>
                    <a:pt x="14104" y="19351"/>
                    <a:pt x="14088" y="19285"/>
                    <a:pt x="14064" y="19215"/>
                  </a:cubicBezTo>
                  <a:close/>
                  <a:moveTo>
                    <a:pt x="12813" y="19707"/>
                  </a:moveTo>
                  <a:cubicBezTo>
                    <a:pt x="12813" y="19708"/>
                    <a:pt x="12812" y="19708"/>
                    <a:pt x="12812" y="19710"/>
                  </a:cubicBezTo>
                  <a:lnTo>
                    <a:pt x="12834" y="19790"/>
                  </a:lnTo>
                  <a:cubicBezTo>
                    <a:pt x="12828" y="19761"/>
                    <a:pt x="12821" y="19734"/>
                    <a:pt x="12813" y="19707"/>
                  </a:cubicBezTo>
                  <a:close/>
                  <a:moveTo>
                    <a:pt x="14273" y="20066"/>
                  </a:moveTo>
                  <a:cubicBezTo>
                    <a:pt x="14274" y="20070"/>
                    <a:pt x="14275" y="20074"/>
                    <a:pt x="14275" y="20078"/>
                  </a:cubicBezTo>
                  <a:lnTo>
                    <a:pt x="14275" y="20078"/>
                  </a:lnTo>
                  <a:cubicBezTo>
                    <a:pt x="14275" y="20074"/>
                    <a:pt x="14274" y="20070"/>
                    <a:pt x="14273" y="20066"/>
                  </a:cubicBezTo>
                  <a:close/>
                  <a:moveTo>
                    <a:pt x="14275" y="20078"/>
                  </a:moveTo>
                  <a:lnTo>
                    <a:pt x="14275" y="20078"/>
                  </a:lnTo>
                  <a:cubicBezTo>
                    <a:pt x="14279" y="20096"/>
                    <a:pt x="14283" y="20116"/>
                    <a:pt x="14289" y="20134"/>
                  </a:cubicBezTo>
                  <a:cubicBezTo>
                    <a:pt x="14285" y="20116"/>
                    <a:pt x="14280" y="20098"/>
                    <a:pt x="14275" y="20078"/>
                  </a:cubicBezTo>
                  <a:close/>
                  <a:moveTo>
                    <a:pt x="13010" y="20309"/>
                  </a:moveTo>
                  <a:cubicBezTo>
                    <a:pt x="13010" y="20310"/>
                    <a:pt x="13013" y="20312"/>
                    <a:pt x="13013" y="20313"/>
                  </a:cubicBezTo>
                  <a:lnTo>
                    <a:pt x="13014" y="20313"/>
                  </a:lnTo>
                  <a:cubicBezTo>
                    <a:pt x="13013" y="20312"/>
                    <a:pt x="13013" y="20310"/>
                    <a:pt x="13010" y="20309"/>
                  </a:cubicBezTo>
                  <a:close/>
                  <a:moveTo>
                    <a:pt x="13459" y="20233"/>
                  </a:moveTo>
                  <a:cubicBezTo>
                    <a:pt x="13465" y="20261"/>
                    <a:pt x="13472" y="20287"/>
                    <a:pt x="13481" y="20313"/>
                  </a:cubicBezTo>
                  <a:cubicBezTo>
                    <a:pt x="13473" y="20288"/>
                    <a:pt x="13465" y="20261"/>
                    <a:pt x="13459" y="20233"/>
                  </a:cubicBezTo>
                  <a:close/>
                  <a:moveTo>
                    <a:pt x="13481" y="20313"/>
                  </a:moveTo>
                  <a:cubicBezTo>
                    <a:pt x="13481" y="20317"/>
                    <a:pt x="13481" y="20320"/>
                    <a:pt x="13482" y="20320"/>
                  </a:cubicBezTo>
                  <a:cubicBezTo>
                    <a:pt x="13481" y="20317"/>
                    <a:pt x="13481" y="20316"/>
                    <a:pt x="13481" y="20313"/>
                  </a:cubicBezTo>
                  <a:close/>
                  <a:moveTo>
                    <a:pt x="14340" y="20354"/>
                  </a:moveTo>
                  <a:cubicBezTo>
                    <a:pt x="14340" y="20361"/>
                    <a:pt x="14341" y="20368"/>
                    <a:pt x="14341" y="20375"/>
                  </a:cubicBezTo>
                  <a:lnTo>
                    <a:pt x="14341" y="20375"/>
                  </a:lnTo>
                  <a:cubicBezTo>
                    <a:pt x="14341" y="20368"/>
                    <a:pt x="14340" y="20361"/>
                    <a:pt x="14340" y="20354"/>
                  </a:cubicBezTo>
                  <a:close/>
                  <a:moveTo>
                    <a:pt x="14341" y="20375"/>
                  </a:moveTo>
                  <a:cubicBezTo>
                    <a:pt x="14342" y="20382"/>
                    <a:pt x="14343" y="20390"/>
                    <a:pt x="14343" y="20397"/>
                  </a:cubicBezTo>
                  <a:cubicBezTo>
                    <a:pt x="14343" y="20399"/>
                    <a:pt x="14343" y="20399"/>
                    <a:pt x="14344" y="20400"/>
                  </a:cubicBezTo>
                  <a:cubicBezTo>
                    <a:pt x="14344" y="20392"/>
                    <a:pt x="14342" y="20383"/>
                    <a:pt x="14341" y="20375"/>
                  </a:cubicBezTo>
                  <a:close/>
                  <a:moveTo>
                    <a:pt x="12569" y="21126"/>
                  </a:moveTo>
                  <a:cubicBezTo>
                    <a:pt x="12579" y="21172"/>
                    <a:pt x="12587" y="21217"/>
                    <a:pt x="12598" y="21265"/>
                  </a:cubicBezTo>
                  <a:lnTo>
                    <a:pt x="12598" y="21265"/>
                  </a:lnTo>
                  <a:cubicBezTo>
                    <a:pt x="12589" y="21218"/>
                    <a:pt x="12579" y="21172"/>
                    <a:pt x="12569" y="21126"/>
                  </a:cubicBezTo>
                  <a:close/>
                  <a:moveTo>
                    <a:pt x="12598" y="21265"/>
                  </a:moveTo>
                  <a:lnTo>
                    <a:pt x="12598" y="21265"/>
                  </a:lnTo>
                  <a:cubicBezTo>
                    <a:pt x="12600" y="21271"/>
                    <a:pt x="12601" y="21277"/>
                    <a:pt x="12602" y="21284"/>
                  </a:cubicBezTo>
                  <a:lnTo>
                    <a:pt x="12602" y="21284"/>
                  </a:lnTo>
                  <a:cubicBezTo>
                    <a:pt x="12601" y="21279"/>
                    <a:pt x="12601" y="21274"/>
                    <a:pt x="12600" y="21270"/>
                  </a:cubicBezTo>
                  <a:cubicBezTo>
                    <a:pt x="12599" y="21268"/>
                    <a:pt x="12599" y="21266"/>
                    <a:pt x="12598" y="21265"/>
                  </a:cubicBezTo>
                  <a:close/>
                  <a:moveTo>
                    <a:pt x="12602" y="21284"/>
                  </a:moveTo>
                  <a:cubicBezTo>
                    <a:pt x="12609" y="21317"/>
                    <a:pt x="12615" y="21350"/>
                    <a:pt x="12623" y="21386"/>
                  </a:cubicBezTo>
                  <a:cubicBezTo>
                    <a:pt x="12616" y="21352"/>
                    <a:pt x="12609" y="21318"/>
                    <a:pt x="12602" y="21284"/>
                  </a:cubicBezTo>
                  <a:close/>
                  <a:moveTo>
                    <a:pt x="13423" y="21758"/>
                  </a:moveTo>
                  <a:lnTo>
                    <a:pt x="13423" y="21758"/>
                  </a:lnTo>
                  <a:cubicBezTo>
                    <a:pt x="13434" y="21815"/>
                    <a:pt x="13443" y="21873"/>
                    <a:pt x="13450" y="21931"/>
                  </a:cubicBezTo>
                  <a:cubicBezTo>
                    <a:pt x="13450" y="21909"/>
                    <a:pt x="13446" y="21888"/>
                    <a:pt x="13443" y="21864"/>
                  </a:cubicBezTo>
                  <a:cubicBezTo>
                    <a:pt x="13437" y="21828"/>
                    <a:pt x="13430" y="21793"/>
                    <a:pt x="13423" y="21758"/>
                  </a:cubicBezTo>
                  <a:close/>
                  <a:moveTo>
                    <a:pt x="12302" y="22080"/>
                  </a:moveTo>
                  <a:cubicBezTo>
                    <a:pt x="12302" y="22082"/>
                    <a:pt x="12300" y="22082"/>
                    <a:pt x="12300" y="22084"/>
                  </a:cubicBezTo>
                  <a:cubicBezTo>
                    <a:pt x="12302" y="22097"/>
                    <a:pt x="12303" y="22107"/>
                    <a:pt x="12305" y="22120"/>
                  </a:cubicBezTo>
                  <a:cubicBezTo>
                    <a:pt x="12306" y="22124"/>
                    <a:pt x="12307" y="22129"/>
                    <a:pt x="12308" y="22133"/>
                  </a:cubicBezTo>
                  <a:lnTo>
                    <a:pt x="12308" y="22133"/>
                  </a:lnTo>
                  <a:cubicBezTo>
                    <a:pt x="12306" y="22114"/>
                    <a:pt x="12303" y="22097"/>
                    <a:pt x="12302" y="22080"/>
                  </a:cubicBezTo>
                  <a:close/>
                  <a:moveTo>
                    <a:pt x="12308" y="22133"/>
                  </a:moveTo>
                  <a:cubicBezTo>
                    <a:pt x="12308" y="22136"/>
                    <a:pt x="12309" y="22139"/>
                    <a:pt x="12309" y="22142"/>
                  </a:cubicBezTo>
                  <a:cubicBezTo>
                    <a:pt x="12309" y="22139"/>
                    <a:pt x="12309" y="22136"/>
                    <a:pt x="12308" y="22133"/>
                  </a:cubicBezTo>
                  <a:close/>
                  <a:moveTo>
                    <a:pt x="12581" y="23653"/>
                  </a:moveTo>
                  <a:lnTo>
                    <a:pt x="12581" y="23653"/>
                  </a:lnTo>
                  <a:cubicBezTo>
                    <a:pt x="12584" y="23663"/>
                    <a:pt x="12587" y="23672"/>
                    <a:pt x="12591" y="23682"/>
                  </a:cubicBezTo>
                  <a:cubicBezTo>
                    <a:pt x="12587" y="23672"/>
                    <a:pt x="12585" y="23661"/>
                    <a:pt x="12581" y="23653"/>
                  </a:cubicBezTo>
                  <a:close/>
                  <a:moveTo>
                    <a:pt x="12591" y="23682"/>
                  </a:moveTo>
                  <a:cubicBezTo>
                    <a:pt x="12592" y="23692"/>
                    <a:pt x="12594" y="23704"/>
                    <a:pt x="12598" y="23714"/>
                  </a:cubicBezTo>
                  <a:cubicBezTo>
                    <a:pt x="12598" y="23704"/>
                    <a:pt x="12594" y="23692"/>
                    <a:pt x="12591" y="2368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
            <p:cNvSpPr/>
            <p:nvPr/>
          </p:nvSpPr>
          <p:spPr>
            <a:xfrm>
              <a:off x="1262496" y="1119608"/>
              <a:ext cx="5857" cy="3791"/>
            </a:xfrm>
            <a:custGeom>
              <a:rect b="b" l="l" r="r" t="t"/>
              <a:pathLst>
                <a:path extrusionOk="0" h="134" w="207">
                  <a:moveTo>
                    <a:pt x="0" y="1"/>
                  </a:moveTo>
                  <a:lnTo>
                    <a:pt x="0" y="1"/>
                  </a:lnTo>
                  <a:cubicBezTo>
                    <a:pt x="72" y="44"/>
                    <a:pt x="140" y="89"/>
                    <a:pt x="207" y="133"/>
                  </a:cubicBezTo>
                  <a:cubicBezTo>
                    <a:pt x="175" y="110"/>
                    <a:pt x="141" y="85"/>
                    <a:pt x="105" y="63"/>
                  </a:cubicBezTo>
                  <a:cubicBezTo>
                    <a:pt x="69" y="41"/>
                    <a:pt x="35" y="20"/>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
            <p:cNvSpPr/>
            <p:nvPr/>
          </p:nvSpPr>
          <p:spPr>
            <a:xfrm>
              <a:off x="1268324" y="1102492"/>
              <a:ext cx="3735" cy="1896"/>
            </a:xfrm>
            <a:custGeom>
              <a:rect b="b" l="l" r="r" t="t"/>
              <a:pathLst>
                <a:path extrusionOk="0" h="67" w="132">
                  <a:moveTo>
                    <a:pt x="1" y="1"/>
                  </a:moveTo>
                  <a:lnTo>
                    <a:pt x="1" y="1"/>
                  </a:lnTo>
                  <a:cubicBezTo>
                    <a:pt x="12" y="7"/>
                    <a:pt x="24" y="12"/>
                    <a:pt x="35" y="18"/>
                  </a:cubicBezTo>
                  <a:lnTo>
                    <a:pt x="35" y="18"/>
                  </a:lnTo>
                  <a:cubicBezTo>
                    <a:pt x="24" y="12"/>
                    <a:pt x="12" y="6"/>
                    <a:pt x="1" y="1"/>
                  </a:cubicBezTo>
                  <a:close/>
                  <a:moveTo>
                    <a:pt x="35" y="18"/>
                  </a:moveTo>
                  <a:cubicBezTo>
                    <a:pt x="67" y="34"/>
                    <a:pt x="99" y="51"/>
                    <a:pt x="132" y="66"/>
                  </a:cubicBezTo>
                  <a:cubicBezTo>
                    <a:pt x="101" y="49"/>
                    <a:pt x="69" y="34"/>
                    <a:pt x="35"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1"/>
            <p:cNvSpPr/>
            <p:nvPr/>
          </p:nvSpPr>
          <p:spPr>
            <a:xfrm>
              <a:off x="1275935" y="1099776"/>
              <a:ext cx="198" cy="255"/>
            </a:xfrm>
            <a:custGeom>
              <a:rect b="b" l="l" r="r" t="t"/>
              <a:pathLst>
                <a:path extrusionOk="0" h="9" w="7">
                  <a:moveTo>
                    <a:pt x="1" y="1"/>
                  </a:moveTo>
                  <a:cubicBezTo>
                    <a:pt x="4" y="5"/>
                    <a:pt x="5" y="5"/>
                    <a:pt x="7" y="8"/>
                  </a:cubicBezTo>
                  <a:cubicBezTo>
                    <a:pt x="5" y="5"/>
                    <a:pt x="4" y="4"/>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1"/>
            <p:cNvSpPr/>
            <p:nvPr/>
          </p:nvSpPr>
          <p:spPr>
            <a:xfrm>
              <a:off x="1274888" y="1106028"/>
              <a:ext cx="2490" cy="1726"/>
            </a:xfrm>
            <a:custGeom>
              <a:rect b="b" l="l" r="r" t="t"/>
              <a:pathLst>
                <a:path extrusionOk="0" h="61" w="88">
                  <a:moveTo>
                    <a:pt x="0" y="1"/>
                  </a:moveTo>
                  <a:lnTo>
                    <a:pt x="0" y="1"/>
                  </a:lnTo>
                  <a:cubicBezTo>
                    <a:pt x="23" y="15"/>
                    <a:pt x="48" y="31"/>
                    <a:pt x="70" y="46"/>
                  </a:cubicBezTo>
                  <a:cubicBezTo>
                    <a:pt x="48" y="30"/>
                    <a:pt x="23" y="13"/>
                    <a:pt x="0" y="1"/>
                  </a:cubicBezTo>
                  <a:close/>
                  <a:moveTo>
                    <a:pt x="70" y="46"/>
                  </a:moveTo>
                  <a:lnTo>
                    <a:pt x="70" y="46"/>
                  </a:lnTo>
                  <a:cubicBezTo>
                    <a:pt x="74" y="52"/>
                    <a:pt x="80" y="53"/>
                    <a:pt x="87" y="61"/>
                  </a:cubicBezTo>
                  <a:cubicBezTo>
                    <a:pt x="81" y="55"/>
                    <a:pt x="74" y="49"/>
                    <a:pt x="70" y="4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1"/>
            <p:cNvSpPr/>
            <p:nvPr/>
          </p:nvSpPr>
          <p:spPr>
            <a:xfrm>
              <a:off x="1278990" y="1102435"/>
              <a:ext cx="1047" cy="622"/>
            </a:xfrm>
            <a:custGeom>
              <a:rect b="b" l="l" r="r" t="t"/>
              <a:pathLst>
                <a:path extrusionOk="0" h="22" w="37">
                  <a:moveTo>
                    <a:pt x="0" y="0"/>
                  </a:moveTo>
                  <a:lnTo>
                    <a:pt x="0" y="0"/>
                  </a:lnTo>
                  <a:cubicBezTo>
                    <a:pt x="14" y="7"/>
                    <a:pt x="24" y="15"/>
                    <a:pt x="37" y="22"/>
                  </a:cubicBezTo>
                  <a:cubicBezTo>
                    <a:pt x="34" y="19"/>
                    <a:pt x="25" y="15"/>
                    <a:pt x="22" y="12"/>
                  </a:cubicBezTo>
                  <a:cubicBezTo>
                    <a:pt x="15" y="6"/>
                    <a:pt x="9" y="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
            <p:cNvSpPr/>
            <p:nvPr/>
          </p:nvSpPr>
          <p:spPr>
            <a:xfrm>
              <a:off x="1282894" y="1104925"/>
              <a:ext cx="2942" cy="2292"/>
            </a:xfrm>
            <a:custGeom>
              <a:rect b="b" l="l" r="r" t="t"/>
              <a:pathLst>
                <a:path extrusionOk="0" h="81" w="104">
                  <a:moveTo>
                    <a:pt x="1" y="1"/>
                  </a:moveTo>
                  <a:cubicBezTo>
                    <a:pt x="12" y="8"/>
                    <a:pt x="22" y="15"/>
                    <a:pt x="31" y="21"/>
                  </a:cubicBezTo>
                  <a:cubicBezTo>
                    <a:pt x="22" y="14"/>
                    <a:pt x="14" y="7"/>
                    <a:pt x="1" y="1"/>
                  </a:cubicBezTo>
                  <a:close/>
                  <a:moveTo>
                    <a:pt x="31" y="21"/>
                  </a:moveTo>
                  <a:lnTo>
                    <a:pt x="31" y="21"/>
                  </a:lnTo>
                  <a:cubicBezTo>
                    <a:pt x="57" y="41"/>
                    <a:pt x="81" y="60"/>
                    <a:pt x="104" y="81"/>
                  </a:cubicBezTo>
                  <a:cubicBezTo>
                    <a:pt x="81" y="59"/>
                    <a:pt x="57" y="40"/>
                    <a:pt x="31"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1"/>
            <p:cNvSpPr/>
            <p:nvPr/>
          </p:nvSpPr>
          <p:spPr>
            <a:xfrm>
              <a:off x="1298653" y="1119071"/>
              <a:ext cx="1188" cy="1019"/>
            </a:xfrm>
            <a:custGeom>
              <a:rect b="b" l="l" r="r" t="t"/>
              <a:pathLst>
                <a:path extrusionOk="0" h="36" w="42">
                  <a:moveTo>
                    <a:pt x="0" y="1"/>
                  </a:moveTo>
                  <a:cubicBezTo>
                    <a:pt x="6" y="7"/>
                    <a:pt x="11" y="12"/>
                    <a:pt x="17" y="16"/>
                  </a:cubicBezTo>
                  <a:lnTo>
                    <a:pt x="17" y="16"/>
                  </a:lnTo>
                  <a:cubicBezTo>
                    <a:pt x="11" y="11"/>
                    <a:pt x="6" y="6"/>
                    <a:pt x="0" y="1"/>
                  </a:cubicBezTo>
                  <a:close/>
                  <a:moveTo>
                    <a:pt x="17" y="16"/>
                  </a:moveTo>
                  <a:cubicBezTo>
                    <a:pt x="25" y="23"/>
                    <a:pt x="33" y="29"/>
                    <a:pt x="41" y="36"/>
                  </a:cubicBezTo>
                  <a:lnTo>
                    <a:pt x="41" y="34"/>
                  </a:lnTo>
                  <a:cubicBezTo>
                    <a:pt x="33" y="28"/>
                    <a:pt x="25" y="22"/>
                    <a:pt x="17" y="1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
            <p:cNvSpPr/>
            <p:nvPr/>
          </p:nvSpPr>
          <p:spPr>
            <a:xfrm>
              <a:off x="1303180" y="1104557"/>
              <a:ext cx="11176" cy="5178"/>
            </a:xfrm>
            <a:custGeom>
              <a:rect b="b" l="l" r="r" t="t"/>
              <a:pathLst>
                <a:path extrusionOk="0" h="183" w="395">
                  <a:moveTo>
                    <a:pt x="269" y="72"/>
                  </a:moveTo>
                  <a:lnTo>
                    <a:pt x="269" y="72"/>
                  </a:lnTo>
                  <a:cubicBezTo>
                    <a:pt x="310" y="86"/>
                    <a:pt x="354" y="104"/>
                    <a:pt x="394" y="121"/>
                  </a:cubicBezTo>
                  <a:cubicBezTo>
                    <a:pt x="354" y="102"/>
                    <a:pt x="313" y="86"/>
                    <a:pt x="269" y="72"/>
                  </a:cubicBezTo>
                  <a:close/>
                  <a:moveTo>
                    <a:pt x="0" y="1"/>
                  </a:moveTo>
                  <a:lnTo>
                    <a:pt x="0" y="14"/>
                  </a:lnTo>
                  <a:cubicBezTo>
                    <a:pt x="22" y="21"/>
                    <a:pt x="45" y="28"/>
                    <a:pt x="66" y="41"/>
                  </a:cubicBezTo>
                  <a:cubicBezTo>
                    <a:pt x="138" y="76"/>
                    <a:pt x="205" y="130"/>
                    <a:pt x="269" y="182"/>
                  </a:cubicBezTo>
                  <a:lnTo>
                    <a:pt x="269" y="72"/>
                  </a:lnTo>
                  <a:cubicBezTo>
                    <a:pt x="216" y="53"/>
                    <a:pt x="163" y="36"/>
                    <a:pt x="106" y="22"/>
                  </a:cubicBezTo>
                  <a:cubicBezTo>
                    <a:pt x="92" y="20"/>
                    <a:pt x="77" y="18"/>
                    <a:pt x="66" y="14"/>
                  </a:cubicBezTo>
                  <a:cubicBezTo>
                    <a:pt x="44" y="11"/>
                    <a:pt x="22" y="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1"/>
            <p:cNvSpPr/>
            <p:nvPr/>
          </p:nvSpPr>
          <p:spPr>
            <a:xfrm>
              <a:off x="1331019" y="1234925"/>
              <a:ext cx="3848" cy="509"/>
            </a:xfrm>
            <a:custGeom>
              <a:rect b="b" l="l" r="r" t="t"/>
              <a:pathLst>
                <a:path extrusionOk="0" h="18" w="136">
                  <a:moveTo>
                    <a:pt x="136" y="0"/>
                  </a:moveTo>
                  <a:lnTo>
                    <a:pt x="81" y="6"/>
                  </a:lnTo>
                  <a:cubicBezTo>
                    <a:pt x="56" y="9"/>
                    <a:pt x="30" y="15"/>
                    <a:pt x="1" y="17"/>
                  </a:cubicBezTo>
                  <a:cubicBezTo>
                    <a:pt x="46" y="13"/>
                    <a:pt x="92" y="7"/>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
            <p:cNvSpPr/>
            <p:nvPr/>
          </p:nvSpPr>
          <p:spPr>
            <a:xfrm>
              <a:off x="1347117" y="1125776"/>
              <a:ext cx="2886" cy="2207"/>
            </a:xfrm>
            <a:custGeom>
              <a:rect b="b" l="l" r="r" t="t"/>
              <a:pathLst>
                <a:path extrusionOk="0" h="78" w="102">
                  <a:moveTo>
                    <a:pt x="0" y="1"/>
                  </a:moveTo>
                  <a:cubicBezTo>
                    <a:pt x="28" y="23"/>
                    <a:pt x="55" y="44"/>
                    <a:pt x="83" y="63"/>
                  </a:cubicBezTo>
                  <a:cubicBezTo>
                    <a:pt x="55" y="42"/>
                    <a:pt x="28" y="23"/>
                    <a:pt x="0" y="1"/>
                  </a:cubicBezTo>
                  <a:close/>
                  <a:moveTo>
                    <a:pt x="83" y="63"/>
                  </a:moveTo>
                  <a:lnTo>
                    <a:pt x="83" y="63"/>
                  </a:lnTo>
                  <a:cubicBezTo>
                    <a:pt x="87" y="69"/>
                    <a:pt x="95" y="75"/>
                    <a:pt x="102" y="78"/>
                  </a:cubicBezTo>
                  <a:cubicBezTo>
                    <a:pt x="95" y="74"/>
                    <a:pt x="87" y="68"/>
                    <a:pt x="83" y="6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
            <p:cNvSpPr/>
            <p:nvPr/>
          </p:nvSpPr>
          <p:spPr>
            <a:xfrm>
              <a:off x="1346240" y="1212009"/>
              <a:ext cx="14344" cy="3140"/>
            </a:xfrm>
            <a:custGeom>
              <a:rect b="b" l="l" r="r" t="t"/>
              <a:pathLst>
                <a:path extrusionOk="0" h="111" w="507">
                  <a:moveTo>
                    <a:pt x="431" y="0"/>
                  </a:moveTo>
                  <a:cubicBezTo>
                    <a:pt x="373" y="0"/>
                    <a:pt x="315" y="15"/>
                    <a:pt x="259" y="22"/>
                  </a:cubicBezTo>
                  <a:cubicBezTo>
                    <a:pt x="182" y="32"/>
                    <a:pt x="110" y="42"/>
                    <a:pt x="34" y="53"/>
                  </a:cubicBezTo>
                  <a:cubicBezTo>
                    <a:pt x="1" y="55"/>
                    <a:pt x="9" y="111"/>
                    <a:pt x="40" y="111"/>
                  </a:cubicBezTo>
                  <a:cubicBezTo>
                    <a:pt x="40" y="111"/>
                    <a:pt x="41" y="111"/>
                    <a:pt x="41" y="111"/>
                  </a:cubicBezTo>
                  <a:cubicBezTo>
                    <a:pt x="117" y="103"/>
                    <a:pt x="191" y="96"/>
                    <a:pt x="268" y="90"/>
                  </a:cubicBezTo>
                  <a:cubicBezTo>
                    <a:pt x="335" y="83"/>
                    <a:pt x="406" y="86"/>
                    <a:pt x="472" y="64"/>
                  </a:cubicBezTo>
                  <a:cubicBezTo>
                    <a:pt x="507" y="53"/>
                    <a:pt x="499" y="6"/>
                    <a:pt x="463" y="2"/>
                  </a:cubicBezTo>
                  <a:cubicBezTo>
                    <a:pt x="452" y="1"/>
                    <a:pt x="442" y="0"/>
                    <a:pt x="4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
            <p:cNvSpPr/>
            <p:nvPr/>
          </p:nvSpPr>
          <p:spPr>
            <a:xfrm>
              <a:off x="1352153" y="1230965"/>
              <a:ext cx="13580" cy="2122"/>
            </a:xfrm>
            <a:custGeom>
              <a:rect b="b" l="l" r="r" t="t"/>
              <a:pathLst>
                <a:path extrusionOk="0" h="75" w="480">
                  <a:moveTo>
                    <a:pt x="479" y="0"/>
                  </a:moveTo>
                  <a:cubicBezTo>
                    <a:pt x="447" y="4"/>
                    <a:pt x="416" y="8"/>
                    <a:pt x="384" y="11"/>
                  </a:cubicBezTo>
                  <a:cubicBezTo>
                    <a:pt x="416" y="8"/>
                    <a:pt x="448" y="4"/>
                    <a:pt x="479" y="0"/>
                  </a:cubicBezTo>
                  <a:close/>
                  <a:moveTo>
                    <a:pt x="384" y="11"/>
                  </a:moveTo>
                  <a:cubicBezTo>
                    <a:pt x="352" y="15"/>
                    <a:pt x="319" y="18"/>
                    <a:pt x="287" y="21"/>
                  </a:cubicBezTo>
                  <a:cubicBezTo>
                    <a:pt x="320" y="18"/>
                    <a:pt x="352" y="15"/>
                    <a:pt x="384" y="11"/>
                  </a:cubicBezTo>
                  <a:close/>
                  <a:moveTo>
                    <a:pt x="287" y="21"/>
                  </a:moveTo>
                  <a:cubicBezTo>
                    <a:pt x="193" y="43"/>
                    <a:pt x="98" y="59"/>
                    <a:pt x="1" y="75"/>
                  </a:cubicBezTo>
                  <a:cubicBezTo>
                    <a:pt x="98" y="60"/>
                    <a:pt x="196" y="44"/>
                    <a:pt x="287"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1"/>
            <p:cNvSpPr/>
            <p:nvPr/>
          </p:nvSpPr>
          <p:spPr>
            <a:xfrm>
              <a:off x="1361800" y="1197665"/>
              <a:ext cx="7186" cy="3735"/>
            </a:xfrm>
            <a:custGeom>
              <a:rect b="b" l="l" r="r" t="t"/>
              <a:pathLst>
                <a:path extrusionOk="0" h="132" w="254">
                  <a:moveTo>
                    <a:pt x="77" y="1"/>
                  </a:moveTo>
                  <a:cubicBezTo>
                    <a:pt x="20" y="1"/>
                    <a:pt x="1" y="103"/>
                    <a:pt x="63" y="113"/>
                  </a:cubicBezTo>
                  <a:cubicBezTo>
                    <a:pt x="99" y="118"/>
                    <a:pt x="135" y="125"/>
                    <a:pt x="172" y="131"/>
                  </a:cubicBezTo>
                  <a:cubicBezTo>
                    <a:pt x="175" y="131"/>
                    <a:pt x="178" y="131"/>
                    <a:pt x="180" y="131"/>
                  </a:cubicBezTo>
                  <a:cubicBezTo>
                    <a:pt x="232" y="131"/>
                    <a:pt x="253" y="58"/>
                    <a:pt x="198" y="40"/>
                  </a:cubicBezTo>
                  <a:cubicBezTo>
                    <a:pt x="164" y="27"/>
                    <a:pt x="131" y="16"/>
                    <a:pt x="96" y="4"/>
                  </a:cubicBezTo>
                  <a:cubicBezTo>
                    <a:pt x="89" y="2"/>
                    <a:pt x="83"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1"/>
            <p:cNvSpPr/>
            <p:nvPr/>
          </p:nvSpPr>
          <p:spPr>
            <a:xfrm>
              <a:off x="1344061" y="1218347"/>
              <a:ext cx="29509" cy="9421"/>
            </a:xfrm>
            <a:custGeom>
              <a:rect b="b" l="l" r="r" t="t"/>
              <a:pathLst>
                <a:path extrusionOk="0" h="333" w="1043">
                  <a:moveTo>
                    <a:pt x="592" y="0"/>
                  </a:moveTo>
                  <a:cubicBezTo>
                    <a:pt x="406" y="4"/>
                    <a:pt x="214" y="76"/>
                    <a:pt x="34" y="121"/>
                  </a:cubicBezTo>
                  <a:cubicBezTo>
                    <a:pt x="0" y="131"/>
                    <a:pt x="13" y="175"/>
                    <a:pt x="45" y="175"/>
                  </a:cubicBezTo>
                  <a:cubicBezTo>
                    <a:pt x="46" y="175"/>
                    <a:pt x="47" y="175"/>
                    <a:pt x="48" y="175"/>
                  </a:cubicBezTo>
                  <a:cubicBezTo>
                    <a:pt x="137" y="161"/>
                    <a:pt x="235" y="154"/>
                    <a:pt x="326" y="141"/>
                  </a:cubicBezTo>
                  <a:cubicBezTo>
                    <a:pt x="451" y="242"/>
                    <a:pt x="631" y="333"/>
                    <a:pt x="800" y="333"/>
                  </a:cubicBezTo>
                  <a:cubicBezTo>
                    <a:pt x="871" y="333"/>
                    <a:pt x="940" y="316"/>
                    <a:pt x="1002" y="278"/>
                  </a:cubicBezTo>
                  <a:cubicBezTo>
                    <a:pt x="1043" y="255"/>
                    <a:pt x="1021" y="205"/>
                    <a:pt x="982" y="199"/>
                  </a:cubicBezTo>
                  <a:cubicBezTo>
                    <a:pt x="886" y="186"/>
                    <a:pt x="787" y="201"/>
                    <a:pt x="690" y="182"/>
                  </a:cubicBezTo>
                  <a:cubicBezTo>
                    <a:pt x="621" y="169"/>
                    <a:pt x="553" y="145"/>
                    <a:pt x="493" y="109"/>
                  </a:cubicBezTo>
                  <a:cubicBezTo>
                    <a:pt x="531" y="102"/>
                    <a:pt x="566" y="89"/>
                    <a:pt x="602" y="76"/>
                  </a:cubicBezTo>
                  <a:cubicBezTo>
                    <a:pt x="643" y="61"/>
                    <a:pt x="639" y="0"/>
                    <a:pt x="5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1"/>
            <p:cNvSpPr/>
            <p:nvPr/>
          </p:nvSpPr>
          <p:spPr>
            <a:xfrm>
              <a:off x="1388649" y="1169317"/>
              <a:ext cx="2858" cy="2122"/>
            </a:xfrm>
            <a:custGeom>
              <a:rect b="b" l="l" r="r" t="t"/>
              <a:pathLst>
                <a:path extrusionOk="0" h="75" w="101">
                  <a:moveTo>
                    <a:pt x="1" y="0"/>
                  </a:moveTo>
                  <a:lnTo>
                    <a:pt x="1" y="0"/>
                  </a:lnTo>
                  <a:cubicBezTo>
                    <a:pt x="22" y="20"/>
                    <a:pt x="44" y="36"/>
                    <a:pt x="66" y="51"/>
                  </a:cubicBezTo>
                  <a:cubicBezTo>
                    <a:pt x="44" y="36"/>
                    <a:pt x="21" y="19"/>
                    <a:pt x="1" y="0"/>
                  </a:cubicBezTo>
                  <a:close/>
                  <a:moveTo>
                    <a:pt x="66" y="51"/>
                  </a:moveTo>
                  <a:lnTo>
                    <a:pt x="66" y="51"/>
                  </a:lnTo>
                  <a:cubicBezTo>
                    <a:pt x="78" y="61"/>
                    <a:pt x="88" y="68"/>
                    <a:pt x="101" y="74"/>
                  </a:cubicBezTo>
                  <a:lnTo>
                    <a:pt x="101" y="73"/>
                  </a:lnTo>
                  <a:cubicBezTo>
                    <a:pt x="88" y="68"/>
                    <a:pt x="79" y="58"/>
                    <a:pt x="66" y="5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1"/>
            <p:cNvSpPr/>
            <p:nvPr/>
          </p:nvSpPr>
          <p:spPr>
            <a:xfrm>
              <a:off x="1518196" y="1231559"/>
              <a:ext cx="15363" cy="4951"/>
            </a:xfrm>
            <a:custGeom>
              <a:rect b="b" l="l" r="r" t="t"/>
              <a:pathLst>
                <a:path extrusionOk="0" h="175" w="543">
                  <a:moveTo>
                    <a:pt x="38" y="1"/>
                  </a:moveTo>
                  <a:cubicBezTo>
                    <a:pt x="11" y="1"/>
                    <a:pt x="0" y="41"/>
                    <a:pt x="30" y="48"/>
                  </a:cubicBezTo>
                  <a:cubicBezTo>
                    <a:pt x="100" y="67"/>
                    <a:pt x="169" y="88"/>
                    <a:pt x="240" y="109"/>
                  </a:cubicBezTo>
                  <a:cubicBezTo>
                    <a:pt x="320" y="131"/>
                    <a:pt x="401" y="154"/>
                    <a:pt x="485" y="174"/>
                  </a:cubicBezTo>
                  <a:cubicBezTo>
                    <a:pt x="485" y="170"/>
                    <a:pt x="484" y="170"/>
                    <a:pt x="481" y="167"/>
                  </a:cubicBezTo>
                  <a:cubicBezTo>
                    <a:pt x="477" y="157"/>
                    <a:pt x="474" y="142"/>
                    <a:pt x="478" y="131"/>
                  </a:cubicBezTo>
                  <a:cubicBezTo>
                    <a:pt x="481" y="119"/>
                    <a:pt x="491" y="107"/>
                    <a:pt x="501" y="102"/>
                  </a:cubicBezTo>
                  <a:cubicBezTo>
                    <a:pt x="515" y="94"/>
                    <a:pt x="529" y="88"/>
                    <a:pt x="542" y="80"/>
                  </a:cubicBezTo>
                  <a:cubicBezTo>
                    <a:pt x="472" y="65"/>
                    <a:pt x="401" y="55"/>
                    <a:pt x="333" y="45"/>
                  </a:cubicBezTo>
                  <a:cubicBezTo>
                    <a:pt x="234" y="30"/>
                    <a:pt x="138" y="19"/>
                    <a:pt x="44" y="1"/>
                  </a:cubicBezTo>
                  <a:cubicBezTo>
                    <a:pt x="42" y="1"/>
                    <a:pt x="40" y="1"/>
                    <a:pt x="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
            <p:cNvSpPr/>
            <p:nvPr/>
          </p:nvSpPr>
          <p:spPr>
            <a:xfrm>
              <a:off x="1548893" y="1243130"/>
              <a:ext cx="990" cy="2575"/>
            </a:xfrm>
            <a:custGeom>
              <a:rect b="b" l="l" r="r" t="t"/>
              <a:pathLst>
                <a:path extrusionOk="0" h="91" w="35">
                  <a:moveTo>
                    <a:pt x="34" y="1"/>
                  </a:moveTo>
                  <a:lnTo>
                    <a:pt x="34" y="1"/>
                  </a:lnTo>
                  <a:cubicBezTo>
                    <a:pt x="31" y="10"/>
                    <a:pt x="29" y="18"/>
                    <a:pt x="26" y="25"/>
                  </a:cubicBezTo>
                  <a:cubicBezTo>
                    <a:pt x="21" y="43"/>
                    <a:pt x="14" y="59"/>
                    <a:pt x="7" y="72"/>
                  </a:cubicBezTo>
                  <a:cubicBezTo>
                    <a:pt x="6" y="75"/>
                    <a:pt x="6" y="79"/>
                    <a:pt x="5" y="83"/>
                  </a:cubicBezTo>
                  <a:lnTo>
                    <a:pt x="5" y="83"/>
                  </a:lnTo>
                  <a:cubicBezTo>
                    <a:pt x="16" y="58"/>
                    <a:pt x="25" y="31"/>
                    <a:pt x="34" y="1"/>
                  </a:cubicBezTo>
                  <a:close/>
                  <a:moveTo>
                    <a:pt x="5" y="83"/>
                  </a:moveTo>
                  <a:lnTo>
                    <a:pt x="5" y="83"/>
                  </a:lnTo>
                  <a:cubicBezTo>
                    <a:pt x="3" y="86"/>
                    <a:pt x="2" y="88"/>
                    <a:pt x="1" y="91"/>
                  </a:cubicBezTo>
                  <a:cubicBezTo>
                    <a:pt x="3" y="89"/>
                    <a:pt x="4" y="86"/>
                    <a:pt x="5" y="8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
            <p:cNvSpPr/>
            <p:nvPr/>
          </p:nvSpPr>
          <p:spPr>
            <a:xfrm>
              <a:off x="1518196" y="1231559"/>
              <a:ext cx="15363" cy="4951"/>
            </a:xfrm>
            <a:custGeom>
              <a:rect b="b" l="l" r="r" t="t"/>
              <a:pathLst>
                <a:path extrusionOk="0" h="175" w="543">
                  <a:moveTo>
                    <a:pt x="38" y="1"/>
                  </a:moveTo>
                  <a:cubicBezTo>
                    <a:pt x="11" y="1"/>
                    <a:pt x="0" y="41"/>
                    <a:pt x="30" y="48"/>
                  </a:cubicBezTo>
                  <a:cubicBezTo>
                    <a:pt x="100" y="67"/>
                    <a:pt x="169" y="88"/>
                    <a:pt x="240" y="109"/>
                  </a:cubicBezTo>
                  <a:cubicBezTo>
                    <a:pt x="320" y="131"/>
                    <a:pt x="401" y="154"/>
                    <a:pt x="485" y="174"/>
                  </a:cubicBezTo>
                  <a:cubicBezTo>
                    <a:pt x="485" y="170"/>
                    <a:pt x="484" y="170"/>
                    <a:pt x="481" y="167"/>
                  </a:cubicBezTo>
                  <a:cubicBezTo>
                    <a:pt x="477" y="157"/>
                    <a:pt x="474" y="142"/>
                    <a:pt x="478" y="131"/>
                  </a:cubicBezTo>
                  <a:cubicBezTo>
                    <a:pt x="481" y="119"/>
                    <a:pt x="491" y="107"/>
                    <a:pt x="501" y="102"/>
                  </a:cubicBezTo>
                  <a:cubicBezTo>
                    <a:pt x="515" y="94"/>
                    <a:pt x="529" y="88"/>
                    <a:pt x="542" y="80"/>
                  </a:cubicBezTo>
                  <a:cubicBezTo>
                    <a:pt x="472" y="67"/>
                    <a:pt x="401" y="55"/>
                    <a:pt x="330" y="43"/>
                  </a:cubicBezTo>
                  <a:cubicBezTo>
                    <a:pt x="233" y="29"/>
                    <a:pt x="137" y="16"/>
                    <a:pt x="44" y="1"/>
                  </a:cubicBezTo>
                  <a:cubicBezTo>
                    <a:pt x="42" y="1"/>
                    <a:pt x="40" y="1"/>
                    <a:pt x="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1"/>
            <p:cNvSpPr/>
            <p:nvPr/>
          </p:nvSpPr>
          <p:spPr>
            <a:xfrm>
              <a:off x="1939601" y="970341"/>
              <a:ext cx="32140" cy="49540"/>
            </a:xfrm>
            <a:custGeom>
              <a:rect b="b" l="l" r="r" t="t"/>
              <a:pathLst>
                <a:path extrusionOk="0" h="1751" w="1136">
                  <a:moveTo>
                    <a:pt x="800" y="1"/>
                  </a:moveTo>
                  <a:cubicBezTo>
                    <a:pt x="433" y="2"/>
                    <a:pt x="324" y="28"/>
                    <a:pt x="106" y="171"/>
                  </a:cubicBezTo>
                  <a:cubicBezTo>
                    <a:pt x="0" y="639"/>
                    <a:pt x="278" y="1239"/>
                    <a:pt x="480" y="1518"/>
                  </a:cubicBezTo>
                  <a:cubicBezTo>
                    <a:pt x="518" y="1572"/>
                    <a:pt x="655" y="1750"/>
                    <a:pt x="779" y="1750"/>
                  </a:cubicBezTo>
                  <a:cubicBezTo>
                    <a:pt x="801" y="1750"/>
                    <a:pt x="823" y="1745"/>
                    <a:pt x="843" y="1732"/>
                  </a:cubicBezTo>
                  <a:cubicBezTo>
                    <a:pt x="967" y="1709"/>
                    <a:pt x="1000" y="1550"/>
                    <a:pt x="1037" y="1433"/>
                  </a:cubicBezTo>
                  <a:cubicBezTo>
                    <a:pt x="1136" y="1107"/>
                    <a:pt x="1095" y="656"/>
                    <a:pt x="1003" y="352"/>
                  </a:cubicBezTo>
                  <a:cubicBezTo>
                    <a:pt x="966" y="224"/>
                    <a:pt x="976" y="59"/>
                    <a:pt x="843" y="22"/>
                  </a:cubicBezTo>
                  <a:cubicBezTo>
                    <a:pt x="835" y="15"/>
                    <a:pt x="811" y="8"/>
                    <a:pt x="80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
            <p:cNvSpPr/>
            <p:nvPr/>
          </p:nvSpPr>
          <p:spPr>
            <a:xfrm>
              <a:off x="1975588" y="978772"/>
              <a:ext cx="89489" cy="13071"/>
            </a:xfrm>
            <a:custGeom>
              <a:rect b="b" l="l" r="r" t="t"/>
              <a:pathLst>
                <a:path extrusionOk="0" h="462" w="3163">
                  <a:moveTo>
                    <a:pt x="24" y="1"/>
                  </a:moveTo>
                  <a:cubicBezTo>
                    <a:pt x="20" y="1"/>
                    <a:pt x="16" y="1"/>
                    <a:pt x="12" y="1"/>
                  </a:cubicBezTo>
                  <a:cubicBezTo>
                    <a:pt x="8" y="22"/>
                    <a:pt x="9" y="21"/>
                    <a:pt x="0" y="33"/>
                  </a:cubicBezTo>
                  <a:cubicBezTo>
                    <a:pt x="2" y="178"/>
                    <a:pt x="121" y="208"/>
                    <a:pt x="269" y="208"/>
                  </a:cubicBezTo>
                  <a:cubicBezTo>
                    <a:pt x="372" y="208"/>
                    <a:pt x="489" y="193"/>
                    <a:pt x="592" y="193"/>
                  </a:cubicBezTo>
                  <a:cubicBezTo>
                    <a:pt x="637" y="193"/>
                    <a:pt x="680" y="196"/>
                    <a:pt x="717" y="204"/>
                  </a:cubicBezTo>
                  <a:cubicBezTo>
                    <a:pt x="841" y="232"/>
                    <a:pt x="979" y="217"/>
                    <a:pt x="1113" y="248"/>
                  </a:cubicBezTo>
                  <a:cubicBezTo>
                    <a:pt x="1707" y="382"/>
                    <a:pt x="2415" y="342"/>
                    <a:pt x="3026" y="461"/>
                  </a:cubicBezTo>
                  <a:cubicBezTo>
                    <a:pt x="3058" y="408"/>
                    <a:pt x="3112" y="336"/>
                    <a:pt x="3163" y="300"/>
                  </a:cubicBezTo>
                  <a:lnTo>
                    <a:pt x="3163" y="290"/>
                  </a:lnTo>
                  <a:cubicBezTo>
                    <a:pt x="2862" y="287"/>
                    <a:pt x="2542" y="272"/>
                    <a:pt x="2276" y="214"/>
                  </a:cubicBezTo>
                  <a:cubicBezTo>
                    <a:pt x="2072" y="169"/>
                    <a:pt x="1831" y="206"/>
                    <a:pt x="1634" y="162"/>
                  </a:cubicBezTo>
                  <a:lnTo>
                    <a:pt x="1515" y="162"/>
                  </a:lnTo>
                  <a:cubicBezTo>
                    <a:pt x="1318" y="118"/>
                    <a:pt x="1082" y="131"/>
                    <a:pt x="886" y="88"/>
                  </a:cubicBezTo>
                  <a:lnTo>
                    <a:pt x="650" y="76"/>
                  </a:lnTo>
                  <a:cubicBezTo>
                    <a:pt x="554" y="54"/>
                    <a:pt x="435" y="69"/>
                    <a:pt x="332" y="44"/>
                  </a:cubicBezTo>
                  <a:cubicBezTo>
                    <a:pt x="237" y="22"/>
                    <a:pt x="150" y="1"/>
                    <a:pt x="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1"/>
            <p:cNvSpPr/>
            <p:nvPr/>
          </p:nvSpPr>
          <p:spPr>
            <a:xfrm>
              <a:off x="1923334" y="1125408"/>
              <a:ext cx="106663" cy="317555"/>
            </a:xfrm>
            <a:custGeom>
              <a:rect b="b" l="l" r="r" t="t"/>
              <a:pathLst>
                <a:path extrusionOk="0" h="11224" w="3770">
                  <a:moveTo>
                    <a:pt x="1696" y="6564"/>
                  </a:moveTo>
                  <a:lnTo>
                    <a:pt x="1696" y="6564"/>
                  </a:lnTo>
                  <a:cubicBezTo>
                    <a:pt x="1679" y="7080"/>
                    <a:pt x="1542" y="7549"/>
                    <a:pt x="1548" y="8080"/>
                  </a:cubicBezTo>
                  <a:cubicBezTo>
                    <a:pt x="1504" y="8012"/>
                    <a:pt x="1526" y="7895"/>
                    <a:pt x="1504" y="7802"/>
                  </a:cubicBezTo>
                  <a:cubicBezTo>
                    <a:pt x="1413" y="7404"/>
                    <a:pt x="1527" y="6841"/>
                    <a:pt x="1652" y="6574"/>
                  </a:cubicBezTo>
                  <a:cubicBezTo>
                    <a:pt x="1670" y="6568"/>
                    <a:pt x="1671" y="6567"/>
                    <a:pt x="1696" y="6564"/>
                  </a:cubicBezTo>
                  <a:close/>
                  <a:moveTo>
                    <a:pt x="2145" y="8199"/>
                  </a:moveTo>
                  <a:lnTo>
                    <a:pt x="2145" y="8231"/>
                  </a:lnTo>
                  <a:lnTo>
                    <a:pt x="2135" y="8231"/>
                  </a:lnTo>
                  <a:cubicBezTo>
                    <a:pt x="2138" y="8215"/>
                    <a:pt x="2138" y="8211"/>
                    <a:pt x="2142" y="8207"/>
                  </a:cubicBezTo>
                  <a:cubicBezTo>
                    <a:pt x="2142" y="8202"/>
                    <a:pt x="2144" y="8202"/>
                    <a:pt x="2145" y="8199"/>
                  </a:cubicBezTo>
                  <a:close/>
                  <a:moveTo>
                    <a:pt x="1827" y="6993"/>
                  </a:moveTo>
                  <a:cubicBezTo>
                    <a:pt x="1839" y="7196"/>
                    <a:pt x="1882" y="7501"/>
                    <a:pt x="1837" y="7719"/>
                  </a:cubicBezTo>
                  <a:cubicBezTo>
                    <a:pt x="1812" y="7826"/>
                    <a:pt x="1846" y="7967"/>
                    <a:pt x="1825" y="8061"/>
                  </a:cubicBezTo>
                  <a:cubicBezTo>
                    <a:pt x="1823" y="8177"/>
                    <a:pt x="1818" y="8295"/>
                    <a:pt x="1812" y="8412"/>
                  </a:cubicBezTo>
                  <a:cubicBezTo>
                    <a:pt x="1776" y="8585"/>
                    <a:pt x="1740" y="8810"/>
                    <a:pt x="1738" y="8989"/>
                  </a:cubicBezTo>
                  <a:cubicBezTo>
                    <a:pt x="1660" y="8877"/>
                    <a:pt x="1718" y="8675"/>
                    <a:pt x="1686" y="8519"/>
                  </a:cubicBezTo>
                  <a:cubicBezTo>
                    <a:pt x="1663" y="8410"/>
                    <a:pt x="1671" y="8195"/>
                    <a:pt x="1696" y="8080"/>
                  </a:cubicBezTo>
                  <a:lnTo>
                    <a:pt x="1696" y="7910"/>
                  </a:lnTo>
                  <a:cubicBezTo>
                    <a:pt x="1700" y="7890"/>
                    <a:pt x="1703" y="7868"/>
                    <a:pt x="1708" y="7846"/>
                  </a:cubicBezTo>
                  <a:cubicBezTo>
                    <a:pt x="1714" y="7802"/>
                    <a:pt x="1718" y="7757"/>
                    <a:pt x="1721" y="7714"/>
                  </a:cubicBezTo>
                  <a:cubicBezTo>
                    <a:pt x="1722" y="7692"/>
                    <a:pt x="1724" y="7670"/>
                    <a:pt x="1724" y="7644"/>
                  </a:cubicBezTo>
                  <a:cubicBezTo>
                    <a:pt x="1725" y="7599"/>
                    <a:pt x="1727" y="7554"/>
                    <a:pt x="1732" y="7512"/>
                  </a:cubicBezTo>
                  <a:cubicBezTo>
                    <a:pt x="1737" y="7468"/>
                    <a:pt x="1743" y="7426"/>
                    <a:pt x="1751" y="7387"/>
                  </a:cubicBezTo>
                  <a:cubicBezTo>
                    <a:pt x="1779" y="7259"/>
                    <a:pt x="1744" y="7062"/>
                    <a:pt x="1827" y="6993"/>
                  </a:cubicBezTo>
                  <a:close/>
                  <a:moveTo>
                    <a:pt x="2137" y="8241"/>
                  </a:moveTo>
                  <a:lnTo>
                    <a:pt x="2137" y="8241"/>
                  </a:lnTo>
                  <a:cubicBezTo>
                    <a:pt x="2135" y="8491"/>
                    <a:pt x="2173" y="8840"/>
                    <a:pt x="2124" y="9064"/>
                  </a:cubicBezTo>
                  <a:lnTo>
                    <a:pt x="2124" y="9268"/>
                  </a:lnTo>
                  <a:cubicBezTo>
                    <a:pt x="2092" y="9421"/>
                    <a:pt x="2071" y="9595"/>
                    <a:pt x="2071" y="9759"/>
                  </a:cubicBezTo>
                  <a:cubicBezTo>
                    <a:pt x="2051" y="9729"/>
                    <a:pt x="2052" y="9687"/>
                    <a:pt x="2055" y="9643"/>
                  </a:cubicBezTo>
                  <a:cubicBezTo>
                    <a:pt x="2055" y="9612"/>
                    <a:pt x="2057" y="9580"/>
                    <a:pt x="2049" y="9547"/>
                  </a:cubicBezTo>
                  <a:cubicBezTo>
                    <a:pt x="2045" y="9534"/>
                    <a:pt x="2045" y="9519"/>
                    <a:pt x="2044" y="9505"/>
                  </a:cubicBezTo>
                  <a:cubicBezTo>
                    <a:pt x="2030" y="9412"/>
                    <a:pt x="2030" y="9277"/>
                    <a:pt x="2045" y="9186"/>
                  </a:cubicBezTo>
                  <a:cubicBezTo>
                    <a:pt x="2046" y="9175"/>
                    <a:pt x="2049" y="9163"/>
                    <a:pt x="2049" y="9153"/>
                  </a:cubicBezTo>
                  <a:lnTo>
                    <a:pt x="2049" y="8968"/>
                  </a:lnTo>
                  <a:cubicBezTo>
                    <a:pt x="2064" y="8899"/>
                    <a:pt x="2068" y="8813"/>
                    <a:pt x="2076" y="8731"/>
                  </a:cubicBezTo>
                  <a:cubicBezTo>
                    <a:pt x="2080" y="8680"/>
                    <a:pt x="2083" y="8631"/>
                    <a:pt x="2094" y="8586"/>
                  </a:cubicBezTo>
                  <a:cubicBezTo>
                    <a:pt x="2097" y="8573"/>
                    <a:pt x="2097" y="8558"/>
                    <a:pt x="2100" y="8542"/>
                  </a:cubicBezTo>
                  <a:cubicBezTo>
                    <a:pt x="2103" y="8499"/>
                    <a:pt x="2103" y="8449"/>
                    <a:pt x="2103" y="8404"/>
                  </a:cubicBezTo>
                  <a:cubicBezTo>
                    <a:pt x="2103" y="8387"/>
                    <a:pt x="2103" y="8372"/>
                    <a:pt x="2105" y="8358"/>
                  </a:cubicBezTo>
                  <a:cubicBezTo>
                    <a:pt x="2108" y="8329"/>
                    <a:pt x="2110" y="8302"/>
                    <a:pt x="2119" y="8276"/>
                  </a:cubicBezTo>
                  <a:cubicBezTo>
                    <a:pt x="2124" y="8263"/>
                    <a:pt x="2129" y="8253"/>
                    <a:pt x="2137" y="8241"/>
                  </a:cubicBezTo>
                  <a:close/>
                  <a:moveTo>
                    <a:pt x="2660" y="1"/>
                  </a:moveTo>
                  <a:cubicBezTo>
                    <a:pt x="2520" y="235"/>
                    <a:pt x="2266" y="382"/>
                    <a:pt x="2103" y="598"/>
                  </a:cubicBezTo>
                  <a:cubicBezTo>
                    <a:pt x="2058" y="658"/>
                    <a:pt x="2013" y="722"/>
                    <a:pt x="1969" y="786"/>
                  </a:cubicBezTo>
                  <a:cubicBezTo>
                    <a:pt x="1904" y="879"/>
                    <a:pt x="1839" y="975"/>
                    <a:pt x="1776" y="1072"/>
                  </a:cubicBezTo>
                  <a:cubicBezTo>
                    <a:pt x="1738" y="1133"/>
                    <a:pt x="1700" y="1193"/>
                    <a:pt x="1660" y="1254"/>
                  </a:cubicBezTo>
                  <a:cubicBezTo>
                    <a:pt x="1657" y="1258"/>
                    <a:pt x="1657" y="1261"/>
                    <a:pt x="1652" y="1267"/>
                  </a:cubicBezTo>
                  <a:cubicBezTo>
                    <a:pt x="1642" y="1283"/>
                    <a:pt x="1634" y="1301"/>
                    <a:pt x="1622" y="1318"/>
                  </a:cubicBezTo>
                  <a:cubicBezTo>
                    <a:pt x="1609" y="1334"/>
                    <a:pt x="1600" y="1353"/>
                    <a:pt x="1588" y="1369"/>
                  </a:cubicBezTo>
                  <a:cubicBezTo>
                    <a:pt x="1577" y="1388"/>
                    <a:pt x="1570" y="1405"/>
                    <a:pt x="1558" y="1426"/>
                  </a:cubicBezTo>
                  <a:cubicBezTo>
                    <a:pt x="1548" y="1446"/>
                    <a:pt x="1539" y="1463"/>
                    <a:pt x="1529" y="1482"/>
                  </a:cubicBezTo>
                  <a:cubicBezTo>
                    <a:pt x="1471" y="1599"/>
                    <a:pt x="1426" y="1716"/>
                    <a:pt x="1357" y="1828"/>
                  </a:cubicBezTo>
                  <a:cubicBezTo>
                    <a:pt x="1260" y="1985"/>
                    <a:pt x="1158" y="2148"/>
                    <a:pt x="1090" y="2330"/>
                  </a:cubicBezTo>
                  <a:cubicBezTo>
                    <a:pt x="1229" y="2265"/>
                    <a:pt x="1422" y="2200"/>
                    <a:pt x="1597" y="2200"/>
                  </a:cubicBezTo>
                  <a:cubicBezTo>
                    <a:pt x="1750" y="2200"/>
                    <a:pt x="1889" y="2250"/>
                    <a:pt x="1965" y="2394"/>
                  </a:cubicBezTo>
                  <a:cubicBezTo>
                    <a:pt x="1993" y="2445"/>
                    <a:pt x="2042" y="2523"/>
                    <a:pt x="2019" y="2619"/>
                  </a:cubicBezTo>
                  <a:cubicBezTo>
                    <a:pt x="1926" y="2997"/>
                    <a:pt x="1555" y="3259"/>
                    <a:pt x="1346" y="3540"/>
                  </a:cubicBezTo>
                  <a:cubicBezTo>
                    <a:pt x="1173" y="3768"/>
                    <a:pt x="975" y="3977"/>
                    <a:pt x="812" y="4210"/>
                  </a:cubicBezTo>
                  <a:cubicBezTo>
                    <a:pt x="659" y="4428"/>
                    <a:pt x="536" y="4655"/>
                    <a:pt x="393" y="4884"/>
                  </a:cubicBezTo>
                  <a:cubicBezTo>
                    <a:pt x="311" y="5020"/>
                    <a:pt x="213" y="5169"/>
                    <a:pt x="159" y="5332"/>
                  </a:cubicBezTo>
                  <a:cubicBezTo>
                    <a:pt x="1" y="5800"/>
                    <a:pt x="279" y="6375"/>
                    <a:pt x="437" y="6680"/>
                  </a:cubicBezTo>
                  <a:cubicBezTo>
                    <a:pt x="553" y="6901"/>
                    <a:pt x="646" y="7116"/>
                    <a:pt x="747" y="7343"/>
                  </a:cubicBezTo>
                  <a:cubicBezTo>
                    <a:pt x="846" y="7568"/>
                    <a:pt x="979" y="7801"/>
                    <a:pt x="1078" y="8036"/>
                  </a:cubicBezTo>
                  <a:cubicBezTo>
                    <a:pt x="1184" y="8295"/>
                    <a:pt x="1228" y="8570"/>
                    <a:pt x="1336" y="8829"/>
                  </a:cubicBezTo>
                  <a:cubicBezTo>
                    <a:pt x="1445" y="9093"/>
                    <a:pt x="1557" y="9371"/>
                    <a:pt x="1666" y="9642"/>
                  </a:cubicBezTo>
                  <a:cubicBezTo>
                    <a:pt x="1789" y="9935"/>
                    <a:pt x="1839" y="10259"/>
                    <a:pt x="1921" y="10592"/>
                  </a:cubicBezTo>
                  <a:cubicBezTo>
                    <a:pt x="1940" y="10752"/>
                    <a:pt x="1958" y="10914"/>
                    <a:pt x="1975" y="11074"/>
                  </a:cubicBezTo>
                  <a:lnTo>
                    <a:pt x="1975" y="11223"/>
                  </a:lnTo>
                  <a:lnTo>
                    <a:pt x="1987" y="11223"/>
                  </a:lnTo>
                  <a:cubicBezTo>
                    <a:pt x="2097" y="10989"/>
                    <a:pt x="2240" y="10770"/>
                    <a:pt x="2371" y="10559"/>
                  </a:cubicBezTo>
                  <a:cubicBezTo>
                    <a:pt x="2449" y="10434"/>
                    <a:pt x="2516" y="10274"/>
                    <a:pt x="2627" y="10185"/>
                  </a:cubicBezTo>
                  <a:cubicBezTo>
                    <a:pt x="2619" y="10020"/>
                    <a:pt x="2568" y="9860"/>
                    <a:pt x="2531" y="9714"/>
                  </a:cubicBezTo>
                  <a:cubicBezTo>
                    <a:pt x="2515" y="9575"/>
                    <a:pt x="2494" y="9437"/>
                    <a:pt x="2478" y="9298"/>
                  </a:cubicBezTo>
                  <a:cubicBezTo>
                    <a:pt x="2474" y="9208"/>
                    <a:pt x="2472" y="9118"/>
                    <a:pt x="2467" y="9031"/>
                  </a:cubicBezTo>
                  <a:cubicBezTo>
                    <a:pt x="2449" y="8958"/>
                    <a:pt x="2439" y="8883"/>
                    <a:pt x="2436" y="8803"/>
                  </a:cubicBezTo>
                  <a:cubicBezTo>
                    <a:pt x="2429" y="8726"/>
                    <a:pt x="2427" y="8646"/>
                    <a:pt x="2423" y="8566"/>
                  </a:cubicBezTo>
                  <a:cubicBezTo>
                    <a:pt x="2420" y="8486"/>
                    <a:pt x="2420" y="8406"/>
                    <a:pt x="2413" y="8330"/>
                  </a:cubicBezTo>
                  <a:cubicBezTo>
                    <a:pt x="2408" y="8252"/>
                    <a:pt x="2398" y="8175"/>
                    <a:pt x="2379" y="8100"/>
                  </a:cubicBezTo>
                  <a:cubicBezTo>
                    <a:pt x="2377" y="8006"/>
                    <a:pt x="2372" y="7910"/>
                    <a:pt x="2369" y="7814"/>
                  </a:cubicBezTo>
                  <a:cubicBezTo>
                    <a:pt x="2313" y="7557"/>
                    <a:pt x="2372" y="7243"/>
                    <a:pt x="2315" y="6979"/>
                  </a:cubicBezTo>
                  <a:cubicBezTo>
                    <a:pt x="2297" y="6886"/>
                    <a:pt x="2324" y="6761"/>
                    <a:pt x="2304" y="6680"/>
                  </a:cubicBezTo>
                  <a:lnTo>
                    <a:pt x="2304" y="6284"/>
                  </a:lnTo>
                  <a:cubicBezTo>
                    <a:pt x="2285" y="6200"/>
                    <a:pt x="2295" y="6066"/>
                    <a:pt x="2295" y="5963"/>
                  </a:cubicBezTo>
                  <a:lnTo>
                    <a:pt x="2295" y="5354"/>
                  </a:lnTo>
                  <a:cubicBezTo>
                    <a:pt x="2295" y="5037"/>
                    <a:pt x="2275" y="4605"/>
                    <a:pt x="2339" y="4329"/>
                  </a:cubicBezTo>
                  <a:lnTo>
                    <a:pt x="2339" y="4191"/>
                  </a:lnTo>
                  <a:cubicBezTo>
                    <a:pt x="2371" y="4041"/>
                    <a:pt x="2368" y="3854"/>
                    <a:pt x="2401" y="3710"/>
                  </a:cubicBezTo>
                  <a:cubicBezTo>
                    <a:pt x="2438" y="3556"/>
                    <a:pt x="2423" y="3417"/>
                    <a:pt x="2465" y="3272"/>
                  </a:cubicBezTo>
                  <a:cubicBezTo>
                    <a:pt x="2651" y="2610"/>
                    <a:pt x="2830" y="2090"/>
                    <a:pt x="3150" y="1572"/>
                  </a:cubicBezTo>
                  <a:cubicBezTo>
                    <a:pt x="3346" y="1250"/>
                    <a:pt x="3607" y="949"/>
                    <a:pt x="3769" y="600"/>
                  </a:cubicBezTo>
                  <a:cubicBezTo>
                    <a:pt x="3718" y="560"/>
                    <a:pt x="3694" y="489"/>
                    <a:pt x="3641" y="451"/>
                  </a:cubicBezTo>
                  <a:cubicBezTo>
                    <a:pt x="3548" y="382"/>
                    <a:pt x="3438" y="348"/>
                    <a:pt x="3332" y="290"/>
                  </a:cubicBezTo>
                  <a:cubicBezTo>
                    <a:pt x="3263" y="255"/>
                    <a:pt x="3188" y="204"/>
                    <a:pt x="3119" y="174"/>
                  </a:cubicBezTo>
                  <a:cubicBezTo>
                    <a:pt x="2997" y="118"/>
                    <a:pt x="2805" y="76"/>
                    <a:pt x="270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
            <p:cNvSpPr/>
            <p:nvPr/>
          </p:nvSpPr>
          <p:spPr>
            <a:xfrm>
              <a:off x="1344061" y="1218347"/>
              <a:ext cx="18164" cy="4951"/>
            </a:xfrm>
            <a:custGeom>
              <a:rect b="b" l="l" r="r" t="t"/>
              <a:pathLst>
                <a:path extrusionOk="0" h="175" w="642">
                  <a:moveTo>
                    <a:pt x="592" y="0"/>
                  </a:moveTo>
                  <a:cubicBezTo>
                    <a:pt x="406" y="4"/>
                    <a:pt x="214" y="76"/>
                    <a:pt x="34" y="121"/>
                  </a:cubicBezTo>
                  <a:cubicBezTo>
                    <a:pt x="0" y="131"/>
                    <a:pt x="13" y="175"/>
                    <a:pt x="45" y="175"/>
                  </a:cubicBezTo>
                  <a:cubicBezTo>
                    <a:pt x="46" y="175"/>
                    <a:pt x="47" y="175"/>
                    <a:pt x="48" y="175"/>
                  </a:cubicBezTo>
                  <a:cubicBezTo>
                    <a:pt x="137" y="161"/>
                    <a:pt x="235" y="154"/>
                    <a:pt x="326" y="141"/>
                  </a:cubicBezTo>
                  <a:cubicBezTo>
                    <a:pt x="383" y="134"/>
                    <a:pt x="440" y="125"/>
                    <a:pt x="492" y="111"/>
                  </a:cubicBezTo>
                  <a:cubicBezTo>
                    <a:pt x="530" y="103"/>
                    <a:pt x="565" y="90"/>
                    <a:pt x="601" y="77"/>
                  </a:cubicBezTo>
                  <a:cubicBezTo>
                    <a:pt x="642" y="61"/>
                    <a:pt x="639" y="0"/>
                    <a:pt x="5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1"/>
            <p:cNvSpPr/>
            <p:nvPr/>
          </p:nvSpPr>
          <p:spPr>
            <a:xfrm>
              <a:off x="1346268" y="1212009"/>
              <a:ext cx="14316" cy="3140"/>
            </a:xfrm>
            <a:custGeom>
              <a:rect b="b" l="l" r="r" t="t"/>
              <a:pathLst>
                <a:path extrusionOk="0" h="111" w="506">
                  <a:moveTo>
                    <a:pt x="430" y="0"/>
                  </a:moveTo>
                  <a:cubicBezTo>
                    <a:pt x="372" y="0"/>
                    <a:pt x="314" y="15"/>
                    <a:pt x="258" y="22"/>
                  </a:cubicBezTo>
                  <a:cubicBezTo>
                    <a:pt x="181" y="32"/>
                    <a:pt x="109" y="42"/>
                    <a:pt x="33" y="53"/>
                  </a:cubicBezTo>
                  <a:cubicBezTo>
                    <a:pt x="0" y="58"/>
                    <a:pt x="6" y="111"/>
                    <a:pt x="38" y="111"/>
                  </a:cubicBezTo>
                  <a:cubicBezTo>
                    <a:pt x="39" y="111"/>
                    <a:pt x="39" y="111"/>
                    <a:pt x="40" y="111"/>
                  </a:cubicBezTo>
                  <a:cubicBezTo>
                    <a:pt x="116" y="103"/>
                    <a:pt x="190" y="96"/>
                    <a:pt x="267" y="90"/>
                  </a:cubicBezTo>
                  <a:cubicBezTo>
                    <a:pt x="334" y="83"/>
                    <a:pt x="405" y="85"/>
                    <a:pt x="471" y="64"/>
                  </a:cubicBezTo>
                  <a:cubicBezTo>
                    <a:pt x="506" y="53"/>
                    <a:pt x="498" y="3"/>
                    <a:pt x="462" y="2"/>
                  </a:cubicBezTo>
                  <a:cubicBezTo>
                    <a:pt x="451" y="1"/>
                    <a:pt x="441" y="0"/>
                    <a:pt x="4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1"/>
            <p:cNvSpPr/>
            <p:nvPr/>
          </p:nvSpPr>
          <p:spPr>
            <a:xfrm>
              <a:off x="2003965" y="860881"/>
              <a:ext cx="651" cy="311"/>
            </a:xfrm>
            <a:custGeom>
              <a:rect b="b" l="l" r="r" t="t"/>
              <a:pathLst>
                <a:path extrusionOk="0" h="11" w="23">
                  <a:moveTo>
                    <a:pt x="0" y="1"/>
                  </a:moveTo>
                  <a:lnTo>
                    <a:pt x="0" y="11"/>
                  </a:lnTo>
                  <a:cubicBezTo>
                    <a:pt x="19" y="4"/>
                    <a:pt x="12" y="9"/>
                    <a:pt x="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1"/>
            <p:cNvSpPr/>
            <p:nvPr/>
          </p:nvSpPr>
          <p:spPr>
            <a:xfrm>
              <a:off x="2067678" y="986666"/>
              <a:ext cx="34573" cy="49314"/>
            </a:xfrm>
            <a:custGeom>
              <a:rect b="b" l="l" r="r" t="t"/>
              <a:pathLst>
                <a:path extrusionOk="0" h="1743" w="1222">
                  <a:moveTo>
                    <a:pt x="877" y="1"/>
                  </a:moveTo>
                  <a:cubicBezTo>
                    <a:pt x="482" y="1"/>
                    <a:pt x="429" y="259"/>
                    <a:pt x="313" y="536"/>
                  </a:cubicBezTo>
                  <a:cubicBezTo>
                    <a:pt x="268" y="643"/>
                    <a:pt x="190" y="767"/>
                    <a:pt x="217" y="909"/>
                  </a:cubicBezTo>
                  <a:cubicBezTo>
                    <a:pt x="246" y="923"/>
                    <a:pt x="336" y="923"/>
                    <a:pt x="366" y="943"/>
                  </a:cubicBezTo>
                  <a:cubicBezTo>
                    <a:pt x="376" y="957"/>
                    <a:pt x="376" y="978"/>
                    <a:pt x="376" y="1007"/>
                  </a:cubicBezTo>
                  <a:cubicBezTo>
                    <a:pt x="345" y="1045"/>
                    <a:pt x="331" y="1096"/>
                    <a:pt x="302" y="1135"/>
                  </a:cubicBezTo>
                  <a:cubicBezTo>
                    <a:pt x="227" y="1235"/>
                    <a:pt x="97" y="1286"/>
                    <a:pt x="35" y="1402"/>
                  </a:cubicBezTo>
                  <a:cubicBezTo>
                    <a:pt x="9" y="1450"/>
                    <a:pt x="1" y="1549"/>
                    <a:pt x="35" y="1596"/>
                  </a:cubicBezTo>
                  <a:cubicBezTo>
                    <a:pt x="59" y="1671"/>
                    <a:pt x="232" y="1743"/>
                    <a:pt x="376" y="1743"/>
                  </a:cubicBezTo>
                  <a:cubicBezTo>
                    <a:pt x="436" y="1743"/>
                    <a:pt x="490" y="1730"/>
                    <a:pt x="527" y="1700"/>
                  </a:cubicBezTo>
                  <a:lnTo>
                    <a:pt x="527" y="1700"/>
                  </a:lnTo>
                  <a:cubicBezTo>
                    <a:pt x="520" y="1701"/>
                    <a:pt x="513" y="1701"/>
                    <a:pt x="506" y="1701"/>
                  </a:cubicBezTo>
                  <a:cubicBezTo>
                    <a:pt x="344" y="1701"/>
                    <a:pt x="191" y="1634"/>
                    <a:pt x="185" y="1487"/>
                  </a:cubicBezTo>
                  <a:cubicBezTo>
                    <a:pt x="293" y="1386"/>
                    <a:pt x="649" y="1097"/>
                    <a:pt x="527" y="866"/>
                  </a:cubicBezTo>
                  <a:cubicBezTo>
                    <a:pt x="482" y="781"/>
                    <a:pt x="366" y="812"/>
                    <a:pt x="335" y="770"/>
                  </a:cubicBezTo>
                  <a:cubicBezTo>
                    <a:pt x="373" y="726"/>
                    <a:pt x="379" y="661"/>
                    <a:pt x="409" y="610"/>
                  </a:cubicBezTo>
                  <a:cubicBezTo>
                    <a:pt x="491" y="477"/>
                    <a:pt x="640" y="130"/>
                    <a:pt x="865" y="130"/>
                  </a:cubicBezTo>
                  <a:cubicBezTo>
                    <a:pt x="912" y="130"/>
                    <a:pt x="964" y="145"/>
                    <a:pt x="1018" y="182"/>
                  </a:cubicBezTo>
                  <a:cubicBezTo>
                    <a:pt x="1136" y="262"/>
                    <a:pt x="1072" y="379"/>
                    <a:pt x="1136" y="482"/>
                  </a:cubicBezTo>
                  <a:lnTo>
                    <a:pt x="1136" y="460"/>
                  </a:lnTo>
                  <a:cubicBezTo>
                    <a:pt x="1222" y="351"/>
                    <a:pt x="1085" y="117"/>
                    <a:pt x="1028" y="76"/>
                  </a:cubicBezTo>
                  <a:cubicBezTo>
                    <a:pt x="985" y="43"/>
                    <a:pt x="924" y="34"/>
                    <a:pt x="880" y="1"/>
                  </a:cubicBezTo>
                  <a:cubicBezTo>
                    <a:pt x="879" y="1"/>
                    <a:pt x="878" y="1"/>
                    <a:pt x="8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1"/>
            <p:cNvSpPr/>
            <p:nvPr/>
          </p:nvSpPr>
          <p:spPr>
            <a:xfrm>
              <a:off x="1945345" y="1030490"/>
              <a:ext cx="12788" cy="13835"/>
            </a:xfrm>
            <a:custGeom>
              <a:rect b="b" l="l" r="r" t="t"/>
              <a:pathLst>
                <a:path extrusionOk="0" h="489" w="452">
                  <a:moveTo>
                    <a:pt x="268" y="0"/>
                  </a:moveTo>
                  <a:cubicBezTo>
                    <a:pt x="246" y="5"/>
                    <a:pt x="248" y="2"/>
                    <a:pt x="235" y="12"/>
                  </a:cubicBezTo>
                  <a:cubicBezTo>
                    <a:pt x="281" y="48"/>
                    <a:pt x="262" y="122"/>
                    <a:pt x="246" y="182"/>
                  </a:cubicBezTo>
                  <a:cubicBezTo>
                    <a:pt x="201" y="340"/>
                    <a:pt x="118" y="348"/>
                    <a:pt x="1" y="428"/>
                  </a:cubicBezTo>
                  <a:lnTo>
                    <a:pt x="22" y="428"/>
                  </a:lnTo>
                  <a:cubicBezTo>
                    <a:pt x="50" y="458"/>
                    <a:pt x="117" y="488"/>
                    <a:pt x="175" y="488"/>
                  </a:cubicBezTo>
                  <a:cubicBezTo>
                    <a:pt x="199" y="488"/>
                    <a:pt x="220" y="483"/>
                    <a:pt x="238" y="471"/>
                  </a:cubicBezTo>
                  <a:cubicBezTo>
                    <a:pt x="355" y="436"/>
                    <a:pt x="451" y="195"/>
                    <a:pt x="355" y="55"/>
                  </a:cubicBezTo>
                  <a:cubicBezTo>
                    <a:pt x="334" y="28"/>
                    <a:pt x="293" y="2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
            <p:cNvSpPr/>
            <p:nvPr/>
          </p:nvSpPr>
          <p:spPr>
            <a:xfrm>
              <a:off x="1936546" y="1033828"/>
              <a:ext cx="10016" cy="5772"/>
            </a:xfrm>
            <a:custGeom>
              <a:rect b="b" l="l" r="r" t="t"/>
              <a:pathLst>
                <a:path extrusionOk="0" h="204" w="354">
                  <a:moveTo>
                    <a:pt x="204" y="1"/>
                  </a:moveTo>
                  <a:cubicBezTo>
                    <a:pt x="150" y="1"/>
                    <a:pt x="115" y="11"/>
                    <a:pt x="76" y="22"/>
                  </a:cubicBezTo>
                  <a:cubicBezTo>
                    <a:pt x="50" y="62"/>
                    <a:pt x="18" y="90"/>
                    <a:pt x="1" y="141"/>
                  </a:cubicBezTo>
                  <a:lnTo>
                    <a:pt x="22" y="141"/>
                  </a:lnTo>
                  <a:cubicBezTo>
                    <a:pt x="44" y="126"/>
                    <a:pt x="76" y="137"/>
                    <a:pt x="108" y="129"/>
                  </a:cubicBezTo>
                  <a:cubicBezTo>
                    <a:pt x="129" y="125"/>
                    <a:pt x="147" y="123"/>
                    <a:pt x="163" y="123"/>
                  </a:cubicBezTo>
                  <a:cubicBezTo>
                    <a:pt x="250" y="123"/>
                    <a:pt x="279" y="178"/>
                    <a:pt x="354" y="203"/>
                  </a:cubicBezTo>
                  <a:lnTo>
                    <a:pt x="354" y="129"/>
                  </a:lnTo>
                  <a:cubicBezTo>
                    <a:pt x="310" y="86"/>
                    <a:pt x="270" y="45"/>
                    <a:pt x="224" y="1"/>
                  </a:cubicBezTo>
                  <a:cubicBezTo>
                    <a:pt x="217" y="1"/>
                    <a:pt x="211" y="1"/>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1"/>
            <p:cNvSpPr/>
            <p:nvPr/>
          </p:nvSpPr>
          <p:spPr>
            <a:xfrm>
              <a:off x="2083719" y="1060139"/>
              <a:ext cx="6790" cy="29962"/>
            </a:xfrm>
            <a:custGeom>
              <a:rect b="b" l="l" r="r" t="t"/>
              <a:pathLst>
                <a:path extrusionOk="0" h="1059" w="240">
                  <a:moveTo>
                    <a:pt x="239" y="0"/>
                  </a:moveTo>
                  <a:lnTo>
                    <a:pt x="239" y="0"/>
                  </a:lnTo>
                  <a:cubicBezTo>
                    <a:pt x="120" y="93"/>
                    <a:pt x="30" y="534"/>
                    <a:pt x="24" y="749"/>
                  </a:cubicBezTo>
                  <a:cubicBezTo>
                    <a:pt x="24" y="831"/>
                    <a:pt x="1" y="1001"/>
                    <a:pt x="35" y="1059"/>
                  </a:cubicBezTo>
                  <a:cubicBezTo>
                    <a:pt x="35" y="932"/>
                    <a:pt x="82" y="823"/>
                    <a:pt x="110" y="717"/>
                  </a:cubicBezTo>
                  <a:cubicBezTo>
                    <a:pt x="171" y="483"/>
                    <a:pt x="178" y="218"/>
                    <a:pt x="2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
            <p:cNvSpPr/>
            <p:nvPr/>
          </p:nvSpPr>
          <p:spPr>
            <a:xfrm>
              <a:off x="2074213" y="1064383"/>
              <a:ext cx="8092" cy="52313"/>
            </a:xfrm>
            <a:custGeom>
              <a:rect b="b" l="l" r="r" t="t"/>
              <a:pathLst>
                <a:path extrusionOk="0" h="1849" w="286">
                  <a:moveTo>
                    <a:pt x="286" y="0"/>
                  </a:moveTo>
                  <a:lnTo>
                    <a:pt x="286" y="0"/>
                  </a:lnTo>
                  <a:cubicBezTo>
                    <a:pt x="185" y="58"/>
                    <a:pt x="165" y="188"/>
                    <a:pt x="126" y="310"/>
                  </a:cubicBezTo>
                  <a:cubicBezTo>
                    <a:pt x="24" y="627"/>
                    <a:pt x="1" y="1187"/>
                    <a:pt x="92" y="1538"/>
                  </a:cubicBezTo>
                  <a:cubicBezTo>
                    <a:pt x="119" y="1637"/>
                    <a:pt x="104" y="1772"/>
                    <a:pt x="156" y="1848"/>
                  </a:cubicBezTo>
                  <a:cubicBezTo>
                    <a:pt x="150" y="1235"/>
                    <a:pt x="175" y="537"/>
                    <a:pt x="2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
            <p:cNvSpPr/>
            <p:nvPr/>
          </p:nvSpPr>
          <p:spPr>
            <a:xfrm>
              <a:off x="2057804" y="1093410"/>
              <a:ext cx="8063" cy="51153"/>
            </a:xfrm>
            <a:custGeom>
              <a:rect b="b" l="l" r="r" t="t"/>
              <a:pathLst>
                <a:path extrusionOk="0" h="1808" w="285">
                  <a:moveTo>
                    <a:pt x="268" y="1"/>
                  </a:moveTo>
                  <a:lnTo>
                    <a:pt x="268" y="1"/>
                  </a:lnTo>
                  <a:cubicBezTo>
                    <a:pt x="190" y="70"/>
                    <a:pt x="211" y="310"/>
                    <a:pt x="182" y="440"/>
                  </a:cubicBezTo>
                  <a:cubicBezTo>
                    <a:pt x="142" y="613"/>
                    <a:pt x="152" y="808"/>
                    <a:pt x="108" y="995"/>
                  </a:cubicBezTo>
                  <a:cubicBezTo>
                    <a:pt x="50" y="1241"/>
                    <a:pt x="15" y="1537"/>
                    <a:pt x="1" y="1808"/>
                  </a:cubicBezTo>
                  <a:lnTo>
                    <a:pt x="11" y="1808"/>
                  </a:lnTo>
                  <a:lnTo>
                    <a:pt x="11" y="1796"/>
                  </a:lnTo>
                  <a:cubicBezTo>
                    <a:pt x="131" y="1675"/>
                    <a:pt x="145" y="1481"/>
                    <a:pt x="193" y="1284"/>
                  </a:cubicBezTo>
                  <a:cubicBezTo>
                    <a:pt x="284" y="915"/>
                    <a:pt x="265" y="45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
            <p:cNvSpPr/>
            <p:nvPr/>
          </p:nvSpPr>
          <p:spPr>
            <a:xfrm>
              <a:off x="2046657" y="1107896"/>
              <a:ext cx="8912" cy="33583"/>
            </a:xfrm>
            <a:custGeom>
              <a:rect b="b" l="l" r="r" t="t"/>
              <a:pathLst>
                <a:path extrusionOk="0" h="1187" w="315">
                  <a:moveTo>
                    <a:pt x="289" y="0"/>
                  </a:moveTo>
                  <a:cubicBezTo>
                    <a:pt x="257" y="12"/>
                    <a:pt x="267" y="3"/>
                    <a:pt x="257" y="32"/>
                  </a:cubicBezTo>
                  <a:cubicBezTo>
                    <a:pt x="193" y="120"/>
                    <a:pt x="194" y="272"/>
                    <a:pt x="161" y="386"/>
                  </a:cubicBezTo>
                  <a:cubicBezTo>
                    <a:pt x="85" y="630"/>
                    <a:pt x="5" y="876"/>
                    <a:pt x="1" y="1187"/>
                  </a:cubicBezTo>
                  <a:lnTo>
                    <a:pt x="11" y="1187"/>
                  </a:lnTo>
                  <a:lnTo>
                    <a:pt x="11" y="1175"/>
                  </a:lnTo>
                  <a:cubicBezTo>
                    <a:pt x="209" y="964"/>
                    <a:pt x="315" y="403"/>
                    <a:pt x="2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1"/>
            <p:cNvSpPr/>
            <p:nvPr/>
          </p:nvSpPr>
          <p:spPr>
            <a:xfrm>
              <a:off x="2036925" y="1111517"/>
              <a:ext cx="6111" cy="21531"/>
            </a:xfrm>
            <a:custGeom>
              <a:rect b="b" l="l" r="r" t="t"/>
              <a:pathLst>
                <a:path extrusionOk="0" h="761" w="216">
                  <a:moveTo>
                    <a:pt x="160" y="0"/>
                  </a:moveTo>
                  <a:lnTo>
                    <a:pt x="160" y="0"/>
                  </a:lnTo>
                  <a:cubicBezTo>
                    <a:pt x="131" y="13"/>
                    <a:pt x="143" y="3"/>
                    <a:pt x="129" y="34"/>
                  </a:cubicBezTo>
                  <a:cubicBezTo>
                    <a:pt x="36" y="154"/>
                    <a:pt x="3" y="546"/>
                    <a:pt x="0" y="761"/>
                  </a:cubicBezTo>
                  <a:lnTo>
                    <a:pt x="12" y="761"/>
                  </a:lnTo>
                  <a:lnTo>
                    <a:pt x="12" y="739"/>
                  </a:lnTo>
                  <a:cubicBezTo>
                    <a:pt x="124" y="596"/>
                    <a:pt x="215" y="239"/>
                    <a:pt x="1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1"/>
            <p:cNvSpPr/>
            <p:nvPr/>
          </p:nvSpPr>
          <p:spPr>
            <a:xfrm>
              <a:off x="2036614" y="1132934"/>
              <a:ext cx="340" cy="990"/>
            </a:xfrm>
            <a:custGeom>
              <a:rect b="b" l="l" r="r" t="t"/>
              <a:pathLst>
                <a:path extrusionOk="0" h="35" w="12">
                  <a:moveTo>
                    <a:pt x="11" y="1"/>
                  </a:moveTo>
                  <a:cubicBezTo>
                    <a:pt x="4" y="12"/>
                    <a:pt x="4" y="12"/>
                    <a:pt x="1" y="34"/>
                  </a:cubicBezTo>
                  <a:lnTo>
                    <a:pt x="11" y="34"/>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1"/>
            <p:cNvSpPr/>
            <p:nvPr/>
          </p:nvSpPr>
          <p:spPr>
            <a:xfrm>
              <a:off x="2180251" y="1139639"/>
              <a:ext cx="6281" cy="22691"/>
            </a:xfrm>
            <a:custGeom>
              <a:rect b="b" l="l" r="r" t="t"/>
              <a:pathLst>
                <a:path extrusionOk="0" h="802" w="222">
                  <a:moveTo>
                    <a:pt x="1" y="1"/>
                  </a:moveTo>
                  <a:cubicBezTo>
                    <a:pt x="1" y="27"/>
                    <a:pt x="1" y="52"/>
                    <a:pt x="5" y="79"/>
                  </a:cubicBezTo>
                  <a:cubicBezTo>
                    <a:pt x="8" y="126"/>
                    <a:pt x="18" y="174"/>
                    <a:pt x="29" y="219"/>
                  </a:cubicBezTo>
                  <a:cubicBezTo>
                    <a:pt x="37" y="264"/>
                    <a:pt x="52" y="310"/>
                    <a:pt x="65" y="354"/>
                  </a:cubicBezTo>
                  <a:cubicBezTo>
                    <a:pt x="72" y="379"/>
                    <a:pt x="79" y="402"/>
                    <a:pt x="88" y="427"/>
                  </a:cubicBezTo>
                  <a:lnTo>
                    <a:pt x="88" y="428"/>
                  </a:lnTo>
                  <a:cubicBezTo>
                    <a:pt x="88" y="428"/>
                    <a:pt x="91" y="430"/>
                    <a:pt x="91" y="431"/>
                  </a:cubicBezTo>
                  <a:cubicBezTo>
                    <a:pt x="103" y="472"/>
                    <a:pt x="116" y="510"/>
                    <a:pt x="129" y="546"/>
                  </a:cubicBezTo>
                  <a:cubicBezTo>
                    <a:pt x="130" y="550"/>
                    <a:pt x="130" y="552"/>
                    <a:pt x="132" y="555"/>
                  </a:cubicBezTo>
                  <a:cubicBezTo>
                    <a:pt x="138" y="574"/>
                    <a:pt x="143" y="594"/>
                    <a:pt x="146" y="613"/>
                  </a:cubicBezTo>
                  <a:cubicBezTo>
                    <a:pt x="151" y="626"/>
                    <a:pt x="152" y="638"/>
                    <a:pt x="154" y="648"/>
                  </a:cubicBezTo>
                  <a:cubicBezTo>
                    <a:pt x="159" y="674"/>
                    <a:pt x="167" y="697"/>
                    <a:pt x="172" y="718"/>
                  </a:cubicBezTo>
                  <a:cubicBezTo>
                    <a:pt x="175" y="723"/>
                    <a:pt x="175" y="732"/>
                    <a:pt x="180" y="739"/>
                  </a:cubicBezTo>
                  <a:cubicBezTo>
                    <a:pt x="183" y="748"/>
                    <a:pt x="187" y="757"/>
                    <a:pt x="193" y="766"/>
                  </a:cubicBezTo>
                  <a:cubicBezTo>
                    <a:pt x="197" y="780"/>
                    <a:pt x="204" y="792"/>
                    <a:pt x="215" y="802"/>
                  </a:cubicBezTo>
                  <a:cubicBezTo>
                    <a:pt x="222" y="552"/>
                    <a:pt x="167" y="334"/>
                    <a:pt x="93" y="148"/>
                  </a:cubicBezTo>
                  <a:cubicBezTo>
                    <a:pt x="93" y="148"/>
                    <a:pt x="91" y="146"/>
                    <a:pt x="91" y="145"/>
                  </a:cubicBezTo>
                  <a:cubicBezTo>
                    <a:pt x="69" y="94"/>
                    <a:pt x="47" y="46"/>
                    <a:pt x="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1"/>
            <p:cNvSpPr/>
            <p:nvPr/>
          </p:nvSpPr>
          <p:spPr>
            <a:xfrm>
              <a:off x="2057493" y="1144505"/>
              <a:ext cx="340" cy="651"/>
            </a:xfrm>
            <a:custGeom>
              <a:rect b="b" l="l" r="r" t="t"/>
              <a:pathLst>
                <a:path extrusionOk="0" h="23" w="12">
                  <a:moveTo>
                    <a:pt x="12" y="0"/>
                  </a:moveTo>
                  <a:cubicBezTo>
                    <a:pt x="3" y="11"/>
                    <a:pt x="7" y="3"/>
                    <a:pt x="0" y="22"/>
                  </a:cubicBezTo>
                  <a:lnTo>
                    <a:pt x="12" y="22"/>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
            <p:cNvSpPr/>
            <p:nvPr/>
          </p:nvSpPr>
          <p:spPr>
            <a:xfrm>
              <a:off x="2171169" y="1145128"/>
              <a:ext cx="17626" cy="52002"/>
            </a:xfrm>
            <a:custGeom>
              <a:rect b="b" l="l" r="r" t="t"/>
              <a:pathLst>
                <a:path extrusionOk="0" h="1838" w="623">
                  <a:moveTo>
                    <a:pt x="22" y="0"/>
                  </a:moveTo>
                  <a:lnTo>
                    <a:pt x="22" y="0"/>
                  </a:lnTo>
                  <a:cubicBezTo>
                    <a:pt x="1" y="39"/>
                    <a:pt x="97" y="375"/>
                    <a:pt x="118" y="438"/>
                  </a:cubicBezTo>
                  <a:cubicBezTo>
                    <a:pt x="211" y="686"/>
                    <a:pt x="283" y="960"/>
                    <a:pt x="370" y="1214"/>
                  </a:cubicBezTo>
                  <a:cubicBezTo>
                    <a:pt x="384" y="1253"/>
                    <a:pt x="398" y="1291"/>
                    <a:pt x="412" y="1330"/>
                  </a:cubicBezTo>
                  <a:lnTo>
                    <a:pt x="412" y="1332"/>
                  </a:lnTo>
                  <a:cubicBezTo>
                    <a:pt x="412" y="1333"/>
                    <a:pt x="412" y="1335"/>
                    <a:pt x="414" y="1335"/>
                  </a:cubicBezTo>
                  <a:cubicBezTo>
                    <a:pt x="428" y="1378"/>
                    <a:pt x="444" y="1421"/>
                    <a:pt x="463" y="1463"/>
                  </a:cubicBezTo>
                  <a:cubicBezTo>
                    <a:pt x="489" y="1531"/>
                    <a:pt x="511" y="1629"/>
                    <a:pt x="539" y="1711"/>
                  </a:cubicBezTo>
                  <a:cubicBezTo>
                    <a:pt x="550" y="1745"/>
                    <a:pt x="565" y="1775"/>
                    <a:pt x="576" y="1802"/>
                  </a:cubicBezTo>
                  <a:cubicBezTo>
                    <a:pt x="584" y="1818"/>
                    <a:pt x="591" y="1828"/>
                    <a:pt x="601" y="1838"/>
                  </a:cubicBezTo>
                  <a:lnTo>
                    <a:pt x="601" y="1828"/>
                  </a:lnTo>
                  <a:cubicBezTo>
                    <a:pt x="623" y="1793"/>
                    <a:pt x="620" y="1720"/>
                    <a:pt x="607" y="1643"/>
                  </a:cubicBezTo>
                  <a:cubicBezTo>
                    <a:pt x="605" y="1629"/>
                    <a:pt x="604" y="1613"/>
                    <a:pt x="603" y="1601"/>
                  </a:cubicBezTo>
                  <a:cubicBezTo>
                    <a:pt x="588" y="1538"/>
                    <a:pt x="571" y="1477"/>
                    <a:pt x="559" y="1425"/>
                  </a:cubicBezTo>
                  <a:cubicBezTo>
                    <a:pt x="553" y="1408"/>
                    <a:pt x="549" y="1392"/>
                    <a:pt x="546" y="1378"/>
                  </a:cubicBezTo>
                  <a:cubicBezTo>
                    <a:pt x="544" y="1376"/>
                    <a:pt x="544" y="1370"/>
                    <a:pt x="543" y="1367"/>
                  </a:cubicBezTo>
                  <a:cubicBezTo>
                    <a:pt x="537" y="1352"/>
                    <a:pt x="533" y="1339"/>
                    <a:pt x="530" y="1330"/>
                  </a:cubicBezTo>
                  <a:lnTo>
                    <a:pt x="530" y="1328"/>
                  </a:lnTo>
                  <a:cubicBezTo>
                    <a:pt x="530" y="1323"/>
                    <a:pt x="528" y="1320"/>
                    <a:pt x="525" y="1317"/>
                  </a:cubicBezTo>
                  <a:cubicBezTo>
                    <a:pt x="521" y="1301"/>
                    <a:pt x="514" y="1282"/>
                    <a:pt x="509" y="1266"/>
                  </a:cubicBezTo>
                  <a:cubicBezTo>
                    <a:pt x="502" y="1248"/>
                    <a:pt x="496" y="1232"/>
                    <a:pt x="492" y="1216"/>
                  </a:cubicBezTo>
                  <a:cubicBezTo>
                    <a:pt x="464" y="1131"/>
                    <a:pt x="438" y="1050"/>
                    <a:pt x="414" y="968"/>
                  </a:cubicBezTo>
                  <a:lnTo>
                    <a:pt x="414" y="964"/>
                  </a:lnTo>
                  <a:cubicBezTo>
                    <a:pt x="414" y="964"/>
                    <a:pt x="412" y="964"/>
                    <a:pt x="412" y="963"/>
                  </a:cubicBezTo>
                  <a:lnTo>
                    <a:pt x="412" y="960"/>
                  </a:lnTo>
                  <a:cubicBezTo>
                    <a:pt x="386" y="881"/>
                    <a:pt x="361" y="803"/>
                    <a:pt x="334" y="724"/>
                  </a:cubicBezTo>
                  <a:cubicBezTo>
                    <a:pt x="322" y="694"/>
                    <a:pt x="309" y="662"/>
                    <a:pt x="297" y="630"/>
                  </a:cubicBezTo>
                  <a:cubicBezTo>
                    <a:pt x="286" y="598"/>
                    <a:pt x="271" y="567"/>
                    <a:pt x="259" y="534"/>
                  </a:cubicBezTo>
                  <a:cubicBezTo>
                    <a:pt x="195" y="388"/>
                    <a:pt x="49" y="150"/>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
            <p:cNvSpPr/>
            <p:nvPr/>
          </p:nvSpPr>
          <p:spPr>
            <a:xfrm>
              <a:off x="2186220" y="1162301"/>
              <a:ext cx="396" cy="622"/>
            </a:xfrm>
            <a:custGeom>
              <a:rect b="b" l="l" r="r" t="t"/>
              <a:pathLst>
                <a:path extrusionOk="0" h="22" w="14">
                  <a:moveTo>
                    <a:pt x="14" y="1"/>
                  </a:moveTo>
                  <a:cubicBezTo>
                    <a:pt x="7" y="13"/>
                    <a:pt x="11" y="5"/>
                    <a:pt x="1" y="21"/>
                  </a:cubicBezTo>
                  <a:lnTo>
                    <a:pt x="14" y="21"/>
                  </a:ln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
            <p:cNvSpPr/>
            <p:nvPr/>
          </p:nvSpPr>
          <p:spPr>
            <a:xfrm>
              <a:off x="2164549" y="1163885"/>
              <a:ext cx="12534" cy="39553"/>
            </a:xfrm>
            <a:custGeom>
              <a:rect b="b" l="l" r="r" t="t"/>
              <a:pathLst>
                <a:path extrusionOk="0" h="1398" w="443">
                  <a:moveTo>
                    <a:pt x="8" y="0"/>
                  </a:moveTo>
                  <a:cubicBezTo>
                    <a:pt x="1" y="13"/>
                    <a:pt x="1" y="44"/>
                    <a:pt x="3" y="80"/>
                  </a:cubicBezTo>
                  <a:cubicBezTo>
                    <a:pt x="6" y="95"/>
                    <a:pt x="8" y="109"/>
                    <a:pt x="11" y="124"/>
                  </a:cubicBezTo>
                  <a:lnTo>
                    <a:pt x="22" y="173"/>
                  </a:lnTo>
                  <a:cubicBezTo>
                    <a:pt x="22" y="173"/>
                    <a:pt x="22" y="175"/>
                    <a:pt x="24" y="176"/>
                  </a:cubicBezTo>
                  <a:cubicBezTo>
                    <a:pt x="25" y="189"/>
                    <a:pt x="30" y="204"/>
                    <a:pt x="33" y="217"/>
                  </a:cubicBezTo>
                  <a:cubicBezTo>
                    <a:pt x="37" y="227"/>
                    <a:pt x="40" y="240"/>
                    <a:pt x="44" y="253"/>
                  </a:cubicBezTo>
                  <a:cubicBezTo>
                    <a:pt x="47" y="266"/>
                    <a:pt x="53" y="279"/>
                    <a:pt x="57" y="292"/>
                  </a:cubicBezTo>
                  <a:cubicBezTo>
                    <a:pt x="60" y="301"/>
                    <a:pt x="62" y="311"/>
                    <a:pt x="64" y="320"/>
                  </a:cubicBezTo>
                  <a:cubicBezTo>
                    <a:pt x="69" y="335"/>
                    <a:pt x="73" y="345"/>
                    <a:pt x="76" y="356"/>
                  </a:cubicBezTo>
                  <a:cubicBezTo>
                    <a:pt x="82" y="367"/>
                    <a:pt x="83" y="375"/>
                    <a:pt x="86" y="381"/>
                  </a:cubicBezTo>
                  <a:cubicBezTo>
                    <a:pt x="156" y="590"/>
                    <a:pt x="181" y="795"/>
                    <a:pt x="256" y="1002"/>
                  </a:cubicBezTo>
                  <a:cubicBezTo>
                    <a:pt x="304" y="1128"/>
                    <a:pt x="373" y="1264"/>
                    <a:pt x="406" y="1397"/>
                  </a:cubicBezTo>
                  <a:lnTo>
                    <a:pt x="418" y="1397"/>
                  </a:lnTo>
                  <a:lnTo>
                    <a:pt x="424" y="1338"/>
                  </a:lnTo>
                  <a:cubicBezTo>
                    <a:pt x="443" y="1069"/>
                    <a:pt x="338" y="827"/>
                    <a:pt x="253" y="627"/>
                  </a:cubicBezTo>
                  <a:cubicBezTo>
                    <a:pt x="248" y="612"/>
                    <a:pt x="240" y="598"/>
                    <a:pt x="236" y="583"/>
                  </a:cubicBezTo>
                  <a:cubicBezTo>
                    <a:pt x="226" y="557"/>
                    <a:pt x="219" y="534"/>
                    <a:pt x="211" y="509"/>
                  </a:cubicBezTo>
                  <a:cubicBezTo>
                    <a:pt x="195" y="464"/>
                    <a:pt x="184" y="416"/>
                    <a:pt x="168" y="371"/>
                  </a:cubicBezTo>
                  <a:cubicBezTo>
                    <a:pt x="156" y="343"/>
                    <a:pt x="147" y="314"/>
                    <a:pt x="134" y="287"/>
                  </a:cubicBezTo>
                  <a:lnTo>
                    <a:pt x="134" y="285"/>
                  </a:lnTo>
                  <a:cubicBezTo>
                    <a:pt x="126" y="262"/>
                    <a:pt x="112" y="240"/>
                    <a:pt x="101" y="218"/>
                  </a:cubicBezTo>
                  <a:cubicBezTo>
                    <a:pt x="89" y="195"/>
                    <a:pt x="76" y="170"/>
                    <a:pt x="64" y="147"/>
                  </a:cubicBezTo>
                  <a:cubicBezTo>
                    <a:pt x="44" y="112"/>
                    <a:pt x="30" y="76"/>
                    <a:pt x="17" y="38"/>
                  </a:cubicBezTo>
                  <a:cubicBezTo>
                    <a:pt x="14" y="25"/>
                    <a:pt x="11" y="13"/>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
            <p:cNvSpPr/>
            <p:nvPr/>
          </p:nvSpPr>
          <p:spPr>
            <a:xfrm>
              <a:off x="2211287" y="1177408"/>
              <a:ext cx="12194" cy="37176"/>
            </a:xfrm>
            <a:custGeom>
              <a:rect b="b" l="l" r="r" t="t"/>
              <a:pathLst>
                <a:path extrusionOk="0" h="1314" w="431">
                  <a:moveTo>
                    <a:pt x="397" y="0"/>
                  </a:moveTo>
                  <a:cubicBezTo>
                    <a:pt x="380" y="22"/>
                    <a:pt x="358" y="44"/>
                    <a:pt x="336" y="63"/>
                  </a:cubicBezTo>
                  <a:cubicBezTo>
                    <a:pt x="310" y="89"/>
                    <a:pt x="278" y="118"/>
                    <a:pt x="259" y="149"/>
                  </a:cubicBezTo>
                  <a:cubicBezTo>
                    <a:pt x="240" y="179"/>
                    <a:pt x="223" y="208"/>
                    <a:pt x="205" y="240"/>
                  </a:cubicBezTo>
                  <a:cubicBezTo>
                    <a:pt x="189" y="271"/>
                    <a:pt x="175" y="301"/>
                    <a:pt x="162" y="333"/>
                  </a:cubicBezTo>
                  <a:cubicBezTo>
                    <a:pt x="150" y="367"/>
                    <a:pt x="138" y="399"/>
                    <a:pt x="125" y="434"/>
                  </a:cubicBezTo>
                  <a:cubicBezTo>
                    <a:pt x="114" y="469"/>
                    <a:pt x="102" y="504"/>
                    <a:pt x="92" y="540"/>
                  </a:cubicBezTo>
                  <a:cubicBezTo>
                    <a:pt x="77" y="592"/>
                    <a:pt x="63" y="647"/>
                    <a:pt x="48" y="706"/>
                  </a:cubicBezTo>
                  <a:cubicBezTo>
                    <a:pt x="42" y="729"/>
                    <a:pt x="35" y="758"/>
                    <a:pt x="28" y="788"/>
                  </a:cubicBezTo>
                  <a:cubicBezTo>
                    <a:pt x="12" y="855"/>
                    <a:pt x="0" y="938"/>
                    <a:pt x="7" y="1012"/>
                  </a:cubicBezTo>
                  <a:cubicBezTo>
                    <a:pt x="12" y="1028"/>
                    <a:pt x="12" y="1043"/>
                    <a:pt x="15" y="1057"/>
                  </a:cubicBezTo>
                  <a:cubicBezTo>
                    <a:pt x="21" y="1079"/>
                    <a:pt x="28" y="1103"/>
                    <a:pt x="34" y="1123"/>
                  </a:cubicBezTo>
                  <a:cubicBezTo>
                    <a:pt x="45" y="1168"/>
                    <a:pt x="60" y="1209"/>
                    <a:pt x="73" y="1252"/>
                  </a:cubicBezTo>
                  <a:cubicBezTo>
                    <a:pt x="79" y="1271"/>
                    <a:pt x="86" y="1294"/>
                    <a:pt x="92" y="1313"/>
                  </a:cubicBezTo>
                  <a:lnTo>
                    <a:pt x="102" y="1313"/>
                  </a:lnTo>
                  <a:lnTo>
                    <a:pt x="102" y="1281"/>
                  </a:lnTo>
                  <a:cubicBezTo>
                    <a:pt x="99" y="1277"/>
                    <a:pt x="96" y="1268"/>
                    <a:pt x="93" y="1260"/>
                  </a:cubicBezTo>
                  <a:lnTo>
                    <a:pt x="93" y="1255"/>
                  </a:lnTo>
                  <a:cubicBezTo>
                    <a:pt x="86" y="1223"/>
                    <a:pt x="86" y="1165"/>
                    <a:pt x="89" y="1107"/>
                  </a:cubicBezTo>
                  <a:cubicBezTo>
                    <a:pt x="89" y="1095"/>
                    <a:pt x="92" y="1084"/>
                    <a:pt x="93" y="1071"/>
                  </a:cubicBezTo>
                  <a:lnTo>
                    <a:pt x="93" y="1062"/>
                  </a:lnTo>
                  <a:cubicBezTo>
                    <a:pt x="96" y="1041"/>
                    <a:pt x="96" y="1021"/>
                    <a:pt x="100" y="1001"/>
                  </a:cubicBezTo>
                  <a:cubicBezTo>
                    <a:pt x="100" y="992"/>
                    <a:pt x="102" y="982"/>
                    <a:pt x="103" y="972"/>
                  </a:cubicBezTo>
                  <a:cubicBezTo>
                    <a:pt x="106" y="954"/>
                    <a:pt x="108" y="941"/>
                    <a:pt x="111" y="932"/>
                  </a:cubicBezTo>
                  <a:lnTo>
                    <a:pt x="111" y="931"/>
                  </a:lnTo>
                  <a:cubicBezTo>
                    <a:pt x="159" y="751"/>
                    <a:pt x="195" y="549"/>
                    <a:pt x="252" y="368"/>
                  </a:cubicBezTo>
                  <a:cubicBezTo>
                    <a:pt x="266" y="329"/>
                    <a:pt x="278" y="288"/>
                    <a:pt x="292" y="252"/>
                  </a:cubicBezTo>
                  <a:cubicBezTo>
                    <a:pt x="305" y="214"/>
                    <a:pt x="321" y="179"/>
                    <a:pt x="340" y="146"/>
                  </a:cubicBezTo>
                  <a:lnTo>
                    <a:pt x="340" y="143"/>
                  </a:lnTo>
                  <a:cubicBezTo>
                    <a:pt x="346" y="133"/>
                    <a:pt x="353" y="120"/>
                    <a:pt x="361" y="107"/>
                  </a:cubicBezTo>
                  <a:cubicBezTo>
                    <a:pt x="368" y="95"/>
                    <a:pt x="375" y="83"/>
                    <a:pt x="383" y="70"/>
                  </a:cubicBezTo>
                  <a:cubicBezTo>
                    <a:pt x="397" y="46"/>
                    <a:pt x="413" y="22"/>
                    <a:pt x="431" y="2"/>
                  </a:cubicBezTo>
                  <a:lnTo>
                    <a:pt x="43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
            <p:cNvSpPr/>
            <p:nvPr/>
          </p:nvSpPr>
          <p:spPr>
            <a:xfrm>
              <a:off x="2233694" y="1186490"/>
              <a:ext cx="679" cy="934"/>
            </a:xfrm>
            <a:custGeom>
              <a:rect b="b" l="l" r="r" t="t"/>
              <a:pathLst>
                <a:path extrusionOk="0" h="33" w="24">
                  <a:moveTo>
                    <a:pt x="24" y="1"/>
                  </a:moveTo>
                  <a:lnTo>
                    <a:pt x="24" y="1"/>
                  </a:lnTo>
                  <a:cubicBezTo>
                    <a:pt x="21" y="7"/>
                    <a:pt x="17" y="7"/>
                    <a:pt x="15" y="8"/>
                  </a:cubicBezTo>
                  <a:cubicBezTo>
                    <a:pt x="14" y="9"/>
                    <a:pt x="12" y="9"/>
                    <a:pt x="12" y="11"/>
                  </a:cubicBezTo>
                  <a:cubicBezTo>
                    <a:pt x="9" y="11"/>
                    <a:pt x="8" y="12"/>
                    <a:pt x="8" y="15"/>
                  </a:cubicBezTo>
                  <a:cubicBezTo>
                    <a:pt x="8" y="18"/>
                    <a:pt x="6" y="23"/>
                    <a:pt x="5" y="25"/>
                  </a:cubicBezTo>
                  <a:cubicBezTo>
                    <a:pt x="5" y="27"/>
                    <a:pt x="2" y="30"/>
                    <a:pt x="1" y="33"/>
                  </a:cubicBezTo>
                  <a:lnTo>
                    <a:pt x="14" y="33"/>
                  </a:lnTo>
                  <a:lnTo>
                    <a:pt x="14" y="23"/>
                  </a:lnTo>
                  <a:cubicBezTo>
                    <a:pt x="21" y="12"/>
                    <a:pt x="17" y="21"/>
                    <a:pt x="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
            <p:cNvSpPr/>
            <p:nvPr/>
          </p:nvSpPr>
          <p:spPr>
            <a:xfrm>
              <a:off x="2162710" y="1186773"/>
              <a:ext cx="6564" cy="22747"/>
            </a:xfrm>
            <a:custGeom>
              <a:rect b="b" l="l" r="r" t="t"/>
              <a:pathLst>
                <a:path extrusionOk="0" h="804" w="232">
                  <a:moveTo>
                    <a:pt x="60" y="1"/>
                  </a:moveTo>
                  <a:cubicBezTo>
                    <a:pt x="18" y="34"/>
                    <a:pt x="0" y="165"/>
                    <a:pt x="2" y="312"/>
                  </a:cubicBezTo>
                  <a:cubicBezTo>
                    <a:pt x="2" y="340"/>
                    <a:pt x="3" y="370"/>
                    <a:pt x="6" y="399"/>
                  </a:cubicBezTo>
                  <a:cubicBezTo>
                    <a:pt x="6" y="420"/>
                    <a:pt x="7" y="443"/>
                    <a:pt x="9" y="463"/>
                  </a:cubicBezTo>
                  <a:cubicBezTo>
                    <a:pt x="13" y="492"/>
                    <a:pt x="15" y="517"/>
                    <a:pt x="18" y="545"/>
                  </a:cubicBezTo>
                  <a:cubicBezTo>
                    <a:pt x="22" y="571"/>
                    <a:pt x="28" y="597"/>
                    <a:pt x="31" y="622"/>
                  </a:cubicBezTo>
                  <a:cubicBezTo>
                    <a:pt x="35" y="639"/>
                    <a:pt x="38" y="655"/>
                    <a:pt x="42" y="673"/>
                  </a:cubicBezTo>
                  <a:cubicBezTo>
                    <a:pt x="47" y="687"/>
                    <a:pt x="51" y="702"/>
                    <a:pt x="54" y="713"/>
                  </a:cubicBezTo>
                  <a:cubicBezTo>
                    <a:pt x="54" y="718"/>
                    <a:pt x="57" y="721"/>
                    <a:pt x="58" y="725"/>
                  </a:cubicBezTo>
                  <a:cubicBezTo>
                    <a:pt x="60" y="731"/>
                    <a:pt x="60" y="738"/>
                    <a:pt x="64" y="742"/>
                  </a:cubicBezTo>
                  <a:cubicBezTo>
                    <a:pt x="71" y="760"/>
                    <a:pt x="79" y="772"/>
                    <a:pt x="83" y="782"/>
                  </a:cubicBezTo>
                  <a:cubicBezTo>
                    <a:pt x="87" y="786"/>
                    <a:pt x="90" y="790"/>
                    <a:pt x="96" y="793"/>
                  </a:cubicBezTo>
                  <a:cubicBezTo>
                    <a:pt x="100" y="799"/>
                    <a:pt x="103" y="801"/>
                    <a:pt x="108" y="803"/>
                  </a:cubicBezTo>
                  <a:cubicBezTo>
                    <a:pt x="112" y="793"/>
                    <a:pt x="119" y="785"/>
                    <a:pt x="125" y="774"/>
                  </a:cubicBezTo>
                  <a:cubicBezTo>
                    <a:pt x="137" y="754"/>
                    <a:pt x="145" y="734"/>
                    <a:pt x="151" y="713"/>
                  </a:cubicBezTo>
                  <a:cubicBezTo>
                    <a:pt x="231" y="481"/>
                    <a:pt x="96" y="204"/>
                    <a:pt x="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
            <p:cNvSpPr/>
            <p:nvPr/>
          </p:nvSpPr>
          <p:spPr>
            <a:xfrm>
              <a:off x="2221160" y="1187395"/>
              <a:ext cx="12590" cy="41166"/>
            </a:xfrm>
            <a:custGeom>
              <a:rect b="b" l="l" r="r" t="t"/>
              <a:pathLst>
                <a:path extrusionOk="0" h="1455" w="445">
                  <a:moveTo>
                    <a:pt x="445" y="1"/>
                  </a:moveTo>
                  <a:cubicBezTo>
                    <a:pt x="436" y="8"/>
                    <a:pt x="428" y="15"/>
                    <a:pt x="416" y="21"/>
                  </a:cubicBezTo>
                  <a:cubicBezTo>
                    <a:pt x="400" y="37"/>
                    <a:pt x="385" y="57"/>
                    <a:pt x="372" y="78"/>
                  </a:cubicBezTo>
                  <a:lnTo>
                    <a:pt x="372" y="79"/>
                  </a:lnTo>
                  <a:cubicBezTo>
                    <a:pt x="361" y="100"/>
                    <a:pt x="350" y="121"/>
                    <a:pt x="339" y="143"/>
                  </a:cubicBezTo>
                  <a:lnTo>
                    <a:pt x="339" y="145"/>
                  </a:lnTo>
                  <a:cubicBezTo>
                    <a:pt x="334" y="158"/>
                    <a:pt x="327" y="168"/>
                    <a:pt x="324" y="180"/>
                  </a:cubicBezTo>
                  <a:cubicBezTo>
                    <a:pt x="318" y="193"/>
                    <a:pt x="311" y="201"/>
                    <a:pt x="307" y="214"/>
                  </a:cubicBezTo>
                  <a:cubicBezTo>
                    <a:pt x="304" y="226"/>
                    <a:pt x="298" y="236"/>
                    <a:pt x="292" y="246"/>
                  </a:cubicBezTo>
                  <a:cubicBezTo>
                    <a:pt x="278" y="276"/>
                    <a:pt x="263" y="306"/>
                    <a:pt x="249" y="335"/>
                  </a:cubicBezTo>
                  <a:cubicBezTo>
                    <a:pt x="223" y="398"/>
                    <a:pt x="196" y="459"/>
                    <a:pt x="173" y="523"/>
                  </a:cubicBezTo>
                  <a:cubicBezTo>
                    <a:pt x="157" y="572"/>
                    <a:pt x="140" y="622"/>
                    <a:pt x="125" y="672"/>
                  </a:cubicBezTo>
                  <a:cubicBezTo>
                    <a:pt x="109" y="720"/>
                    <a:pt x="95" y="771"/>
                    <a:pt x="82" y="825"/>
                  </a:cubicBezTo>
                  <a:cubicBezTo>
                    <a:pt x="63" y="893"/>
                    <a:pt x="45" y="965"/>
                    <a:pt x="26" y="1037"/>
                  </a:cubicBezTo>
                  <a:lnTo>
                    <a:pt x="26" y="1039"/>
                  </a:lnTo>
                  <a:cubicBezTo>
                    <a:pt x="22" y="1050"/>
                    <a:pt x="20" y="1066"/>
                    <a:pt x="16" y="1087"/>
                  </a:cubicBezTo>
                  <a:cubicBezTo>
                    <a:pt x="13" y="1128"/>
                    <a:pt x="7" y="1186"/>
                    <a:pt x="4" y="1244"/>
                  </a:cubicBezTo>
                  <a:cubicBezTo>
                    <a:pt x="0" y="1315"/>
                    <a:pt x="0" y="1385"/>
                    <a:pt x="7" y="1426"/>
                  </a:cubicBezTo>
                  <a:cubicBezTo>
                    <a:pt x="9" y="1433"/>
                    <a:pt x="9" y="1440"/>
                    <a:pt x="13" y="1446"/>
                  </a:cubicBezTo>
                  <a:cubicBezTo>
                    <a:pt x="13" y="1450"/>
                    <a:pt x="15" y="1452"/>
                    <a:pt x="16" y="1455"/>
                  </a:cubicBezTo>
                  <a:lnTo>
                    <a:pt x="16" y="1452"/>
                  </a:lnTo>
                  <a:cubicBezTo>
                    <a:pt x="16" y="1439"/>
                    <a:pt x="19" y="1428"/>
                    <a:pt x="20" y="1415"/>
                  </a:cubicBezTo>
                  <a:cubicBezTo>
                    <a:pt x="22" y="1410"/>
                    <a:pt x="22" y="1402"/>
                    <a:pt x="22" y="1396"/>
                  </a:cubicBezTo>
                  <a:cubicBezTo>
                    <a:pt x="23" y="1370"/>
                    <a:pt x="31" y="1344"/>
                    <a:pt x="36" y="1317"/>
                  </a:cubicBezTo>
                  <a:cubicBezTo>
                    <a:pt x="41" y="1302"/>
                    <a:pt x="45" y="1287"/>
                    <a:pt x="50" y="1273"/>
                  </a:cubicBezTo>
                  <a:cubicBezTo>
                    <a:pt x="52" y="1263"/>
                    <a:pt x="55" y="1254"/>
                    <a:pt x="58" y="1242"/>
                  </a:cubicBezTo>
                  <a:cubicBezTo>
                    <a:pt x="66" y="1221"/>
                    <a:pt x="71" y="1203"/>
                    <a:pt x="79" y="1183"/>
                  </a:cubicBezTo>
                  <a:cubicBezTo>
                    <a:pt x="92" y="1142"/>
                    <a:pt x="102" y="1104"/>
                    <a:pt x="115" y="1068"/>
                  </a:cubicBezTo>
                  <a:cubicBezTo>
                    <a:pt x="131" y="1024"/>
                    <a:pt x="140" y="978"/>
                    <a:pt x="151" y="934"/>
                  </a:cubicBezTo>
                  <a:cubicBezTo>
                    <a:pt x="159" y="901"/>
                    <a:pt x="166" y="869"/>
                    <a:pt x="172" y="834"/>
                  </a:cubicBezTo>
                  <a:cubicBezTo>
                    <a:pt x="183" y="777"/>
                    <a:pt x="193" y="723"/>
                    <a:pt x="205" y="668"/>
                  </a:cubicBezTo>
                  <a:cubicBezTo>
                    <a:pt x="215" y="623"/>
                    <a:pt x="227" y="579"/>
                    <a:pt x="241" y="536"/>
                  </a:cubicBezTo>
                  <a:cubicBezTo>
                    <a:pt x="304" y="357"/>
                    <a:pt x="397" y="178"/>
                    <a:pt x="4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1"/>
            <p:cNvSpPr/>
            <p:nvPr/>
          </p:nvSpPr>
          <p:spPr>
            <a:xfrm>
              <a:off x="2231883" y="1194695"/>
              <a:ext cx="13099" cy="22096"/>
            </a:xfrm>
            <a:custGeom>
              <a:rect b="b" l="l" r="r" t="t"/>
              <a:pathLst>
                <a:path extrusionOk="0" h="781" w="463">
                  <a:moveTo>
                    <a:pt x="463" y="0"/>
                  </a:moveTo>
                  <a:lnTo>
                    <a:pt x="463" y="0"/>
                  </a:lnTo>
                  <a:cubicBezTo>
                    <a:pt x="456" y="2"/>
                    <a:pt x="450" y="4"/>
                    <a:pt x="441" y="7"/>
                  </a:cubicBezTo>
                  <a:cubicBezTo>
                    <a:pt x="434" y="10"/>
                    <a:pt x="427" y="15"/>
                    <a:pt x="421" y="18"/>
                  </a:cubicBezTo>
                  <a:cubicBezTo>
                    <a:pt x="413" y="19"/>
                    <a:pt x="406" y="25"/>
                    <a:pt x="400" y="31"/>
                  </a:cubicBezTo>
                  <a:cubicBezTo>
                    <a:pt x="396" y="34"/>
                    <a:pt x="390" y="39"/>
                    <a:pt x="386" y="44"/>
                  </a:cubicBezTo>
                  <a:cubicBezTo>
                    <a:pt x="379" y="51"/>
                    <a:pt x="371" y="60"/>
                    <a:pt x="367" y="68"/>
                  </a:cubicBezTo>
                  <a:cubicBezTo>
                    <a:pt x="347" y="95"/>
                    <a:pt x="331" y="121"/>
                    <a:pt x="310" y="148"/>
                  </a:cubicBezTo>
                  <a:cubicBezTo>
                    <a:pt x="294" y="172"/>
                    <a:pt x="280" y="193"/>
                    <a:pt x="262" y="215"/>
                  </a:cubicBezTo>
                  <a:cubicBezTo>
                    <a:pt x="243" y="243"/>
                    <a:pt x="224" y="272"/>
                    <a:pt x="204" y="300"/>
                  </a:cubicBezTo>
                  <a:cubicBezTo>
                    <a:pt x="187" y="327"/>
                    <a:pt x="168" y="356"/>
                    <a:pt x="150" y="385"/>
                  </a:cubicBezTo>
                  <a:cubicBezTo>
                    <a:pt x="137" y="407"/>
                    <a:pt x="127" y="429"/>
                    <a:pt x="114" y="451"/>
                  </a:cubicBezTo>
                  <a:cubicBezTo>
                    <a:pt x="79" y="516"/>
                    <a:pt x="47" y="586"/>
                    <a:pt x="27" y="663"/>
                  </a:cubicBezTo>
                  <a:cubicBezTo>
                    <a:pt x="21" y="678"/>
                    <a:pt x="19" y="691"/>
                    <a:pt x="15" y="705"/>
                  </a:cubicBezTo>
                  <a:cubicBezTo>
                    <a:pt x="11" y="728"/>
                    <a:pt x="5" y="753"/>
                    <a:pt x="1" y="779"/>
                  </a:cubicBezTo>
                  <a:lnTo>
                    <a:pt x="1" y="781"/>
                  </a:lnTo>
                  <a:lnTo>
                    <a:pt x="12" y="781"/>
                  </a:lnTo>
                  <a:lnTo>
                    <a:pt x="12" y="759"/>
                  </a:lnTo>
                  <a:cubicBezTo>
                    <a:pt x="95" y="694"/>
                    <a:pt x="150" y="590"/>
                    <a:pt x="197" y="481"/>
                  </a:cubicBezTo>
                  <a:cubicBezTo>
                    <a:pt x="224" y="419"/>
                    <a:pt x="251" y="353"/>
                    <a:pt x="277" y="294"/>
                  </a:cubicBezTo>
                  <a:cubicBezTo>
                    <a:pt x="284" y="272"/>
                    <a:pt x="294" y="255"/>
                    <a:pt x="304" y="234"/>
                  </a:cubicBezTo>
                  <a:cubicBezTo>
                    <a:pt x="318" y="207"/>
                    <a:pt x="331" y="183"/>
                    <a:pt x="345" y="160"/>
                  </a:cubicBezTo>
                  <a:cubicBezTo>
                    <a:pt x="361" y="132"/>
                    <a:pt x="383" y="106"/>
                    <a:pt x="403" y="80"/>
                  </a:cubicBezTo>
                  <a:cubicBezTo>
                    <a:pt x="425" y="52"/>
                    <a:pt x="444" y="26"/>
                    <a:pt x="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
            <p:cNvSpPr/>
            <p:nvPr/>
          </p:nvSpPr>
          <p:spPr>
            <a:xfrm>
              <a:off x="1847851" y="1217639"/>
              <a:ext cx="8884" cy="48974"/>
            </a:xfrm>
            <a:custGeom>
              <a:rect b="b" l="l" r="r" t="t"/>
              <a:pathLst>
                <a:path extrusionOk="0" h="1731" w="314">
                  <a:moveTo>
                    <a:pt x="314" y="0"/>
                  </a:moveTo>
                  <a:lnTo>
                    <a:pt x="314" y="0"/>
                  </a:lnTo>
                  <a:cubicBezTo>
                    <a:pt x="303" y="2"/>
                    <a:pt x="296" y="5"/>
                    <a:pt x="289" y="5"/>
                  </a:cubicBezTo>
                  <a:cubicBezTo>
                    <a:pt x="286" y="5"/>
                    <a:pt x="284" y="6"/>
                    <a:pt x="282" y="8"/>
                  </a:cubicBezTo>
                  <a:cubicBezTo>
                    <a:pt x="277" y="8"/>
                    <a:pt x="274" y="11"/>
                    <a:pt x="270" y="12"/>
                  </a:cubicBezTo>
                  <a:cubicBezTo>
                    <a:pt x="263" y="29"/>
                    <a:pt x="254" y="47"/>
                    <a:pt x="247" y="66"/>
                  </a:cubicBezTo>
                  <a:cubicBezTo>
                    <a:pt x="238" y="86"/>
                    <a:pt x="231" y="107"/>
                    <a:pt x="223" y="127"/>
                  </a:cubicBezTo>
                  <a:cubicBezTo>
                    <a:pt x="213" y="147"/>
                    <a:pt x="204" y="170"/>
                    <a:pt x="197" y="192"/>
                  </a:cubicBezTo>
                  <a:cubicBezTo>
                    <a:pt x="188" y="214"/>
                    <a:pt x="181" y="237"/>
                    <a:pt x="174" y="261"/>
                  </a:cubicBezTo>
                  <a:cubicBezTo>
                    <a:pt x="161" y="296"/>
                    <a:pt x="149" y="330"/>
                    <a:pt x="139" y="367"/>
                  </a:cubicBezTo>
                  <a:cubicBezTo>
                    <a:pt x="126" y="405"/>
                    <a:pt x="117" y="447"/>
                    <a:pt x="104" y="487"/>
                  </a:cubicBezTo>
                  <a:cubicBezTo>
                    <a:pt x="97" y="515"/>
                    <a:pt x="93" y="541"/>
                    <a:pt x="85" y="567"/>
                  </a:cubicBezTo>
                  <a:cubicBezTo>
                    <a:pt x="85" y="573"/>
                    <a:pt x="82" y="580"/>
                    <a:pt x="81" y="588"/>
                  </a:cubicBezTo>
                  <a:cubicBezTo>
                    <a:pt x="74" y="617"/>
                    <a:pt x="66" y="647"/>
                    <a:pt x="61" y="676"/>
                  </a:cubicBezTo>
                  <a:cubicBezTo>
                    <a:pt x="50" y="737"/>
                    <a:pt x="39" y="799"/>
                    <a:pt x="30" y="861"/>
                  </a:cubicBezTo>
                  <a:cubicBezTo>
                    <a:pt x="24" y="887"/>
                    <a:pt x="23" y="919"/>
                    <a:pt x="20" y="945"/>
                  </a:cubicBezTo>
                  <a:cubicBezTo>
                    <a:pt x="14" y="980"/>
                    <a:pt x="13" y="1015"/>
                    <a:pt x="8" y="1049"/>
                  </a:cubicBezTo>
                  <a:cubicBezTo>
                    <a:pt x="1" y="1155"/>
                    <a:pt x="1" y="1259"/>
                    <a:pt x="7" y="1360"/>
                  </a:cubicBezTo>
                  <a:cubicBezTo>
                    <a:pt x="20" y="1494"/>
                    <a:pt x="45" y="1620"/>
                    <a:pt x="88" y="1731"/>
                  </a:cubicBezTo>
                  <a:lnTo>
                    <a:pt x="100" y="1731"/>
                  </a:lnTo>
                  <a:lnTo>
                    <a:pt x="100" y="1623"/>
                  </a:lnTo>
                  <a:cubicBezTo>
                    <a:pt x="165" y="1514"/>
                    <a:pt x="119" y="1258"/>
                    <a:pt x="152" y="1111"/>
                  </a:cubicBezTo>
                  <a:cubicBezTo>
                    <a:pt x="159" y="1078"/>
                    <a:pt x="167" y="1046"/>
                    <a:pt x="170" y="1011"/>
                  </a:cubicBezTo>
                  <a:cubicBezTo>
                    <a:pt x="172" y="1008"/>
                    <a:pt x="172" y="1008"/>
                    <a:pt x="172" y="1004"/>
                  </a:cubicBezTo>
                  <a:cubicBezTo>
                    <a:pt x="175" y="989"/>
                    <a:pt x="177" y="973"/>
                    <a:pt x="180" y="957"/>
                  </a:cubicBezTo>
                  <a:cubicBezTo>
                    <a:pt x="181" y="950"/>
                    <a:pt x="183" y="942"/>
                    <a:pt x="183" y="935"/>
                  </a:cubicBezTo>
                  <a:cubicBezTo>
                    <a:pt x="188" y="900"/>
                    <a:pt x="191" y="868"/>
                    <a:pt x="196" y="832"/>
                  </a:cubicBezTo>
                  <a:lnTo>
                    <a:pt x="196" y="829"/>
                  </a:lnTo>
                  <a:cubicBezTo>
                    <a:pt x="202" y="783"/>
                    <a:pt x="204" y="735"/>
                    <a:pt x="209" y="688"/>
                  </a:cubicBezTo>
                  <a:lnTo>
                    <a:pt x="225" y="480"/>
                  </a:lnTo>
                  <a:cubicBezTo>
                    <a:pt x="228" y="448"/>
                    <a:pt x="231" y="415"/>
                    <a:pt x="234" y="383"/>
                  </a:cubicBezTo>
                  <a:cubicBezTo>
                    <a:pt x="239" y="332"/>
                    <a:pt x="247" y="281"/>
                    <a:pt x="255" y="232"/>
                  </a:cubicBezTo>
                  <a:cubicBezTo>
                    <a:pt x="261" y="189"/>
                    <a:pt x="270" y="150"/>
                    <a:pt x="282" y="111"/>
                  </a:cubicBezTo>
                  <a:cubicBezTo>
                    <a:pt x="283" y="93"/>
                    <a:pt x="290" y="75"/>
                    <a:pt x="296" y="57"/>
                  </a:cubicBezTo>
                  <a:cubicBezTo>
                    <a:pt x="300" y="37"/>
                    <a:pt x="306" y="19"/>
                    <a:pt x="3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1"/>
            <p:cNvSpPr/>
            <p:nvPr/>
          </p:nvSpPr>
          <p:spPr>
            <a:xfrm>
              <a:off x="1841599" y="1226636"/>
              <a:ext cx="651" cy="396"/>
            </a:xfrm>
            <a:custGeom>
              <a:rect b="b" l="l" r="r" t="t"/>
              <a:pathLst>
                <a:path extrusionOk="0" h="14" w="23">
                  <a:moveTo>
                    <a:pt x="1" y="1"/>
                  </a:moveTo>
                  <a:lnTo>
                    <a:pt x="1" y="14"/>
                  </a:lnTo>
                  <a:cubicBezTo>
                    <a:pt x="5" y="14"/>
                    <a:pt x="8" y="11"/>
                    <a:pt x="10" y="9"/>
                  </a:cubicBezTo>
                  <a:cubicBezTo>
                    <a:pt x="17" y="8"/>
                    <a:pt x="15" y="8"/>
                    <a:pt x="23" y="2"/>
                  </a:cubicBezTo>
                  <a:lnTo>
                    <a:pt x="2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
            <p:cNvSpPr/>
            <p:nvPr/>
          </p:nvSpPr>
          <p:spPr>
            <a:xfrm>
              <a:off x="1832574" y="1227315"/>
              <a:ext cx="8686" cy="59329"/>
            </a:xfrm>
            <a:custGeom>
              <a:rect b="b" l="l" r="r" t="t"/>
              <a:pathLst>
                <a:path extrusionOk="0" h="2097" w="307">
                  <a:moveTo>
                    <a:pt x="307" y="0"/>
                  </a:moveTo>
                  <a:lnTo>
                    <a:pt x="307" y="0"/>
                  </a:lnTo>
                  <a:cubicBezTo>
                    <a:pt x="307" y="0"/>
                    <a:pt x="304" y="0"/>
                    <a:pt x="302" y="3"/>
                  </a:cubicBezTo>
                  <a:lnTo>
                    <a:pt x="301" y="3"/>
                  </a:lnTo>
                  <a:cubicBezTo>
                    <a:pt x="292" y="6"/>
                    <a:pt x="281" y="13"/>
                    <a:pt x="272" y="19"/>
                  </a:cubicBezTo>
                  <a:lnTo>
                    <a:pt x="269" y="19"/>
                  </a:lnTo>
                  <a:lnTo>
                    <a:pt x="256" y="32"/>
                  </a:lnTo>
                  <a:cubicBezTo>
                    <a:pt x="252" y="35"/>
                    <a:pt x="250" y="36"/>
                    <a:pt x="249" y="41"/>
                  </a:cubicBezTo>
                  <a:cubicBezTo>
                    <a:pt x="240" y="48"/>
                    <a:pt x="233" y="57"/>
                    <a:pt x="227" y="68"/>
                  </a:cubicBezTo>
                  <a:cubicBezTo>
                    <a:pt x="215" y="80"/>
                    <a:pt x="207" y="95"/>
                    <a:pt x="199" y="109"/>
                  </a:cubicBezTo>
                  <a:lnTo>
                    <a:pt x="198" y="112"/>
                  </a:lnTo>
                  <a:lnTo>
                    <a:pt x="198" y="113"/>
                  </a:lnTo>
                  <a:cubicBezTo>
                    <a:pt x="191" y="128"/>
                    <a:pt x="183" y="143"/>
                    <a:pt x="177" y="157"/>
                  </a:cubicBezTo>
                  <a:cubicBezTo>
                    <a:pt x="176" y="159"/>
                    <a:pt x="175" y="160"/>
                    <a:pt x="175" y="163"/>
                  </a:cubicBezTo>
                  <a:cubicBezTo>
                    <a:pt x="175" y="166"/>
                    <a:pt x="172" y="167"/>
                    <a:pt x="170" y="170"/>
                  </a:cubicBezTo>
                  <a:cubicBezTo>
                    <a:pt x="161" y="189"/>
                    <a:pt x="154" y="209"/>
                    <a:pt x="147" y="230"/>
                  </a:cubicBezTo>
                  <a:cubicBezTo>
                    <a:pt x="143" y="246"/>
                    <a:pt x="135" y="262"/>
                    <a:pt x="131" y="276"/>
                  </a:cubicBezTo>
                  <a:cubicBezTo>
                    <a:pt x="127" y="284"/>
                    <a:pt x="125" y="291"/>
                    <a:pt x="124" y="298"/>
                  </a:cubicBezTo>
                  <a:cubicBezTo>
                    <a:pt x="124" y="304"/>
                    <a:pt x="121" y="308"/>
                    <a:pt x="119" y="311"/>
                  </a:cubicBezTo>
                  <a:cubicBezTo>
                    <a:pt x="119" y="316"/>
                    <a:pt x="118" y="318"/>
                    <a:pt x="116" y="323"/>
                  </a:cubicBezTo>
                  <a:cubicBezTo>
                    <a:pt x="112" y="334"/>
                    <a:pt x="106" y="349"/>
                    <a:pt x="103" y="362"/>
                  </a:cubicBezTo>
                  <a:cubicBezTo>
                    <a:pt x="99" y="369"/>
                    <a:pt x="97" y="377"/>
                    <a:pt x="96" y="385"/>
                  </a:cubicBezTo>
                  <a:cubicBezTo>
                    <a:pt x="92" y="393"/>
                    <a:pt x="90" y="403"/>
                    <a:pt x="89" y="410"/>
                  </a:cubicBezTo>
                  <a:cubicBezTo>
                    <a:pt x="81" y="433"/>
                    <a:pt x="74" y="461"/>
                    <a:pt x="68" y="486"/>
                  </a:cubicBezTo>
                  <a:cubicBezTo>
                    <a:pt x="63" y="509"/>
                    <a:pt x="58" y="531"/>
                    <a:pt x="54" y="553"/>
                  </a:cubicBezTo>
                  <a:cubicBezTo>
                    <a:pt x="54" y="555"/>
                    <a:pt x="52" y="557"/>
                    <a:pt x="52" y="558"/>
                  </a:cubicBezTo>
                  <a:cubicBezTo>
                    <a:pt x="45" y="596"/>
                    <a:pt x="38" y="635"/>
                    <a:pt x="32" y="675"/>
                  </a:cubicBezTo>
                  <a:cubicBezTo>
                    <a:pt x="32" y="682"/>
                    <a:pt x="31" y="689"/>
                    <a:pt x="29" y="695"/>
                  </a:cubicBezTo>
                  <a:cubicBezTo>
                    <a:pt x="23" y="730"/>
                    <a:pt x="19" y="762"/>
                    <a:pt x="16" y="798"/>
                  </a:cubicBezTo>
                  <a:cubicBezTo>
                    <a:pt x="12" y="824"/>
                    <a:pt x="10" y="849"/>
                    <a:pt x="9" y="877"/>
                  </a:cubicBezTo>
                  <a:lnTo>
                    <a:pt x="3" y="980"/>
                  </a:lnTo>
                  <a:cubicBezTo>
                    <a:pt x="2" y="1042"/>
                    <a:pt x="0" y="1101"/>
                    <a:pt x="3" y="1160"/>
                  </a:cubicBezTo>
                  <a:cubicBezTo>
                    <a:pt x="2" y="1185"/>
                    <a:pt x="3" y="1207"/>
                    <a:pt x="4" y="1229"/>
                  </a:cubicBezTo>
                  <a:lnTo>
                    <a:pt x="4" y="1231"/>
                  </a:lnTo>
                  <a:cubicBezTo>
                    <a:pt x="10" y="1323"/>
                    <a:pt x="22" y="1416"/>
                    <a:pt x="36" y="1502"/>
                  </a:cubicBezTo>
                  <a:cubicBezTo>
                    <a:pt x="39" y="1527"/>
                    <a:pt x="45" y="1553"/>
                    <a:pt x="52" y="1578"/>
                  </a:cubicBezTo>
                  <a:cubicBezTo>
                    <a:pt x="58" y="1595"/>
                    <a:pt x="61" y="1611"/>
                    <a:pt x="65" y="1627"/>
                  </a:cubicBezTo>
                  <a:cubicBezTo>
                    <a:pt x="74" y="1660"/>
                    <a:pt x="83" y="1701"/>
                    <a:pt x="95" y="1748"/>
                  </a:cubicBezTo>
                  <a:cubicBezTo>
                    <a:pt x="97" y="1762"/>
                    <a:pt x="103" y="1777"/>
                    <a:pt x="106" y="1793"/>
                  </a:cubicBezTo>
                  <a:cubicBezTo>
                    <a:pt x="116" y="1823"/>
                    <a:pt x="124" y="1858"/>
                    <a:pt x="135" y="1889"/>
                  </a:cubicBezTo>
                  <a:cubicBezTo>
                    <a:pt x="163" y="1967"/>
                    <a:pt x="198" y="2038"/>
                    <a:pt x="243" y="2075"/>
                  </a:cubicBezTo>
                  <a:cubicBezTo>
                    <a:pt x="257" y="2085"/>
                    <a:pt x="272" y="2092"/>
                    <a:pt x="288" y="2097"/>
                  </a:cubicBezTo>
                  <a:lnTo>
                    <a:pt x="288" y="2085"/>
                  </a:lnTo>
                  <a:cubicBezTo>
                    <a:pt x="281" y="2076"/>
                    <a:pt x="273" y="2063"/>
                    <a:pt x="270" y="2049"/>
                  </a:cubicBezTo>
                  <a:cubicBezTo>
                    <a:pt x="250" y="1988"/>
                    <a:pt x="247" y="1890"/>
                    <a:pt x="243" y="1799"/>
                  </a:cubicBezTo>
                  <a:cubicBezTo>
                    <a:pt x="240" y="1723"/>
                    <a:pt x="236" y="1653"/>
                    <a:pt x="225" y="1604"/>
                  </a:cubicBezTo>
                  <a:cubicBezTo>
                    <a:pt x="176" y="1394"/>
                    <a:pt x="145" y="1125"/>
                    <a:pt x="145" y="859"/>
                  </a:cubicBezTo>
                  <a:cubicBezTo>
                    <a:pt x="145" y="810"/>
                    <a:pt x="145" y="756"/>
                    <a:pt x="148" y="704"/>
                  </a:cubicBezTo>
                  <a:lnTo>
                    <a:pt x="150" y="616"/>
                  </a:lnTo>
                  <a:cubicBezTo>
                    <a:pt x="154" y="584"/>
                    <a:pt x="156" y="553"/>
                    <a:pt x="159" y="521"/>
                  </a:cubicBezTo>
                  <a:cubicBezTo>
                    <a:pt x="163" y="487"/>
                    <a:pt x="169" y="457"/>
                    <a:pt x="172" y="427"/>
                  </a:cubicBezTo>
                  <a:cubicBezTo>
                    <a:pt x="177" y="398"/>
                    <a:pt x="183" y="368"/>
                    <a:pt x="191" y="340"/>
                  </a:cubicBezTo>
                  <a:cubicBezTo>
                    <a:pt x="191" y="339"/>
                    <a:pt x="191" y="337"/>
                    <a:pt x="192" y="334"/>
                  </a:cubicBezTo>
                  <a:cubicBezTo>
                    <a:pt x="199" y="308"/>
                    <a:pt x="205" y="281"/>
                    <a:pt x="212" y="254"/>
                  </a:cubicBezTo>
                  <a:cubicBezTo>
                    <a:pt x="221" y="222"/>
                    <a:pt x="231" y="192"/>
                    <a:pt x="244" y="163"/>
                  </a:cubicBezTo>
                  <a:cubicBezTo>
                    <a:pt x="246" y="156"/>
                    <a:pt x="249" y="150"/>
                    <a:pt x="252" y="143"/>
                  </a:cubicBezTo>
                  <a:cubicBezTo>
                    <a:pt x="270" y="97"/>
                    <a:pt x="289" y="49"/>
                    <a:pt x="304" y="6"/>
                  </a:cubicBezTo>
                  <a:cubicBezTo>
                    <a:pt x="307" y="4"/>
                    <a:pt x="307" y="3"/>
                    <a:pt x="3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1"/>
            <p:cNvSpPr/>
            <p:nvPr/>
          </p:nvSpPr>
          <p:spPr>
            <a:xfrm>
              <a:off x="1841288" y="1227372"/>
              <a:ext cx="57" cy="28"/>
            </a:xfrm>
            <a:custGeom>
              <a:rect b="b" l="l" r="r" t="t"/>
              <a:pathLst>
                <a:path extrusionOk="0" h="1" w="2">
                  <a:moveTo>
                    <a:pt x="2" y="1"/>
                  </a:moveTo>
                  <a:lnTo>
                    <a:pt x="0" y="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
            <p:cNvSpPr/>
            <p:nvPr/>
          </p:nvSpPr>
          <p:spPr>
            <a:xfrm>
              <a:off x="1816815" y="1251533"/>
              <a:ext cx="340" cy="594"/>
            </a:xfrm>
            <a:custGeom>
              <a:rect b="b" l="l" r="r" t="t"/>
              <a:pathLst>
                <a:path extrusionOk="0" h="21" w="12">
                  <a:moveTo>
                    <a:pt x="12" y="0"/>
                  </a:moveTo>
                  <a:cubicBezTo>
                    <a:pt x="10" y="2"/>
                    <a:pt x="8" y="4"/>
                    <a:pt x="7" y="4"/>
                  </a:cubicBezTo>
                  <a:cubicBezTo>
                    <a:pt x="7" y="4"/>
                    <a:pt x="6" y="4"/>
                    <a:pt x="6" y="3"/>
                  </a:cubicBezTo>
                  <a:cubicBezTo>
                    <a:pt x="5" y="8"/>
                    <a:pt x="6" y="6"/>
                    <a:pt x="2" y="13"/>
                  </a:cubicBezTo>
                  <a:cubicBezTo>
                    <a:pt x="2" y="15"/>
                    <a:pt x="2" y="16"/>
                    <a:pt x="0" y="21"/>
                  </a:cubicBezTo>
                  <a:lnTo>
                    <a:pt x="12" y="21"/>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1"/>
            <p:cNvSpPr/>
            <p:nvPr/>
          </p:nvSpPr>
          <p:spPr>
            <a:xfrm>
              <a:off x="1815174" y="1252099"/>
              <a:ext cx="9846" cy="37261"/>
            </a:xfrm>
            <a:custGeom>
              <a:rect b="b" l="l" r="r" t="t"/>
              <a:pathLst>
                <a:path extrusionOk="0" h="1317" w="348">
                  <a:moveTo>
                    <a:pt x="49" y="1"/>
                  </a:moveTo>
                  <a:lnTo>
                    <a:pt x="49" y="23"/>
                  </a:lnTo>
                  <a:cubicBezTo>
                    <a:pt x="44" y="30"/>
                    <a:pt x="39" y="36"/>
                    <a:pt x="36" y="43"/>
                  </a:cubicBezTo>
                  <a:cubicBezTo>
                    <a:pt x="31" y="50"/>
                    <a:pt x="29" y="59"/>
                    <a:pt x="25" y="68"/>
                  </a:cubicBezTo>
                  <a:cubicBezTo>
                    <a:pt x="23" y="72"/>
                    <a:pt x="22" y="79"/>
                    <a:pt x="22" y="84"/>
                  </a:cubicBezTo>
                  <a:cubicBezTo>
                    <a:pt x="0" y="161"/>
                    <a:pt x="0" y="270"/>
                    <a:pt x="3" y="366"/>
                  </a:cubicBezTo>
                  <a:cubicBezTo>
                    <a:pt x="6" y="395"/>
                    <a:pt x="6" y="424"/>
                    <a:pt x="6" y="450"/>
                  </a:cubicBezTo>
                  <a:cubicBezTo>
                    <a:pt x="6" y="481"/>
                    <a:pt x="7" y="513"/>
                    <a:pt x="10" y="544"/>
                  </a:cubicBezTo>
                  <a:cubicBezTo>
                    <a:pt x="15" y="590"/>
                    <a:pt x="20" y="633"/>
                    <a:pt x="29" y="677"/>
                  </a:cubicBezTo>
                  <a:cubicBezTo>
                    <a:pt x="35" y="709"/>
                    <a:pt x="42" y="742"/>
                    <a:pt x="49" y="774"/>
                  </a:cubicBezTo>
                  <a:cubicBezTo>
                    <a:pt x="60" y="821"/>
                    <a:pt x="73" y="864"/>
                    <a:pt x="86" y="905"/>
                  </a:cubicBezTo>
                  <a:cubicBezTo>
                    <a:pt x="97" y="949"/>
                    <a:pt x="112" y="989"/>
                    <a:pt x="129" y="1027"/>
                  </a:cubicBezTo>
                  <a:cubicBezTo>
                    <a:pt x="137" y="1046"/>
                    <a:pt x="144" y="1064"/>
                    <a:pt x="153" y="1082"/>
                  </a:cubicBezTo>
                  <a:cubicBezTo>
                    <a:pt x="161" y="1100"/>
                    <a:pt x="169" y="1119"/>
                    <a:pt x="177" y="1135"/>
                  </a:cubicBezTo>
                  <a:cubicBezTo>
                    <a:pt x="183" y="1145"/>
                    <a:pt x="189" y="1155"/>
                    <a:pt x="193" y="1165"/>
                  </a:cubicBezTo>
                  <a:cubicBezTo>
                    <a:pt x="201" y="1181"/>
                    <a:pt x="205" y="1196"/>
                    <a:pt x="212" y="1209"/>
                  </a:cubicBezTo>
                  <a:cubicBezTo>
                    <a:pt x="218" y="1221"/>
                    <a:pt x="225" y="1229"/>
                    <a:pt x="231" y="1239"/>
                  </a:cubicBezTo>
                  <a:cubicBezTo>
                    <a:pt x="237" y="1247"/>
                    <a:pt x="241" y="1254"/>
                    <a:pt x="249" y="1261"/>
                  </a:cubicBezTo>
                  <a:cubicBezTo>
                    <a:pt x="253" y="1267"/>
                    <a:pt x="260" y="1274"/>
                    <a:pt x="263" y="1277"/>
                  </a:cubicBezTo>
                  <a:cubicBezTo>
                    <a:pt x="281" y="1295"/>
                    <a:pt x="298" y="1305"/>
                    <a:pt x="326" y="1311"/>
                  </a:cubicBezTo>
                  <a:cubicBezTo>
                    <a:pt x="332" y="1312"/>
                    <a:pt x="340" y="1315"/>
                    <a:pt x="348" y="1317"/>
                  </a:cubicBezTo>
                  <a:lnTo>
                    <a:pt x="348" y="1296"/>
                  </a:lnTo>
                  <a:cubicBezTo>
                    <a:pt x="348" y="1271"/>
                    <a:pt x="346" y="1247"/>
                    <a:pt x="345" y="1223"/>
                  </a:cubicBezTo>
                  <a:cubicBezTo>
                    <a:pt x="343" y="1203"/>
                    <a:pt x="342" y="1184"/>
                    <a:pt x="337" y="1164"/>
                  </a:cubicBezTo>
                  <a:cubicBezTo>
                    <a:pt x="334" y="1143"/>
                    <a:pt x="329" y="1128"/>
                    <a:pt x="326" y="1107"/>
                  </a:cubicBezTo>
                  <a:cubicBezTo>
                    <a:pt x="320" y="1084"/>
                    <a:pt x="313" y="1062"/>
                    <a:pt x="307" y="1039"/>
                  </a:cubicBezTo>
                  <a:cubicBezTo>
                    <a:pt x="297" y="1004"/>
                    <a:pt x="286" y="973"/>
                    <a:pt x="275" y="940"/>
                  </a:cubicBezTo>
                  <a:cubicBezTo>
                    <a:pt x="260" y="898"/>
                    <a:pt x="243" y="857"/>
                    <a:pt x="231" y="815"/>
                  </a:cubicBezTo>
                  <a:cubicBezTo>
                    <a:pt x="196" y="716"/>
                    <a:pt x="163" y="614"/>
                    <a:pt x="137" y="511"/>
                  </a:cubicBezTo>
                  <a:cubicBezTo>
                    <a:pt x="125" y="469"/>
                    <a:pt x="115" y="424"/>
                    <a:pt x="105" y="380"/>
                  </a:cubicBezTo>
                  <a:cubicBezTo>
                    <a:pt x="95" y="329"/>
                    <a:pt x="86" y="277"/>
                    <a:pt x="79" y="225"/>
                  </a:cubicBezTo>
                  <a:cubicBezTo>
                    <a:pt x="71" y="185"/>
                    <a:pt x="68" y="148"/>
                    <a:pt x="65" y="110"/>
                  </a:cubicBezTo>
                  <a:cubicBezTo>
                    <a:pt x="64" y="73"/>
                    <a:pt x="61" y="37"/>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1"/>
            <p:cNvSpPr/>
            <p:nvPr/>
          </p:nvSpPr>
          <p:spPr>
            <a:xfrm>
              <a:off x="1801708" y="1266499"/>
              <a:ext cx="12449" cy="29113"/>
            </a:xfrm>
            <a:custGeom>
              <a:rect b="b" l="l" r="r" t="t"/>
              <a:pathLst>
                <a:path extrusionOk="0" h="1029" w="440">
                  <a:moveTo>
                    <a:pt x="44" y="1"/>
                  </a:moveTo>
                  <a:cubicBezTo>
                    <a:pt x="34" y="9"/>
                    <a:pt x="27" y="18"/>
                    <a:pt x="22" y="27"/>
                  </a:cubicBezTo>
                  <a:cubicBezTo>
                    <a:pt x="17" y="37"/>
                    <a:pt x="11" y="46"/>
                    <a:pt x="2" y="54"/>
                  </a:cubicBezTo>
                  <a:cubicBezTo>
                    <a:pt x="1" y="70"/>
                    <a:pt x="1" y="89"/>
                    <a:pt x="1" y="105"/>
                  </a:cubicBezTo>
                  <a:cubicBezTo>
                    <a:pt x="1" y="139"/>
                    <a:pt x="2" y="169"/>
                    <a:pt x="5" y="200"/>
                  </a:cubicBezTo>
                  <a:cubicBezTo>
                    <a:pt x="5" y="204"/>
                    <a:pt x="5" y="209"/>
                    <a:pt x="8" y="213"/>
                  </a:cubicBezTo>
                  <a:cubicBezTo>
                    <a:pt x="9" y="235"/>
                    <a:pt x="12" y="256"/>
                    <a:pt x="17" y="277"/>
                  </a:cubicBezTo>
                  <a:cubicBezTo>
                    <a:pt x="18" y="293"/>
                    <a:pt x="24" y="309"/>
                    <a:pt x="27" y="325"/>
                  </a:cubicBezTo>
                  <a:cubicBezTo>
                    <a:pt x="33" y="351"/>
                    <a:pt x="40" y="374"/>
                    <a:pt x="47" y="398"/>
                  </a:cubicBezTo>
                  <a:cubicBezTo>
                    <a:pt x="47" y="400"/>
                    <a:pt x="47" y="402"/>
                    <a:pt x="49" y="403"/>
                  </a:cubicBezTo>
                  <a:cubicBezTo>
                    <a:pt x="49" y="409"/>
                    <a:pt x="49" y="416"/>
                    <a:pt x="53" y="419"/>
                  </a:cubicBezTo>
                  <a:cubicBezTo>
                    <a:pt x="53" y="425"/>
                    <a:pt x="54" y="432"/>
                    <a:pt x="56" y="437"/>
                  </a:cubicBezTo>
                  <a:cubicBezTo>
                    <a:pt x="60" y="444"/>
                    <a:pt x="60" y="451"/>
                    <a:pt x="63" y="456"/>
                  </a:cubicBezTo>
                  <a:cubicBezTo>
                    <a:pt x="69" y="475"/>
                    <a:pt x="76" y="492"/>
                    <a:pt x="82" y="509"/>
                  </a:cubicBezTo>
                  <a:cubicBezTo>
                    <a:pt x="124" y="620"/>
                    <a:pt x="177" y="722"/>
                    <a:pt x="226" y="815"/>
                  </a:cubicBezTo>
                  <a:cubicBezTo>
                    <a:pt x="236" y="837"/>
                    <a:pt x="248" y="860"/>
                    <a:pt x="259" y="883"/>
                  </a:cubicBezTo>
                  <a:cubicBezTo>
                    <a:pt x="265" y="896"/>
                    <a:pt x="273" y="908"/>
                    <a:pt x="278" y="918"/>
                  </a:cubicBezTo>
                  <a:cubicBezTo>
                    <a:pt x="284" y="931"/>
                    <a:pt x="291" y="944"/>
                    <a:pt x="299" y="953"/>
                  </a:cubicBezTo>
                  <a:cubicBezTo>
                    <a:pt x="306" y="962"/>
                    <a:pt x="313" y="970"/>
                    <a:pt x="322" y="981"/>
                  </a:cubicBezTo>
                  <a:cubicBezTo>
                    <a:pt x="328" y="988"/>
                    <a:pt x="335" y="997"/>
                    <a:pt x="344" y="999"/>
                  </a:cubicBezTo>
                  <a:cubicBezTo>
                    <a:pt x="347" y="1004"/>
                    <a:pt x="352" y="1005"/>
                    <a:pt x="357" y="1007"/>
                  </a:cubicBezTo>
                  <a:cubicBezTo>
                    <a:pt x="361" y="1013"/>
                    <a:pt x="368" y="1014"/>
                    <a:pt x="379" y="1018"/>
                  </a:cubicBezTo>
                  <a:cubicBezTo>
                    <a:pt x="382" y="1021"/>
                    <a:pt x="386" y="1021"/>
                    <a:pt x="389" y="1021"/>
                  </a:cubicBezTo>
                  <a:cubicBezTo>
                    <a:pt x="400" y="1026"/>
                    <a:pt x="411" y="1027"/>
                    <a:pt x="424" y="1029"/>
                  </a:cubicBezTo>
                  <a:lnTo>
                    <a:pt x="427" y="1029"/>
                  </a:lnTo>
                  <a:cubicBezTo>
                    <a:pt x="427" y="1029"/>
                    <a:pt x="430" y="1027"/>
                    <a:pt x="430" y="1026"/>
                  </a:cubicBezTo>
                  <a:cubicBezTo>
                    <a:pt x="432" y="1017"/>
                    <a:pt x="434" y="1013"/>
                    <a:pt x="437" y="1004"/>
                  </a:cubicBezTo>
                  <a:cubicBezTo>
                    <a:pt x="438" y="999"/>
                    <a:pt x="438" y="995"/>
                    <a:pt x="440" y="989"/>
                  </a:cubicBezTo>
                  <a:cubicBezTo>
                    <a:pt x="432" y="981"/>
                    <a:pt x="425" y="969"/>
                    <a:pt x="418" y="953"/>
                  </a:cubicBezTo>
                  <a:cubicBezTo>
                    <a:pt x="412" y="940"/>
                    <a:pt x="405" y="928"/>
                    <a:pt x="402" y="917"/>
                  </a:cubicBezTo>
                  <a:cubicBezTo>
                    <a:pt x="393" y="892"/>
                    <a:pt x="383" y="869"/>
                    <a:pt x="374" y="844"/>
                  </a:cubicBezTo>
                  <a:cubicBezTo>
                    <a:pt x="366" y="818"/>
                    <a:pt x="358" y="793"/>
                    <a:pt x="350" y="767"/>
                  </a:cubicBezTo>
                  <a:cubicBezTo>
                    <a:pt x="342" y="742"/>
                    <a:pt x="332" y="719"/>
                    <a:pt x="322" y="694"/>
                  </a:cubicBezTo>
                  <a:cubicBezTo>
                    <a:pt x="310" y="672"/>
                    <a:pt x="300" y="649"/>
                    <a:pt x="287" y="623"/>
                  </a:cubicBezTo>
                  <a:cubicBezTo>
                    <a:pt x="191" y="441"/>
                    <a:pt x="25" y="204"/>
                    <a:pt x="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1"/>
            <p:cNvSpPr/>
            <p:nvPr/>
          </p:nvSpPr>
          <p:spPr>
            <a:xfrm>
              <a:off x="1788439" y="1269413"/>
              <a:ext cx="8488" cy="24813"/>
            </a:xfrm>
            <a:custGeom>
              <a:rect b="b" l="l" r="r" t="t"/>
              <a:pathLst>
                <a:path extrusionOk="0" h="877" w="300">
                  <a:moveTo>
                    <a:pt x="44" y="1"/>
                  </a:moveTo>
                  <a:lnTo>
                    <a:pt x="42" y="2"/>
                  </a:lnTo>
                  <a:cubicBezTo>
                    <a:pt x="35" y="8"/>
                    <a:pt x="28" y="17"/>
                    <a:pt x="23" y="28"/>
                  </a:cubicBezTo>
                  <a:cubicBezTo>
                    <a:pt x="16" y="42"/>
                    <a:pt x="13" y="59"/>
                    <a:pt x="9" y="78"/>
                  </a:cubicBezTo>
                  <a:cubicBezTo>
                    <a:pt x="1" y="104"/>
                    <a:pt x="0" y="139"/>
                    <a:pt x="0" y="169"/>
                  </a:cubicBezTo>
                  <a:cubicBezTo>
                    <a:pt x="0" y="206"/>
                    <a:pt x="6" y="241"/>
                    <a:pt x="12" y="268"/>
                  </a:cubicBezTo>
                  <a:cubicBezTo>
                    <a:pt x="29" y="341"/>
                    <a:pt x="44" y="414"/>
                    <a:pt x="64" y="485"/>
                  </a:cubicBezTo>
                  <a:cubicBezTo>
                    <a:pt x="65" y="501"/>
                    <a:pt x="71" y="517"/>
                    <a:pt x="77" y="533"/>
                  </a:cubicBezTo>
                  <a:cubicBezTo>
                    <a:pt x="106" y="639"/>
                    <a:pt x="143" y="738"/>
                    <a:pt x="198" y="819"/>
                  </a:cubicBezTo>
                  <a:cubicBezTo>
                    <a:pt x="212" y="840"/>
                    <a:pt x="230" y="859"/>
                    <a:pt x="247" y="876"/>
                  </a:cubicBezTo>
                  <a:cubicBezTo>
                    <a:pt x="263" y="869"/>
                    <a:pt x="256" y="875"/>
                    <a:pt x="268" y="866"/>
                  </a:cubicBezTo>
                  <a:cubicBezTo>
                    <a:pt x="278" y="860"/>
                    <a:pt x="281" y="860"/>
                    <a:pt x="282" y="860"/>
                  </a:cubicBezTo>
                  <a:cubicBezTo>
                    <a:pt x="282" y="860"/>
                    <a:pt x="282" y="859"/>
                    <a:pt x="284" y="857"/>
                  </a:cubicBezTo>
                  <a:cubicBezTo>
                    <a:pt x="284" y="856"/>
                    <a:pt x="284" y="851"/>
                    <a:pt x="288" y="844"/>
                  </a:cubicBezTo>
                  <a:cubicBezTo>
                    <a:pt x="297" y="831"/>
                    <a:pt x="300" y="815"/>
                    <a:pt x="300" y="798"/>
                  </a:cubicBezTo>
                  <a:cubicBezTo>
                    <a:pt x="300" y="787"/>
                    <a:pt x="298" y="777"/>
                    <a:pt x="297" y="770"/>
                  </a:cubicBezTo>
                  <a:cubicBezTo>
                    <a:pt x="295" y="758"/>
                    <a:pt x="291" y="748"/>
                    <a:pt x="288" y="736"/>
                  </a:cubicBezTo>
                  <a:cubicBezTo>
                    <a:pt x="282" y="718"/>
                    <a:pt x="270" y="697"/>
                    <a:pt x="262" y="677"/>
                  </a:cubicBezTo>
                  <a:cubicBezTo>
                    <a:pt x="256" y="667"/>
                    <a:pt x="249" y="655"/>
                    <a:pt x="246" y="646"/>
                  </a:cubicBezTo>
                  <a:lnTo>
                    <a:pt x="233" y="620"/>
                  </a:lnTo>
                  <a:cubicBezTo>
                    <a:pt x="227" y="609"/>
                    <a:pt x="222" y="595"/>
                    <a:pt x="215" y="579"/>
                  </a:cubicBezTo>
                  <a:cubicBezTo>
                    <a:pt x="212" y="575"/>
                    <a:pt x="212" y="569"/>
                    <a:pt x="209" y="565"/>
                  </a:cubicBezTo>
                  <a:cubicBezTo>
                    <a:pt x="201" y="537"/>
                    <a:pt x="186" y="508"/>
                    <a:pt x="173" y="475"/>
                  </a:cubicBezTo>
                  <a:cubicBezTo>
                    <a:pt x="140" y="390"/>
                    <a:pt x="100" y="289"/>
                    <a:pt x="73" y="197"/>
                  </a:cubicBezTo>
                  <a:cubicBezTo>
                    <a:pt x="65" y="172"/>
                    <a:pt x="58" y="148"/>
                    <a:pt x="55" y="126"/>
                  </a:cubicBezTo>
                  <a:cubicBezTo>
                    <a:pt x="51" y="116"/>
                    <a:pt x="51" y="104"/>
                    <a:pt x="48" y="94"/>
                  </a:cubicBezTo>
                  <a:lnTo>
                    <a:pt x="48" y="92"/>
                  </a:lnTo>
                  <a:cubicBezTo>
                    <a:pt x="48" y="78"/>
                    <a:pt x="45" y="66"/>
                    <a:pt x="44" y="56"/>
                  </a:cubicBezTo>
                  <a:cubicBezTo>
                    <a:pt x="42" y="36"/>
                    <a:pt x="42" y="17"/>
                    <a:pt x="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
            <p:cNvSpPr/>
            <p:nvPr/>
          </p:nvSpPr>
          <p:spPr>
            <a:xfrm>
              <a:off x="1774576" y="1277476"/>
              <a:ext cx="8459" cy="19692"/>
            </a:xfrm>
            <a:custGeom>
              <a:rect b="b" l="l" r="r" t="t"/>
              <a:pathLst>
                <a:path extrusionOk="0" h="696" w="299">
                  <a:moveTo>
                    <a:pt x="52" y="1"/>
                  </a:moveTo>
                  <a:cubicBezTo>
                    <a:pt x="26" y="21"/>
                    <a:pt x="22" y="55"/>
                    <a:pt x="0" y="76"/>
                  </a:cubicBezTo>
                  <a:cubicBezTo>
                    <a:pt x="0" y="98"/>
                    <a:pt x="0" y="121"/>
                    <a:pt x="2" y="145"/>
                  </a:cubicBezTo>
                  <a:cubicBezTo>
                    <a:pt x="2" y="156"/>
                    <a:pt x="2" y="168"/>
                    <a:pt x="4" y="181"/>
                  </a:cubicBezTo>
                  <a:cubicBezTo>
                    <a:pt x="22" y="342"/>
                    <a:pt x="84" y="517"/>
                    <a:pt x="177" y="617"/>
                  </a:cubicBezTo>
                  <a:cubicBezTo>
                    <a:pt x="196" y="638"/>
                    <a:pt x="215" y="654"/>
                    <a:pt x="236" y="667"/>
                  </a:cubicBezTo>
                  <a:cubicBezTo>
                    <a:pt x="244" y="672"/>
                    <a:pt x="254" y="680"/>
                    <a:pt x="265" y="683"/>
                  </a:cubicBezTo>
                  <a:cubicBezTo>
                    <a:pt x="272" y="688"/>
                    <a:pt x="279" y="690"/>
                    <a:pt x="286" y="691"/>
                  </a:cubicBezTo>
                  <a:cubicBezTo>
                    <a:pt x="291" y="694"/>
                    <a:pt x="294" y="694"/>
                    <a:pt x="298" y="696"/>
                  </a:cubicBezTo>
                  <a:lnTo>
                    <a:pt x="298" y="579"/>
                  </a:lnTo>
                  <a:cubicBezTo>
                    <a:pt x="281" y="559"/>
                    <a:pt x="270" y="536"/>
                    <a:pt x="262" y="507"/>
                  </a:cubicBezTo>
                  <a:cubicBezTo>
                    <a:pt x="257" y="492"/>
                    <a:pt x="252" y="476"/>
                    <a:pt x="249" y="462"/>
                  </a:cubicBezTo>
                  <a:cubicBezTo>
                    <a:pt x="244" y="450"/>
                    <a:pt x="243" y="441"/>
                    <a:pt x="240" y="430"/>
                  </a:cubicBezTo>
                  <a:cubicBezTo>
                    <a:pt x="236" y="422"/>
                    <a:pt x="234" y="415"/>
                    <a:pt x="230" y="408"/>
                  </a:cubicBezTo>
                  <a:cubicBezTo>
                    <a:pt x="228" y="401"/>
                    <a:pt x="227" y="393"/>
                    <a:pt x="223" y="386"/>
                  </a:cubicBezTo>
                  <a:cubicBezTo>
                    <a:pt x="218" y="370"/>
                    <a:pt x="211" y="356"/>
                    <a:pt x="201" y="342"/>
                  </a:cubicBezTo>
                  <a:lnTo>
                    <a:pt x="201" y="341"/>
                  </a:lnTo>
                  <a:cubicBezTo>
                    <a:pt x="189" y="316"/>
                    <a:pt x="172" y="290"/>
                    <a:pt x="156" y="265"/>
                  </a:cubicBezTo>
                  <a:cubicBezTo>
                    <a:pt x="127" y="216"/>
                    <a:pt x="96" y="165"/>
                    <a:pt x="76" y="108"/>
                  </a:cubicBezTo>
                  <a:cubicBezTo>
                    <a:pt x="68" y="92"/>
                    <a:pt x="65" y="76"/>
                    <a:pt x="61" y="57"/>
                  </a:cubicBezTo>
                  <a:cubicBezTo>
                    <a:pt x="55" y="40"/>
                    <a:pt x="54" y="21"/>
                    <a:pt x="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1"/>
            <p:cNvSpPr/>
            <p:nvPr/>
          </p:nvSpPr>
          <p:spPr>
            <a:xfrm>
              <a:off x="1963366" y="1311087"/>
              <a:ext cx="8035" cy="42948"/>
            </a:xfrm>
            <a:custGeom>
              <a:rect b="b" l="l" r="r" t="t"/>
              <a:pathLst>
                <a:path extrusionOk="0" h="1518" w="284">
                  <a:moveTo>
                    <a:pt x="284" y="1"/>
                  </a:moveTo>
                  <a:lnTo>
                    <a:pt x="284" y="1"/>
                  </a:lnTo>
                  <a:cubicBezTo>
                    <a:pt x="258" y="4"/>
                    <a:pt x="256" y="5"/>
                    <a:pt x="240" y="11"/>
                  </a:cubicBezTo>
                  <a:cubicBezTo>
                    <a:pt x="114" y="277"/>
                    <a:pt x="0" y="841"/>
                    <a:pt x="91" y="1239"/>
                  </a:cubicBezTo>
                  <a:cubicBezTo>
                    <a:pt x="111" y="1331"/>
                    <a:pt x="89" y="1449"/>
                    <a:pt x="134" y="1517"/>
                  </a:cubicBezTo>
                  <a:cubicBezTo>
                    <a:pt x="128" y="989"/>
                    <a:pt x="265" y="514"/>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
            <p:cNvSpPr/>
            <p:nvPr/>
          </p:nvSpPr>
          <p:spPr>
            <a:xfrm>
              <a:off x="1970354" y="1323139"/>
              <a:ext cx="6281" cy="56585"/>
            </a:xfrm>
            <a:custGeom>
              <a:rect b="b" l="l" r="r" t="t"/>
              <a:pathLst>
                <a:path extrusionOk="0" h="2000" w="222">
                  <a:moveTo>
                    <a:pt x="163" y="1"/>
                  </a:moveTo>
                  <a:cubicBezTo>
                    <a:pt x="82" y="73"/>
                    <a:pt x="117" y="270"/>
                    <a:pt x="89" y="398"/>
                  </a:cubicBezTo>
                  <a:cubicBezTo>
                    <a:pt x="54" y="556"/>
                    <a:pt x="70" y="757"/>
                    <a:pt x="37" y="921"/>
                  </a:cubicBezTo>
                  <a:lnTo>
                    <a:pt x="37" y="1091"/>
                  </a:lnTo>
                  <a:cubicBezTo>
                    <a:pt x="11" y="1207"/>
                    <a:pt x="2" y="1423"/>
                    <a:pt x="25" y="1530"/>
                  </a:cubicBezTo>
                  <a:cubicBezTo>
                    <a:pt x="59" y="1686"/>
                    <a:pt x="1" y="1888"/>
                    <a:pt x="78" y="2000"/>
                  </a:cubicBezTo>
                  <a:cubicBezTo>
                    <a:pt x="81" y="1821"/>
                    <a:pt x="117" y="1596"/>
                    <a:pt x="153" y="1423"/>
                  </a:cubicBezTo>
                  <a:cubicBezTo>
                    <a:pt x="156" y="1305"/>
                    <a:pt x="161" y="1188"/>
                    <a:pt x="163" y="1069"/>
                  </a:cubicBezTo>
                  <a:cubicBezTo>
                    <a:pt x="184" y="975"/>
                    <a:pt x="150" y="835"/>
                    <a:pt x="175" y="728"/>
                  </a:cubicBezTo>
                  <a:cubicBezTo>
                    <a:pt x="222" y="511"/>
                    <a:pt x="177" y="207"/>
                    <a:pt x="1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1"/>
            <p:cNvSpPr/>
            <p:nvPr/>
          </p:nvSpPr>
          <p:spPr>
            <a:xfrm>
              <a:off x="1983736" y="1357372"/>
              <a:ext cx="311" cy="934"/>
            </a:xfrm>
            <a:custGeom>
              <a:rect b="b" l="l" r="r" t="t"/>
              <a:pathLst>
                <a:path extrusionOk="0" h="33" w="11">
                  <a:moveTo>
                    <a:pt x="10" y="0"/>
                  </a:moveTo>
                  <a:cubicBezTo>
                    <a:pt x="3" y="10"/>
                    <a:pt x="3" y="10"/>
                    <a:pt x="0" y="32"/>
                  </a:cubicBezTo>
                  <a:lnTo>
                    <a:pt x="10" y="32"/>
                  </a:lnTo>
                  <a:lnTo>
                    <a:pt x="1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
            <p:cNvSpPr/>
            <p:nvPr/>
          </p:nvSpPr>
          <p:spPr>
            <a:xfrm>
              <a:off x="1980653" y="1358504"/>
              <a:ext cx="4159" cy="43033"/>
            </a:xfrm>
            <a:custGeom>
              <a:rect b="b" l="l" r="r" t="t"/>
              <a:pathLst>
                <a:path extrusionOk="0" h="1521" w="147">
                  <a:moveTo>
                    <a:pt x="109" y="1"/>
                  </a:moveTo>
                  <a:lnTo>
                    <a:pt x="109" y="1"/>
                  </a:lnTo>
                  <a:cubicBezTo>
                    <a:pt x="54" y="85"/>
                    <a:pt x="90" y="234"/>
                    <a:pt x="66" y="343"/>
                  </a:cubicBezTo>
                  <a:cubicBezTo>
                    <a:pt x="39" y="457"/>
                    <a:pt x="47" y="610"/>
                    <a:pt x="22" y="728"/>
                  </a:cubicBezTo>
                  <a:lnTo>
                    <a:pt x="22" y="910"/>
                  </a:lnTo>
                  <a:cubicBezTo>
                    <a:pt x="0" y="1011"/>
                    <a:pt x="0" y="1205"/>
                    <a:pt x="22" y="1307"/>
                  </a:cubicBezTo>
                  <a:cubicBezTo>
                    <a:pt x="41" y="1385"/>
                    <a:pt x="10" y="1466"/>
                    <a:pt x="45" y="1520"/>
                  </a:cubicBezTo>
                  <a:cubicBezTo>
                    <a:pt x="45" y="1356"/>
                    <a:pt x="66" y="1182"/>
                    <a:pt x="98" y="1029"/>
                  </a:cubicBezTo>
                  <a:lnTo>
                    <a:pt x="98" y="825"/>
                  </a:lnTo>
                  <a:cubicBezTo>
                    <a:pt x="147" y="600"/>
                    <a:pt x="106" y="252"/>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
            <p:cNvSpPr/>
            <p:nvPr/>
          </p:nvSpPr>
          <p:spPr>
            <a:xfrm>
              <a:off x="2200621" y="1361927"/>
              <a:ext cx="22860" cy="76786"/>
            </a:xfrm>
            <a:custGeom>
              <a:rect b="b" l="l" r="r" t="t"/>
              <a:pathLst>
                <a:path extrusionOk="0" h="2714" w="808">
                  <a:moveTo>
                    <a:pt x="40" y="1"/>
                  </a:moveTo>
                  <a:cubicBezTo>
                    <a:pt x="1" y="53"/>
                    <a:pt x="28" y="134"/>
                    <a:pt x="28" y="214"/>
                  </a:cubicBezTo>
                  <a:cubicBezTo>
                    <a:pt x="28" y="384"/>
                    <a:pt x="41" y="560"/>
                    <a:pt x="81" y="716"/>
                  </a:cubicBezTo>
                  <a:cubicBezTo>
                    <a:pt x="98" y="781"/>
                    <a:pt x="108" y="847"/>
                    <a:pt x="121" y="915"/>
                  </a:cubicBezTo>
                  <a:cubicBezTo>
                    <a:pt x="134" y="982"/>
                    <a:pt x="145" y="1049"/>
                    <a:pt x="158" y="1116"/>
                  </a:cubicBezTo>
                  <a:cubicBezTo>
                    <a:pt x="166" y="1159"/>
                    <a:pt x="175" y="1206"/>
                    <a:pt x="188" y="1250"/>
                  </a:cubicBezTo>
                  <a:cubicBezTo>
                    <a:pt x="224" y="1370"/>
                    <a:pt x="259" y="1492"/>
                    <a:pt x="296" y="1614"/>
                  </a:cubicBezTo>
                  <a:cubicBezTo>
                    <a:pt x="313" y="1674"/>
                    <a:pt x="332" y="1734"/>
                    <a:pt x="352" y="1795"/>
                  </a:cubicBezTo>
                  <a:cubicBezTo>
                    <a:pt x="371" y="1854"/>
                    <a:pt x="392" y="1913"/>
                    <a:pt x="412" y="1971"/>
                  </a:cubicBezTo>
                  <a:cubicBezTo>
                    <a:pt x="429" y="2024"/>
                    <a:pt x="450" y="2075"/>
                    <a:pt x="470" y="2126"/>
                  </a:cubicBezTo>
                  <a:lnTo>
                    <a:pt x="470" y="2129"/>
                  </a:lnTo>
                  <a:lnTo>
                    <a:pt x="470" y="2131"/>
                  </a:lnTo>
                  <a:cubicBezTo>
                    <a:pt x="476" y="2145"/>
                    <a:pt x="483" y="2160"/>
                    <a:pt x="488" y="2174"/>
                  </a:cubicBezTo>
                  <a:cubicBezTo>
                    <a:pt x="493" y="2189"/>
                    <a:pt x="501" y="2203"/>
                    <a:pt x="507" y="2218"/>
                  </a:cubicBezTo>
                  <a:cubicBezTo>
                    <a:pt x="517" y="2248"/>
                    <a:pt x="530" y="2277"/>
                    <a:pt x="543" y="2307"/>
                  </a:cubicBezTo>
                  <a:cubicBezTo>
                    <a:pt x="566" y="2362"/>
                    <a:pt x="604" y="2458"/>
                    <a:pt x="652" y="2541"/>
                  </a:cubicBezTo>
                  <a:cubicBezTo>
                    <a:pt x="655" y="2551"/>
                    <a:pt x="662" y="2559"/>
                    <a:pt x="666" y="2568"/>
                  </a:cubicBezTo>
                  <a:cubicBezTo>
                    <a:pt x="674" y="2577"/>
                    <a:pt x="681" y="2589"/>
                    <a:pt x="687" y="2597"/>
                  </a:cubicBezTo>
                  <a:cubicBezTo>
                    <a:pt x="697" y="2613"/>
                    <a:pt x="706" y="2628"/>
                    <a:pt x="717" y="2641"/>
                  </a:cubicBezTo>
                  <a:cubicBezTo>
                    <a:pt x="723" y="2650"/>
                    <a:pt x="730" y="2660"/>
                    <a:pt x="739" y="2669"/>
                  </a:cubicBezTo>
                  <a:cubicBezTo>
                    <a:pt x="746" y="2676"/>
                    <a:pt x="754" y="2683"/>
                    <a:pt x="761" y="2689"/>
                  </a:cubicBezTo>
                  <a:cubicBezTo>
                    <a:pt x="776" y="2701"/>
                    <a:pt x="792" y="2711"/>
                    <a:pt x="808" y="2714"/>
                  </a:cubicBezTo>
                  <a:lnTo>
                    <a:pt x="808" y="2703"/>
                  </a:lnTo>
                  <a:cubicBezTo>
                    <a:pt x="803" y="2698"/>
                    <a:pt x="799" y="2692"/>
                    <a:pt x="790" y="2686"/>
                  </a:cubicBezTo>
                  <a:cubicBezTo>
                    <a:pt x="784" y="2679"/>
                    <a:pt x="778" y="2670"/>
                    <a:pt x="776" y="2660"/>
                  </a:cubicBezTo>
                  <a:cubicBezTo>
                    <a:pt x="767" y="2635"/>
                    <a:pt x="761" y="2605"/>
                    <a:pt x="755" y="2575"/>
                  </a:cubicBezTo>
                  <a:cubicBezTo>
                    <a:pt x="754" y="2565"/>
                    <a:pt x="752" y="2554"/>
                    <a:pt x="748" y="2543"/>
                  </a:cubicBezTo>
                  <a:cubicBezTo>
                    <a:pt x="746" y="2536"/>
                    <a:pt x="745" y="2529"/>
                    <a:pt x="742" y="2523"/>
                  </a:cubicBezTo>
                  <a:cubicBezTo>
                    <a:pt x="735" y="2496"/>
                    <a:pt x="725" y="2465"/>
                    <a:pt x="716" y="2436"/>
                  </a:cubicBezTo>
                  <a:lnTo>
                    <a:pt x="716" y="2434"/>
                  </a:lnTo>
                  <a:cubicBezTo>
                    <a:pt x="701" y="2386"/>
                    <a:pt x="687" y="2337"/>
                    <a:pt x="672" y="2289"/>
                  </a:cubicBezTo>
                  <a:cubicBezTo>
                    <a:pt x="648" y="2209"/>
                    <a:pt x="624" y="2129"/>
                    <a:pt x="595" y="2052"/>
                  </a:cubicBezTo>
                  <a:cubicBezTo>
                    <a:pt x="575" y="2001"/>
                    <a:pt x="557" y="1944"/>
                    <a:pt x="539" y="1892"/>
                  </a:cubicBezTo>
                  <a:cubicBezTo>
                    <a:pt x="534" y="1882"/>
                    <a:pt x="530" y="1869"/>
                    <a:pt x="527" y="1856"/>
                  </a:cubicBezTo>
                  <a:cubicBezTo>
                    <a:pt x="505" y="1796"/>
                    <a:pt x="486" y="1737"/>
                    <a:pt x="469" y="1676"/>
                  </a:cubicBezTo>
                  <a:cubicBezTo>
                    <a:pt x="456" y="1635"/>
                    <a:pt x="443" y="1594"/>
                    <a:pt x="429" y="1550"/>
                  </a:cubicBezTo>
                  <a:cubicBezTo>
                    <a:pt x="382" y="1392"/>
                    <a:pt x="335" y="1235"/>
                    <a:pt x="284" y="1079"/>
                  </a:cubicBezTo>
                  <a:cubicBezTo>
                    <a:pt x="268" y="1033"/>
                    <a:pt x="259" y="985"/>
                    <a:pt x="248" y="940"/>
                  </a:cubicBezTo>
                  <a:cubicBezTo>
                    <a:pt x="238" y="879"/>
                    <a:pt x="229" y="816"/>
                    <a:pt x="211" y="752"/>
                  </a:cubicBezTo>
                  <a:cubicBezTo>
                    <a:pt x="208" y="738"/>
                    <a:pt x="203" y="722"/>
                    <a:pt x="200" y="706"/>
                  </a:cubicBezTo>
                  <a:cubicBezTo>
                    <a:pt x="139" y="502"/>
                    <a:pt x="47" y="235"/>
                    <a:pt x="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
            <p:cNvSpPr/>
            <p:nvPr/>
          </p:nvSpPr>
          <p:spPr>
            <a:xfrm>
              <a:off x="1940422" y="1384504"/>
              <a:ext cx="19465" cy="69600"/>
            </a:xfrm>
            <a:custGeom>
              <a:rect b="b" l="l" r="r" t="t"/>
              <a:pathLst>
                <a:path extrusionOk="0" h="2460" w="688">
                  <a:moveTo>
                    <a:pt x="38" y="1"/>
                  </a:moveTo>
                  <a:cubicBezTo>
                    <a:pt x="35" y="5"/>
                    <a:pt x="31" y="8"/>
                    <a:pt x="28" y="11"/>
                  </a:cubicBezTo>
                  <a:cubicBezTo>
                    <a:pt x="21" y="18"/>
                    <a:pt x="19" y="26"/>
                    <a:pt x="15" y="31"/>
                  </a:cubicBezTo>
                  <a:cubicBezTo>
                    <a:pt x="15" y="33"/>
                    <a:pt x="13" y="33"/>
                    <a:pt x="13" y="37"/>
                  </a:cubicBezTo>
                  <a:cubicBezTo>
                    <a:pt x="9" y="46"/>
                    <a:pt x="7" y="56"/>
                    <a:pt x="6" y="69"/>
                  </a:cubicBezTo>
                  <a:cubicBezTo>
                    <a:pt x="0" y="114"/>
                    <a:pt x="5" y="171"/>
                    <a:pt x="6" y="215"/>
                  </a:cubicBezTo>
                  <a:cubicBezTo>
                    <a:pt x="6" y="373"/>
                    <a:pt x="21" y="540"/>
                    <a:pt x="58" y="686"/>
                  </a:cubicBezTo>
                  <a:cubicBezTo>
                    <a:pt x="183" y="1173"/>
                    <a:pt x="262" y="1666"/>
                    <a:pt x="442" y="2084"/>
                  </a:cubicBezTo>
                  <a:cubicBezTo>
                    <a:pt x="484" y="2186"/>
                    <a:pt x="561" y="2411"/>
                    <a:pt x="670" y="2454"/>
                  </a:cubicBezTo>
                  <a:cubicBezTo>
                    <a:pt x="675" y="2455"/>
                    <a:pt x="676" y="2458"/>
                    <a:pt x="681" y="2458"/>
                  </a:cubicBezTo>
                  <a:cubicBezTo>
                    <a:pt x="682" y="2459"/>
                    <a:pt x="683" y="2460"/>
                    <a:pt x="685" y="2460"/>
                  </a:cubicBezTo>
                  <a:cubicBezTo>
                    <a:pt x="686" y="2460"/>
                    <a:pt x="687" y="2460"/>
                    <a:pt x="688" y="2459"/>
                  </a:cubicBezTo>
                  <a:cubicBezTo>
                    <a:pt x="669" y="2292"/>
                    <a:pt x="598" y="2109"/>
                    <a:pt x="551" y="1955"/>
                  </a:cubicBezTo>
                  <a:cubicBezTo>
                    <a:pt x="492" y="1776"/>
                    <a:pt x="445" y="1597"/>
                    <a:pt x="399" y="1417"/>
                  </a:cubicBezTo>
                  <a:cubicBezTo>
                    <a:pt x="384" y="1365"/>
                    <a:pt x="371" y="1312"/>
                    <a:pt x="355" y="1260"/>
                  </a:cubicBezTo>
                  <a:lnTo>
                    <a:pt x="306" y="1101"/>
                  </a:lnTo>
                  <a:lnTo>
                    <a:pt x="278" y="1014"/>
                  </a:lnTo>
                  <a:cubicBezTo>
                    <a:pt x="255" y="925"/>
                    <a:pt x="237" y="837"/>
                    <a:pt x="217" y="747"/>
                  </a:cubicBezTo>
                  <a:cubicBezTo>
                    <a:pt x="194" y="636"/>
                    <a:pt x="169" y="527"/>
                    <a:pt x="140" y="418"/>
                  </a:cubicBezTo>
                  <a:lnTo>
                    <a:pt x="135" y="396"/>
                  </a:lnTo>
                  <a:cubicBezTo>
                    <a:pt x="121" y="344"/>
                    <a:pt x="109" y="292"/>
                    <a:pt x="101" y="241"/>
                  </a:cubicBezTo>
                  <a:cubicBezTo>
                    <a:pt x="96" y="223"/>
                    <a:pt x="95" y="207"/>
                    <a:pt x="92" y="190"/>
                  </a:cubicBezTo>
                  <a:cubicBezTo>
                    <a:pt x="80" y="124"/>
                    <a:pt x="66" y="60"/>
                    <a:pt x="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1"/>
            <p:cNvSpPr/>
            <p:nvPr/>
          </p:nvSpPr>
          <p:spPr>
            <a:xfrm>
              <a:off x="2049939" y="1385466"/>
              <a:ext cx="340" cy="594"/>
            </a:xfrm>
            <a:custGeom>
              <a:rect b="b" l="l" r="r" t="t"/>
              <a:pathLst>
                <a:path extrusionOk="0" h="21" w="12">
                  <a:moveTo>
                    <a:pt x="11" y="0"/>
                  </a:moveTo>
                  <a:cubicBezTo>
                    <a:pt x="5" y="8"/>
                    <a:pt x="5" y="6"/>
                    <a:pt x="4" y="12"/>
                  </a:cubicBezTo>
                  <a:cubicBezTo>
                    <a:pt x="4" y="13"/>
                    <a:pt x="2" y="18"/>
                    <a:pt x="1" y="21"/>
                  </a:cubicBezTo>
                  <a:lnTo>
                    <a:pt x="11" y="21"/>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
            <p:cNvSpPr/>
            <p:nvPr/>
          </p:nvSpPr>
          <p:spPr>
            <a:xfrm>
              <a:off x="2042385" y="1386031"/>
              <a:ext cx="7639" cy="19975"/>
            </a:xfrm>
            <a:custGeom>
              <a:rect b="b" l="l" r="r" t="t"/>
              <a:pathLst>
                <a:path extrusionOk="0" h="706" w="270">
                  <a:moveTo>
                    <a:pt x="269" y="1"/>
                  </a:moveTo>
                  <a:cubicBezTo>
                    <a:pt x="261" y="8"/>
                    <a:pt x="253" y="14"/>
                    <a:pt x="248" y="18"/>
                  </a:cubicBezTo>
                  <a:cubicBezTo>
                    <a:pt x="235" y="36"/>
                    <a:pt x="220" y="54"/>
                    <a:pt x="204" y="79"/>
                  </a:cubicBezTo>
                  <a:cubicBezTo>
                    <a:pt x="185" y="105"/>
                    <a:pt x="169" y="139"/>
                    <a:pt x="152" y="175"/>
                  </a:cubicBezTo>
                  <a:cubicBezTo>
                    <a:pt x="139" y="203"/>
                    <a:pt x="127" y="230"/>
                    <a:pt x="115" y="259"/>
                  </a:cubicBezTo>
                  <a:cubicBezTo>
                    <a:pt x="102" y="293"/>
                    <a:pt x="89" y="328"/>
                    <a:pt x="76" y="364"/>
                  </a:cubicBezTo>
                  <a:cubicBezTo>
                    <a:pt x="51" y="438"/>
                    <a:pt x="30" y="514"/>
                    <a:pt x="16" y="581"/>
                  </a:cubicBezTo>
                  <a:cubicBezTo>
                    <a:pt x="14" y="611"/>
                    <a:pt x="8" y="639"/>
                    <a:pt x="3" y="666"/>
                  </a:cubicBezTo>
                  <a:cubicBezTo>
                    <a:pt x="2" y="680"/>
                    <a:pt x="0" y="693"/>
                    <a:pt x="0" y="706"/>
                  </a:cubicBezTo>
                  <a:lnTo>
                    <a:pt x="14" y="706"/>
                  </a:lnTo>
                  <a:lnTo>
                    <a:pt x="14" y="685"/>
                  </a:lnTo>
                  <a:cubicBezTo>
                    <a:pt x="120" y="605"/>
                    <a:pt x="243" y="172"/>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
            <p:cNvSpPr/>
            <p:nvPr/>
          </p:nvSpPr>
          <p:spPr>
            <a:xfrm>
              <a:off x="2192925" y="1388634"/>
              <a:ext cx="37261" cy="98175"/>
            </a:xfrm>
            <a:custGeom>
              <a:rect b="b" l="l" r="r" t="t"/>
              <a:pathLst>
                <a:path extrusionOk="0" h="3470" w="1317">
                  <a:moveTo>
                    <a:pt x="24" y="0"/>
                  </a:moveTo>
                  <a:cubicBezTo>
                    <a:pt x="24" y="2"/>
                    <a:pt x="23" y="2"/>
                    <a:pt x="23" y="3"/>
                  </a:cubicBezTo>
                  <a:cubicBezTo>
                    <a:pt x="21" y="5"/>
                    <a:pt x="18" y="12"/>
                    <a:pt x="17" y="18"/>
                  </a:cubicBezTo>
                  <a:cubicBezTo>
                    <a:pt x="14" y="25"/>
                    <a:pt x="11" y="32"/>
                    <a:pt x="9" y="41"/>
                  </a:cubicBezTo>
                  <a:cubicBezTo>
                    <a:pt x="9" y="55"/>
                    <a:pt x="8" y="69"/>
                    <a:pt x="7" y="85"/>
                  </a:cubicBezTo>
                  <a:cubicBezTo>
                    <a:pt x="4" y="92"/>
                    <a:pt x="4" y="99"/>
                    <a:pt x="4" y="109"/>
                  </a:cubicBezTo>
                  <a:cubicBezTo>
                    <a:pt x="1" y="140"/>
                    <a:pt x="1" y="172"/>
                    <a:pt x="4" y="201"/>
                  </a:cubicBezTo>
                  <a:cubicBezTo>
                    <a:pt x="2" y="214"/>
                    <a:pt x="4" y="226"/>
                    <a:pt x="7" y="237"/>
                  </a:cubicBezTo>
                  <a:cubicBezTo>
                    <a:pt x="8" y="263"/>
                    <a:pt x="9" y="285"/>
                    <a:pt x="14" y="300"/>
                  </a:cubicBezTo>
                  <a:cubicBezTo>
                    <a:pt x="28" y="364"/>
                    <a:pt x="39" y="426"/>
                    <a:pt x="52" y="490"/>
                  </a:cubicBezTo>
                  <a:cubicBezTo>
                    <a:pt x="84" y="665"/>
                    <a:pt x="110" y="836"/>
                    <a:pt x="162" y="992"/>
                  </a:cubicBezTo>
                  <a:cubicBezTo>
                    <a:pt x="171" y="1025"/>
                    <a:pt x="181" y="1054"/>
                    <a:pt x="190" y="1085"/>
                  </a:cubicBezTo>
                  <a:cubicBezTo>
                    <a:pt x="197" y="1108"/>
                    <a:pt x="204" y="1131"/>
                    <a:pt x="207" y="1153"/>
                  </a:cubicBezTo>
                  <a:cubicBezTo>
                    <a:pt x="210" y="1158"/>
                    <a:pt x="212" y="1159"/>
                    <a:pt x="212" y="1160"/>
                  </a:cubicBezTo>
                  <a:cubicBezTo>
                    <a:pt x="217" y="1187"/>
                    <a:pt x="225" y="1211"/>
                    <a:pt x="229" y="1237"/>
                  </a:cubicBezTo>
                  <a:cubicBezTo>
                    <a:pt x="248" y="1317"/>
                    <a:pt x="265" y="1399"/>
                    <a:pt x="293" y="1483"/>
                  </a:cubicBezTo>
                  <a:cubicBezTo>
                    <a:pt x="326" y="1585"/>
                    <a:pt x="358" y="1682"/>
                    <a:pt x="395" y="1783"/>
                  </a:cubicBezTo>
                  <a:cubicBezTo>
                    <a:pt x="425" y="1868"/>
                    <a:pt x="454" y="1953"/>
                    <a:pt x="488" y="2037"/>
                  </a:cubicBezTo>
                  <a:cubicBezTo>
                    <a:pt x="527" y="2142"/>
                    <a:pt x="569" y="2246"/>
                    <a:pt x="613" y="2348"/>
                  </a:cubicBezTo>
                  <a:cubicBezTo>
                    <a:pt x="640" y="2417"/>
                    <a:pt x="671" y="2482"/>
                    <a:pt x="700" y="2549"/>
                  </a:cubicBezTo>
                  <a:cubicBezTo>
                    <a:pt x="713" y="2581"/>
                    <a:pt x="728" y="2611"/>
                    <a:pt x="744" y="2642"/>
                  </a:cubicBezTo>
                  <a:lnTo>
                    <a:pt x="748" y="2646"/>
                  </a:lnTo>
                  <a:cubicBezTo>
                    <a:pt x="771" y="2699"/>
                    <a:pt x="796" y="2748"/>
                    <a:pt x="824" y="2799"/>
                  </a:cubicBezTo>
                  <a:cubicBezTo>
                    <a:pt x="850" y="2847"/>
                    <a:pt x="879" y="2895"/>
                    <a:pt x="905" y="2941"/>
                  </a:cubicBezTo>
                  <a:cubicBezTo>
                    <a:pt x="931" y="2989"/>
                    <a:pt x="962" y="3034"/>
                    <a:pt x="991" y="3080"/>
                  </a:cubicBezTo>
                  <a:cubicBezTo>
                    <a:pt x="1033" y="3145"/>
                    <a:pt x="1078" y="3209"/>
                    <a:pt x="1123" y="3269"/>
                  </a:cubicBezTo>
                  <a:cubicBezTo>
                    <a:pt x="1178" y="3338"/>
                    <a:pt x="1237" y="3405"/>
                    <a:pt x="1296" y="3469"/>
                  </a:cubicBezTo>
                  <a:lnTo>
                    <a:pt x="1316" y="3469"/>
                  </a:lnTo>
                  <a:lnTo>
                    <a:pt x="1316" y="3458"/>
                  </a:lnTo>
                  <a:cubicBezTo>
                    <a:pt x="1311" y="3455"/>
                    <a:pt x="1305" y="3450"/>
                    <a:pt x="1298" y="3449"/>
                  </a:cubicBezTo>
                  <a:cubicBezTo>
                    <a:pt x="1261" y="3418"/>
                    <a:pt x="1237" y="3373"/>
                    <a:pt x="1215" y="3324"/>
                  </a:cubicBezTo>
                  <a:cubicBezTo>
                    <a:pt x="1207" y="3308"/>
                    <a:pt x="1200" y="3289"/>
                    <a:pt x="1194" y="3273"/>
                  </a:cubicBezTo>
                  <a:cubicBezTo>
                    <a:pt x="1181" y="3238"/>
                    <a:pt x="1167" y="3203"/>
                    <a:pt x="1155" y="3173"/>
                  </a:cubicBezTo>
                  <a:cubicBezTo>
                    <a:pt x="1098" y="3046"/>
                    <a:pt x="1043" y="2917"/>
                    <a:pt x="988" y="2784"/>
                  </a:cubicBezTo>
                  <a:cubicBezTo>
                    <a:pt x="959" y="2715"/>
                    <a:pt x="928" y="2643"/>
                    <a:pt x="898" y="2575"/>
                  </a:cubicBezTo>
                  <a:cubicBezTo>
                    <a:pt x="844" y="2451"/>
                    <a:pt x="793" y="2322"/>
                    <a:pt x="741" y="2193"/>
                  </a:cubicBezTo>
                  <a:cubicBezTo>
                    <a:pt x="648" y="1963"/>
                    <a:pt x="555" y="1726"/>
                    <a:pt x="460" y="1495"/>
                  </a:cubicBezTo>
                  <a:cubicBezTo>
                    <a:pt x="363" y="1253"/>
                    <a:pt x="321" y="1003"/>
                    <a:pt x="236" y="749"/>
                  </a:cubicBezTo>
                  <a:cubicBezTo>
                    <a:pt x="184" y="589"/>
                    <a:pt x="145" y="417"/>
                    <a:pt x="88" y="247"/>
                  </a:cubicBezTo>
                  <a:cubicBezTo>
                    <a:pt x="75" y="208"/>
                    <a:pt x="60" y="172"/>
                    <a:pt x="47" y="133"/>
                  </a:cubicBezTo>
                  <a:cubicBezTo>
                    <a:pt x="40" y="103"/>
                    <a:pt x="31" y="73"/>
                    <a:pt x="28" y="37"/>
                  </a:cubicBezTo>
                  <a:cubicBezTo>
                    <a:pt x="25" y="25"/>
                    <a:pt x="24" y="12"/>
                    <a:pt x="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1"/>
            <p:cNvSpPr/>
            <p:nvPr/>
          </p:nvSpPr>
          <p:spPr>
            <a:xfrm>
              <a:off x="2030446" y="1391803"/>
              <a:ext cx="7724" cy="36865"/>
            </a:xfrm>
            <a:custGeom>
              <a:rect b="b" l="l" r="r" t="t"/>
              <a:pathLst>
                <a:path extrusionOk="0" h="1303" w="273">
                  <a:moveTo>
                    <a:pt x="273" y="0"/>
                  </a:moveTo>
                  <a:cubicBezTo>
                    <a:pt x="169" y="114"/>
                    <a:pt x="110" y="433"/>
                    <a:pt x="62" y="691"/>
                  </a:cubicBezTo>
                  <a:cubicBezTo>
                    <a:pt x="53" y="734"/>
                    <a:pt x="46" y="777"/>
                    <a:pt x="39" y="814"/>
                  </a:cubicBezTo>
                  <a:cubicBezTo>
                    <a:pt x="31" y="852"/>
                    <a:pt x="24" y="888"/>
                    <a:pt x="17" y="920"/>
                  </a:cubicBezTo>
                  <a:cubicBezTo>
                    <a:pt x="15" y="929"/>
                    <a:pt x="12" y="942"/>
                    <a:pt x="11" y="958"/>
                  </a:cubicBezTo>
                  <a:cubicBezTo>
                    <a:pt x="11" y="974"/>
                    <a:pt x="10" y="995"/>
                    <a:pt x="8" y="1016"/>
                  </a:cubicBezTo>
                  <a:cubicBezTo>
                    <a:pt x="2" y="1082"/>
                    <a:pt x="1" y="1165"/>
                    <a:pt x="4" y="1227"/>
                  </a:cubicBezTo>
                  <a:cubicBezTo>
                    <a:pt x="4" y="1262"/>
                    <a:pt x="10" y="1291"/>
                    <a:pt x="17" y="1303"/>
                  </a:cubicBezTo>
                  <a:cubicBezTo>
                    <a:pt x="30" y="1192"/>
                    <a:pt x="84" y="1080"/>
                    <a:pt x="113" y="973"/>
                  </a:cubicBezTo>
                  <a:cubicBezTo>
                    <a:pt x="167" y="649"/>
                    <a:pt x="220" y="326"/>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1"/>
            <p:cNvSpPr/>
            <p:nvPr/>
          </p:nvSpPr>
          <p:spPr>
            <a:xfrm>
              <a:off x="2271859" y="1395736"/>
              <a:ext cx="23596" cy="61706"/>
            </a:xfrm>
            <a:custGeom>
              <a:rect b="b" l="l" r="r" t="t"/>
              <a:pathLst>
                <a:path extrusionOk="0" h="2181" w="834">
                  <a:moveTo>
                    <a:pt x="834" y="1"/>
                  </a:moveTo>
                  <a:cubicBezTo>
                    <a:pt x="829" y="4"/>
                    <a:pt x="824" y="4"/>
                    <a:pt x="819" y="4"/>
                  </a:cubicBezTo>
                  <a:cubicBezTo>
                    <a:pt x="819" y="4"/>
                    <a:pt x="818" y="4"/>
                    <a:pt x="816" y="5"/>
                  </a:cubicBezTo>
                  <a:cubicBezTo>
                    <a:pt x="816" y="5"/>
                    <a:pt x="813" y="5"/>
                    <a:pt x="812" y="7"/>
                  </a:cubicBezTo>
                  <a:cubicBezTo>
                    <a:pt x="812" y="7"/>
                    <a:pt x="811" y="7"/>
                    <a:pt x="809" y="8"/>
                  </a:cubicBezTo>
                  <a:lnTo>
                    <a:pt x="805" y="12"/>
                  </a:lnTo>
                  <a:cubicBezTo>
                    <a:pt x="658" y="63"/>
                    <a:pt x="534" y="339"/>
                    <a:pt x="453" y="472"/>
                  </a:cubicBezTo>
                  <a:cubicBezTo>
                    <a:pt x="440" y="492"/>
                    <a:pt x="428" y="513"/>
                    <a:pt x="417" y="531"/>
                  </a:cubicBezTo>
                  <a:cubicBezTo>
                    <a:pt x="403" y="552"/>
                    <a:pt x="395" y="571"/>
                    <a:pt x="383" y="590"/>
                  </a:cubicBezTo>
                  <a:cubicBezTo>
                    <a:pt x="366" y="623"/>
                    <a:pt x="347" y="655"/>
                    <a:pt x="331" y="690"/>
                  </a:cubicBezTo>
                  <a:lnTo>
                    <a:pt x="293" y="767"/>
                  </a:lnTo>
                  <a:cubicBezTo>
                    <a:pt x="236" y="877"/>
                    <a:pt x="191" y="994"/>
                    <a:pt x="152" y="1117"/>
                  </a:cubicBezTo>
                  <a:cubicBezTo>
                    <a:pt x="142" y="1149"/>
                    <a:pt x="130" y="1184"/>
                    <a:pt x="121" y="1219"/>
                  </a:cubicBezTo>
                  <a:cubicBezTo>
                    <a:pt x="111" y="1254"/>
                    <a:pt x="101" y="1287"/>
                    <a:pt x="94" y="1324"/>
                  </a:cubicBezTo>
                  <a:cubicBezTo>
                    <a:pt x="85" y="1359"/>
                    <a:pt x="78" y="1396"/>
                    <a:pt x="71" y="1433"/>
                  </a:cubicBezTo>
                  <a:cubicBezTo>
                    <a:pt x="65" y="1458"/>
                    <a:pt x="60" y="1482"/>
                    <a:pt x="56" y="1510"/>
                  </a:cubicBezTo>
                  <a:cubicBezTo>
                    <a:pt x="56" y="1513"/>
                    <a:pt x="55" y="1519"/>
                    <a:pt x="55" y="1523"/>
                  </a:cubicBezTo>
                  <a:cubicBezTo>
                    <a:pt x="47" y="1561"/>
                    <a:pt x="40" y="1600"/>
                    <a:pt x="34" y="1642"/>
                  </a:cubicBezTo>
                  <a:cubicBezTo>
                    <a:pt x="31" y="1676"/>
                    <a:pt x="27" y="1708"/>
                    <a:pt x="24" y="1744"/>
                  </a:cubicBezTo>
                  <a:cubicBezTo>
                    <a:pt x="18" y="1785"/>
                    <a:pt x="17" y="1824"/>
                    <a:pt x="12" y="1866"/>
                  </a:cubicBezTo>
                  <a:cubicBezTo>
                    <a:pt x="9" y="1905"/>
                    <a:pt x="7" y="1948"/>
                    <a:pt x="5" y="1991"/>
                  </a:cubicBezTo>
                  <a:cubicBezTo>
                    <a:pt x="4" y="2020"/>
                    <a:pt x="2" y="2054"/>
                    <a:pt x="2" y="2084"/>
                  </a:cubicBezTo>
                  <a:cubicBezTo>
                    <a:pt x="1" y="2115"/>
                    <a:pt x="1" y="2148"/>
                    <a:pt x="1" y="2180"/>
                  </a:cubicBezTo>
                  <a:lnTo>
                    <a:pt x="11" y="2180"/>
                  </a:lnTo>
                  <a:lnTo>
                    <a:pt x="11" y="2170"/>
                  </a:lnTo>
                  <a:cubicBezTo>
                    <a:pt x="17" y="2163"/>
                    <a:pt x="18" y="2155"/>
                    <a:pt x="20" y="2150"/>
                  </a:cubicBezTo>
                  <a:cubicBezTo>
                    <a:pt x="21" y="2148"/>
                    <a:pt x="21" y="2148"/>
                    <a:pt x="21" y="2145"/>
                  </a:cubicBezTo>
                  <a:cubicBezTo>
                    <a:pt x="21" y="2141"/>
                    <a:pt x="24" y="2134"/>
                    <a:pt x="25" y="2126"/>
                  </a:cubicBezTo>
                  <a:cubicBezTo>
                    <a:pt x="27" y="2122"/>
                    <a:pt x="27" y="2116"/>
                    <a:pt x="27" y="2112"/>
                  </a:cubicBezTo>
                  <a:cubicBezTo>
                    <a:pt x="28" y="2105"/>
                    <a:pt x="31" y="2097"/>
                    <a:pt x="31" y="2087"/>
                  </a:cubicBezTo>
                  <a:cubicBezTo>
                    <a:pt x="31" y="2068"/>
                    <a:pt x="33" y="2046"/>
                    <a:pt x="34" y="2026"/>
                  </a:cubicBezTo>
                  <a:cubicBezTo>
                    <a:pt x="34" y="2017"/>
                    <a:pt x="36" y="2006"/>
                    <a:pt x="39" y="1997"/>
                  </a:cubicBezTo>
                  <a:cubicBezTo>
                    <a:pt x="40" y="1988"/>
                    <a:pt x="40" y="1977"/>
                    <a:pt x="43" y="1968"/>
                  </a:cubicBezTo>
                  <a:cubicBezTo>
                    <a:pt x="49" y="1948"/>
                    <a:pt x="55" y="1927"/>
                    <a:pt x="57" y="1908"/>
                  </a:cubicBezTo>
                  <a:cubicBezTo>
                    <a:pt x="63" y="1889"/>
                    <a:pt x="69" y="1872"/>
                    <a:pt x="72" y="1853"/>
                  </a:cubicBezTo>
                  <a:cubicBezTo>
                    <a:pt x="85" y="1806"/>
                    <a:pt x="97" y="1758"/>
                    <a:pt x="108" y="1713"/>
                  </a:cubicBezTo>
                  <a:cubicBezTo>
                    <a:pt x="116" y="1690"/>
                    <a:pt x="123" y="1665"/>
                    <a:pt x="129" y="1642"/>
                  </a:cubicBezTo>
                  <a:lnTo>
                    <a:pt x="150" y="1571"/>
                  </a:lnTo>
                  <a:cubicBezTo>
                    <a:pt x="236" y="1315"/>
                    <a:pt x="322" y="1061"/>
                    <a:pt x="421" y="821"/>
                  </a:cubicBezTo>
                  <a:cubicBezTo>
                    <a:pt x="453" y="741"/>
                    <a:pt x="486" y="661"/>
                    <a:pt x="523" y="585"/>
                  </a:cubicBezTo>
                  <a:cubicBezTo>
                    <a:pt x="530" y="565"/>
                    <a:pt x="540" y="546"/>
                    <a:pt x="549" y="528"/>
                  </a:cubicBezTo>
                  <a:cubicBezTo>
                    <a:pt x="566" y="486"/>
                    <a:pt x="588" y="447"/>
                    <a:pt x="608" y="406"/>
                  </a:cubicBezTo>
                  <a:cubicBezTo>
                    <a:pt x="614" y="396"/>
                    <a:pt x="622" y="385"/>
                    <a:pt x="624" y="374"/>
                  </a:cubicBezTo>
                  <a:cubicBezTo>
                    <a:pt x="630" y="361"/>
                    <a:pt x="638" y="353"/>
                    <a:pt x="642" y="339"/>
                  </a:cubicBezTo>
                  <a:cubicBezTo>
                    <a:pt x="664" y="296"/>
                    <a:pt x="681" y="254"/>
                    <a:pt x="702" y="212"/>
                  </a:cubicBezTo>
                  <a:cubicBezTo>
                    <a:pt x="712" y="193"/>
                    <a:pt x="719" y="171"/>
                    <a:pt x="732" y="150"/>
                  </a:cubicBezTo>
                  <a:cubicBezTo>
                    <a:pt x="744" y="129"/>
                    <a:pt x="754" y="110"/>
                    <a:pt x="767" y="91"/>
                  </a:cubicBezTo>
                  <a:cubicBezTo>
                    <a:pt x="780" y="69"/>
                    <a:pt x="795" y="50"/>
                    <a:pt x="809" y="30"/>
                  </a:cubicBezTo>
                  <a:cubicBezTo>
                    <a:pt x="818" y="21"/>
                    <a:pt x="825" y="1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1"/>
            <p:cNvSpPr/>
            <p:nvPr/>
          </p:nvSpPr>
          <p:spPr>
            <a:xfrm>
              <a:off x="2258732" y="1405411"/>
              <a:ext cx="12590" cy="57745"/>
            </a:xfrm>
            <a:custGeom>
              <a:rect b="b" l="l" r="r" t="t"/>
              <a:pathLst>
                <a:path extrusionOk="0" h="2041" w="445">
                  <a:moveTo>
                    <a:pt x="444" y="0"/>
                  </a:moveTo>
                  <a:cubicBezTo>
                    <a:pt x="436" y="8"/>
                    <a:pt x="430" y="13"/>
                    <a:pt x="417" y="15"/>
                  </a:cubicBezTo>
                  <a:cubicBezTo>
                    <a:pt x="409" y="21"/>
                    <a:pt x="402" y="28"/>
                    <a:pt x="399" y="34"/>
                  </a:cubicBezTo>
                  <a:cubicBezTo>
                    <a:pt x="375" y="59"/>
                    <a:pt x="356" y="89"/>
                    <a:pt x="338" y="123"/>
                  </a:cubicBezTo>
                  <a:cubicBezTo>
                    <a:pt x="327" y="146"/>
                    <a:pt x="316" y="172"/>
                    <a:pt x="306" y="197"/>
                  </a:cubicBezTo>
                  <a:cubicBezTo>
                    <a:pt x="295" y="224"/>
                    <a:pt x="286" y="255"/>
                    <a:pt x="276" y="284"/>
                  </a:cubicBezTo>
                  <a:cubicBezTo>
                    <a:pt x="268" y="304"/>
                    <a:pt x="263" y="322"/>
                    <a:pt x="255" y="341"/>
                  </a:cubicBezTo>
                  <a:cubicBezTo>
                    <a:pt x="248" y="357"/>
                    <a:pt x="242" y="376"/>
                    <a:pt x="235" y="393"/>
                  </a:cubicBezTo>
                  <a:cubicBezTo>
                    <a:pt x="228" y="409"/>
                    <a:pt x="220" y="428"/>
                    <a:pt x="215" y="445"/>
                  </a:cubicBezTo>
                  <a:cubicBezTo>
                    <a:pt x="203" y="480"/>
                    <a:pt x="191" y="517"/>
                    <a:pt x="178" y="553"/>
                  </a:cubicBezTo>
                  <a:cubicBezTo>
                    <a:pt x="167" y="591"/>
                    <a:pt x="157" y="630"/>
                    <a:pt x="146" y="668"/>
                  </a:cubicBezTo>
                  <a:cubicBezTo>
                    <a:pt x="146" y="668"/>
                    <a:pt x="146" y="669"/>
                    <a:pt x="145" y="671"/>
                  </a:cubicBezTo>
                  <a:cubicBezTo>
                    <a:pt x="132" y="717"/>
                    <a:pt x="120" y="764"/>
                    <a:pt x="109" y="813"/>
                  </a:cubicBezTo>
                  <a:cubicBezTo>
                    <a:pt x="87" y="900"/>
                    <a:pt x="65" y="991"/>
                    <a:pt x="43" y="1078"/>
                  </a:cubicBezTo>
                  <a:lnTo>
                    <a:pt x="21" y="1335"/>
                  </a:lnTo>
                  <a:cubicBezTo>
                    <a:pt x="18" y="1345"/>
                    <a:pt x="17" y="1358"/>
                    <a:pt x="15" y="1371"/>
                  </a:cubicBezTo>
                  <a:cubicBezTo>
                    <a:pt x="14" y="1383"/>
                    <a:pt x="11" y="1398"/>
                    <a:pt x="10" y="1412"/>
                  </a:cubicBezTo>
                  <a:cubicBezTo>
                    <a:pt x="8" y="1432"/>
                    <a:pt x="7" y="1454"/>
                    <a:pt x="4" y="1476"/>
                  </a:cubicBezTo>
                  <a:cubicBezTo>
                    <a:pt x="2" y="1511"/>
                    <a:pt x="1" y="1546"/>
                    <a:pt x="1" y="1579"/>
                  </a:cubicBezTo>
                  <a:cubicBezTo>
                    <a:pt x="1" y="1630"/>
                    <a:pt x="4" y="1681"/>
                    <a:pt x="14" y="1720"/>
                  </a:cubicBezTo>
                  <a:cubicBezTo>
                    <a:pt x="26" y="1773"/>
                    <a:pt x="39" y="1826"/>
                    <a:pt x="52" y="1880"/>
                  </a:cubicBezTo>
                  <a:cubicBezTo>
                    <a:pt x="65" y="1934"/>
                    <a:pt x="75" y="1986"/>
                    <a:pt x="88" y="2040"/>
                  </a:cubicBezTo>
                  <a:lnTo>
                    <a:pt x="98" y="2040"/>
                  </a:lnTo>
                  <a:lnTo>
                    <a:pt x="98" y="1858"/>
                  </a:lnTo>
                  <a:cubicBezTo>
                    <a:pt x="106" y="1847"/>
                    <a:pt x="110" y="1834"/>
                    <a:pt x="111" y="1822"/>
                  </a:cubicBezTo>
                  <a:cubicBezTo>
                    <a:pt x="113" y="1815"/>
                    <a:pt x="113" y="1809"/>
                    <a:pt x="113" y="1802"/>
                  </a:cubicBezTo>
                  <a:cubicBezTo>
                    <a:pt x="116" y="1790"/>
                    <a:pt x="116" y="1781"/>
                    <a:pt x="116" y="1771"/>
                  </a:cubicBezTo>
                  <a:cubicBezTo>
                    <a:pt x="117" y="1758"/>
                    <a:pt x="117" y="1749"/>
                    <a:pt x="117" y="1736"/>
                  </a:cubicBezTo>
                  <a:cubicBezTo>
                    <a:pt x="117" y="1729"/>
                    <a:pt x="117" y="1722"/>
                    <a:pt x="119" y="1715"/>
                  </a:cubicBezTo>
                  <a:cubicBezTo>
                    <a:pt x="119" y="1707"/>
                    <a:pt x="119" y="1700"/>
                    <a:pt x="123" y="1693"/>
                  </a:cubicBezTo>
                  <a:lnTo>
                    <a:pt x="123" y="1687"/>
                  </a:lnTo>
                  <a:cubicBezTo>
                    <a:pt x="127" y="1667"/>
                    <a:pt x="132" y="1649"/>
                    <a:pt x="135" y="1629"/>
                  </a:cubicBezTo>
                  <a:cubicBezTo>
                    <a:pt x="141" y="1591"/>
                    <a:pt x="146" y="1550"/>
                    <a:pt x="149" y="1511"/>
                  </a:cubicBezTo>
                  <a:cubicBezTo>
                    <a:pt x="159" y="1411"/>
                    <a:pt x="162" y="1307"/>
                    <a:pt x="186" y="1206"/>
                  </a:cubicBezTo>
                  <a:cubicBezTo>
                    <a:pt x="191" y="1178"/>
                    <a:pt x="197" y="1153"/>
                    <a:pt x="200" y="1126"/>
                  </a:cubicBezTo>
                  <a:cubicBezTo>
                    <a:pt x="206" y="1102"/>
                    <a:pt x="207" y="1075"/>
                    <a:pt x="212" y="1049"/>
                  </a:cubicBezTo>
                  <a:cubicBezTo>
                    <a:pt x="219" y="996"/>
                    <a:pt x="222" y="940"/>
                    <a:pt x="232" y="887"/>
                  </a:cubicBezTo>
                  <a:cubicBezTo>
                    <a:pt x="236" y="854"/>
                    <a:pt x="242" y="819"/>
                    <a:pt x="251" y="784"/>
                  </a:cubicBezTo>
                  <a:cubicBezTo>
                    <a:pt x="251" y="784"/>
                    <a:pt x="254" y="783"/>
                    <a:pt x="254" y="781"/>
                  </a:cubicBezTo>
                  <a:cubicBezTo>
                    <a:pt x="254" y="774"/>
                    <a:pt x="255" y="767"/>
                    <a:pt x="257" y="761"/>
                  </a:cubicBezTo>
                  <a:cubicBezTo>
                    <a:pt x="273" y="697"/>
                    <a:pt x="287" y="636"/>
                    <a:pt x="302" y="572"/>
                  </a:cubicBezTo>
                  <a:cubicBezTo>
                    <a:pt x="335" y="442"/>
                    <a:pt x="364" y="313"/>
                    <a:pt x="395" y="188"/>
                  </a:cubicBezTo>
                  <a:cubicBezTo>
                    <a:pt x="402" y="156"/>
                    <a:pt x="411" y="124"/>
                    <a:pt x="418" y="93"/>
                  </a:cubicBezTo>
                  <a:cubicBezTo>
                    <a:pt x="428" y="61"/>
                    <a:pt x="436" y="29"/>
                    <a:pt x="4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
            <p:cNvSpPr/>
            <p:nvPr/>
          </p:nvSpPr>
          <p:spPr>
            <a:xfrm>
              <a:off x="2290588" y="1410787"/>
              <a:ext cx="14005" cy="18220"/>
            </a:xfrm>
            <a:custGeom>
              <a:rect b="b" l="l" r="r" t="t"/>
              <a:pathLst>
                <a:path extrusionOk="0" h="644" w="495">
                  <a:moveTo>
                    <a:pt x="490" y="1"/>
                  </a:moveTo>
                  <a:cubicBezTo>
                    <a:pt x="434" y="21"/>
                    <a:pt x="374" y="62"/>
                    <a:pt x="317" y="114"/>
                  </a:cubicBezTo>
                  <a:cubicBezTo>
                    <a:pt x="308" y="123"/>
                    <a:pt x="298" y="132"/>
                    <a:pt x="291" y="142"/>
                  </a:cubicBezTo>
                  <a:cubicBezTo>
                    <a:pt x="274" y="156"/>
                    <a:pt x="262" y="172"/>
                    <a:pt x="247" y="188"/>
                  </a:cubicBezTo>
                  <a:cubicBezTo>
                    <a:pt x="230" y="209"/>
                    <a:pt x="214" y="229"/>
                    <a:pt x="199" y="248"/>
                  </a:cubicBezTo>
                  <a:cubicBezTo>
                    <a:pt x="185" y="265"/>
                    <a:pt x="175" y="281"/>
                    <a:pt x="163" y="297"/>
                  </a:cubicBezTo>
                  <a:cubicBezTo>
                    <a:pt x="146" y="325"/>
                    <a:pt x="125" y="356"/>
                    <a:pt x="109" y="385"/>
                  </a:cubicBezTo>
                  <a:cubicBezTo>
                    <a:pt x="99" y="399"/>
                    <a:pt x="90" y="414"/>
                    <a:pt x="83" y="428"/>
                  </a:cubicBezTo>
                  <a:cubicBezTo>
                    <a:pt x="77" y="441"/>
                    <a:pt x="70" y="450"/>
                    <a:pt x="67" y="462"/>
                  </a:cubicBezTo>
                  <a:cubicBezTo>
                    <a:pt x="60" y="476"/>
                    <a:pt x="53" y="491"/>
                    <a:pt x="47" y="502"/>
                  </a:cubicBezTo>
                  <a:cubicBezTo>
                    <a:pt x="41" y="516"/>
                    <a:pt x="37" y="527"/>
                    <a:pt x="32" y="539"/>
                  </a:cubicBezTo>
                  <a:cubicBezTo>
                    <a:pt x="26" y="553"/>
                    <a:pt x="22" y="568"/>
                    <a:pt x="18" y="581"/>
                  </a:cubicBezTo>
                  <a:cubicBezTo>
                    <a:pt x="10" y="603"/>
                    <a:pt x="3" y="623"/>
                    <a:pt x="0" y="643"/>
                  </a:cubicBezTo>
                  <a:lnTo>
                    <a:pt x="10" y="643"/>
                  </a:lnTo>
                  <a:cubicBezTo>
                    <a:pt x="31" y="611"/>
                    <a:pt x="54" y="585"/>
                    <a:pt x="80" y="558"/>
                  </a:cubicBezTo>
                  <a:lnTo>
                    <a:pt x="92" y="545"/>
                  </a:lnTo>
                  <a:cubicBezTo>
                    <a:pt x="96" y="542"/>
                    <a:pt x="98" y="539"/>
                    <a:pt x="99" y="536"/>
                  </a:cubicBezTo>
                  <a:cubicBezTo>
                    <a:pt x="125" y="508"/>
                    <a:pt x="153" y="479"/>
                    <a:pt x="172" y="450"/>
                  </a:cubicBezTo>
                  <a:cubicBezTo>
                    <a:pt x="185" y="433"/>
                    <a:pt x="197" y="417"/>
                    <a:pt x="208" y="396"/>
                  </a:cubicBezTo>
                  <a:cubicBezTo>
                    <a:pt x="223" y="377"/>
                    <a:pt x="234" y="360"/>
                    <a:pt x="245" y="340"/>
                  </a:cubicBezTo>
                  <a:cubicBezTo>
                    <a:pt x="271" y="303"/>
                    <a:pt x="293" y="264"/>
                    <a:pt x="314" y="228"/>
                  </a:cubicBezTo>
                  <a:cubicBezTo>
                    <a:pt x="324" y="206"/>
                    <a:pt x="338" y="187"/>
                    <a:pt x="351" y="167"/>
                  </a:cubicBezTo>
                  <a:cubicBezTo>
                    <a:pt x="365" y="143"/>
                    <a:pt x="381" y="120"/>
                    <a:pt x="397" y="98"/>
                  </a:cubicBezTo>
                  <a:lnTo>
                    <a:pt x="445" y="50"/>
                  </a:lnTo>
                  <a:lnTo>
                    <a:pt x="495" y="2"/>
                  </a:lnTo>
                  <a:lnTo>
                    <a:pt x="49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1"/>
            <p:cNvSpPr/>
            <p:nvPr/>
          </p:nvSpPr>
          <p:spPr>
            <a:xfrm>
              <a:off x="2024873" y="1411154"/>
              <a:ext cx="311" cy="622"/>
            </a:xfrm>
            <a:custGeom>
              <a:rect b="b" l="l" r="r" t="t"/>
              <a:pathLst>
                <a:path extrusionOk="0" h="22" w="11">
                  <a:moveTo>
                    <a:pt x="10" y="1"/>
                  </a:moveTo>
                  <a:cubicBezTo>
                    <a:pt x="3" y="13"/>
                    <a:pt x="7" y="5"/>
                    <a:pt x="0" y="21"/>
                  </a:cubicBezTo>
                  <a:lnTo>
                    <a:pt x="10" y="21"/>
                  </a:lnTo>
                  <a:lnTo>
                    <a:pt x="1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1"/>
            <p:cNvSpPr/>
            <p:nvPr/>
          </p:nvSpPr>
          <p:spPr>
            <a:xfrm>
              <a:off x="2017319" y="1411749"/>
              <a:ext cx="7582" cy="35451"/>
            </a:xfrm>
            <a:custGeom>
              <a:rect b="b" l="l" r="r" t="t"/>
              <a:pathLst>
                <a:path extrusionOk="0" h="1253" w="268">
                  <a:moveTo>
                    <a:pt x="267" y="0"/>
                  </a:moveTo>
                  <a:cubicBezTo>
                    <a:pt x="119" y="159"/>
                    <a:pt x="80" y="595"/>
                    <a:pt x="23" y="857"/>
                  </a:cubicBezTo>
                  <a:cubicBezTo>
                    <a:pt x="1" y="953"/>
                    <a:pt x="10" y="1153"/>
                    <a:pt x="45" y="1233"/>
                  </a:cubicBezTo>
                  <a:cubicBezTo>
                    <a:pt x="48" y="1238"/>
                    <a:pt x="50" y="1245"/>
                    <a:pt x="53" y="1249"/>
                  </a:cubicBezTo>
                  <a:cubicBezTo>
                    <a:pt x="53" y="1251"/>
                    <a:pt x="56" y="1251"/>
                    <a:pt x="56" y="1252"/>
                  </a:cubicBezTo>
                  <a:lnTo>
                    <a:pt x="56" y="1230"/>
                  </a:lnTo>
                  <a:cubicBezTo>
                    <a:pt x="75" y="1200"/>
                    <a:pt x="90" y="1168"/>
                    <a:pt x="101" y="1131"/>
                  </a:cubicBezTo>
                  <a:cubicBezTo>
                    <a:pt x="133" y="1024"/>
                    <a:pt x="132" y="896"/>
                    <a:pt x="161" y="771"/>
                  </a:cubicBezTo>
                  <a:cubicBezTo>
                    <a:pt x="197" y="617"/>
                    <a:pt x="177" y="496"/>
                    <a:pt x="213" y="333"/>
                  </a:cubicBezTo>
                  <a:cubicBezTo>
                    <a:pt x="231" y="223"/>
                    <a:pt x="248" y="111"/>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1"/>
            <p:cNvSpPr/>
            <p:nvPr/>
          </p:nvSpPr>
          <p:spPr>
            <a:xfrm>
              <a:off x="2249537" y="1419925"/>
              <a:ext cx="4555" cy="23935"/>
            </a:xfrm>
            <a:custGeom>
              <a:rect b="b" l="l" r="r" t="t"/>
              <a:pathLst>
                <a:path extrusionOk="0" h="846" w="161">
                  <a:moveTo>
                    <a:pt x="160" y="1"/>
                  </a:moveTo>
                  <a:cubicBezTo>
                    <a:pt x="154" y="6"/>
                    <a:pt x="147" y="9"/>
                    <a:pt x="146" y="15"/>
                  </a:cubicBezTo>
                  <a:cubicBezTo>
                    <a:pt x="140" y="22"/>
                    <a:pt x="133" y="28"/>
                    <a:pt x="128" y="36"/>
                  </a:cubicBezTo>
                  <a:cubicBezTo>
                    <a:pt x="121" y="47"/>
                    <a:pt x="109" y="62"/>
                    <a:pt x="101" y="79"/>
                  </a:cubicBezTo>
                  <a:cubicBezTo>
                    <a:pt x="95" y="91"/>
                    <a:pt x="88" y="102"/>
                    <a:pt x="82" y="115"/>
                  </a:cubicBezTo>
                  <a:cubicBezTo>
                    <a:pt x="74" y="133"/>
                    <a:pt x="67" y="153"/>
                    <a:pt x="60" y="174"/>
                  </a:cubicBezTo>
                  <a:cubicBezTo>
                    <a:pt x="51" y="203"/>
                    <a:pt x="42" y="232"/>
                    <a:pt x="35" y="264"/>
                  </a:cubicBezTo>
                  <a:cubicBezTo>
                    <a:pt x="29" y="277"/>
                    <a:pt x="28" y="291"/>
                    <a:pt x="26" y="304"/>
                  </a:cubicBezTo>
                  <a:cubicBezTo>
                    <a:pt x="22" y="316"/>
                    <a:pt x="21" y="331"/>
                    <a:pt x="19" y="344"/>
                  </a:cubicBezTo>
                  <a:lnTo>
                    <a:pt x="13" y="387"/>
                  </a:lnTo>
                  <a:cubicBezTo>
                    <a:pt x="9" y="414"/>
                    <a:pt x="8" y="438"/>
                    <a:pt x="6" y="462"/>
                  </a:cubicBezTo>
                  <a:cubicBezTo>
                    <a:pt x="0" y="534"/>
                    <a:pt x="2" y="605"/>
                    <a:pt x="15" y="668"/>
                  </a:cubicBezTo>
                  <a:cubicBezTo>
                    <a:pt x="16" y="677"/>
                    <a:pt x="16" y="685"/>
                    <a:pt x="21" y="697"/>
                  </a:cubicBezTo>
                  <a:cubicBezTo>
                    <a:pt x="22" y="704"/>
                    <a:pt x="26" y="714"/>
                    <a:pt x="29" y="723"/>
                  </a:cubicBezTo>
                  <a:cubicBezTo>
                    <a:pt x="35" y="742"/>
                    <a:pt x="42" y="760"/>
                    <a:pt x="50" y="774"/>
                  </a:cubicBezTo>
                  <a:cubicBezTo>
                    <a:pt x="53" y="781"/>
                    <a:pt x="57" y="789"/>
                    <a:pt x="60" y="793"/>
                  </a:cubicBezTo>
                  <a:cubicBezTo>
                    <a:pt x="70" y="810"/>
                    <a:pt x="82" y="824"/>
                    <a:pt x="96" y="837"/>
                  </a:cubicBezTo>
                  <a:lnTo>
                    <a:pt x="101" y="840"/>
                  </a:lnTo>
                  <a:cubicBezTo>
                    <a:pt x="102" y="840"/>
                    <a:pt x="102" y="842"/>
                    <a:pt x="106" y="844"/>
                  </a:cubicBezTo>
                  <a:lnTo>
                    <a:pt x="106" y="845"/>
                  </a:lnTo>
                  <a:lnTo>
                    <a:pt x="108" y="845"/>
                  </a:lnTo>
                  <a:lnTo>
                    <a:pt x="108" y="665"/>
                  </a:lnTo>
                  <a:cubicBezTo>
                    <a:pt x="109" y="662"/>
                    <a:pt x="111" y="656"/>
                    <a:pt x="111" y="652"/>
                  </a:cubicBezTo>
                  <a:cubicBezTo>
                    <a:pt x="114" y="649"/>
                    <a:pt x="115" y="643"/>
                    <a:pt x="115" y="640"/>
                  </a:cubicBezTo>
                  <a:cubicBezTo>
                    <a:pt x="117" y="636"/>
                    <a:pt x="118" y="632"/>
                    <a:pt x="117" y="627"/>
                  </a:cubicBezTo>
                  <a:cubicBezTo>
                    <a:pt x="121" y="614"/>
                    <a:pt x="121" y="598"/>
                    <a:pt x="118" y="582"/>
                  </a:cubicBezTo>
                  <a:cubicBezTo>
                    <a:pt x="118" y="547"/>
                    <a:pt x="114" y="511"/>
                    <a:pt x="114" y="475"/>
                  </a:cubicBezTo>
                  <a:lnTo>
                    <a:pt x="114" y="473"/>
                  </a:lnTo>
                  <a:cubicBezTo>
                    <a:pt x="114" y="457"/>
                    <a:pt x="114" y="444"/>
                    <a:pt x="117" y="430"/>
                  </a:cubicBezTo>
                  <a:cubicBezTo>
                    <a:pt x="124" y="403"/>
                    <a:pt x="125" y="377"/>
                    <a:pt x="130" y="350"/>
                  </a:cubicBezTo>
                  <a:cubicBezTo>
                    <a:pt x="137" y="304"/>
                    <a:pt x="138" y="255"/>
                    <a:pt x="140" y="210"/>
                  </a:cubicBezTo>
                  <a:cubicBezTo>
                    <a:pt x="144" y="169"/>
                    <a:pt x="144" y="130"/>
                    <a:pt x="147" y="94"/>
                  </a:cubicBezTo>
                  <a:cubicBezTo>
                    <a:pt x="150" y="60"/>
                    <a:pt x="154" y="28"/>
                    <a:pt x="1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1"/>
            <p:cNvSpPr/>
            <p:nvPr/>
          </p:nvSpPr>
          <p:spPr>
            <a:xfrm>
              <a:off x="1935386" y="1422697"/>
              <a:ext cx="15872" cy="46711"/>
            </a:xfrm>
            <a:custGeom>
              <a:rect b="b" l="l" r="r" t="t"/>
              <a:pathLst>
                <a:path extrusionOk="0" h="1651" w="561">
                  <a:moveTo>
                    <a:pt x="33" y="0"/>
                  </a:moveTo>
                  <a:lnTo>
                    <a:pt x="33" y="0"/>
                  </a:lnTo>
                  <a:cubicBezTo>
                    <a:pt x="1" y="47"/>
                    <a:pt x="39" y="308"/>
                    <a:pt x="53" y="364"/>
                  </a:cubicBezTo>
                  <a:cubicBezTo>
                    <a:pt x="66" y="406"/>
                    <a:pt x="75" y="448"/>
                    <a:pt x="85" y="491"/>
                  </a:cubicBezTo>
                  <a:cubicBezTo>
                    <a:pt x="97" y="535"/>
                    <a:pt x="106" y="577"/>
                    <a:pt x="117" y="621"/>
                  </a:cubicBezTo>
                  <a:cubicBezTo>
                    <a:pt x="135" y="696"/>
                    <a:pt x="151" y="771"/>
                    <a:pt x="171" y="846"/>
                  </a:cubicBezTo>
                  <a:cubicBezTo>
                    <a:pt x="184" y="899"/>
                    <a:pt x="197" y="949"/>
                    <a:pt x="212" y="1000"/>
                  </a:cubicBezTo>
                  <a:cubicBezTo>
                    <a:pt x="216" y="1024"/>
                    <a:pt x="223" y="1047"/>
                    <a:pt x="231" y="1069"/>
                  </a:cubicBezTo>
                  <a:cubicBezTo>
                    <a:pt x="248" y="1130"/>
                    <a:pt x="267" y="1188"/>
                    <a:pt x="292" y="1243"/>
                  </a:cubicBezTo>
                  <a:cubicBezTo>
                    <a:pt x="306" y="1282"/>
                    <a:pt x="322" y="1320"/>
                    <a:pt x="340" y="1357"/>
                  </a:cubicBezTo>
                  <a:cubicBezTo>
                    <a:pt x="342" y="1359"/>
                    <a:pt x="344" y="1362"/>
                    <a:pt x="344" y="1365"/>
                  </a:cubicBezTo>
                  <a:cubicBezTo>
                    <a:pt x="345" y="1370"/>
                    <a:pt x="345" y="1374"/>
                    <a:pt x="350" y="1378"/>
                  </a:cubicBezTo>
                  <a:cubicBezTo>
                    <a:pt x="353" y="1386"/>
                    <a:pt x="358" y="1394"/>
                    <a:pt x="361" y="1406"/>
                  </a:cubicBezTo>
                  <a:lnTo>
                    <a:pt x="373" y="1426"/>
                  </a:lnTo>
                  <a:cubicBezTo>
                    <a:pt x="402" y="1489"/>
                    <a:pt x="441" y="1567"/>
                    <a:pt x="481" y="1614"/>
                  </a:cubicBezTo>
                  <a:cubicBezTo>
                    <a:pt x="485" y="1618"/>
                    <a:pt x="491" y="1625"/>
                    <a:pt x="495" y="1628"/>
                  </a:cubicBezTo>
                  <a:cubicBezTo>
                    <a:pt x="504" y="1636"/>
                    <a:pt x="513" y="1643"/>
                    <a:pt x="521" y="1647"/>
                  </a:cubicBezTo>
                  <a:cubicBezTo>
                    <a:pt x="528" y="1649"/>
                    <a:pt x="534" y="1651"/>
                    <a:pt x="539" y="1651"/>
                  </a:cubicBezTo>
                  <a:cubicBezTo>
                    <a:pt x="542" y="1651"/>
                    <a:pt x="545" y="1650"/>
                    <a:pt x="547" y="1649"/>
                  </a:cubicBezTo>
                  <a:cubicBezTo>
                    <a:pt x="547" y="1649"/>
                    <a:pt x="549" y="1649"/>
                    <a:pt x="550" y="1647"/>
                  </a:cubicBezTo>
                  <a:cubicBezTo>
                    <a:pt x="550" y="1647"/>
                    <a:pt x="553" y="1647"/>
                    <a:pt x="555" y="1646"/>
                  </a:cubicBezTo>
                  <a:cubicBezTo>
                    <a:pt x="561" y="1636"/>
                    <a:pt x="558" y="1614"/>
                    <a:pt x="550" y="1583"/>
                  </a:cubicBezTo>
                  <a:cubicBezTo>
                    <a:pt x="549" y="1576"/>
                    <a:pt x="549" y="1567"/>
                    <a:pt x="546" y="1556"/>
                  </a:cubicBezTo>
                  <a:cubicBezTo>
                    <a:pt x="543" y="1538"/>
                    <a:pt x="539" y="1522"/>
                    <a:pt x="533" y="1502"/>
                  </a:cubicBezTo>
                  <a:cubicBezTo>
                    <a:pt x="531" y="1496"/>
                    <a:pt x="529" y="1489"/>
                    <a:pt x="527" y="1483"/>
                  </a:cubicBezTo>
                  <a:cubicBezTo>
                    <a:pt x="524" y="1466"/>
                    <a:pt x="517" y="1447"/>
                    <a:pt x="511" y="1428"/>
                  </a:cubicBezTo>
                  <a:cubicBezTo>
                    <a:pt x="507" y="1413"/>
                    <a:pt x="500" y="1399"/>
                    <a:pt x="497" y="1384"/>
                  </a:cubicBezTo>
                  <a:cubicBezTo>
                    <a:pt x="492" y="1373"/>
                    <a:pt x="489" y="1364"/>
                    <a:pt x="485" y="1352"/>
                  </a:cubicBezTo>
                  <a:cubicBezTo>
                    <a:pt x="481" y="1338"/>
                    <a:pt x="476" y="1327"/>
                    <a:pt x="473" y="1316"/>
                  </a:cubicBezTo>
                  <a:cubicBezTo>
                    <a:pt x="463" y="1290"/>
                    <a:pt x="456" y="1268"/>
                    <a:pt x="449" y="1247"/>
                  </a:cubicBezTo>
                  <a:cubicBezTo>
                    <a:pt x="444" y="1236"/>
                    <a:pt x="441" y="1226"/>
                    <a:pt x="438" y="1218"/>
                  </a:cubicBezTo>
                  <a:cubicBezTo>
                    <a:pt x="286" y="811"/>
                    <a:pt x="187" y="398"/>
                    <a:pt x="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
            <p:cNvSpPr/>
            <p:nvPr/>
          </p:nvSpPr>
          <p:spPr>
            <a:xfrm>
              <a:off x="2185739" y="1430789"/>
              <a:ext cx="31122" cy="72910"/>
            </a:xfrm>
            <a:custGeom>
              <a:rect b="b" l="l" r="r" t="t"/>
              <a:pathLst>
                <a:path extrusionOk="0" h="2577" w="1100">
                  <a:moveTo>
                    <a:pt x="28" y="0"/>
                  </a:moveTo>
                  <a:cubicBezTo>
                    <a:pt x="22" y="3"/>
                    <a:pt x="19" y="11"/>
                    <a:pt x="18" y="16"/>
                  </a:cubicBezTo>
                  <a:cubicBezTo>
                    <a:pt x="15" y="24"/>
                    <a:pt x="15" y="31"/>
                    <a:pt x="10" y="38"/>
                  </a:cubicBezTo>
                  <a:cubicBezTo>
                    <a:pt x="9" y="48"/>
                    <a:pt x="8" y="60"/>
                    <a:pt x="5" y="73"/>
                  </a:cubicBezTo>
                  <a:cubicBezTo>
                    <a:pt x="3" y="78"/>
                    <a:pt x="3" y="82"/>
                    <a:pt x="3" y="85"/>
                  </a:cubicBezTo>
                  <a:cubicBezTo>
                    <a:pt x="0" y="134"/>
                    <a:pt x="2" y="191"/>
                    <a:pt x="5" y="235"/>
                  </a:cubicBezTo>
                  <a:lnTo>
                    <a:pt x="5" y="236"/>
                  </a:lnTo>
                  <a:cubicBezTo>
                    <a:pt x="8" y="259"/>
                    <a:pt x="9" y="284"/>
                    <a:pt x="12" y="309"/>
                  </a:cubicBezTo>
                  <a:cubicBezTo>
                    <a:pt x="15" y="342"/>
                    <a:pt x="19" y="374"/>
                    <a:pt x="28" y="408"/>
                  </a:cubicBezTo>
                  <a:cubicBezTo>
                    <a:pt x="37" y="456"/>
                    <a:pt x="50" y="504"/>
                    <a:pt x="61" y="550"/>
                  </a:cubicBezTo>
                  <a:cubicBezTo>
                    <a:pt x="73" y="586"/>
                    <a:pt x="82" y="623"/>
                    <a:pt x="95" y="659"/>
                  </a:cubicBezTo>
                  <a:cubicBezTo>
                    <a:pt x="101" y="679"/>
                    <a:pt x="108" y="698"/>
                    <a:pt x="112" y="716"/>
                  </a:cubicBezTo>
                  <a:cubicBezTo>
                    <a:pt x="118" y="732"/>
                    <a:pt x="125" y="751"/>
                    <a:pt x="131" y="767"/>
                  </a:cubicBezTo>
                  <a:cubicBezTo>
                    <a:pt x="131" y="771"/>
                    <a:pt x="133" y="771"/>
                    <a:pt x="134" y="774"/>
                  </a:cubicBezTo>
                  <a:cubicBezTo>
                    <a:pt x="147" y="819"/>
                    <a:pt x="163" y="863"/>
                    <a:pt x="181" y="906"/>
                  </a:cubicBezTo>
                  <a:cubicBezTo>
                    <a:pt x="191" y="941"/>
                    <a:pt x="205" y="976"/>
                    <a:pt x="218" y="1011"/>
                  </a:cubicBezTo>
                  <a:cubicBezTo>
                    <a:pt x="240" y="1071"/>
                    <a:pt x="263" y="1129"/>
                    <a:pt x="287" y="1188"/>
                  </a:cubicBezTo>
                  <a:cubicBezTo>
                    <a:pt x="319" y="1267"/>
                    <a:pt x="351" y="1341"/>
                    <a:pt x="384" y="1418"/>
                  </a:cubicBezTo>
                  <a:cubicBezTo>
                    <a:pt x="418" y="1491"/>
                    <a:pt x="451" y="1565"/>
                    <a:pt x="487" y="1639"/>
                  </a:cubicBezTo>
                  <a:cubicBezTo>
                    <a:pt x="487" y="1640"/>
                    <a:pt x="489" y="1640"/>
                    <a:pt x="489" y="1640"/>
                  </a:cubicBezTo>
                  <a:cubicBezTo>
                    <a:pt x="545" y="1757"/>
                    <a:pt x="605" y="1870"/>
                    <a:pt x="669" y="1979"/>
                  </a:cubicBezTo>
                  <a:cubicBezTo>
                    <a:pt x="700" y="2033"/>
                    <a:pt x="733" y="2087"/>
                    <a:pt x="765" y="2139"/>
                  </a:cubicBezTo>
                  <a:cubicBezTo>
                    <a:pt x="769" y="2146"/>
                    <a:pt x="772" y="2152"/>
                    <a:pt x="777" y="2159"/>
                  </a:cubicBezTo>
                  <a:cubicBezTo>
                    <a:pt x="784" y="2167"/>
                    <a:pt x="788" y="2175"/>
                    <a:pt x="794" y="2186"/>
                  </a:cubicBezTo>
                  <a:cubicBezTo>
                    <a:pt x="798" y="2193"/>
                    <a:pt x="803" y="2200"/>
                    <a:pt x="807" y="2207"/>
                  </a:cubicBezTo>
                  <a:cubicBezTo>
                    <a:pt x="825" y="2235"/>
                    <a:pt x="842" y="2264"/>
                    <a:pt x="860" y="2293"/>
                  </a:cubicBezTo>
                  <a:cubicBezTo>
                    <a:pt x="864" y="2301"/>
                    <a:pt x="868" y="2308"/>
                    <a:pt x="874" y="2317"/>
                  </a:cubicBezTo>
                  <a:cubicBezTo>
                    <a:pt x="886" y="2337"/>
                    <a:pt x="900" y="2357"/>
                    <a:pt x="912" y="2378"/>
                  </a:cubicBezTo>
                  <a:cubicBezTo>
                    <a:pt x="924" y="2394"/>
                    <a:pt x="934" y="2410"/>
                    <a:pt x="947" y="2424"/>
                  </a:cubicBezTo>
                  <a:cubicBezTo>
                    <a:pt x="954" y="2433"/>
                    <a:pt x="960" y="2443"/>
                    <a:pt x="967" y="2450"/>
                  </a:cubicBezTo>
                  <a:cubicBezTo>
                    <a:pt x="974" y="2462"/>
                    <a:pt x="983" y="2472"/>
                    <a:pt x="995" y="2482"/>
                  </a:cubicBezTo>
                  <a:lnTo>
                    <a:pt x="995" y="2484"/>
                  </a:lnTo>
                  <a:cubicBezTo>
                    <a:pt x="1018" y="2513"/>
                    <a:pt x="1046" y="2538"/>
                    <a:pt x="1072" y="2556"/>
                  </a:cubicBezTo>
                  <a:cubicBezTo>
                    <a:pt x="1082" y="2564"/>
                    <a:pt x="1091" y="2571"/>
                    <a:pt x="1099" y="2577"/>
                  </a:cubicBezTo>
                  <a:lnTo>
                    <a:pt x="1099" y="2556"/>
                  </a:lnTo>
                  <a:cubicBezTo>
                    <a:pt x="1089" y="2542"/>
                    <a:pt x="1078" y="2527"/>
                    <a:pt x="1059" y="2511"/>
                  </a:cubicBezTo>
                  <a:cubicBezTo>
                    <a:pt x="1030" y="2460"/>
                    <a:pt x="1011" y="2402"/>
                    <a:pt x="986" y="2343"/>
                  </a:cubicBezTo>
                  <a:cubicBezTo>
                    <a:pt x="983" y="2331"/>
                    <a:pt x="977" y="2321"/>
                    <a:pt x="974" y="2309"/>
                  </a:cubicBezTo>
                  <a:cubicBezTo>
                    <a:pt x="932" y="2210"/>
                    <a:pt x="886" y="2106"/>
                    <a:pt x="835" y="2004"/>
                  </a:cubicBezTo>
                  <a:cubicBezTo>
                    <a:pt x="817" y="1972"/>
                    <a:pt x="800" y="1937"/>
                    <a:pt x="782" y="1905"/>
                  </a:cubicBezTo>
                  <a:cubicBezTo>
                    <a:pt x="771" y="1879"/>
                    <a:pt x="758" y="1856"/>
                    <a:pt x="745" y="1829"/>
                  </a:cubicBezTo>
                  <a:cubicBezTo>
                    <a:pt x="657" y="1658"/>
                    <a:pt x="575" y="1483"/>
                    <a:pt x="496" y="1306"/>
                  </a:cubicBezTo>
                  <a:cubicBezTo>
                    <a:pt x="451" y="1204"/>
                    <a:pt x="406" y="1103"/>
                    <a:pt x="362" y="999"/>
                  </a:cubicBezTo>
                  <a:cubicBezTo>
                    <a:pt x="319" y="898"/>
                    <a:pt x="272" y="793"/>
                    <a:pt x="229" y="685"/>
                  </a:cubicBezTo>
                  <a:cubicBezTo>
                    <a:pt x="198" y="611"/>
                    <a:pt x="162" y="534"/>
                    <a:pt x="128" y="451"/>
                  </a:cubicBezTo>
                  <a:cubicBezTo>
                    <a:pt x="118" y="424"/>
                    <a:pt x="106" y="393"/>
                    <a:pt x="96" y="364"/>
                  </a:cubicBezTo>
                  <a:cubicBezTo>
                    <a:pt x="76" y="307"/>
                    <a:pt x="61" y="251"/>
                    <a:pt x="48" y="191"/>
                  </a:cubicBezTo>
                  <a:cubicBezTo>
                    <a:pt x="42" y="168"/>
                    <a:pt x="40" y="143"/>
                    <a:pt x="37" y="120"/>
                  </a:cubicBezTo>
                  <a:cubicBezTo>
                    <a:pt x="34" y="105"/>
                    <a:pt x="32" y="89"/>
                    <a:pt x="31" y="73"/>
                  </a:cubicBezTo>
                  <a:cubicBezTo>
                    <a:pt x="29" y="48"/>
                    <a:pt x="28" y="25"/>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1"/>
            <p:cNvSpPr/>
            <p:nvPr/>
          </p:nvSpPr>
          <p:spPr>
            <a:xfrm>
              <a:off x="1934396" y="1454356"/>
              <a:ext cx="10327" cy="25463"/>
            </a:xfrm>
            <a:custGeom>
              <a:rect b="b" l="l" r="r" t="t"/>
              <a:pathLst>
                <a:path extrusionOk="0" h="900" w="365">
                  <a:moveTo>
                    <a:pt x="33" y="1"/>
                  </a:moveTo>
                  <a:lnTo>
                    <a:pt x="33" y="1"/>
                  </a:lnTo>
                  <a:cubicBezTo>
                    <a:pt x="1" y="50"/>
                    <a:pt x="40" y="194"/>
                    <a:pt x="53" y="246"/>
                  </a:cubicBezTo>
                  <a:cubicBezTo>
                    <a:pt x="61" y="274"/>
                    <a:pt x="66" y="304"/>
                    <a:pt x="74" y="339"/>
                  </a:cubicBezTo>
                  <a:cubicBezTo>
                    <a:pt x="75" y="354"/>
                    <a:pt x="77" y="368"/>
                    <a:pt x="79" y="380"/>
                  </a:cubicBezTo>
                  <a:cubicBezTo>
                    <a:pt x="82" y="397"/>
                    <a:pt x="84" y="415"/>
                    <a:pt x="88" y="434"/>
                  </a:cubicBezTo>
                  <a:cubicBezTo>
                    <a:pt x="94" y="469"/>
                    <a:pt x="101" y="502"/>
                    <a:pt x="109" y="538"/>
                  </a:cubicBezTo>
                  <a:cubicBezTo>
                    <a:pt x="111" y="556"/>
                    <a:pt x="116" y="573"/>
                    <a:pt x="119" y="592"/>
                  </a:cubicBezTo>
                  <a:cubicBezTo>
                    <a:pt x="126" y="626"/>
                    <a:pt x="135" y="661"/>
                    <a:pt x="146" y="694"/>
                  </a:cubicBezTo>
                  <a:cubicBezTo>
                    <a:pt x="156" y="725"/>
                    <a:pt x="170" y="754"/>
                    <a:pt x="183" y="781"/>
                  </a:cubicBezTo>
                  <a:cubicBezTo>
                    <a:pt x="184" y="781"/>
                    <a:pt x="184" y="781"/>
                    <a:pt x="184" y="783"/>
                  </a:cubicBezTo>
                  <a:cubicBezTo>
                    <a:pt x="197" y="807"/>
                    <a:pt x="213" y="832"/>
                    <a:pt x="234" y="851"/>
                  </a:cubicBezTo>
                  <a:cubicBezTo>
                    <a:pt x="241" y="858"/>
                    <a:pt x="250" y="866"/>
                    <a:pt x="258" y="871"/>
                  </a:cubicBezTo>
                  <a:cubicBezTo>
                    <a:pt x="270" y="880"/>
                    <a:pt x="283" y="887"/>
                    <a:pt x="295" y="892"/>
                  </a:cubicBezTo>
                  <a:cubicBezTo>
                    <a:pt x="306" y="895"/>
                    <a:pt x="319" y="898"/>
                    <a:pt x="331" y="899"/>
                  </a:cubicBezTo>
                  <a:lnTo>
                    <a:pt x="334" y="899"/>
                  </a:lnTo>
                  <a:cubicBezTo>
                    <a:pt x="335" y="895"/>
                    <a:pt x="337" y="893"/>
                    <a:pt x="338" y="890"/>
                  </a:cubicBezTo>
                  <a:cubicBezTo>
                    <a:pt x="346" y="880"/>
                    <a:pt x="351" y="876"/>
                    <a:pt x="356" y="866"/>
                  </a:cubicBezTo>
                  <a:cubicBezTo>
                    <a:pt x="359" y="858"/>
                    <a:pt x="360" y="850"/>
                    <a:pt x="364" y="835"/>
                  </a:cubicBezTo>
                  <a:cubicBezTo>
                    <a:pt x="351" y="818"/>
                    <a:pt x="341" y="799"/>
                    <a:pt x="331" y="775"/>
                  </a:cubicBezTo>
                  <a:cubicBezTo>
                    <a:pt x="305" y="710"/>
                    <a:pt x="295" y="630"/>
                    <a:pt x="268" y="568"/>
                  </a:cubicBezTo>
                  <a:cubicBezTo>
                    <a:pt x="258" y="546"/>
                    <a:pt x="250" y="524"/>
                    <a:pt x="236" y="502"/>
                  </a:cubicBezTo>
                  <a:cubicBezTo>
                    <a:pt x="183" y="392"/>
                    <a:pt x="111" y="280"/>
                    <a:pt x="68" y="155"/>
                  </a:cubicBezTo>
                  <a:cubicBezTo>
                    <a:pt x="59" y="130"/>
                    <a:pt x="52" y="105"/>
                    <a:pt x="46" y="79"/>
                  </a:cubicBezTo>
                  <a:cubicBezTo>
                    <a:pt x="40" y="53"/>
                    <a:pt x="37" y="28"/>
                    <a:pt x="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1"/>
            <p:cNvSpPr/>
            <p:nvPr/>
          </p:nvSpPr>
          <p:spPr>
            <a:xfrm>
              <a:off x="2321143" y="1458260"/>
              <a:ext cx="62357" cy="20710"/>
            </a:xfrm>
            <a:custGeom>
              <a:rect b="b" l="l" r="r" t="t"/>
              <a:pathLst>
                <a:path extrusionOk="0" h="732" w="2204">
                  <a:moveTo>
                    <a:pt x="1" y="261"/>
                  </a:moveTo>
                  <a:cubicBezTo>
                    <a:pt x="1" y="261"/>
                    <a:pt x="1" y="261"/>
                    <a:pt x="1" y="261"/>
                  </a:cubicBezTo>
                  <a:cubicBezTo>
                    <a:pt x="1" y="261"/>
                    <a:pt x="1" y="261"/>
                    <a:pt x="1" y="261"/>
                  </a:cubicBezTo>
                  <a:close/>
                  <a:moveTo>
                    <a:pt x="1234" y="0"/>
                  </a:moveTo>
                  <a:cubicBezTo>
                    <a:pt x="895" y="0"/>
                    <a:pt x="627" y="91"/>
                    <a:pt x="354" y="174"/>
                  </a:cubicBezTo>
                  <a:cubicBezTo>
                    <a:pt x="342" y="177"/>
                    <a:pt x="333" y="179"/>
                    <a:pt x="323" y="181"/>
                  </a:cubicBezTo>
                  <a:cubicBezTo>
                    <a:pt x="310" y="182"/>
                    <a:pt x="301" y="184"/>
                    <a:pt x="288" y="187"/>
                  </a:cubicBezTo>
                  <a:cubicBezTo>
                    <a:pt x="267" y="191"/>
                    <a:pt x="240" y="194"/>
                    <a:pt x="216" y="197"/>
                  </a:cubicBezTo>
                  <a:cubicBezTo>
                    <a:pt x="182" y="201"/>
                    <a:pt x="150" y="206"/>
                    <a:pt x="120" y="211"/>
                  </a:cubicBezTo>
                  <a:cubicBezTo>
                    <a:pt x="108" y="213"/>
                    <a:pt x="98" y="216"/>
                    <a:pt x="86" y="219"/>
                  </a:cubicBezTo>
                  <a:cubicBezTo>
                    <a:pt x="76" y="223"/>
                    <a:pt x="66" y="226"/>
                    <a:pt x="56" y="230"/>
                  </a:cubicBezTo>
                  <a:cubicBezTo>
                    <a:pt x="47" y="233"/>
                    <a:pt x="37" y="239"/>
                    <a:pt x="28" y="242"/>
                  </a:cubicBezTo>
                  <a:lnTo>
                    <a:pt x="27" y="242"/>
                  </a:lnTo>
                  <a:lnTo>
                    <a:pt x="5" y="259"/>
                  </a:lnTo>
                  <a:cubicBezTo>
                    <a:pt x="4" y="259"/>
                    <a:pt x="3" y="261"/>
                    <a:pt x="1" y="261"/>
                  </a:cubicBezTo>
                  <a:lnTo>
                    <a:pt x="1" y="261"/>
                  </a:lnTo>
                  <a:cubicBezTo>
                    <a:pt x="42" y="259"/>
                    <a:pt x="85" y="254"/>
                    <a:pt x="127" y="248"/>
                  </a:cubicBezTo>
                  <a:cubicBezTo>
                    <a:pt x="171" y="242"/>
                    <a:pt x="210" y="235"/>
                    <a:pt x="246" y="227"/>
                  </a:cubicBezTo>
                  <a:cubicBezTo>
                    <a:pt x="291" y="219"/>
                    <a:pt x="336" y="217"/>
                    <a:pt x="382" y="217"/>
                  </a:cubicBezTo>
                  <a:cubicBezTo>
                    <a:pt x="405" y="217"/>
                    <a:pt x="428" y="218"/>
                    <a:pt x="450" y="218"/>
                  </a:cubicBezTo>
                  <a:cubicBezTo>
                    <a:pt x="473" y="218"/>
                    <a:pt x="495" y="217"/>
                    <a:pt x="517" y="216"/>
                  </a:cubicBezTo>
                  <a:cubicBezTo>
                    <a:pt x="537" y="214"/>
                    <a:pt x="557" y="211"/>
                    <a:pt x="578" y="209"/>
                  </a:cubicBezTo>
                  <a:cubicBezTo>
                    <a:pt x="719" y="203"/>
                    <a:pt x="863" y="198"/>
                    <a:pt x="1004" y="195"/>
                  </a:cubicBezTo>
                  <a:cubicBezTo>
                    <a:pt x="1046" y="187"/>
                    <a:pt x="1108" y="175"/>
                    <a:pt x="1177" y="169"/>
                  </a:cubicBezTo>
                  <a:cubicBezTo>
                    <a:pt x="1218" y="165"/>
                    <a:pt x="1260" y="162"/>
                    <a:pt x="1301" y="162"/>
                  </a:cubicBezTo>
                  <a:cubicBezTo>
                    <a:pt x="1332" y="162"/>
                    <a:pt x="1362" y="164"/>
                    <a:pt x="1389" y="168"/>
                  </a:cubicBezTo>
                  <a:cubicBezTo>
                    <a:pt x="1404" y="171"/>
                    <a:pt x="1417" y="171"/>
                    <a:pt x="1430" y="174"/>
                  </a:cubicBezTo>
                  <a:cubicBezTo>
                    <a:pt x="1443" y="178"/>
                    <a:pt x="1453" y="181"/>
                    <a:pt x="1465" y="185"/>
                  </a:cubicBezTo>
                  <a:cubicBezTo>
                    <a:pt x="1484" y="193"/>
                    <a:pt x="1505" y="203"/>
                    <a:pt x="1526" y="211"/>
                  </a:cubicBezTo>
                  <a:cubicBezTo>
                    <a:pt x="1546" y="223"/>
                    <a:pt x="1568" y="236"/>
                    <a:pt x="1588" y="248"/>
                  </a:cubicBezTo>
                  <a:cubicBezTo>
                    <a:pt x="1707" y="328"/>
                    <a:pt x="1816" y="441"/>
                    <a:pt x="1921" y="517"/>
                  </a:cubicBezTo>
                  <a:cubicBezTo>
                    <a:pt x="1933" y="524"/>
                    <a:pt x="1941" y="531"/>
                    <a:pt x="1955" y="537"/>
                  </a:cubicBezTo>
                  <a:cubicBezTo>
                    <a:pt x="1969" y="546"/>
                    <a:pt x="1982" y="556"/>
                    <a:pt x="1997" y="563"/>
                  </a:cubicBezTo>
                  <a:cubicBezTo>
                    <a:pt x="2029" y="581"/>
                    <a:pt x="2064" y="601"/>
                    <a:pt x="2093" y="623"/>
                  </a:cubicBezTo>
                  <a:cubicBezTo>
                    <a:pt x="2103" y="630"/>
                    <a:pt x="2113" y="637"/>
                    <a:pt x="2123" y="646"/>
                  </a:cubicBezTo>
                  <a:cubicBezTo>
                    <a:pt x="2129" y="651"/>
                    <a:pt x="2133" y="653"/>
                    <a:pt x="2136" y="658"/>
                  </a:cubicBezTo>
                  <a:lnTo>
                    <a:pt x="2149" y="669"/>
                  </a:lnTo>
                  <a:cubicBezTo>
                    <a:pt x="2158" y="680"/>
                    <a:pt x="2165" y="688"/>
                    <a:pt x="2173" y="697"/>
                  </a:cubicBezTo>
                  <a:cubicBezTo>
                    <a:pt x="2180" y="709"/>
                    <a:pt x="2187" y="719"/>
                    <a:pt x="2192" y="732"/>
                  </a:cubicBezTo>
                  <a:lnTo>
                    <a:pt x="2203" y="732"/>
                  </a:lnTo>
                  <a:lnTo>
                    <a:pt x="2203" y="688"/>
                  </a:lnTo>
                  <a:cubicBezTo>
                    <a:pt x="2181" y="665"/>
                    <a:pt x="2165" y="639"/>
                    <a:pt x="2151" y="611"/>
                  </a:cubicBezTo>
                  <a:cubicBezTo>
                    <a:pt x="2142" y="595"/>
                    <a:pt x="2133" y="579"/>
                    <a:pt x="2122" y="565"/>
                  </a:cubicBezTo>
                  <a:cubicBezTo>
                    <a:pt x="2119" y="559"/>
                    <a:pt x="2113" y="552"/>
                    <a:pt x="2109" y="546"/>
                  </a:cubicBezTo>
                  <a:cubicBezTo>
                    <a:pt x="2101" y="539"/>
                    <a:pt x="2094" y="530"/>
                    <a:pt x="2085" y="518"/>
                  </a:cubicBezTo>
                  <a:cubicBezTo>
                    <a:pt x="2069" y="501"/>
                    <a:pt x="2049" y="479"/>
                    <a:pt x="2029" y="459"/>
                  </a:cubicBezTo>
                  <a:cubicBezTo>
                    <a:pt x="2019" y="446"/>
                    <a:pt x="2007" y="437"/>
                    <a:pt x="1997" y="427"/>
                  </a:cubicBezTo>
                  <a:cubicBezTo>
                    <a:pt x="1973" y="405"/>
                    <a:pt x="1952" y="383"/>
                    <a:pt x="1927" y="363"/>
                  </a:cubicBezTo>
                  <a:cubicBezTo>
                    <a:pt x="1853" y="297"/>
                    <a:pt x="1767" y="230"/>
                    <a:pt x="1691" y="174"/>
                  </a:cubicBezTo>
                  <a:cubicBezTo>
                    <a:pt x="1665" y="155"/>
                    <a:pt x="1641" y="137"/>
                    <a:pt x="1617" y="121"/>
                  </a:cubicBezTo>
                  <a:cubicBezTo>
                    <a:pt x="1595" y="104"/>
                    <a:pt x="1571" y="89"/>
                    <a:pt x="1552" y="78"/>
                  </a:cubicBezTo>
                  <a:cubicBezTo>
                    <a:pt x="1534" y="66"/>
                    <a:pt x="1517" y="57"/>
                    <a:pt x="1497" y="50"/>
                  </a:cubicBezTo>
                  <a:cubicBezTo>
                    <a:pt x="1486" y="44"/>
                    <a:pt x="1472" y="38"/>
                    <a:pt x="1459" y="36"/>
                  </a:cubicBezTo>
                  <a:cubicBezTo>
                    <a:pt x="1433" y="27"/>
                    <a:pt x="1406" y="20"/>
                    <a:pt x="1380" y="14"/>
                  </a:cubicBezTo>
                  <a:cubicBezTo>
                    <a:pt x="1366" y="9"/>
                    <a:pt x="1351" y="9"/>
                    <a:pt x="1337" y="9"/>
                  </a:cubicBezTo>
                  <a:cubicBezTo>
                    <a:pt x="1330" y="9"/>
                    <a:pt x="1324" y="9"/>
                    <a:pt x="1317" y="9"/>
                  </a:cubicBezTo>
                  <a:cubicBezTo>
                    <a:pt x="1300" y="9"/>
                    <a:pt x="1285" y="8"/>
                    <a:pt x="1273" y="1"/>
                  </a:cubicBezTo>
                  <a:cubicBezTo>
                    <a:pt x="1260" y="0"/>
                    <a:pt x="1247" y="0"/>
                    <a:pt x="12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1"/>
            <p:cNvSpPr/>
            <p:nvPr/>
          </p:nvSpPr>
          <p:spPr>
            <a:xfrm>
              <a:off x="2182853" y="1474669"/>
              <a:ext cx="16353" cy="46569"/>
            </a:xfrm>
            <a:custGeom>
              <a:rect b="b" l="l" r="r" t="t"/>
              <a:pathLst>
                <a:path extrusionOk="0" h="1646" w="578">
                  <a:moveTo>
                    <a:pt x="1" y="1"/>
                  </a:moveTo>
                  <a:cubicBezTo>
                    <a:pt x="1" y="34"/>
                    <a:pt x="5" y="65"/>
                    <a:pt x="11" y="95"/>
                  </a:cubicBezTo>
                  <a:cubicBezTo>
                    <a:pt x="12" y="108"/>
                    <a:pt x="15" y="123"/>
                    <a:pt x="18" y="136"/>
                  </a:cubicBezTo>
                  <a:cubicBezTo>
                    <a:pt x="22" y="148"/>
                    <a:pt x="25" y="162"/>
                    <a:pt x="30" y="175"/>
                  </a:cubicBezTo>
                  <a:cubicBezTo>
                    <a:pt x="32" y="196"/>
                    <a:pt x="38" y="213"/>
                    <a:pt x="46" y="232"/>
                  </a:cubicBezTo>
                  <a:cubicBezTo>
                    <a:pt x="51" y="248"/>
                    <a:pt x="59" y="267"/>
                    <a:pt x="64" y="284"/>
                  </a:cubicBezTo>
                  <a:cubicBezTo>
                    <a:pt x="82" y="337"/>
                    <a:pt x="102" y="387"/>
                    <a:pt x="118" y="437"/>
                  </a:cubicBezTo>
                  <a:cubicBezTo>
                    <a:pt x="162" y="569"/>
                    <a:pt x="195" y="699"/>
                    <a:pt x="226" y="831"/>
                  </a:cubicBezTo>
                  <a:cubicBezTo>
                    <a:pt x="229" y="843"/>
                    <a:pt x="232" y="851"/>
                    <a:pt x="233" y="861"/>
                  </a:cubicBezTo>
                  <a:cubicBezTo>
                    <a:pt x="246" y="909"/>
                    <a:pt x="256" y="957"/>
                    <a:pt x="269" y="1004"/>
                  </a:cubicBezTo>
                  <a:cubicBezTo>
                    <a:pt x="290" y="1078"/>
                    <a:pt x="309" y="1151"/>
                    <a:pt x="335" y="1228"/>
                  </a:cubicBezTo>
                  <a:cubicBezTo>
                    <a:pt x="341" y="1244"/>
                    <a:pt x="348" y="1260"/>
                    <a:pt x="352" y="1277"/>
                  </a:cubicBezTo>
                  <a:cubicBezTo>
                    <a:pt x="360" y="1293"/>
                    <a:pt x="365" y="1309"/>
                    <a:pt x="373" y="1328"/>
                  </a:cubicBezTo>
                  <a:cubicBezTo>
                    <a:pt x="411" y="1427"/>
                    <a:pt x="457" y="1532"/>
                    <a:pt x="464" y="1645"/>
                  </a:cubicBezTo>
                  <a:lnTo>
                    <a:pt x="496" y="1645"/>
                  </a:lnTo>
                  <a:lnTo>
                    <a:pt x="496" y="1626"/>
                  </a:lnTo>
                  <a:cubicBezTo>
                    <a:pt x="578" y="1535"/>
                    <a:pt x="505" y="1264"/>
                    <a:pt x="473" y="1162"/>
                  </a:cubicBezTo>
                  <a:cubicBezTo>
                    <a:pt x="445" y="1075"/>
                    <a:pt x="416" y="988"/>
                    <a:pt x="389" y="902"/>
                  </a:cubicBezTo>
                  <a:cubicBezTo>
                    <a:pt x="367" y="837"/>
                    <a:pt x="345" y="771"/>
                    <a:pt x="320" y="706"/>
                  </a:cubicBezTo>
                  <a:cubicBezTo>
                    <a:pt x="309" y="675"/>
                    <a:pt x="296" y="645"/>
                    <a:pt x="284" y="613"/>
                  </a:cubicBezTo>
                  <a:cubicBezTo>
                    <a:pt x="278" y="594"/>
                    <a:pt x="269" y="574"/>
                    <a:pt x="259" y="553"/>
                  </a:cubicBezTo>
                  <a:cubicBezTo>
                    <a:pt x="258" y="543"/>
                    <a:pt x="251" y="531"/>
                    <a:pt x="248" y="521"/>
                  </a:cubicBezTo>
                  <a:cubicBezTo>
                    <a:pt x="243" y="508"/>
                    <a:pt x="237" y="499"/>
                    <a:pt x="235" y="488"/>
                  </a:cubicBezTo>
                  <a:cubicBezTo>
                    <a:pt x="221" y="463"/>
                    <a:pt x="211" y="437"/>
                    <a:pt x="198" y="409"/>
                  </a:cubicBezTo>
                  <a:cubicBezTo>
                    <a:pt x="187" y="385"/>
                    <a:pt x="175" y="357"/>
                    <a:pt x="160" y="332"/>
                  </a:cubicBezTo>
                  <a:cubicBezTo>
                    <a:pt x="147" y="306"/>
                    <a:pt x="134" y="281"/>
                    <a:pt x="120" y="255"/>
                  </a:cubicBezTo>
                  <a:cubicBezTo>
                    <a:pt x="105" y="230"/>
                    <a:pt x="94" y="204"/>
                    <a:pt x="78" y="181"/>
                  </a:cubicBezTo>
                  <a:cubicBezTo>
                    <a:pt x="73" y="175"/>
                    <a:pt x="69" y="168"/>
                    <a:pt x="66" y="161"/>
                  </a:cubicBezTo>
                  <a:cubicBezTo>
                    <a:pt x="54" y="137"/>
                    <a:pt x="47" y="108"/>
                    <a:pt x="38" y="81"/>
                  </a:cubicBezTo>
                  <a:cubicBezTo>
                    <a:pt x="32" y="68"/>
                    <a:pt x="30" y="59"/>
                    <a:pt x="25" y="49"/>
                  </a:cubicBezTo>
                  <a:cubicBezTo>
                    <a:pt x="21" y="30"/>
                    <a:pt x="12"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1"/>
            <p:cNvSpPr/>
            <p:nvPr/>
          </p:nvSpPr>
          <p:spPr>
            <a:xfrm>
              <a:off x="2303914" y="1483411"/>
              <a:ext cx="61140" cy="27274"/>
            </a:xfrm>
            <a:custGeom>
              <a:rect b="b" l="l" r="r" t="t"/>
              <a:pathLst>
                <a:path extrusionOk="0" h="964" w="2161">
                  <a:moveTo>
                    <a:pt x="723" y="0"/>
                  </a:moveTo>
                  <a:cubicBezTo>
                    <a:pt x="688" y="0"/>
                    <a:pt x="653" y="2"/>
                    <a:pt x="617" y="3"/>
                  </a:cubicBezTo>
                  <a:cubicBezTo>
                    <a:pt x="575" y="4"/>
                    <a:pt x="534" y="4"/>
                    <a:pt x="492" y="9"/>
                  </a:cubicBezTo>
                  <a:cubicBezTo>
                    <a:pt x="480" y="9"/>
                    <a:pt x="470" y="10"/>
                    <a:pt x="458" y="12"/>
                  </a:cubicBezTo>
                  <a:cubicBezTo>
                    <a:pt x="435" y="13"/>
                    <a:pt x="407" y="16"/>
                    <a:pt x="383" y="19"/>
                  </a:cubicBezTo>
                  <a:cubicBezTo>
                    <a:pt x="357" y="20"/>
                    <a:pt x="332" y="25"/>
                    <a:pt x="309" y="28"/>
                  </a:cubicBezTo>
                  <a:cubicBezTo>
                    <a:pt x="259" y="33"/>
                    <a:pt x="210" y="41"/>
                    <a:pt x="166" y="52"/>
                  </a:cubicBezTo>
                  <a:cubicBezTo>
                    <a:pt x="157" y="54"/>
                    <a:pt x="149" y="54"/>
                    <a:pt x="138" y="57"/>
                  </a:cubicBezTo>
                  <a:cubicBezTo>
                    <a:pt x="88" y="68"/>
                    <a:pt x="42" y="81"/>
                    <a:pt x="3" y="97"/>
                  </a:cubicBezTo>
                  <a:lnTo>
                    <a:pt x="0" y="97"/>
                  </a:lnTo>
                  <a:lnTo>
                    <a:pt x="0" y="118"/>
                  </a:lnTo>
                  <a:lnTo>
                    <a:pt x="3" y="118"/>
                  </a:lnTo>
                  <a:cubicBezTo>
                    <a:pt x="27" y="134"/>
                    <a:pt x="34" y="148"/>
                    <a:pt x="66" y="161"/>
                  </a:cubicBezTo>
                  <a:cubicBezTo>
                    <a:pt x="70" y="164"/>
                    <a:pt x="76" y="166"/>
                    <a:pt x="80" y="170"/>
                  </a:cubicBezTo>
                  <a:cubicBezTo>
                    <a:pt x="85" y="172"/>
                    <a:pt x="90" y="173"/>
                    <a:pt x="95" y="176"/>
                  </a:cubicBezTo>
                  <a:cubicBezTo>
                    <a:pt x="102" y="177"/>
                    <a:pt x="109" y="180"/>
                    <a:pt x="120" y="180"/>
                  </a:cubicBezTo>
                  <a:cubicBezTo>
                    <a:pt x="126" y="182"/>
                    <a:pt x="132" y="184"/>
                    <a:pt x="138" y="184"/>
                  </a:cubicBezTo>
                  <a:cubicBezTo>
                    <a:pt x="140" y="184"/>
                    <a:pt x="142" y="184"/>
                    <a:pt x="144" y="183"/>
                  </a:cubicBezTo>
                  <a:cubicBezTo>
                    <a:pt x="149" y="185"/>
                    <a:pt x="149" y="185"/>
                    <a:pt x="152" y="185"/>
                  </a:cubicBezTo>
                  <a:cubicBezTo>
                    <a:pt x="163" y="185"/>
                    <a:pt x="172" y="185"/>
                    <a:pt x="182" y="186"/>
                  </a:cubicBezTo>
                  <a:cubicBezTo>
                    <a:pt x="195" y="186"/>
                    <a:pt x="207" y="188"/>
                    <a:pt x="218" y="190"/>
                  </a:cubicBezTo>
                  <a:cubicBezTo>
                    <a:pt x="226" y="190"/>
                    <a:pt x="237" y="190"/>
                    <a:pt x="246" y="193"/>
                  </a:cubicBezTo>
                  <a:cubicBezTo>
                    <a:pt x="277" y="199"/>
                    <a:pt x="309" y="205"/>
                    <a:pt x="341" y="206"/>
                  </a:cubicBezTo>
                  <a:cubicBezTo>
                    <a:pt x="351" y="207"/>
                    <a:pt x="362" y="208"/>
                    <a:pt x="374" y="208"/>
                  </a:cubicBezTo>
                  <a:cubicBezTo>
                    <a:pt x="378" y="208"/>
                    <a:pt x="383" y="208"/>
                    <a:pt x="389" y="208"/>
                  </a:cubicBezTo>
                  <a:cubicBezTo>
                    <a:pt x="418" y="210"/>
                    <a:pt x="447" y="211"/>
                    <a:pt x="477" y="211"/>
                  </a:cubicBezTo>
                  <a:cubicBezTo>
                    <a:pt x="550" y="211"/>
                    <a:pt x="624" y="206"/>
                    <a:pt x="697" y="205"/>
                  </a:cubicBezTo>
                  <a:lnTo>
                    <a:pt x="703" y="205"/>
                  </a:lnTo>
                  <a:cubicBezTo>
                    <a:pt x="733" y="205"/>
                    <a:pt x="764" y="205"/>
                    <a:pt x="796" y="208"/>
                  </a:cubicBezTo>
                  <a:cubicBezTo>
                    <a:pt x="829" y="209"/>
                    <a:pt x="861" y="215"/>
                    <a:pt x="893" y="221"/>
                  </a:cubicBezTo>
                  <a:cubicBezTo>
                    <a:pt x="913" y="224"/>
                    <a:pt x="931" y="231"/>
                    <a:pt x="951" y="237"/>
                  </a:cubicBezTo>
                  <a:cubicBezTo>
                    <a:pt x="1161" y="304"/>
                    <a:pt x="1306" y="441"/>
                    <a:pt x="1475" y="547"/>
                  </a:cubicBezTo>
                  <a:cubicBezTo>
                    <a:pt x="1598" y="624"/>
                    <a:pt x="1728" y="673"/>
                    <a:pt x="1850" y="750"/>
                  </a:cubicBezTo>
                  <a:cubicBezTo>
                    <a:pt x="1902" y="784"/>
                    <a:pt x="1954" y="832"/>
                    <a:pt x="2011" y="875"/>
                  </a:cubicBezTo>
                  <a:cubicBezTo>
                    <a:pt x="2027" y="890"/>
                    <a:pt x="2043" y="900"/>
                    <a:pt x="2062" y="912"/>
                  </a:cubicBezTo>
                  <a:cubicBezTo>
                    <a:pt x="2093" y="933"/>
                    <a:pt x="2124" y="951"/>
                    <a:pt x="2158" y="964"/>
                  </a:cubicBezTo>
                  <a:lnTo>
                    <a:pt x="2161" y="964"/>
                  </a:lnTo>
                  <a:lnTo>
                    <a:pt x="2161" y="954"/>
                  </a:lnTo>
                  <a:lnTo>
                    <a:pt x="2149" y="954"/>
                  </a:lnTo>
                  <a:cubicBezTo>
                    <a:pt x="2136" y="935"/>
                    <a:pt x="2123" y="917"/>
                    <a:pt x="2107" y="900"/>
                  </a:cubicBezTo>
                  <a:cubicBezTo>
                    <a:pt x="2047" y="827"/>
                    <a:pt x="1963" y="760"/>
                    <a:pt x="1890" y="707"/>
                  </a:cubicBezTo>
                  <a:cubicBezTo>
                    <a:pt x="1781" y="595"/>
                    <a:pt x="1669" y="484"/>
                    <a:pt x="1560" y="374"/>
                  </a:cubicBezTo>
                  <a:cubicBezTo>
                    <a:pt x="1447" y="289"/>
                    <a:pt x="1331" y="205"/>
                    <a:pt x="1207" y="128"/>
                  </a:cubicBezTo>
                  <a:cubicBezTo>
                    <a:pt x="1127" y="81"/>
                    <a:pt x="1015" y="48"/>
                    <a:pt x="919" y="20"/>
                  </a:cubicBezTo>
                  <a:cubicBezTo>
                    <a:pt x="873" y="10"/>
                    <a:pt x="806" y="23"/>
                    <a:pt x="769" y="1"/>
                  </a:cubicBezTo>
                  <a:cubicBezTo>
                    <a:pt x="754" y="1"/>
                    <a:pt x="739" y="0"/>
                    <a:pt x="7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1"/>
            <p:cNvSpPr/>
            <p:nvPr/>
          </p:nvSpPr>
          <p:spPr>
            <a:xfrm>
              <a:off x="2172414" y="1489523"/>
              <a:ext cx="10497" cy="38167"/>
            </a:xfrm>
            <a:custGeom>
              <a:rect b="b" l="l" r="r" t="t"/>
              <a:pathLst>
                <a:path extrusionOk="0" h="1349" w="371">
                  <a:moveTo>
                    <a:pt x="12" y="1"/>
                  </a:moveTo>
                  <a:cubicBezTo>
                    <a:pt x="6" y="11"/>
                    <a:pt x="5" y="22"/>
                    <a:pt x="2" y="41"/>
                  </a:cubicBezTo>
                  <a:cubicBezTo>
                    <a:pt x="0" y="70"/>
                    <a:pt x="2" y="108"/>
                    <a:pt x="7" y="146"/>
                  </a:cubicBezTo>
                  <a:cubicBezTo>
                    <a:pt x="7" y="158"/>
                    <a:pt x="9" y="166"/>
                    <a:pt x="12" y="178"/>
                  </a:cubicBezTo>
                  <a:cubicBezTo>
                    <a:pt x="15" y="207"/>
                    <a:pt x="21" y="238"/>
                    <a:pt x="26" y="259"/>
                  </a:cubicBezTo>
                  <a:cubicBezTo>
                    <a:pt x="26" y="267"/>
                    <a:pt x="28" y="274"/>
                    <a:pt x="29" y="280"/>
                  </a:cubicBezTo>
                  <a:cubicBezTo>
                    <a:pt x="37" y="310"/>
                    <a:pt x="44" y="342"/>
                    <a:pt x="51" y="377"/>
                  </a:cubicBezTo>
                  <a:cubicBezTo>
                    <a:pt x="73" y="479"/>
                    <a:pt x="87" y="592"/>
                    <a:pt x="103" y="701"/>
                  </a:cubicBezTo>
                  <a:cubicBezTo>
                    <a:pt x="108" y="738"/>
                    <a:pt x="114" y="771"/>
                    <a:pt x="121" y="808"/>
                  </a:cubicBezTo>
                  <a:cubicBezTo>
                    <a:pt x="125" y="847"/>
                    <a:pt x="131" y="880"/>
                    <a:pt x="137" y="915"/>
                  </a:cubicBezTo>
                  <a:cubicBezTo>
                    <a:pt x="138" y="921"/>
                    <a:pt x="138" y="928"/>
                    <a:pt x="140" y="934"/>
                  </a:cubicBezTo>
                  <a:cubicBezTo>
                    <a:pt x="153" y="995"/>
                    <a:pt x="166" y="1052"/>
                    <a:pt x="180" y="1104"/>
                  </a:cubicBezTo>
                  <a:cubicBezTo>
                    <a:pt x="183" y="1116"/>
                    <a:pt x="188" y="1127"/>
                    <a:pt x="189" y="1140"/>
                  </a:cubicBezTo>
                  <a:cubicBezTo>
                    <a:pt x="189" y="1148"/>
                    <a:pt x="191" y="1154"/>
                    <a:pt x="194" y="1161"/>
                  </a:cubicBezTo>
                  <a:cubicBezTo>
                    <a:pt x="198" y="1190"/>
                    <a:pt x="204" y="1220"/>
                    <a:pt x="211" y="1248"/>
                  </a:cubicBezTo>
                  <a:cubicBezTo>
                    <a:pt x="215" y="1255"/>
                    <a:pt x="217" y="1266"/>
                    <a:pt x="220" y="1276"/>
                  </a:cubicBezTo>
                  <a:cubicBezTo>
                    <a:pt x="224" y="1283"/>
                    <a:pt x="230" y="1290"/>
                    <a:pt x="233" y="1297"/>
                  </a:cubicBezTo>
                  <a:cubicBezTo>
                    <a:pt x="237" y="1305"/>
                    <a:pt x="242" y="1312"/>
                    <a:pt x="247" y="1316"/>
                  </a:cubicBezTo>
                  <a:cubicBezTo>
                    <a:pt x="255" y="1324"/>
                    <a:pt x="263" y="1334"/>
                    <a:pt x="275" y="1337"/>
                  </a:cubicBezTo>
                  <a:cubicBezTo>
                    <a:pt x="285" y="1343"/>
                    <a:pt x="298" y="1345"/>
                    <a:pt x="311" y="1348"/>
                  </a:cubicBezTo>
                  <a:cubicBezTo>
                    <a:pt x="314" y="1344"/>
                    <a:pt x="317" y="1343"/>
                    <a:pt x="319" y="1343"/>
                  </a:cubicBezTo>
                  <a:cubicBezTo>
                    <a:pt x="319" y="1341"/>
                    <a:pt x="320" y="1341"/>
                    <a:pt x="322" y="1341"/>
                  </a:cubicBezTo>
                  <a:cubicBezTo>
                    <a:pt x="324" y="1341"/>
                    <a:pt x="324" y="1338"/>
                    <a:pt x="327" y="1337"/>
                  </a:cubicBezTo>
                  <a:cubicBezTo>
                    <a:pt x="327" y="1337"/>
                    <a:pt x="329" y="1335"/>
                    <a:pt x="332" y="1335"/>
                  </a:cubicBezTo>
                  <a:cubicBezTo>
                    <a:pt x="371" y="1188"/>
                    <a:pt x="335" y="999"/>
                    <a:pt x="303" y="866"/>
                  </a:cubicBezTo>
                  <a:cubicBezTo>
                    <a:pt x="292" y="834"/>
                    <a:pt x="285" y="799"/>
                    <a:pt x="278" y="767"/>
                  </a:cubicBezTo>
                  <a:cubicBezTo>
                    <a:pt x="274" y="733"/>
                    <a:pt x="266" y="698"/>
                    <a:pt x="260" y="667"/>
                  </a:cubicBezTo>
                  <a:cubicBezTo>
                    <a:pt x="255" y="633"/>
                    <a:pt x="249" y="601"/>
                    <a:pt x="242" y="568"/>
                  </a:cubicBezTo>
                  <a:cubicBezTo>
                    <a:pt x="234" y="537"/>
                    <a:pt x="226" y="505"/>
                    <a:pt x="215" y="470"/>
                  </a:cubicBezTo>
                  <a:cubicBezTo>
                    <a:pt x="160" y="303"/>
                    <a:pt x="85" y="153"/>
                    <a:pt x="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
            <p:cNvSpPr/>
            <p:nvPr/>
          </p:nvSpPr>
          <p:spPr>
            <a:xfrm>
              <a:off x="1996326" y="1508563"/>
              <a:ext cx="31772" cy="28915"/>
            </a:xfrm>
            <a:custGeom>
              <a:rect b="b" l="l" r="r" t="t"/>
              <a:pathLst>
                <a:path extrusionOk="0" h="1022" w="1123">
                  <a:moveTo>
                    <a:pt x="679" y="1"/>
                  </a:moveTo>
                  <a:cubicBezTo>
                    <a:pt x="650" y="1"/>
                    <a:pt x="619" y="1"/>
                    <a:pt x="592" y="4"/>
                  </a:cubicBezTo>
                  <a:cubicBezTo>
                    <a:pt x="237" y="43"/>
                    <a:pt x="0" y="353"/>
                    <a:pt x="154" y="715"/>
                  </a:cubicBezTo>
                  <a:cubicBezTo>
                    <a:pt x="224" y="879"/>
                    <a:pt x="371" y="972"/>
                    <a:pt x="560" y="1014"/>
                  </a:cubicBezTo>
                  <a:cubicBezTo>
                    <a:pt x="584" y="1019"/>
                    <a:pt x="607" y="1022"/>
                    <a:pt x="630" y="1022"/>
                  </a:cubicBezTo>
                  <a:cubicBezTo>
                    <a:pt x="912" y="1022"/>
                    <a:pt x="1122" y="646"/>
                    <a:pt x="1032" y="364"/>
                  </a:cubicBezTo>
                  <a:cubicBezTo>
                    <a:pt x="1011" y="302"/>
                    <a:pt x="980" y="241"/>
                    <a:pt x="941" y="188"/>
                  </a:cubicBezTo>
                  <a:cubicBezTo>
                    <a:pt x="933" y="177"/>
                    <a:pt x="925" y="167"/>
                    <a:pt x="917" y="156"/>
                  </a:cubicBezTo>
                  <a:cubicBezTo>
                    <a:pt x="910" y="148"/>
                    <a:pt x="901" y="139"/>
                    <a:pt x="894" y="130"/>
                  </a:cubicBezTo>
                  <a:cubicBezTo>
                    <a:pt x="883" y="117"/>
                    <a:pt x="868" y="104"/>
                    <a:pt x="856" y="94"/>
                  </a:cubicBezTo>
                  <a:cubicBezTo>
                    <a:pt x="853" y="91"/>
                    <a:pt x="852" y="88"/>
                    <a:pt x="849" y="88"/>
                  </a:cubicBezTo>
                  <a:cubicBezTo>
                    <a:pt x="835" y="73"/>
                    <a:pt x="822" y="65"/>
                    <a:pt x="807" y="53"/>
                  </a:cubicBezTo>
                  <a:cubicBezTo>
                    <a:pt x="769" y="28"/>
                    <a:pt x="715" y="28"/>
                    <a:pt x="6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1"/>
            <p:cNvSpPr/>
            <p:nvPr/>
          </p:nvSpPr>
          <p:spPr>
            <a:xfrm>
              <a:off x="1980737" y="1512467"/>
              <a:ext cx="340" cy="905"/>
            </a:xfrm>
            <a:custGeom>
              <a:rect b="b" l="l" r="r" t="t"/>
              <a:pathLst>
                <a:path extrusionOk="0" h="32" w="12">
                  <a:moveTo>
                    <a:pt x="12" y="1"/>
                  </a:moveTo>
                  <a:cubicBezTo>
                    <a:pt x="6" y="7"/>
                    <a:pt x="4" y="10"/>
                    <a:pt x="4" y="11"/>
                  </a:cubicBezTo>
                  <a:cubicBezTo>
                    <a:pt x="1" y="14"/>
                    <a:pt x="1" y="15"/>
                    <a:pt x="1" y="18"/>
                  </a:cubicBezTo>
                  <a:cubicBezTo>
                    <a:pt x="1" y="23"/>
                    <a:pt x="1" y="26"/>
                    <a:pt x="0" y="31"/>
                  </a:cubicBezTo>
                  <a:lnTo>
                    <a:pt x="12" y="31"/>
                  </a:lnTo>
                  <a:lnTo>
                    <a:pt x="1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1"/>
            <p:cNvSpPr/>
            <p:nvPr/>
          </p:nvSpPr>
          <p:spPr>
            <a:xfrm>
              <a:off x="2338062" y="1533007"/>
              <a:ext cx="18815" cy="50134"/>
            </a:xfrm>
            <a:custGeom>
              <a:rect b="b" l="l" r="r" t="t"/>
              <a:pathLst>
                <a:path extrusionOk="0" h="1772" w="665">
                  <a:moveTo>
                    <a:pt x="665" y="0"/>
                  </a:moveTo>
                  <a:lnTo>
                    <a:pt x="665" y="0"/>
                  </a:lnTo>
                  <a:cubicBezTo>
                    <a:pt x="659" y="11"/>
                    <a:pt x="653" y="22"/>
                    <a:pt x="647" y="29"/>
                  </a:cubicBezTo>
                  <a:cubicBezTo>
                    <a:pt x="646" y="34"/>
                    <a:pt x="646" y="38"/>
                    <a:pt x="644" y="41"/>
                  </a:cubicBezTo>
                  <a:cubicBezTo>
                    <a:pt x="643" y="45"/>
                    <a:pt x="643" y="51"/>
                    <a:pt x="643" y="54"/>
                  </a:cubicBezTo>
                  <a:cubicBezTo>
                    <a:pt x="643" y="63"/>
                    <a:pt x="640" y="70"/>
                    <a:pt x="638" y="82"/>
                  </a:cubicBezTo>
                  <a:cubicBezTo>
                    <a:pt x="638" y="91"/>
                    <a:pt x="637" y="99"/>
                    <a:pt x="635" y="111"/>
                  </a:cubicBezTo>
                  <a:cubicBezTo>
                    <a:pt x="633" y="120"/>
                    <a:pt x="633" y="128"/>
                    <a:pt x="630" y="139"/>
                  </a:cubicBezTo>
                  <a:cubicBezTo>
                    <a:pt x="621" y="170"/>
                    <a:pt x="611" y="204"/>
                    <a:pt x="603" y="237"/>
                  </a:cubicBezTo>
                  <a:cubicBezTo>
                    <a:pt x="595" y="271"/>
                    <a:pt x="587" y="306"/>
                    <a:pt x="579" y="339"/>
                  </a:cubicBezTo>
                  <a:cubicBezTo>
                    <a:pt x="571" y="371"/>
                    <a:pt x="564" y="403"/>
                    <a:pt x="555" y="434"/>
                  </a:cubicBezTo>
                  <a:cubicBezTo>
                    <a:pt x="551" y="455"/>
                    <a:pt x="544" y="474"/>
                    <a:pt x="539" y="495"/>
                  </a:cubicBezTo>
                  <a:cubicBezTo>
                    <a:pt x="534" y="512"/>
                    <a:pt x="528" y="528"/>
                    <a:pt x="522" y="546"/>
                  </a:cubicBezTo>
                  <a:cubicBezTo>
                    <a:pt x="496" y="626"/>
                    <a:pt x="470" y="706"/>
                    <a:pt x="442" y="787"/>
                  </a:cubicBezTo>
                  <a:cubicBezTo>
                    <a:pt x="416" y="868"/>
                    <a:pt x="387" y="948"/>
                    <a:pt x="359" y="1028"/>
                  </a:cubicBezTo>
                  <a:cubicBezTo>
                    <a:pt x="340" y="1081"/>
                    <a:pt x="318" y="1132"/>
                    <a:pt x="300" y="1185"/>
                  </a:cubicBezTo>
                  <a:cubicBezTo>
                    <a:pt x="263" y="1277"/>
                    <a:pt x="224" y="1368"/>
                    <a:pt x="180" y="1456"/>
                  </a:cubicBezTo>
                  <a:cubicBezTo>
                    <a:pt x="170" y="1480"/>
                    <a:pt x="156" y="1507"/>
                    <a:pt x="143" y="1531"/>
                  </a:cubicBezTo>
                  <a:cubicBezTo>
                    <a:pt x="124" y="1571"/>
                    <a:pt x="105" y="1603"/>
                    <a:pt x="84" y="1639"/>
                  </a:cubicBezTo>
                  <a:cubicBezTo>
                    <a:pt x="57" y="1684"/>
                    <a:pt x="31" y="1728"/>
                    <a:pt x="0" y="1771"/>
                  </a:cubicBezTo>
                  <a:lnTo>
                    <a:pt x="20" y="1771"/>
                  </a:lnTo>
                  <a:cubicBezTo>
                    <a:pt x="39" y="1755"/>
                    <a:pt x="57" y="1741"/>
                    <a:pt x="77" y="1726"/>
                  </a:cubicBezTo>
                  <a:cubicBezTo>
                    <a:pt x="118" y="1699"/>
                    <a:pt x="159" y="1674"/>
                    <a:pt x="195" y="1643"/>
                  </a:cubicBezTo>
                  <a:cubicBezTo>
                    <a:pt x="207" y="1636"/>
                    <a:pt x="215" y="1626"/>
                    <a:pt x="223" y="1617"/>
                  </a:cubicBezTo>
                  <a:cubicBezTo>
                    <a:pt x="231" y="1608"/>
                    <a:pt x="239" y="1600"/>
                    <a:pt x="246" y="1589"/>
                  </a:cubicBezTo>
                  <a:cubicBezTo>
                    <a:pt x="272" y="1556"/>
                    <a:pt x="295" y="1517"/>
                    <a:pt x="318" y="1479"/>
                  </a:cubicBezTo>
                  <a:cubicBezTo>
                    <a:pt x="332" y="1459"/>
                    <a:pt x="340" y="1440"/>
                    <a:pt x="352" y="1419"/>
                  </a:cubicBezTo>
                  <a:cubicBezTo>
                    <a:pt x="416" y="1303"/>
                    <a:pt x="470" y="1171"/>
                    <a:pt x="513" y="1028"/>
                  </a:cubicBezTo>
                  <a:cubicBezTo>
                    <a:pt x="528" y="983"/>
                    <a:pt x="541" y="938"/>
                    <a:pt x="554" y="890"/>
                  </a:cubicBezTo>
                  <a:cubicBezTo>
                    <a:pt x="554" y="887"/>
                    <a:pt x="555" y="887"/>
                    <a:pt x="555" y="883"/>
                  </a:cubicBezTo>
                  <a:cubicBezTo>
                    <a:pt x="570" y="833"/>
                    <a:pt x="579" y="785"/>
                    <a:pt x="590" y="735"/>
                  </a:cubicBezTo>
                  <a:cubicBezTo>
                    <a:pt x="598" y="695"/>
                    <a:pt x="605" y="658"/>
                    <a:pt x="609" y="620"/>
                  </a:cubicBezTo>
                  <a:cubicBezTo>
                    <a:pt x="615" y="599"/>
                    <a:pt x="617" y="576"/>
                    <a:pt x="621" y="556"/>
                  </a:cubicBezTo>
                  <a:cubicBezTo>
                    <a:pt x="634" y="482"/>
                    <a:pt x="643" y="409"/>
                    <a:pt x="649" y="332"/>
                  </a:cubicBezTo>
                  <a:cubicBezTo>
                    <a:pt x="651" y="300"/>
                    <a:pt x="653" y="266"/>
                    <a:pt x="656" y="233"/>
                  </a:cubicBezTo>
                  <a:cubicBezTo>
                    <a:pt x="657" y="194"/>
                    <a:pt x="659" y="156"/>
                    <a:pt x="660" y="117"/>
                  </a:cubicBezTo>
                  <a:cubicBezTo>
                    <a:pt x="663" y="77"/>
                    <a:pt x="665" y="38"/>
                    <a:pt x="6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1"/>
            <p:cNvSpPr/>
            <p:nvPr/>
          </p:nvSpPr>
          <p:spPr>
            <a:xfrm>
              <a:off x="2371333" y="1537251"/>
              <a:ext cx="340" cy="594"/>
            </a:xfrm>
            <a:custGeom>
              <a:rect b="b" l="l" r="r" t="t"/>
              <a:pathLst>
                <a:path extrusionOk="0" h="21" w="12">
                  <a:moveTo>
                    <a:pt x="12" y="0"/>
                  </a:moveTo>
                  <a:cubicBezTo>
                    <a:pt x="5" y="10"/>
                    <a:pt x="8" y="4"/>
                    <a:pt x="0" y="20"/>
                  </a:cubicBezTo>
                  <a:lnTo>
                    <a:pt x="12" y="20"/>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1"/>
            <p:cNvSpPr/>
            <p:nvPr/>
          </p:nvSpPr>
          <p:spPr>
            <a:xfrm>
              <a:off x="2363524" y="1537845"/>
              <a:ext cx="7837" cy="29368"/>
            </a:xfrm>
            <a:custGeom>
              <a:rect b="b" l="l" r="r" t="t"/>
              <a:pathLst>
                <a:path extrusionOk="0" h="1038" w="277">
                  <a:moveTo>
                    <a:pt x="276" y="1"/>
                  </a:moveTo>
                  <a:lnTo>
                    <a:pt x="276" y="1"/>
                  </a:lnTo>
                  <a:cubicBezTo>
                    <a:pt x="269" y="11"/>
                    <a:pt x="262" y="20"/>
                    <a:pt x="257" y="36"/>
                  </a:cubicBezTo>
                  <a:cubicBezTo>
                    <a:pt x="246" y="52"/>
                    <a:pt x="240" y="77"/>
                    <a:pt x="233" y="95"/>
                  </a:cubicBezTo>
                  <a:cubicBezTo>
                    <a:pt x="224" y="132"/>
                    <a:pt x="218" y="173"/>
                    <a:pt x="211" y="209"/>
                  </a:cubicBezTo>
                  <a:cubicBezTo>
                    <a:pt x="204" y="234"/>
                    <a:pt x="199" y="260"/>
                    <a:pt x="192" y="282"/>
                  </a:cubicBezTo>
                  <a:cubicBezTo>
                    <a:pt x="175" y="325"/>
                    <a:pt x="160" y="370"/>
                    <a:pt x="148" y="414"/>
                  </a:cubicBezTo>
                  <a:cubicBezTo>
                    <a:pt x="143" y="428"/>
                    <a:pt x="137" y="443"/>
                    <a:pt x="134" y="457"/>
                  </a:cubicBezTo>
                  <a:cubicBezTo>
                    <a:pt x="124" y="491"/>
                    <a:pt x="113" y="520"/>
                    <a:pt x="105" y="551"/>
                  </a:cubicBezTo>
                  <a:cubicBezTo>
                    <a:pt x="86" y="612"/>
                    <a:pt x="68" y="676"/>
                    <a:pt x="51" y="740"/>
                  </a:cubicBezTo>
                  <a:cubicBezTo>
                    <a:pt x="36" y="803"/>
                    <a:pt x="25" y="869"/>
                    <a:pt x="13" y="936"/>
                  </a:cubicBezTo>
                  <a:cubicBezTo>
                    <a:pt x="7" y="968"/>
                    <a:pt x="4" y="1003"/>
                    <a:pt x="0" y="1038"/>
                  </a:cubicBezTo>
                  <a:lnTo>
                    <a:pt x="12" y="1038"/>
                  </a:lnTo>
                  <a:cubicBezTo>
                    <a:pt x="47" y="981"/>
                    <a:pt x="100" y="930"/>
                    <a:pt x="128" y="866"/>
                  </a:cubicBezTo>
                  <a:cubicBezTo>
                    <a:pt x="228" y="636"/>
                    <a:pt x="273" y="312"/>
                    <a:pt x="2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
            <p:cNvSpPr/>
            <p:nvPr/>
          </p:nvSpPr>
          <p:spPr>
            <a:xfrm>
              <a:off x="2316956" y="1542711"/>
              <a:ext cx="19975" cy="57462"/>
            </a:xfrm>
            <a:custGeom>
              <a:rect b="b" l="l" r="r" t="t"/>
              <a:pathLst>
                <a:path extrusionOk="0" h="2031" w="706">
                  <a:moveTo>
                    <a:pt x="705" y="1"/>
                  </a:moveTo>
                  <a:cubicBezTo>
                    <a:pt x="701" y="3"/>
                    <a:pt x="698" y="9"/>
                    <a:pt x="694" y="9"/>
                  </a:cubicBezTo>
                  <a:cubicBezTo>
                    <a:pt x="685" y="24"/>
                    <a:pt x="678" y="40"/>
                    <a:pt x="670" y="60"/>
                  </a:cubicBezTo>
                  <a:cubicBezTo>
                    <a:pt x="649" y="118"/>
                    <a:pt x="634" y="191"/>
                    <a:pt x="621" y="264"/>
                  </a:cubicBezTo>
                  <a:cubicBezTo>
                    <a:pt x="614" y="297"/>
                    <a:pt x="609" y="331"/>
                    <a:pt x="602" y="364"/>
                  </a:cubicBezTo>
                  <a:cubicBezTo>
                    <a:pt x="604" y="365"/>
                    <a:pt x="604" y="365"/>
                    <a:pt x="602" y="367"/>
                  </a:cubicBezTo>
                  <a:cubicBezTo>
                    <a:pt x="595" y="413"/>
                    <a:pt x="588" y="453"/>
                    <a:pt x="575" y="489"/>
                  </a:cubicBezTo>
                  <a:cubicBezTo>
                    <a:pt x="560" y="533"/>
                    <a:pt x="545" y="575"/>
                    <a:pt x="532" y="618"/>
                  </a:cubicBezTo>
                  <a:cubicBezTo>
                    <a:pt x="519" y="662"/>
                    <a:pt x="505" y="706"/>
                    <a:pt x="493" y="749"/>
                  </a:cubicBezTo>
                  <a:lnTo>
                    <a:pt x="432" y="946"/>
                  </a:lnTo>
                  <a:cubicBezTo>
                    <a:pt x="413" y="1011"/>
                    <a:pt x="393" y="1076"/>
                    <a:pt x="372" y="1140"/>
                  </a:cubicBezTo>
                  <a:cubicBezTo>
                    <a:pt x="333" y="1268"/>
                    <a:pt x="290" y="1395"/>
                    <a:pt x="243" y="1515"/>
                  </a:cubicBezTo>
                  <a:lnTo>
                    <a:pt x="221" y="1581"/>
                  </a:lnTo>
                  <a:cubicBezTo>
                    <a:pt x="210" y="1619"/>
                    <a:pt x="198" y="1659"/>
                    <a:pt x="185" y="1697"/>
                  </a:cubicBezTo>
                  <a:cubicBezTo>
                    <a:pt x="176" y="1731"/>
                    <a:pt x="167" y="1761"/>
                    <a:pt x="154" y="1790"/>
                  </a:cubicBezTo>
                  <a:cubicBezTo>
                    <a:pt x="146" y="1818"/>
                    <a:pt x="134" y="1845"/>
                    <a:pt x="122" y="1870"/>
                  </a:cubicBezTo>
                  <a:cubicBezTo>
                    <a:pt x="122" y="1875"/>
                    <a:pt x="122" y="1875"/>
                    <a:pt x="118" y="1877"/>
                  </a:cubicBezTo>
                  <a:cubicBezTo>
                    <a:pt x="112" y="1891"/>
                    <a:pt x="105" y="1905"/>
                    <a:pt x="98" y="1918"/>
                  </a:cubicBezTo>
                  <a:cubicBezTo>
                    <a:pt x="90" y="1930"/>
                    <a:pt x="83" y="1941"/>
                    <a:pt x="74" y="1952"/>
                  </a:cubicBezTo>
                  <a:cubicBezTo>
                    <a:pt x="73" y="1957"/>
                    <a:pt x="67" y="1965"/>
                    <a:pt x="61" y="1969"/>
                  </a:cubicBezTo>
                  <a:cubicBezTo>
                    <a:pt x="60" y="1972"/>
                    <a:pt x="60" y="1973"/>
                    <a:pt x="57" y="1976"/>
                  </a:cubicBezTo>
                  <a:lnTo>
                    <a:pt x="50" y="1984"/>
                  </a:lnTo>
                  <a:cubicBezTo>
                    <a:pt x="35" y="1998"/>
                    <a:pt x="21" y="2008"/>
                    <a:pt x="2" y="2020"/>
                  </a:cubicBezTo>
                  <a:lnTo>
                    <a:pt x="0" y="2020"/>
                  </a:lnTo>
                  <a:lnTo>
                    <a:pt x="0" y="2030"/>
                  </a:lnTo>
                  <a:lnTo>
                    <a:pt x="32" y="2030"/>
                  </a:lnTo>
                  <a:cubicBezTo>
                    <a:pt x="74" y="1988"/>
                    <a:pt x="124" y="1959"/>
                    <a:pt x="167" y="1923"/>
                  </a:cubicBezTo>
                  <a:cubicBezTo>
                    <a:pt x="183" y="1912"/>
                    <a:pt x="199" y="1899"/>
                    <a:pt x="214" y="1886"/>
                  </a:cubicBezTo>
                  <a:cubicBezTo>
                    <a:pt x="228" y="1872"/>
                    <a:pt x="242" y="1860"/>
                    <a:pt x="255" y="1843"/>
                  </a:cubicBezTo>
                  <a:cubicBezTo>
                    <a:pt x="258" y="1840"/>
                    <a:pt x="263" y="1832"/>
                    <a:pt x="268" y="1827"/>
                  </a:cubicBezTo>
                  <a:cubicBezTo>
                    <a:pt x="282" y="1806"/>
                    <a:pt x="294" y="1784"/>
                    <a:pt x="307" y="1763"/>
                  </a:cubicBezTo>
                  <a:cubicBezTo>
                    <a:pt x="340" y="1704"/>
                    <a:pt x="367" y="1643"/>
                    <a:pt x="393" y="1579"/>
                  </a:cubicBezTo>
                  <a:cubicBezTo>
                    <a:pt x="400" y="1559"/>
                    <a:pt x="407" y="1539"/>
                    <a:pt x="413" y="1520"/>
                  </a:cubicBezTo>
                  <a:cubicBezTo>
                    <a:pt x="425" y="1483"/>
                    <a:pt x="436" y="1446"/>
                    <a:pt x="449" y="1406"/>
                  </a:cubicBezTo>
                  <a:cubicBezTo>
                    <a:pt x="465" y="1356"/>
                    <a:pt x="481" y="1303"/>
                    <a:pt x="500" y="1251"/>
                  </a:cubicBezTo>
                  <a:cubicBezTo>
                    <a:pt x="522" y="1187"/>
                    <a:pt x="540" y="1123"/>
                    <a:pt x="559" y="1057"/>
                  </a:cubicBezTo>
                  <a:cubicBezTo>
                    <a:pt x="577" y="992"/>
                    <a:pt x="595" y="930"/>
                    <a:pt x="609" y="860"/>
                  </a:cubicBezTo>
                  <a:cubicBezTo>
                    <a:pt x="618" y="816"/>
                    <a:pt x="627" y="770"/>
                    <a:pt x="636" y="723"/>
                  </a:cubicBezTo>
                  <a:cubicBezTo>
                    <a:pt x="641" y="697"/>
                    <a:pt x="647" y="668"/>
                    <a:pt x="650" y="640"/>
                  </a:cubicBezTo>
                  <a:cubicBezTo>
                    <a:pt x="657" y="598"/>
                    <a:pt x="665" y="559"/>
                    <a:pt x="669" y="515"/>
                  </a:cubicBezTo>
                  <a:cubicBezTo>
                    <a:pt x="675" y="483"/>
                    <a:pt x="678" y="450"/>
                    <a:pt x="682" y="415"/>
                  </a:cubicBezTo>
                  <a:cubicBezTo>
                    <a:pt x="684" y="409"/>
                    <a:pt x="684" y="402"/>
                    <a:pt x="684" y="396"/>
                  </a:cubicBezTo>
                  <a:cubicBezTo>
                    <a:pt x="685" y="389"/>
                    <a:pt x="685" y="381"/>
                    <a:pt x="685" y="374"/>
                  </a:cubicBezTo>
                  <a:cubicBezTo>
                    <a:pt x="689" y="345"/>
                    <a:pt x="691" y="315"/>
                    <a:pt x="692" y="285"/>
                  </a:cubicBezTo>
                  <a:cubicBezTo>
                    <a:pt x="701" y="195"/>
                    <a:pt x="705" y="102"/>
                    <a:pt x="705" y="3"/>
                  </a:cubicBezTo>
                  <a:lnTo>
                    <a:pt x="7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1"/>
            <p:cNvSpPr/>
            <p:nvPr/>
          </p:nvSpPr>
          <p:spPr>
            <a:xfrm>
              <a:off x="2298284" y="1570833"/>
              <a:ext cx="14118" cy="31178"/>
            </a:xfrm>
            <a:custGeom>
              <a:rect b="b" l="l" r="r" t="t"/>
              <a:pathLst>
                <a:path extrusionOk="0" h="1102" w="499">
                  <a:moveTo>
                    <a:pt x="499" y="1"/>
                  </a:moveTo>
                  <a:lnTo>
                    <a:pt x="499" y="1"/>
                  </a:lnTo>
                  <a:cubicBezTo>
                    <a:pt x="465" y="27"/>
                    <a:pt x="441" y="62"/>
                    <a:pt x="419" y="104"/>
                  </a:cubicBezTo>
                  <a:cubicBezTo>
                    <a:pt x="404" y="129"/>
                    <a:pt x="390" y="158"/>
                    <a:pt x="377" y="186"/>
                  </a:cubicBezTo>
                  <a:cubicBezTo>
                    <a:pt x="358" y="228"/>
                    <a:pt x="339" y="271"/>
                    <a:pt x="319" y="311"/>
                  </a:cubicBezTo>
                  <a:cubicBezTo>
                    <a:pt x="305" y="331"/>
                    <a:pt x="295" y="353"/>
                    <a:pt x="282" y="375"/>
                  </a:cubicBezTo>
                  <a:cubicBezTo>
                    <a:pt x="259" y="418"/>
                    <a:pt x="233" y="463"/>
                    <a:pt x="210" y="507"/>
                  </a:cubicBezTo>
                  <a:cubicBezTo>
                    <a:pt x="183" y="551"/>
                    <a:pt x="160" y="599"/>
                    <a:pt x="137" y="642"/>
                  </a:cubicBezTo>
                  <a:cubicBezTo>
                    <a:pt x="121" y="670"/>
                    <a:pt x="106" y="700"/>
                    <a:pt x="92" y="729"/>
                  </a:cubicBezTo>
                  <a:cubicBezTo>
                    <a:pt x="73" y="769"/>
                    <a:pt x="55" y="808"/>
                    <a:pt x="38" y="846"/>
                  </a:cubicBezTo>
                  <a:cubicBezTo>
                    <a:pt x="5" y="929"/>
                    <a:pt x="0" y="1030"/>
                    <a:pt x="38" y="1102"/>
                  </a:cubicBezTo>
                  <a:lnTo>
                    <a:pt x="50" y="1102"/>
                  </a:lnTo>
                  <a:cubicBezTo>
                    <a:pt x="84" y="997"/>
                    <a:pt x="183" y="878"/>
                    <a:pt x="244" y="767"/>
                  </a:cubicBezTo>
                  <a:cubicBezTo>
                    <a:pt x="252" y="754"/>
                    <a:pt x="257" y="740"/>
                    <a:pt x="263" y="728"/>
                  </a:cubicBezTo>
                  <a:cubicBezTo>
                    <a:pt x="273" y="708"/>
                    <a:pt x="282" y="687"/>
                    <a:pt x="288" y="667"/>
                  </a:cubicBezTo>
                  <a:cubicBezTo>
                    <a:pt x="303" y="635"/>
                    <a:pt x="314" y="604"/>
                    <a:pt x="326" y="569"/>
                  </a:cubicBezTo>
                  <a:cubicBezTo>
                    <a:pt x="333" y="553"/>
                    <a:pt x="340" y="536"/>
                    <a:pt x="343" y="520"/>
                  </a:cubicBezTo>
                  <a:cubicBezTo>
                    <a:pt x="351" y="504"/>
                    <a:pt x="358" y="485"/>
                    <a:pt x="362" y="469"/>
                  </a:cubicBezTo>
                  <a:cubicBezTo>
                    <a:pt x="380" y="415"/>
                    <a:pt x="399" y="360"/>
                    <a:pt x="415" y="303"/>
                  </a:cubicBezTo>
                  <a:cubicBezTo>
                    <a:pt x="445" y="206"/>
                    <a:pt x="473" y="103"/>
                    <a:pt x="4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1"/>
            <p:cNvSpPr/>
            <p:nvPr/>
          </p:nvSpPr>
          <p:spPr>
            <a:xfrm>
              <a:off x="2246821" y="1587497"/>
              <a:ext cx="311" cy="566"/>
            </a:xfrm>
            <a:custGeom>
              <a:rect b="b" l="l" r="r" t="t"/>
              <a:pathLst>
                <a:path extrusionOk="0" h="20" w="11">
                  <a:moveTo>
                    <a:pt x="10" y="1"/>
                  </a:moveTo>
                  <a:cubicBezTo>
                    <a:pt x="8" y="2"/>
                    <a:pt x="6" y="2"/>
                    <a:pt x="8" y="4"/>
                  </a:cubicBezTo>
                  <a:cubicBezTo>
                    <a:pt x="5" y="5"/>
                    <a:pt x="5" y="5"/>
                    <a:pt x="3" y="10"/>
                  </a:cubicBezTo>
                  <a:cubicBezTo>
                    <a:pt x="3" y="12"/>
                    <a:pt x="2" y="17"/>
                    <a:pt x="0" y="20"/>
                  </a:cubicBezTo>
                  <a:lnTo>
                    <a:pt x="10" y="20"/>
                  </a:lnTo>
                  <a:lnTo>
                    <a:pt x="1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1"/>
            <p:cNvSpPr/>
            <p:nvPr/>
          </p:nvSpPr>
          <p:spPr>
            <a:xfrm>
              <a:off x="2253158" y="1599238"/>
              <a:ext cx="311" cy="594"/>
            </a:xfrm>
            <a:custGeom>
              <a:rect b="b" l="l" r="r" t="t"/>
              <a:pathLst>
                <a:path extrusionOk="0" h="21" w="11">
                  <a:moveTo>
                    <a:pt x="10" y="0"/>
                  </a:moveTo>
                  <a:cubicBezTo>
                    <a:pt x="2" y="12"/>
                    <a:pt x="7" y="3"/>
                    <a:pt x="0" y="21"/>
                  </a:cubicBezTo>
                  <a:lnTo>
                    <a:pt x="10" y="21"/>
                  </a:lnTo>
                  <a:lnTo>
                    <a:pt x="1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1"/>
            <p:cNvSpPr/>
            <p:nvPr/>
          </p:nvSpPr>
          <p:spPr>
            <a:xfrm>
              <a:off x="2014857" y="1599521"/>
              <a:ext cx="651" cy="340"/>
            </a:xfrm>
            <a:custGeom>
              <a:rect b="b" l="l" r="r" t="t"/>
              <a:pathLst>
                <a:path extrusionOk="0" h="12" w="23">
                  <a:moveTo>
                    <a:pt x="1" y="0"/>
                  </a:moveTo>
                  <a:lnTo>
                    <a:pt x="1" y="12"/>
                  </a:lnTo>
                  <a:cubicBezTo>
                    <a:pt x="20" y="5"/>
                    <a:pt x="12" y="9"/>
                    <a:pt x="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
            <p:cNvSpPr/>
            <p:nvPr/>
          </p:nvSpPr>
          <p:spPr>
            <a:xfrm>
              <a:off x="2233128" y="1605801"/>
              <a:ext cx="4923" cy="39440"/>
            </a:xfrm>
            <a:custGeom>
              <a:rect b="b" l="l" r="r" t="t"/>
              <a:pathLst>
                <a:path extrusionOk="0" h="1394" w="174">
                  <a:moveTo>
                    <a:pt x="35" y="1"/>
                  </a:moveTo>
                  <a:cubicBezTo>
                    <a:pt x="35" y="2"/>
                    <a:pt x="34" y="2"/>
                    <a:pt x="34" y="4"/>
                  </a:cubicBezTo>
                  <a:lnTo>
                    <a:pt x="34" y="5"/>
                  </a:lnTo>
                  <a:cubicBezTo>
                    <a:pt x="29" y="12"/>
                    <a:pt x="28" y="20"/>
                    <a:pt x="26" y="33"/>
                  </a:cubicBezTo>
                  <a:cubicBezTo>
                    <a:pt x="25" y="44"/>
                    <a:pt x="22" y="59"/>
                    <a:pt x="22" y="73"/>
                  </a:cubicBezTo>
                  <a:cubicBezTo>
                    <a:pt x="21" y="75"/>
                    <a:pt x="21" y="76"/>
                    <a:pt x="22" y="78"/>
                  </a:cubicBezTo>
                  <a:cubicBezTo>
                    <a:pt x="21" y="104"/>
                    <a:pt x="21" y="133"/>
                    <a:pt x="22" y="164"/>
                  </a:cubicBezTo>
                  <a:cubicBezTo>
                    <a:pt x="22" y="178"/>
                    <a:pt x="22" y="193"/>
                    <a:pt x="25" y="207"/>
                  </a:cubicBezTo>
                  <a:cubicBezTo>
                    <a:pt x="26" y="244"/>
                    <a:pt x="28" y="281"/>
                    <a:pt x="29" y="316"/>
                  </a:cubicBezTo>
                  <a:cubicBezTo>
                    <a:pt x="29" y="325"/>
                    <a:pt x="29" y="335"/>
                    <a:pt x="32" y="344"/>
                  </a:cubicBezTo>
                  <a:cubicBezTo>
                    <a:pt x="32" y="357"/>
                    <a:pt x="32" y="369"/>
                    <a:pt x="34" y="382"/>
                  </a:cubicBezTo>
                  <a:cubicBezTo>
                    <a:pt x="35" y="393"/>
                    <a:pt x="35" y="404"/>
                    <a:pt x="35" y="412"/>
                  </a:cubicBezTo>
                  <a:cubicBezTo>
                    <a:pt x="35" y="497"/>
                    <a:pt x="35" y="584"/>
                    <a:pt x="34" y="667"/>
                  </a:cubicBezTo>
                  <a:cubicBezTo>
                    <a:pt x="35" y="719"/>
                    <a:pt x="35" y="773"/>
                    <a:pt x="32" y="825"/>
                  </a:cubicBezTo>
                  <a:cubicBezTo>
                    <a:pt x="32" y="877"/>
                    <a:pt x="29" y="930"/>
                    <a:pt x="28" y="984"/>
                  </a:cubicBezTo>
                  <a:cubicBezTo>
                    <a:pt x="28" y="1000"/>
                    <a:pt x="26" y="1014"/>
                    <a:pt x="26" y="1030"/>
                  </a:cubicBezTo>
                  <a:cubicBezTo>
                    <a:pt x="21" y="1154"/>
                    <a:pt x="13" y="1276"/>
                    <a:pt x="0" y="1394"/>
                  </a:cubicBezTo>
                  <a:lnTo>
                    <a:pt x="12" y="1394"/>
                  </a:lnTo>
                  <a:cubicBezTo>
                    <a:pt x="18" y="1391"/>
                    <a:pt x="19" y="1386"/>
                    <a:pt x="22" y="1383"/>
                  </a:cubicBezTo>
                  <a:cubicBezTo>
                    <a:pt x="61" y="1321"/>
                    <a:pt x="106" y="1257"/>
                    <a:pt x="130" y="1181"/>
                  </a:cubicBezTo>
                  <a:lnTo>
                    <a:pt x="131" y="1180"/>
                  </a:lnTo>
                  <a:cubicBezTo>
                    <a:pt x="138" y="1158"/>
                    <a:pt x="146" y="1130"/>
                    <a:pt x="150" y="1103"/>
                  </a:cubicBezTo>
                  <a:cubicBezTo>
                    <a:pt x="159" y="1043"/>
                    <a:pt x="166" y="971"/>
                    <a:pt x="170" y="895"/>
                  </a:cubicBezTo>
                  <a:cubicBezTo>
                    <a:pt x="172" y="875"/>
                    <a:pt x="172" y="856"/>
                    <a:pt x="172" y="837"/>
                  </a:cubicBezTo>
                  <a:cubicBezTo>
                    <a:pt x="173" y="796"/>
                    <a:pt x="173" y="757"/>
                    <a:pt x="172" y="720"/>
                  </a:cubicBezTo>
                  <a:cubicBezTo>
                    <a:pt x="172" y="700"/>
                    <a:pt x="172" y="680"/>
                    <a:pt x="170" y="670"/>
                  </a:cubicBezTo>
                  <a:cubicBezTo>
                    <a:pt x="170" y="651"/>
                    <a:pt x="167" y="633"/>
                    <a:pt x="166" y="614"/>
                  </a:cubicBezTo>
                  <a:cubicBezTo>
                    <a:pt x="166" y="597"/>
                    <a:pt x="164" y="578"/>
                    <a:pt x="163" y="562"/>
                  </a:cubicBezTo>
                  <a:cubicBezTo>
                    <a:pt x="160" y="540"/>
                    <a:pt x="159" y="518"/>
                    <a:pt x="156" y="498"/>
                  </a:cubicBezTo>
                  <a:cubicBezTo>
                    <a:pt x="153" y="470"/>
                    <a:pt x="146" y="446"/>
                    <a:pt x="143" y="425"/>
                  </a:cubicBezTo>
                  <a:cubicBezTo>
                    <a:pt x="127" y="357"/>
                    <a:pt x="102" y="286"/>
                    <a:pt x="83" y="213"/>
                  </a:cubicBezTo>
                  <a:cubicBezTo>
                    <a:pt x="73" y="177"/>
                    <a:pt x="63" y="139"/>
                    <a:pt x="54" y="100"/>
                  </a:cubicBezTo>
                  <a:cubicBezTo>
                    <a:pt x="47" y="68"/>
                    <a:pt x="39" y="34"/>
                    <a:pt x="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
            <p:cNvSpPr/>
            <p:nvPr/>
          </p:nvSpPr>
          <p:spPr>
            <a:xfrm>
              <a:off x="2242549" y="1607386"/>
              <a:ext cx="340" cy="622"/>
            </a:xfrm>
            <a:custGeom>
              <a:rect b="b" l="l" r="r" t="t"/>
              <a:pathLst>
                <a:path extrusionOk="0" h="22" w="12">
                  <a:moveTo>
                    <a:pt x="12" y="0"/>
                  </a:moveTo>
                  <a:cubicBezTo>
                    <a:pt x="8" y="3"/>
                    <a:pt x="8" y="5"/>
                    <a:pt x="7" y="5"/>
                  </a:cubicBezTo>
                  <a:cubicBezTo>
                    <a:pt x="7" y="5"/>
                    <a:pt x="6" y="5"/>
                    <a:pt x="6" y="4"/>
                  </a:cubicBezTo>
                  <a:cubicBezTo>
                    <a:pt x="4" y="6"/>
                    <a:pt x="4" y="6"/>
                    <a:pt x="4" y="7"/>
                  </a:cubicBezTo>
                  <a:cubicBezTo>
                    <a:pt x="4" y="10"/>
                    <a:pt x="4" y="12"/>
                    <a:pt x="0" y="20"/>
                  </a:cubicBezTo>
                  <a:lnTo>
                    <a:pt x="0" y="22"/>
                  </a:lnTo>
                  <a:lnTo>
                    <a:pt x="12" y="22"/>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1"/>
            <p:cNvSpPr/>
            <p:nvPr/>
          </p:nvSpPr>
          <p:spPr>
            <a:xfrm>
              <a:off x="2242492" y="1608121"/>
              <a:ext cx="3197" cy="21417"/>
            </a:xfrm>
            <a:custGeom>
              <a:rect b="b" l="l" r="r" t="t"/>
              <a:pathLst>
                <a:path extrusionOk="0" h="757" w="113">
                  <a:moveTo>
                    <a:pt x="24" y="0"/>
                  </a:moveTo>
                  <a:cubicBezTo>
                    <a:pt x="1" y="37"/>
                    <a:pt x="21" y="102"/>
                    <a:pt x="30" y="156"/>
                  </a:cubicBezTo>
                  <a:cubicBezTo>
                    <a:pt x="31" y="169"/>
                    <a:pt x="33" y="180"/>
                    <a:pt x="33" y="191"/>
                  </a:cubicBezTo>
                  <a:cubicBezTo>
                    <a:pt x="33" y="196"/>
                    <a:pt x="36" y="205"/>
                    <a:pt x="36" y="214"/>
                  </a:cubicBezTo>
                  <a:cubicBezTo>
                    <a:pt x="36" y="239"/>
                    <a:pt x="37" y="271"/>
                    <a:pt x="38" y="307"/>
                  </a:cubicBezTo>
                  <a:cubicBezTo>
                    <a:pt x="40" y="314"/>
                    <a:pt x="40" y="326"/>
                    <a:pt x="40" y="335"/>
                  </a:cubicBezTo>
                  <a:cubicBezTo>
                    <a:pt x="40" y="337"/>
                    <a:pt x="43" y="342"/>
                    <a:pt x="43" y="345"/>
                  </a:cubicBezTo>
                  <a:cubicBezTo>
                    <a:pt x="44" y="372"/>
                    <a:pt x="44" y="401"/>
                    <a:pt x="47" y="429"/>
                  </a:cubicBezTo>
                  <a:cubicBezTo>
                    <a:pt x="50" y="480"/>
                    <a:pt x="57" y="532"/>
                    <a:pt x="60" y="580"/>
                  </a:cubicBezTo>
                  <a:cubicBezTo>
                    <a:pt x="66" y="606"/>
                    <a:pt x="68" y="633"/>
                    <a:pt x="72" y="654"/>
                  </a:cubicBezTo>
                  <a:cubicBezTo>
                    <a:pt x="73" y="670"/>
                    <a:pt x="75" y="685"/>
                    <a:pt x="79" y="698"/>
                  </a:cubicBezTo>
                  <a:cubicBezTo>
                    <a:pt x="82" y="716"/>
                    <a:pt x="88" y="733"/>
                    <a:pt x="91" y="743"/>
                  </a:cubicBezTo>
                  <a:cubicBezTo>
                    <a:pt x="94" y="749"/>
                    <a:pt x="95" y="752"/>
                    <a:pt x="97" y="756"/>
                  </a:cubicBezTo>
                  <a:cubicBezTo>
                    <a:pt x="102" y="721"/>
                    <a:pt x="105" y="688"/>
                    <a:pt x="108" y="657"/>
                  </a:cubicBezTo>
                  <a:cubicBezTo>
                    <a:pt x="110" y="652"/>
                    <a:pt x="110" y="646"/>
                    <a:pt x="110" y="640"/>
                  </a:cubicBezTo>
                  <a:cubicBezTo>
                    <a:pt x="113" y="602"/>
                    <a:pt x="113" y="566"/>
                    <a:pt x="113" y="531"/>
                  </a:cubicBezTo>
                  <a:cubicBezTo>
                    <a:pt x="113" y="509"/>
                    <a:pt x="111" y="486"/>
                    <a:pt x="110" y="467"/>
                  </a:cubicBezTo>
                  <a:cubicBezTo>
                    <a:pt x="104" y="378"/>
                    <a:pt x="89" y="292"/>
                    <a:pt x="73" y="207"/>
                  </a:cubicBezTo>
                  <a:cubicBezTo>
                    <a:pt x="59" y="140"/>
                    <a:pt x="43" y="71"/>
                    <a:pt x="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1"/>
            <p:cNvSpPr/>
            <p:nvPr/>
          </p:nvSpPr>
          <p:spPr>
            <a:xfrm>
              <a:off x="2262240" y="1649710"/>
              <a:ext cx="19663" cy="31207"/>
            </a:xfrm>
            <a:custGeom>
              <a:rect b="b" l="l" r="r" t="t"/>
              <a:pathLst>
                <a:path extrusionOk="0" h="1103" w="695">
                  <a:moveTo>
                    <a:pt x="1" y="0"/>
                  </a:moveTo>
                  <a:cubicBezTo>
                    <a:pt x="2" y="51"/>
                    <a:pt x="18" y="100"/>
                    <a:pt x="38" y="144"/>
                  </a:cubicBezTo>
                  <a:cubicBezTo>
                    <a:pt x="60" y="189"/>
                    <a:pt x="86" y="231"/>
                    <a:pt x="112" y="269"/>
                  </a:cubicBezTo>
                  <a:cubicBezTo>
                    <a:pt x="131" y="295"/>
                    <a:pt x="147" y="318"/>
                    <a:pt x="160" y="342"/>
                  </a:cubicBezTo>
                  <a:cubicBezTo>
                    <a:pt x="174" y="362"/>
                    <a:pt x="184" y="384"/>
                    <a:pt x="197" y="404"/>
                  </a:cubicBezTo>
                  <a:cubicBezTo>
                    <a:pt x="206" y="422"/>
                    <a:pt x="217" y="438"/>
                    <a:pt x="226" y="457"/>
                  </a:cubicBezTo>
                  <a:cubicBezTo>
                    <a:pt x="229" y="462"/>
                    <a:pt x="232" y="470"/>
                    <a:pt x="235" y="473"/>
                  </a:cubicBezTo>
                  <a:cubicBezTo>
                    <a:pt x="258" y="513"/>
                    <a:pt x="280" y="553"/>
                    <a:pt x="301" y="590"/>
                  </a:cubicBezTo>
                  <a:cubicBezTo>
                    <a:pt x="349" y="675"/>
                    <a:pt x="395" y="756"/>
                    <a:pt x="450" y="835"/>
                  </a:cubicBezTo>
                  <a:cubicBezTo>
                    <a:pt x="473" y="871"/>
                    <a:pt x="504" y="901"/>
                    <a:pt x="533" y="932"/>
                  </a:cubicBezTo>
                  <a:cubicBezTo>
                    <a:pt x="549" y="949"/>
                    <a:pt x="566" y="965"/>
                    <a:pt x="581" y="981"/>
                  </a:cubicBezTo>
                  <a:cubicBezTo>
                    <a:pt x="617" y="1018"/>
                    <a:pt x="649" y="1059"/>
                    <a:pt x="672" y="1102"/>
                  </a:cubicBezTo>
                  <a:lnTo>
                    <a:pt x="694" y="1102"/>
                  </a:lnTo>
                  <a:lnTo>
                    <a:pt x="694" y="1082"/>
                  </a:lnTo>
                  <a:cubicBezTo>
                    <a:pt x="655" y="1037"/>
                    <a:pt x="632" y="949"/>
                    <a:pt x="605" y="867"/>
                  </a:cubicBezTo>
                  <a:cubicBezTo>
                    <a:pt x="589" y="817"/>
                    <a:pt x="575" y="772"/>
                    <a:pt x="556" y="737"/>
                  </a:cubicBezTo>
                  <a:cubicBezTo>
                    <a:pt x="533" y="692"/>
                    <a:pt x="508" y="653"/>
                    <a:pt x="480" y="609"/>
                  </a:cubicBezTo>
                  <a:cubicBezTo>
                    <a:pt x="476" y="599"/>
                    <a:pt x="469" y="590"/>
                    <a:pt x="464" y="582"/>
                  </a:cubicBezTo>
                  <a:cubicBezTo>
                    <a:pt x="457" y="569"/>
                    <a:pt x="447" y="558"/>
                    <a:pt x="440" y="545"/>
                  </a:cubicBezTo>
                  <a:cubicBezTo>
                    <a:pt x="399" y="483"/>
                    <a:pt x="355" y="423"/>
                    <a:pt x="312" y="364"/>
                  </a:cubicBezTo>
                  <a:cubicBezTo>
                    <a:pt x="283" y="323"/>
                    <a:pt x="254" y="284"/>
                    <a:pt x="226" y="246"/>
                  </a:cubicBezTo>
                  <a:cubicBezTo>
                    <a:pt x="211" y="224"/>
                    <a:pt x="195" y="196"/>
                    <a:pt x="175" y="169"/>
                  </a:cubicBezTo>
                  <a:cubicBezTo>
                    <a:pt x="160" y="145"/>
                    <a:pt x="144" y="118"/>
                    <a:pt x="124" y="93"/>
                  </a:cubicBezTo>
                  <a:cubicBezTo>
                    <a:pt x="117" y="83"/>
                    <a:pt x="111" y="74"/>
                    <a:pt x="104" y="67"/>
                  </a:cubicBezTo>
                  <a:cubicBezTo>
                    <a:pt x="94" y="57"/>
                    <a:pt x="83" y="45"/>
                    <a:pt x="73" y="36"/>
                  </a:cubicBezTo>
                  <a:cubicBezTo>
                    <a:pt x="51" y="20"/>
                    <a:pt x="30" y="6"/>
                    <a:pt x="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
            <p:cNvSpPr/>
            <p:nvPr/>
          </p:nvSpPr>
          <p:spPr>
            <a:xfrm>
              <a:off x="1935810" y="1651210"/>
              <a:ext cx="16806" cy="41760"/>
            </a:xfrm>
            <a:custGeom>
              <a:rect b="b" l="l" r="r" t="t"/>
              <a:pathLst>
                <a:path extrusionOk="0" h="1476" w="594">
                  <a:moveTo>
                    <a:pt x="19" y="1"/>
                  </a:moveTo>
                  <a:cubicBezTo>
                    <a:pt x="16" y="7"/>
                    <a:pt x="15" y="17"/>
                    <a:pt x="11" y="27"/>
                  </a:cubicBezTo>
                  <a:cubicBezTo>
                    <a:pt x="0" y="98"/>
                    <a:pt x="27" y="258"/>
                    <a:pt x="47" y="351"/>
                  </a:cubicBezTo>
                  <a:cubicBezTo>
                    <a:pt x="51" y="376"/>
                    <a:pt x="56" y="396"/>
                    <a:pt x="60" y="409"/>
                  </a:cubicBezTo>
                  <a:cubicBezTo>
                    <a:pt x="91" y="508"/>
                    <a:pt x="127" y="609"/>
                    <a:pt x="168" y="705"/>
                  </a:cubicBezTo>
                  <a:cubicBezTo>
                    <a:pt x="233" y="867"/>
                    <a:pt x="309" y="1020"/>
                    <a:pt x="393" y="1155"/>
                  </a:cubicBezTo>
                  <a:cubicBezTo>
                    <a:pt x="409" y="1180"/>
                    <a:pt x="422" y="1209"/>
                    <a:pt x="437" y="1235"/>
                  </a:cubicBezTo>
                  <a:cubicBezTo>
                    <a:pt x="441" y="1253"/>
                    <a:pt x="448" y="1264"/>
                    <a:pt x="455" y="1279"/>
                  </a:cubicBezTo>
                  <a:cubicBezTo>
                    <a:pt x="463" y="1293"/>
                    <a:pt x="470" y="1311"/>
                    <a:pt x="477" y="1325"/>
                  </a:cubicBezTo>
                  <a:lnTo>
                    <a:pt x="499" y="1363"/>
                  </a:lnTo>
                  <a:cubicBezTo>
                    <a:pt x="516" y="1391"/>
                    <a:pt x="532" y="1416"/>
                    <a:pt x="553" y="1437"/>
                  </a:cubicBezTo>
                  <a:cubicBezTo>
                    <a:pt x="556" y="1443"/>
                    <a:pt x="562" y="1449"/>
                    <a:pt x="567" y="1452"/>
                  </a:cubicBezTo>
                  <a:cubicBezTo>
                    <a:pt x="572" y="1456"/>
                    <a:pt x="579" y="1461"/>
                    <a:pt x="583" y="1465"/>
                  </a:cubicBezTo>
                  <a:lnTo>
                    <a:pt x="583" y="1466"/>
                  </a:lnTo>
                  <a:cubicBezTo>
                    <a:pt x="586" y="1471"/>
                    <a:pt x="591" y="1472"/>
                    <a:pt x="594" y="1475"/>
                  </a:cubicBezTo>
                  <a:lnTo>
                    <a:pt x="594" y="1445"/>
                  </a:lnTo>
                  <a:cubicBezTo>
                    <a:pt x="569" y="1410"/>
                    <a:pt x="550" y="1369"/>
                    <a:pt x="540" y="1322"/>
                  </a:cubicBezTo>
                  <a:cubicBezTo>
                    <a:pt x="535" y="1315"/>
                    <a:pt x="535" y="1308"/>
                    <a:pt x="532" y="1302"/>
                  </a:cubicBezTo>
                  <a:cubicBezTo>
                    <a:pt x="518" y="1248"/>
                    <a:pt x="505" y="1193"/>
                    <a:pt x="490" y="1139"/>
                  </a:cubicBezTo>
                  <a:cubicBezTo>
                    <a:pt x="482" y="1104"/>
                    <a:pt x="470" y="1071"/>
                    <a:pt x="458" y="1038"/>
                  </a:cubicBezTo>
                  <a:cubicBezTo>
                    <a:pt x="375" y="840"/>
                    <a:pt x="274" y="636"/>
                    <a:pt x="191" y="440"/>
                  </a:cubicBezTo>
                  <a:cubicBezTo>
                    <a:pt x="127" y="290"/>
                    <a:pt x="96" y="130"/>
                    <a:pt x="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
            <p:cNvSpPr/>
            <p:nvPr/>
          </p:nvSpPr>
          <p:spPr>
            <a:xfrm>
              <a:off x="1921947" y="1655086"/>
              <a:ext cx="21898" cy="73872"/>
            </a:xfrm>
            <a:custGeom>
              <a:rect b="b" l="l" r="r" t="t"/>
              <a:pathLst>
                <a:path extrusionOk="0" h="2611" w="774">
                  <a:moveTo>
                    <a:pt x="0" y="1"/>
                  </a:moveTo>
                  <a:cubicBezTo>
                    <a:pt x="0" y="49"/>
                    <a:pt x="0" y="95"/>
                    <a:pt x="5" y="142"/>
                  </a:cubicBezTo>
                  <a:lnTo>
                    <a:pt x="5" y="144"/>
                  </a:lnTo>
                  <a:cubicBezTo>
                    <a:pt x="8" y="176"/>
                    <a:pt x="13" y="211"/>
                    <a:pt x="18" y="246"/>
                  </a:cubicBezTo>
                  <a:lnTo>
                    <a:pt x="18" y="249"/>
                  </a:lnTo>
                  <a:cubicBezTo>
                    <a:pt x="21" y="284"/>
                    <a:pt x="27" y="317"/>
                    <a:pt x="34" y="349"/>
                  </a:cubicBezTo>
                  <a:cubicBezTo>
                    <a:pt x="40" y="383"/>
                    <a:pt x="47" y="415"/>
                    <a:pt x="54" y="450"/>
                  </a:cubicBezTo>
                  <a:cubicBezTo>
                    <a:pt x="70" y="514"/>
                    <a:pt x="88" y="576"/>
                    <a:pt x="107" y="637"/>
                  </a:cubicBezTo>
                  <a:cubicBezTo>
                    <a:pt x="124" y="697"/>
                    <a:pt x="144" y="755"/>
                    <a:pt x="163" y="812"/>
                  </a:cubicBezTo>
                  <a:cubicBezTo>
                    <a:pt x="195" y="909"/>
                    <a:pt x="226" y="1008"/>
                    <a:pt x="255" y="1104"/>
                  </a:cubicBezTo>
                  <a:lnTo>
                    <a:pt x="255" y="1106"/>
                  </a:lnTo>
                  <a:cubicBezTo>
                    <a:pt x="265" y="1132"/>
                    <a:pt x="274" y="1158"/>
                    <a:pt x="281" y="1184"/>
                  </a:cubicBezTo>
                  <a:cubicBezTo>
                    <a:pt x="288" y="1206"/>
                    <a:pt x="296" y="1229"/>
                    <a:pt x="301" y="1249"/>
                  </a:cubicBezTo>
                  <a:cubicBezTo>
                    <a:pt x="317" y="1302"/>
                    <a:pt x="332" y="1351"/>
                    <a:pt x="348" y="1402"/>
                  </a:cubicBezTo>
                  <a:cubicBezTo>
                    <a:pt x="370" y="1472"/>
                    <a:pt x="391" y="1539"/>
                    <a:pt x="413" y="1607"/>
                  </a:cubicBezTo>
                  <a:cubicBezTo>
                    <a:pt x="435" y="1677"/>
                    <a:pt x="458" y="1742"/>
                    <a:pt x="485" y="1809"/>
                  </a:cubicBezTo>
                  <a:cubicBezTo>
                    <a:pt x="501" y="1854"/>
                    <a:pt x="519" y="1902"/>
                    <a:pt x="537" y="1946"/>
                  </a:cubicBezTo>
                  <a:cubicBezTo>
                    <a:pt x="581" y="2049"/>
                    <a:pt x="615" y="2152"/>
                    <a:pt x="652" y="2254"/>
                  </a:cubicBezTo>
                  <a:cubicBezTo>
                    <a:pt x="655" y="2260"/>
                    <a:pt x="655" y="2267"/>
                    <a:pt x="659" y="2273"/>
                  </a:cubicBezTo>
                  <a:cubicBezTo>
                    <a:pt x="662" y="2289"/>
                    <a:pt x="669" y="2304"/>
                    <a:pt x="674" y="2317"/>
                  </a:cubicBezTo>
                  <a:lnTo>
                    <a:pt x="674" y="2318"/>
                  </a:lnTo>
                  <a:cubicBezTo>
                    <a:pt x="688" y="2357"/>
                    <a:pt x="703" y="2398"/>
                    <a:pt x="719" y="2436"/>
                  </a:cubicBezTo>
                  <a:cubicBezTo>
                    <a:pt x="726" y="2450"/>
                    <a:pt x="727" y="2463"/>
                    <a:pt x="732" y="2478"/>
                  </a:cubicBezTo>
                  <a:cubicBezTo>
                    <a:pt x="738" y="2494"/>
                    <a:pt x="738" y="2509"/>
                    <a:pt x="740" y="2522"/>
                  </a:cubicBezTo>
                  <a:cubicBezTo>
                    <a:pt x="745" y="2543"/>
                    <a:pt x="749" y="2564"/>
                    <a:pt x="756" y="2581"/>
                  </a:cubicBezTo>
                  <a:cubicBezTo>
                    <a:pt x="761" y="2591"/>
                    <a:pt x="767" y="2599"/>
                    <a:pt x="770" y="2606"/>
                  </a:cubicBezTo>
                  <a:cubicBezTo>
                    <a:pt x="770" y="2606"/>
                    <a:pt x="770" y="2607"/>
                    <a:pt x="771" y="2607"/>
                  </a:cubicBezTo>
                  <a:cubicBezTo>
                    <a:pt x="771" y="2609"/>
                    <a:pt x="771" y="2609"/>
                    <a:pt x="774" y="2610"/>
                  </a:cubicBezTo>
                  <a:cubicBezTo>
                    <a:pt x="774" y="2594"/>
                    <a:pt x="771" y="2580"/>
                    <a:pt x="764" y="2564"/>
                  </a:cubicBezTo>
                  <a:cubicBezTo>
                    <a:pt x="762" y="2551"/>
                    <a:pt x="762" y="2536"/>
                    <a:pt x="759" y="2523"/>
                  </a:cubicBezTo>
                  <a:cubicBezTo>
                    <a:pt x="756" y="2507"/>
                    <a:pt x="752" y="2490"/>
                    <a:pt x="748" y="2471"/>
                  </a:cubicBezTo>
                  <a:cubicBezTo>
                    <a:pt x="742" y="2449"/>
                    <a:pt x="735" y="2426"/>
                    <a:pt x="730" y="2405"/>
                  </a:cubicBezTo>
                  <a:cubicBezTo>
                    <a:pt x="724" y="2385"/>
                    <a:pt x="717" y="2363"/>
                    <a:pt x="713" y="2344"/>
                  </a:cubicBezTo>
                  <a:cubicBezTo>
                    <a:pt x="708" y="2320"/>
                    <a:pt x="701" y="2298"/>
                    <a:pt x="697" y="2276"/>
                  </a:cubicBezTo>
                  <a:cubicBezTo>
                    <a:pt x="688" y="2231"/>
                    <a:pt x="679" y="2187"/>
                    <a:pt x="669" y="2144"/>
                  </a:cubicBezTo>
                  <a:cubicBezTo>
                    <a:pt x="653" y="2072"/>
                    <a:pt x="643" y="2005"/>
                    <a:pt x="626" y="1939"/>
                  </a:cubicBezTo>
                  <a:cubicBezTo>
                    <a:pt x="617" y="1902"/>
                    <a:pt x="608" y="1866"/>
                    <a:pt x="595" y="1830"/>
                  </a:cubicBezTo>
                  <a:cubicBezTo>
                    <a:pt x="592" y="1815"/>
                    <a:pt x="586" y="1800"/>
                    <a:pt x="582" y="1786"/>
                  </a:cubicBezTo>
                  <a:lnTo>
                    <a:pt x="572" y="1742"/>
                  </a:lnTo>
                  <a:cubicBezTo>
                    <a:pt x="567" y="1734"/>
                    <a:pt x="566" y="1723"/>
                    <a:pt x="565" y="1715"/>
                  </a:cubicBezTo>
                  <a:cubicBezTo>
                    <a:pt x="557" y="1686"/>
                    <a:pt x="550" y="1655"/>
                    <a:pt x="544" y="1627"/>
                  </a:cubicBezTo>
                  <a:cubicBezTo>
                    <a:pt x="530" y="1561"/>
                    <a:pt x="514" y="1495"/>
                    <a:pt x="490" y="1425"/>
                  </a:cubicBezTo>
                  <a:lnTo>
                    <a:pt x="490" y="1424"/>
                  </a:lnTo>
                  <a:cubicBezTo>
                    <a:pt x="487" y="1417"/>
                    <a:pt x="486" y="1409"/>
                    <a:pt x="485" y="1404"/>
                  </a:cubicBezTo>
                  <a:lnTo>
                    <a:pt x="483" y="1404"/>
                  </a:lnTo>
                  <a:cubicBezTo>
                    <a:pt x="458" y="1331"/>
                    <a:pt x="435" y="1258"/>
                    <a:pt x="410" y="1185"/>
                  </a:cubicBezTo>
                  <a:cubicBezTo>
                    <a:pt x="361" y="1036"/>
                    <a:pt x="312" y="885"/>
                    <a:pt x="259" y="730"/>
                  </a:cubicBezTo>
                  <a:cubicBezTo>
                    <a:pt x="233" y="652"/>
                    <a:pt x="208" y="573"/>
                    <a:pt x="181" y="493"/>
                  </a:cubicBezTo>
                  <a:cubicBezTo>
                    <a:pt x="130" y="341"/>
                    <a:pt x="40" y="174"/>
                    <a:pt x="2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
            <p:cNvSpPr/>
            <p:nvPr/>
          </p:nvSpPr>
          <p:spPr>
            <a:xfrm>
              <a:off x="2248349" y="1657971"/>
              <a:ext cx="26765" cy="64931"/>
            </a:xfrm>
            <a:custGeom>
              <a:rect b="b" l="l" r="r" t="t"/>
              <a:pathLst>
                <a:path extrusionOk="0" h="2295" w="946">
                  <a:moveTo>
                    <a:pt x="19" y="0"/>
                  </a:moveTo>
                  <a:lnTo>
                    <a:pt x="19" y="0"/>
                  </a:lnTo>
                  <a:cubicBezTo>
                    <a:pt x="0" y="38"/>
                    <a:pt x="55" y="118"/>
                    <a:pt x="71" y="159"/>
                  </a:cubicBezTo>
                  <a:cubicBezTo>
                    <a:pt x="130" y="300"/>
                    <a:pt x="160" y="436"/>
                    <a:pt x="221" y="576"/>
                  </a:cubicBezTo>
                  <a:cubicBezTo>
                    <a:pt x="398" y="990"/>
                    <a:pt x="574" y="1427"/>
                    <a:pt x="755" y="1837"/>
                  </a:cubicBezTo>
                  <a:cubicBezTo>
                    <a:pt x="807" y="1959"/>
                    <a:pt x="856" y="2074"/>
                    <a:pt x="904" y="2188"/>
                  </a:cubicBezTo>
                  <a:cubicBezTo>
                    <a:pt x="909" y="2197"/>
                    <a:pt x="912" y="2207"/>
                    <a:pt x="913" y="2218"/>
                  </a:cubicBezTo>
                  <a:cubicBezTo>
                    <a:pt x="919" y="2236"/>
                    <a:pt x="920" y="2254"/>
                    <a:pt x="926" y="2270"/>
                  </a:cubicBezTo>
                  <a:cubicBezTo>
                    <a:pt x="929" y="2280"/>
                    <a:pt x="932" y="2287"/>
                    <a:pt x="938" y="2295"/>
                  </a:cubicBezTo>
                  <a:cubicBezTo>
                    <a:pt x="945" y="2007"/>
                    <a:pt x="840" y="1733"/>
                    <a:pt x="759" y="1518"/>
                  </a:cubicBezTo>
                  <a:cubicBezTo>
                    <a:pt x="638" y="1201"/>
                    <a:pt x="513" y="913"/>
                    <a:pt x="384" y="620"/>
                  </a:cubicBezTo>
                  <a:cubicBezTo>
                    <a:pt x="349" y="544"/>
                    <a:pt x="326" y="471"/>
                    <a:pt x="294" y="400"/>
                  </a:cubicBezTo>
                  <a:cubicBezTo>
                    <a:pt x="284" y="384"/>
                    <a:pt x="276" y="368"/>
                    <a:pt x="266" y="351"/>
                  </a:cubicBezTo>
                  <a:cubicBezTo>
                    <a:pt x="262" y="343"/>
                    <a:pt x="259" y="336"/>
                    <a:pt x="255" y="332"/>
                  </a:cubicBezTo>
                  <a:cubicBezTo>
                    <a:pt x="237" y="303"/>
                    <a:pt x="217" y="274"/>
                    <a:pt x="196" y="246"/>
                  </a:cubicBezTo>
                  <a:cubicBezTo>
                    <a:pt x="137" y="162"/>
                    <a:pt x="71" y="85"/>
                    <a:pt x="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1"/>
            <p:cNvSpPr/>
            <p:nvPr/>
          </p:nvSpPr>
          <p:spPr>
            <a:xfrm>
              <a:off x="2231798" y="1672372"/>
              <a:ext cx="29198" cy="82586"/>
            </a:xfrm>
            <a:custGeom>
              <a:rect b="b" l="l" r="r" t="t"/>
              <a:pathLst>
                <a:path extrusionOk="0" h="2919" w="1032">
                  <a:moveTo>
                    <a:pt x="4" y="0"/>
                  </a:moveTo>
                  <a:cubicBezTo>
                    <a:pt x="4" y="5"/>
                    <a:pt x="2" y="6"/>
                    <a:pt x="2" y="10"/>
                  </a:cubicBezTo>
                  <a:cubicBezTo>
                    <a:pt x="1" y="18"/>
                    <a:pt x="1" y="22"/>
                    <a:pt x="1" y="29"/>
                  </a:cubicBezTo>
                  <a:cubicBezTo>
                    <a:pt x="2" y="35"/>
                    <a:pt x="2" y="39"/>
                    <a:pt x="4" y="42"/>
                  </a:cubicBezTo>
                  <a:cubicBezTo>
                    <a:pt x="6" y="50"/>
                    <a:pt x="6" y="57"/>
                    <a:pt x="9" y="64"/>
                  </a:cubicBezTo>
                  <a:cubicBezTo>
                    <a:pt x="24" y="112"/>
                    <a:pt x="54" y="166"/>
                    <a:pt x="68" y="195"/>
                  </a:cubicBezTo>
                  <a:cubicBezTo>
                    <a:pt x="140" y="361"/>
                    <a:pt x="184" y="528"/>
                    <a:pt x="249" y="697"/>
                  </a:cubicBezTo>
                  <a:cubicBezTo>
                    <a:pt x="302" y="829"/>
                    <a:pt x="351" y="966"/>
                    <a:pt x="399" y="1105"/>
                  </a:cubicBezTo>
                  <a:cubicBezTo>
                    <a:pt x="495" y="1381"/>
                    <a:pt x="584" y="1665"/>
                    <a:pt x="684" y="1943"/>
                  </a:cubicBezTo>
                  <a:cubicBezTo>
                    <a:pt x="707" y="2012"/>
                    <a:pt x="733" y="2081"/>
                    <a:pt x="760" y="2150"/>
                  </a:cubicBezTo>
                  <a:cubicBezTo>
                    <a:pt x="786" y="2219"/>
                    <a:pt x="813" y="2287"/>
                    <a:pt x="840" y="2354"/>
                  </a:cubicBezTo>
                  <a:cubicBezTo>
                    <a:pt x="869" y="2427"/>
                    <a:pt x="895" y="2498"/>
                    <a:pt x="917" y="2569"/>
                  </a:cubicBezTo>
                  <a:cubicBezTo>
                    <a:pt x="928" y="2607"/>
                    <a:pt x="940" y="2642"/>
                    <a:pt x="953" y="2675"/>
                  </a:cubicBezTo>
                  <a:cubicBezTo>
                    <a:pt x="963" y="2712"/>
                    <a:pt x="976" y="2747"/>
                    <a:pt x="989" y="2781"/>
                  </a:cubicBezTo>
                  <a:cubicBezTo>
                    <a:pt x="995" y="2792"/>
                    <a:pt x="997" y="2805"/>
                    <a:pt x="998" y="2818"/>
                  </a:cubicBezTo>
                  <a:cubicBezTo>
                    <a:pt x="1005" y="2854"/>
                    <a:pt x="1011" y="2891"/>
                    <a:pt x="1031" y="2918"/>
                  </a:cubicBezTo>
                  <a:lnTo>
                    <a:pt x="1031" y="2879"/>
                  </a:lnTo>
                  <a:cubicBezTo>
                    <a:pt x="1031" y="2853"/>
                    <a:pt x="1031" y="2825"/>
                    <a:pt x="1029" y="2797"/>
                  </a:cubicBezTo>
                  <a:cubicBezTo>
                    <a:pt x="1027" y="2741"/>
                    <a:pt x="1021" y="2683"/>
                    <a:pt x="1011" y="2624"/>
                  </a:cubicBezTo>
                  <a:cubicBezTo>
                    <a:pt x="1007" y="2598"/>
                    <a:pt x="1002" y="2569"/>
                    <a:pt x="997" y="2542"/>
                  </a:cubicBezTo>
                  <a:cubicBezTo>
                    <a:pt x="995" y="2521"/>
                    <a:pt x="989" y="2501"/>
                    <a:pt x="985" y="2482"/>
                  </a:cubicBezTo>
                  <a:cubicBezTo>
                    <a:pt x="983" y="2469"/>
                    <a:pt x="981" y="2456"/>
                    <a:pt x="976" y="2443"/>
                  </a:cubicBezTo>
                  <a:cubicBezTo>
                    <a:pt x="960" y="2367"/>
                    <a:pt x="940" y="2290"/>
                    <a:pt x="918" y="2217"/>
                  </a:cubicBezTo>
                  <a:cubicBezTo>
                    <a:pt x="901" y="2156"/>
                    <a:pt x="882" y="2097"/>
                    <a:pt x="861" y="2039"/>
                  </a:cubicBezTo>
                  <a:cubicBezTo>
                    <a:pt x="851" y="1999"/>
                    <a:pt x="838" y="1961"/>
                    <a:pt x="825" y="1925"/>
                  </a:cubicBezTo>
                  <a:cubicBezTo>
                    <a:pt x="821" y="1909"/>
                    <a:pt x="813" y="1890"/>
                    <a:pt x="808" y="1873"/>
                  </a:cubicBezTo>
                  <a:cubicBezTo>
                    <a:pt x="762" y="1733"/>
                    <a:pt x="715" y="1595"/>
                    <a:pt x="668" y="1461"/>
                  </a:cubicBezTo>
                  <a:cubicBezTo>
                    <a:pt x="635" y="1371"/>
                    <a:pt x="604" y="1283"/>
                    <a:pt x="569" y="1195"/>
                  </a:cubicBezTo>
                  <a:cubicBezTo>
                    <a:pt x="540" y="1111"/>
                    <a:pt x="510" y="1030"/>
                    <a:pt x="475" y="950"/>
                  </a:cubicBezTo>
                  <a:cubicBezTo>
                    <a:pt x="451" y="897"/>
                    <a:pt x="430" y="842"/>
                    <a:pt x="406" y="790"/>
                  </a:cubicBezTo>
                  <a:cubicBezTo>
                    <a:pt x="387" y="745"/>
                    <a:pt x="370" y="701"/>
                    <a:pt x="350" y="657"/>
                  </a:cubicBezTo>
                  <a:cubicBezTo>
                    <a:pt x="321" y="593"/>
                    <a:pt x="291" y="529"/>
                    <a:pt x="258" y="468"/>
                  </a:cubicBezTo>
                  <a:cubicBezTo>
                    <a:pt x="241" y="426"/>
                    <a:pt x="219" y="385"/>
                    <a:pt x="197" y="345"/>
                  </a:cubicBezTo>
                  <a:cubicBezTo>
                    <a:pt x="198" y="345"/>
                    <a:pt x="198" y="342"/>
                    <a:pt x="195" y="340"/>
                  </a:cubicBezTo>
                  <a:cubicBezTo>
                    <a:pt x="188" y="323"/>
                    <a:pt x="178" y="305"/>
                    <a:pt x="168" y="288"/>
                  </a:cubicBezTo>
                  <a:cubicBezTo>
                    <a:pt x="117" y="189"/>
                    <a:pt x="62" y="93"/>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1"/>
            <p:cNvSpPr/>
            <p:nvPr/>
          </p:nvSpPr>
          <p:spPr>
            <a:xfrm>
              <a:off x="2215417" y="1677210"/>
              <a:ext cx="40147" cy="123440"/>
            </a:xfrm>
            <a:custGeom>
              <a:rect b="b" l="l" r="r" t="t"/>
              <a:pathLst>
                <a:path extrusionOk="0" h="4363" w="1419">
                  <a:moveTo>
                    <a:pt x="8" y="1"/>
                  </a:moveTo>
                  <a:cubicBezTo>
                    <a:pt x="4" y="8"/>
                    <a:pt x="1" y="25"/>
                    <a:pt x="5" y="52"/>
                  </a:cubicBezTo>
                  <a:cubicBezTo>
                    <a:pt x="7" y="60"/>
                    <a:pt x="7" y="72"/>
                    <a:pt x="8" y="82"/>
                  </a:cubicBezTo>
                  <a:cubicBezTo>
                    <a:pt x="13" y="119"/>
                    <a:pt x="20" y="161"/>
                    <a:pt x="29" y="198"/>
                  </a:cubicBezTo>
                  <a:cubicBezTo>
                    <a:pt x="34" y="228"/>
                    <a:pt x="42" y="255"/>
                    <a:pt x="45" y="276"/>
                  </a:cubicBezTo>
                  <a:cubicBezTo>
                    <a:pt x="49" y="286"/>
                    <a:pt x="50" y="294"/>
                    <a:pt x="52" y="300"/>
                  </a:cubicBezTo>
                  <a:cubicBezTo>
                    <a:pt x="103" y="481"/>
                    <a:pt x="146" y="665"/>
                    <a:pt x="194" y="845"/>
                  </a:cubicBezTo>
                  <a:cubicBezTo>
                    <a:pt x="194" y="850"/>
                    <a:pt x="196" y="857"/>
                    <a:pt x="197" y="861"/>
                  </a:cubicBezTo>
                  <a:cubicBezTo>
                    <a:pt x="215" y="925"/>
                    <a:pt x="234" y="988"/>
                    <a:pt x="254" y="1050"/>
                  </a:cubicBezTo>
                  <a:cubicBezTo>
                    <a:pt x="263" y="1084"/>
                    <a:pt x="273" y="1119"/>
                    <a:pt x="285" y="1152"/>
                  </a:cubicBezTo>
                  <a:cubicBezTo>
                    <a:pt x="290" y="1173"/>
                    <a:pt x="298" y="1189"/>
                    <a:pt x="303" y="1209"/>
                  </a:cubicBezTo>
                  <a:cubicBezTo>
                    <a:pt x="314" y="1245"/>
                    <a:pt x="324" y="1282"/>
                    <a:pt x="332" y="1318"/>
                  </a:cubicBezTo>
                  <a:cubicBezTo>
                    <a:pt x="341" y="1354"/>
                    <a:pt x="348" y="1391"/>
                    <a:pt x="357" y="1427"/>
                  </a:cubicBezTo>
                  <a:cubicBezTo>
                    <a:pt x="364" y="1463"/>
                    <a:pt x="375" y="1500"/>
                    <a:pt x="385" y="1536"/>
                  </a:cubicBezTo>
                  <a:cubicBezTo>
                    <a:pt x="391" y="1556"/>
                    <a:pt x="398" y="1572"/>
                    <a:pt x="404" y="1593"/>
                  </a:cubicBezTo>
                  <a:cubicBezTo>
                    <a:pt x="437" y="1696"/>
                    <a:pt x="471" y="1802"/>
                    <a:pt x="505" y="1908"/>
                  </a:cubicBezTo>
                  <a:cubicBezTo>
                    <a:pt x="524" y="1969"/>
                    <a:pt x="543" y="2030"/>
                    <a:pt x="564" y="2090"/>
                  </a:cubicBezTo>
                  <a:cubicBezTo>
                    <a:pt x="594" y="2189"/>
                    <a:pt x="625" y="2286"/>
                    <a:pt x="658" y="2385"/>
                  </a:cubicBezTo>
                  <a:cubicBezTo>
                    <a:pt x="710" y="2545"/>
                    <a:pt x="763" y="2701"/>
                    <a:pt x="820" y="2853"/>
                  </a:cubicBezTo>
                  <a:cubicBezTo>
                    <a:pt x="862" y="2967"/>
                    <a:pt x="885" y="3074"/>
                    <a:pt x="920" y="3183"/>
                  </a:cubicBezTo>
                  <a:cubicBezTo>
                    <a:pt x="931" y="3220"/>
                    <a:pt x="945" y="3256"/>
                    <a:pt x="959" y="3292"/>
                  </a:cubicBezTo>
                  <a:cubicBezTo>
                    <a:pt x="979" y="3343"/>
                    <a:pt x="1000" y="3397"/>
                    <a:pt x="1019" y="3449"/>
                  </a:cubicBezTo>
                  <a:cubicBezTo>
                    <a:pt x="1077" y="3612"/>
                    <a:pt x="1134" y="3777"/>
                    <a:pt x="1203" y="3934"/>
                  </a:cubicBezTo>
                  <a:cubicBezTo>
                    <a:pt x="1264" y="4073"/>
                    <a:pt x="1363" y="4211"/>
                    <a:pt x="1407" y="4362"/>
                  </a:cubicBezTo>
                  <a:lnTo>
                    <a:pt x="1419" y="4362"/>
                  </a:lnTo>
                  <a:lnTo>
                    <a:pt x="1419" y="4329"/>
                  </a:lnTo>
                  <a:cubicBezTo>
                    <a:pt x="1410" y="4317"/>
                    <a:pt x="1401" y="4304"/>
                    <a:pt x="1395" y="4290"/>
                  </a:cubicBezTo>
                  <a:cubicBezTo>
                    <a:pt x="1388" y="4277"/>
                    <a:pt x="1381" y="4262"/>
                    <a:pt x="1375" y="4246"/>
                  </a:cubicBezTo>
                  <a:cubicBezTo>
                    <a:pt x="1365" y="4216"/>
                    <a:pt x="1356" y="4182"/>
                    <a:pt x="1349" y="4147"/>
                  </a:cubicBezTo>
                  <a:cubicBezTo>
                    <a:pt x="1344" y="4130"/>
                    <a:pt x="1341" y="4111"/>
                    <a:pt x="1337" y="4095"/>
                  </a:cubicBezTo>
                  <a:cubicBezTo>
                    <a:pt x="1336" y="4092"/>
                    <a:pt x="1334" y="4086"/>
                    <a:pt x="1334" y="4082"/>
                  </a:cubicBezTo>
                  <a:cubicBezTo>
                    <a:pt x="1328" y="4051"/>
                    <a:pt x="1321" y="4021"/>
                    <a:pt x="1314" y="3993"/>
                  </a:cubicBezTo>
                  <a:cubicBezTo>
                    <a:pt x="1312" y="3976"/>
                    <a:pt x="1305" y="3958"/>
                    <a:pt x="1301" y="3944"/>
                  </a:cubicBezTo>
                  <a:cubicBezTo>
                    <a:pt x="1286" y="3899"/>
                    <a:pt x="1272" y="3852"/>
                    <a:pt x="1256" y="3806"/>
                  </a:cubicBezTo>
                  <a:cubicBezTo>
                    <a:pt x="1218" y="3689"/>
                    <a:pt x="1176" y="3570"/>
                    <a:pt x="1134" y="3457"/>
                  </a:cubicBezTo>
                  <a:cubicBezTo>
                    <a:pt x="1126" y="3432"/>
                    <a:pt x="1119" y="3410"/>
                    <a:pt x="1110" y="3388"/>
                  </a:cubicBezTo>
                  <a:lnTo>
                    <a:pt x="1045" y="3164"/>
                  </a:lnTo>
                  <a:cubicBezTo>
                    <a:pt x="1010" y="3079"/>
                    <a:pt x="978" y="2991"/>
                    <a:pt x="945" y="2907"/>
                  </a:cubicBezTo>
                  <a:cubicBezTo>
                    <a:pt x="920" y="2842"/>
                    <a:pt x="895" y="2778"/>
                    <a:pt x="876" y="2712"/>
                  </a:cubicBezTo>
                  <a:cubicBezTo>
                    <a:pt x="850" y="2647"/>
                    <a:pt x="827" y="2581"/>
                    <a:pt x="806" y="2515"/>
                  </a:cubicBezTo>
                  <a:cubicBezTo>
                    <a:pt x="790" y="2471"/>
                    <a:pt x="776" y="2424"/>
                    <a:pt x="763" y="2379"/>
                  </a:cubicBezTo>
                  <a:cubicBezTo>
                    <a:pt x="684" y="2141"/>
                    <a:pt x="612" y="1900"/>
                    <a:pt x="537" y="1654"/>
                  </a:cubicBezTo>
                  <a:cubicBezTo>
                    <a:pt x="474" y="1447"/>
                    <a:pt x="408" y="1237"/>
                    <a:pt x="340" y="1027"/>
                  </a:cubicBezTo>
                  <a:cubicBezTo>
                    <a:pt x="312" y="941"/>
                    <a:pt x="287" y="853"/>
                    <a:pt x="260" y="763"/>
                  </a:cubicBezTo>
                  <a:cubicBezTo>
                    <a:pt x="238" y="686"/>
                    <a:pt x="218" y="610"/>
                    <a:pt x="194" y="533"/>
                  </a:cubicBezTo>
                  <a:lnTo>
                    <a:pt x="194" y="531"/>
                  </a:lnTo>
                  <a:cubicBezTo>
                    <a:pt x="181" y="483"/>
                    <a:pt x="167" y="435"/>
                    <a:pt x="151" y="387"/>
                  </a:cubicBezTo>
                  <a:cubicBezTo>
                    <a:pt x="143" y="364"/>
                    <a:pt x="136" y="337"/>
                    <a:pt x="127" y="312"/>
                  </a:cubicBezTo>
                  <a:cubicBezTo>
                    <a:pt x="117" y="286"/>
                    <a:pt x="109" y="261"/>
                    <a:pt x="98" y="235"/>
                  </a:cubicBezTo>
                  <a:cubicBezTo>
                    <a:pt x="81" y="197"/>
                    <a:pt x="62" y="159"/>
                    <a:pt x="48" y="120"/>
                  </a:cubicBezTo>
                  <a:cubicBezTo>
                    <a:pt x="42" y="108"/>
                    <a:pt x="36" y="95"/>
                    <a:pt x="33" y="82"/>
                  </a:cubicBezTo>
                  <a:cubicBezTo>
                    <a:pt x="27" y="69"/>
                    <a:pt x="26" y="60"/>
                    <a:pt x="21" y="50"/>
                  </a:cubicBezTo>
                  <a:cubicBezTo>
                    <a:pt x="16" y="33"/>
                    <a:pt x="13" y="17"/>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1"/>
            <p:cNvSpPr/>
            <p:nvPr/>
          </p:nvSpPr>
          <p:spPr>
            <a:xfrm>
              <a:off x="1910433" y="1688696"/>
              <a:ext cx="15363" cy="57830"/>
            </a:xfrm>
            <a:custGeom>
              <a:rect b="b" l="l" r="r" t="t"/>
              <a:pathLst>
                <a:path extrusionOk="0" h="2044" w="543">
                  <a:moveTo>
                    <a:pt x="0" y="0"/>
                  </a:moveTo>
                  <a:cubicBezTo>
                    <a:pt x="0" y="29"/>
                    <a:pt x="0" y="56"/>
                    <a:pt x="5" y="83"/>
                  </a:cubicBezTo>
                  <a:cubicBezTo>
                    <a:pt x="6" y="102"/>
                    <a:pt x="8" y="120"/>
                    <a:pt x="12" y="138"/>
                  </a:cubicBezTo>
                  <a:cubicBezTo>
                    <a:pt x="13" y="157"/>
                    <a:pt x="18" y="176"/>
                    <a:pt x="21" y="197"/>
                  </a:cubicBezTo>
                  <a:cubicBezTo>
                    <a:pt x="21" y="204"/>
                    <a:pt x="22" y="211"/>
                    <a:pt x="25" y="216"/>
                  </a:cubicBezTo>
                  <a:lnTo>
                    <a:pt x="26" y="216"/>
                  </a:lnTo>
                  <a:cubicBezTo>
                    <a:pt x="26" y="223"/>
                    <a:pt x="28" y="230"/>
                    <a:pt x="29" y="236"/>
                  </a:cubicBezTo>
                  <a:cubicBezTo>
                    <a:pt x="35" y="269"/>
                    <a:pt x="42" y="301"/>
                    <a:pt x="51" y="332"/>
                  </a:cubicBezTo>
                  <a:cubicBezTo>
                    <a:pt x="58" y="365"/>
                    <a:pt x="69" y="396"/>
                    <a:pt x="77" y="425"/>
                  </a:cubicBezTo>
                  <a:cubicBezTo>
                    <a:pt x="93" y="485"/>
                    <a:pt x="114" y="546"/>
                    <a:pt x="130" y="599"/>
                  </a:cubicBezTo>
                  <a:cubicBezTo>
                    <a:pt x="138" y="627"/>
                    <a:pt x="149" y="658"/>
                    <a:pt x="156" y="685"/>
                  </a:cubicBezTo>
                  <a:cubicBezTo>
                    <a:pt x="163" y="713"/>
                    <a:pt x="170" y="738"/>
                    <a:pt x="175" y="765"/>
                  </a:cubicBezTo>
                  <a:cubicBezTo>
                    <a:pt x="188" y="819"/>
                    <a:pt x="202" y="874"/>
                    <a:pt x="215" y="927"/>
                  </a:cubicBezTo>
                  <a:cubicBezTo>
                    <a:pt x="224" y="963"/>
                    <a:pt x="233" y="1004"/>
                    <a:pt x="243" y="1040"/>
                  </a:cubicBezTo>
                  <a:cubicBezTo>
                    <a:pt x="246" y="1056"/>
                    <a:pt x="252" y="1072"/>
                    <a:pt x="255" y="1088"/>
                  </a:cubicBezTo>
                  <a:lnTo>
                    <a:pt x="255" y="1094"/>
                  </a:lnTo>
                  <a:cubicBezTo>
                    <a:pt x="259" y="1110"/>
                    <a:pt x="265" y="1129"/>
                    <a:pt x="268" y="1146"/>
                  </a:cubicBezTo>
                  <a:cubicBezTo>
                    <a:pt x="275" y="1185"/>
                    <a:pt x="284" y="1219"/>
                    <a:pt x="295" y="1255"/>
                  </a:cubicBezTo>
                  <a:cubicBezTo>
                    <a:pt x="301" y="1283"/>
                    <a:pt x="309" y="1309"/>
                    <a:pt x="316" y="1335"/>
                  </a:cubicBezTo>
                  <a:cubicBezTo>
                    <a:pt x="317" y="1338"/>
                    <a:pt x="317" y="1339"/>
                    <a:pt x="319" y="1342"/>
                  </a:cubicBezTo>
                  <a:cubicBezTo>
                    <a:pt x="326" y="1367"/>
                    <a:pt x="332" y="1389"/>
                    <a:pt x="339" y="1411"/>
                  </a:cubicBezTo>
                  <a:cubicBezTo>
                    <a:pt x="345" y="1430"/>
                    <a:pt x="352" y="1447"/>
                    <a:pt x="357" y="1466"/>
                  </a:cubicBezTo>
                  <a:cubicBezTo>
                    <a:pt x="362" y="1485"/>
                    <a:pt x="370" y="1502"/>
                    <a:pt x="374" y="1521"/>
                  </a:cubicBezTo>
                  <a:cubicBezTo>
                    <a:pt x="381" y="1539"/>
                    <a:pt x="388" y="1557"/>
                    <a:pt x="391" y="1575"/>
                  </a:cubicBezTo>
                  <a:cubicBezTo>
                    <a:pt x="397" y="1595"/>
                    <a:pt x="404" y="1611"/>
                    <a:pt x="410" y="1632"/>
                  </a:cubicBezTo>
                  <a:cubicBezTo>
                    <a:pt x="436" y="1720"/>
                    <a:pt x="464" y="1808"/>
                    <a:pt x="495" y="1893"/>
                  </a:cubicBezTo>
                  <a:cubicBezTo>
                    <a:pt x="515" y="1943"/>
                    <a:pt x="512" y="2002"/>
                    <a:pt x="538" y="2043"/>
                  </a:cubicBezTo>
                  <a:cubicBezTo>
                    <a:pt x="543" y="1921"/>
                    <a:pt x="521" y="1784"/>
                    <a:pt x="493" y="1677"/>
                  </a:cubicBezTo>
                  <a:lnTo>
                    <a:pt x="493" y="1675"/>
                  </a:lnTo>
                  <a:cubicBezTo>
                    <a:pt x="486" y="1646"/>
                    <a:pt x="483" y="1619"/>
                    <a:pt x="480" y="1592"/>
                  </a:cubicBezTo>
                  <a:lnTo>
                    <a:pt x="476" y="1521"/>
                  </a:lnTo>
                  <a:cubicBezTo>
                    <a:pt x="473" y="1505"/>
                    <a:pt x="473" y="1488"/>
                    <a:pt x="471" y="1470"/>
                  </a:cubicBezTo>
                  <a:cubicBezTo>
                    <a:pt x="470" y="1450"/>
                    <a:pt x="468" y="1428"/>
                    <a:pt x="464" y="1408"/>
                  </a:cubicBezTo>
                  <a:cubicBezTo>
                    <a:pt x="461" y="1389"/>
                    <a:pt x="455" y="1367"/>
                    <a:pt x="451" y="1347"/>
                  </a:cubicBezTo>
                  <a:cubicBezTo>
                    <a:pt x="450" y="1341"/>
                    <a:pt x="450" y="1338"/>
                    <a:pt x="448" y="1334"/>
                  </a:cubicBezTo>
                  <a:cubicBezTo>
                    <a:pt x="426" y="1252"/>
                    <a:pt x="404" y="1171"/>
                    <a:pt x="384" y="1086"/>
                  </a:cubicBezTo>
                  <a:cubicBezTo>
                    <a:pt x="352" y="960"/>
                    <a:pt x="317" y="832"/>
                    <a:pt x="279" y="716"/>
                  </a:cubicBezTo>
                  <a:cubicBezTo>
                    <a:pt x="233" y="579"/>
                    <a:pt x="199" y="441"/>
                    <a:pt x="156" y="310"/>
                  </a:cubicBezTo>
                  <a:cubicBezTo>
                    <a:pt x="144" y="278"/>
                    <a:pt x="136" y="248"/>
                    <a:pt x="122" y="216"/>
                  </a:cubicBezTo>
                  <a:cubicBezTo>
                    <a:pt x="115" y="197"/>
                    <a:pt x="108" y="176"/>
                    <a:pt x="99" y="156"/>
                  </a:cubicBezTo>
                  <a:cubicBezTo>
                    <a:pt x="92" y="136"/>
                    <a:pt x="83" y="117"/>
                    <a:pt x="72" y="96"/>
                  </a:cubicBezTo>
                  <a:cubicBezTo>
                    <a:pt x="69" y="88"/>
                    <a:pt x="63" y="77"/>
                    <a:pt x="58" y="70"/>
                  </a:cubicBezTo>
                  <a:cubicBezTo>
                    <a:pt x="48" y="47"/>
                    <a:pt x="34" y="24"/>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1"/>
            <p:cNvSpPr/>
            <p:nvPr/>
          </p:nvSpPr>
          <p:spPr>
            <a:xfrm>
              <a:off x="1952559" y="1693025"/>
              <a:ext cx="340" cy="538"/>
            </a:xfrm>
            <a:custGeom>
              <a:rect b="b" l="l" r="r" t="t"/>
              <a:pathLst>
                <a:path extrusionOk="0" h="19" w="12">
                  <a:moveTo>
                    <a:pt x="12" y="0"/>
                  </a:moveTo>
                  <a:cubicBezTo>
                    <a:pt x="4" y="9"/>
                    <a:pt x="9" y="1"/>
                    <a:pt x="0" y="19"/>
                  </a:cubicBezTo>
                  <a:lnTo>
                    <a:pt x="12" y="1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1"/>
            <p:cNvSpPr/>
            <p:nvPr/>
          </p:nvSpPr>
          <p:spPr>
            <a:xfrm>
              <a:off x="1899936" y="1708444"/>
              <a:ext cx="396" cy="877"/>
            </a:xfrm>
            <a:custGeom>
              <a:rect b="b" l="l" r="r" t="t"/>
              <a:pathLst>
                <a:path extrusionOk="0" h="31" w="14">
                  <a:moveTo>
                    <a:pt x="14" y="0"/>
                  </a:moveTo>
                  <a:cubicBezTo>
                    <a:pt x="5" y="9"/>
                    <a:pt x="6" y="9"/>
                    <a:pt x="1" y="31"/>
                  </a:cubicBezTo>
                  <a:lnTo>
                    <a:pt x="14" y="31"/>
                  </a:ln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
            <p:cNvSpPr/>
            <p:nvPr/>
          </p:nvSpPr>
          <p:spPr>
            <a:xfrm>
              <a:off x="1900106" y="1709292"/>
              <a:ext cx="18984" cy="70448"/>
            </a:xfrm>
            <a:custGeom>
              <a:rect b="b" l="l" r="r" t="t"/>
              <a:pathLst>
                <a:path extrusionOk="0" h="2490" w="671">
                  <a:moveTo>
                    <a:pt x="15" y="1"/>
                  </a:moveTo>
                  <a:cubicBezTo>
                    <a:pt x="15" y="2"/>
                    <a:pt x="13" y="2"/>
                    <a:pt x="13" y="4"/>
                  </a:cubicBezTo>
                  <a:cubicBezTo>
                    <a:pt x="9" y="10"/>
                    <a:pt x="8" y="18"/>
                    <a:pt x="6" y="28"/>
                  </a:cubicBezTo>
                  <a:cubicBezTo>
                    <a:pt x="0" y="44"/>
                    <a:pt x="0" y="68"/>
                    <a:pt x="5" y="88"/>
                  </a:cubicBezTo>
                  <a:cubicBezTo>
                    <a:pt x="5" y="98"/>
                    <a:pt x="6" y="108"/>
                    <a:pt x="8" y="119"/>
                  </a:cubicBezTo>
                  <a:cubicBezTo>
                    <a:pt x="8" y="127"/>
                    <a:pt x="9" y="135"/>
                    <a:pt x="12" y="140"/>
                  </a:cubicBezTo>
                  <a:cubicBezTo>
                    <a:pt x="12" y="148"/>
                    <a:pt x="13" y="155"/>
                    <a:pt x="15" y="161"/>
                  </a:cubicBezTo>
                  <a:cubicBezTo>
                    <a:pt x="28" y="228"/>
                    <a:pt x="43" y="293"/>
                    <a:pt x="56" y="360"/>
                  </a:cubicBezTo>
                  <a:cubicBezTo>
                    <a:pt x="72" y="443"/>
                    <a:pt x="88" y="524"/>
                    <a:pt x="104" y="607"/>
                  </a:cubicBezTo>
                  <a:cubicBezTo>
                    <a:pt x="108" y="620"/>
                    <a:pt x="108" y="629"/>
                    <a:pt x="111" y="642"/>
                  </a:cubicBezTo>
                  <a:cubicBezTo>
                    <a:pt x="120" y="671"/>
                    <a:pt x="128" y="699"/>
                    <a:pt x="136" y="726"/>
                  </a:cubicBezTo>
                  <a:cubicBezTo>
                    <a:pt x="138" y="735"/>
                    <a:pt x="138" y="744"/>
                    <a:pt x="143" y="752"/>
                  </a:cubicBezTo>
                  <a:cubicBezTo>
                    <a:pt x="154" y="796"/>
                    <a:pt x="166" y="840"/>
                    <a:pt x="179" y="883"/>
                  </a:cubicBezTo>
                  <a:cubicBezTo>
                    <a:pt x="191" y="925"/>
                    <a:pt x="202" y="968"/>
                    <a:pt x="211" y="1010"/>
                  </a:cubicBezTo>
                  <a:cubicBezTo>
                    <a:pt x="211" y="1010"/>
                    <a:pt x="213" y="1011"/>
                    <a:pt x="213" y="1013"/>
                  </a:cubicBezTo>
                  <a:cubicBezTo>
                    <a:pt x="226" y="1058"/>
                    <a:pt x="237" y="1106"/>
                    <a:pt x="249" y="1152"/>
                  </a:cubicBezTo>
                  <a:cubicBezTo>
                    <a:pt x="303" y="1363"/>
                    <a:pt x="354" y="1572"/>
                    <a:pt x="413" y="1775"/>
                  </a:cubicBezTo>
                  <a:cubicBezTo>
                    <a:pt x="429" y="1827"/>
                    <a:pt x="445" y="1879"/>
                    <a:pt x="466" y="1933"/>
                  </a:cubicBezTo>
                  <a:cubicBezTo>
                    <a:pt x="487" y="1993"/>
                    <a:pt x="508" y="2049"/>
                    <a:pt x="531" y="2105"/>
                  </a:cubicBezTo>
                  <a:cubicBezTo>
                    <a:pt x="543" y="2132"/>
                    <a:pt x="553" y="2166"/>
                    <a:pt x="562" y="2199"/>
                  </a:cubicBezTo>
                  <a:cubicBezTo>
                    <a:pt x="572" y="2234"/>
                    <a:pt x="580" y="2270"/>
                    <a:pt x="591" y="2307"/>
                  </a:cubicBezTo>
                  <a:lnTo>
                    <a:pt x="591" y="2308"/>
                  </a:lnTo>
                  <a:lnTo>
                    <a:pt x="596" y="2330"/>
                  </a:lnTo>
                  <a:cubicBezTo>
                    <a:pt x="601" y="2340"/>
                    <a:pt x="602" y="2349"/>
                    <a:pt x="605" y="2358"/>
                  </a:cubicBezTo>
                  <a:cubicBezTo>
                    <a:pt x="624" y="2410"/>
                    <a:pt x="642" y="2458"/>
                    <a:pt x="669" y="2490"/>
                  </a:cubicBezTo>
                  <a:cubicBezTo>
                    <a:pt x="671" y="2429"/>
                    <a:pt x="668" y="2366"/>
                    <a:pt x="662" y="2308"/>
                  </a:cubicBezTo>
                  <a:cubicBezTo>
                    <a:pt x="660" y="2282"/>
                    <a:pt x="656" y="2256"/>
                    <a:pt x="653" y="2228"/>
                  </a:cubicBezTo>
                  <a:cubicBezTo>
                    <a:pt x="652" y="2203"/>
                    <a:pt x="649" y="2182"/>
                    <a:pt x="646" y="2160"/>
                  </a:cubicBezTo>
                  <a:cubicBezTo>
                    <a:pt x="639" y="2123"/>
                    <a:pt x="633" y="2089"/>
                    <a:pt x="626" y="2054"/>
                  </a:cubicBezTo>
                  <a:cubicBezTo>
                    <a:pt x="620" y="2028"/>
                    <a:pt x="615" y="1998"/>
                    <a:pt x="608" y="1971"/>
                  </a:cubicBezTo>
                  <a:cubicBezTo>
                    <a:pt x="595" y="1916"/>
                    <a:pt x="580" y="1862"/>
                    <a:pt x="566" y="1809"/>
                  </a:cubicBezTo>
                  <a:cubicBezTo>
                    <a:pt x="559" y="1785"/>
                    <a:pt x="553" y="1763"/>
                    <a:pt x="546" y="1741"/>
                  </a:cubicBezTo>
                  <a:cubicBezTo>
                    <a:pt x="530" y="1687"/>
                    <a:pt x="511" y="1635"/>
                    <a:pt x="495" y="1584"/>
                  </a:cubicBezTo>
                  <a:cubicBezTo>
                    <a:pt x="394" y="1279"/>
                    <a:pt x="339" y="988"/>
                    <a:pt x="239" y="686"/>
                  </a:cubicBezTo>
                  <a:cubicBezTo>
                    <a:pt x="230" y="661"/>
                    <a:pt x="223" y="635"/>
                    <a:pt x="213" y="610"/>
                  </a:cubicBezTo>
                  <a:cubicBezTo>
                    <a:pt x="211" y="607"/>
                    <a:pt x="211" y="606"/>
                    <a:pt x="210" y="604"/>
                  </a:cubicBezTo>
                  <a:cubicBezTo>
                    <a:pt x="184" y="526"/>
                    <a:pt x="153" y="444"/>
                    <a:pt x="124" y="363"/>
                  </a:cubicBezTo>
                  <a:cubicBezTo>
                    <a:pt x="109" y="316"/>
                    <a:pt x="93" y="270"/>
                    <a:pt x="79" y="225"/>
                  </a:cubicBezTo>
                  <a:cubicBezTo>
                    <a:pt x="66" y="188"/>
                    <a:pt x="56" y="152"/>
                    <a:pt x="44" y="116"/>
                  </a:cubicBezTo>
                  <a:cubicBezTo>
                    <a:pt x="41" y="104"/>
                    <a:pt x="38" y="95"/>
                    <a:pt x="35" y="84"/>
                  </a:cubicBezTo>
                  <a:cubicBezTo>
                    <a:pt x="28" y="55"/>
                    <a:pt x="21" y="28"/>
                    <a:pt x="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1"/>
            <p:cNvSpPr/>
            <p:nvPr/>
          </p:nvSpPr>
          <p:spPr>
            <a:xfrm>
              <a:off x="2199970" y="1712093"/>
              <a:ext cx="33781" cy="112689"/>
            </a:xfrm>
            <a:custGeom>
              <a:rect b="b" l="l" r="r" t="t"/>
              <a:pathLst>
                <a:path extrusionOk="0" h="3983" w="1194">
                  <a:moveTo>
                    <a:pt x="16" y="1"/>
                  </a:moveTo>
                  <a:cubicBezTo>
                    <a:pt x="0" y="28"/>
                    <a:pt x="2" y="193"/>
                    <a:pt x="13" y="265"/>
                  </a:cubicBezTo>
                  <a:cubicBezTo>
                    <a:pt x="13" y="275"/>
                    <a:pt x="15" y="284"/>
                    <a:pt x="16" y="290"/>
                  </a:cubicBezTo>
                  <a:cubicBezTo>
                    <a:pt x="28" y="332"/>
                    <a:pt x="37" y="374"/>
                    <a:pt x="44" y="415"/>
                  </a:cubicBezTo>
                  <a:cubicBezTo>
                    <a:pt x="50" y="448"/>
                    <a:pt x="57" y="479"/>
                    <a:pt x="60" y="512"/>
                  </a:cubicBezTo>
                  <a:cubicBezTo>
                    <a:pt x="63" y="520"/>
                    <a:pt x="64" y="524"/>
                    <a:pt x="64" y="531"/>
                  </a:cubicBezTo>
                  <a:cubicBezTo>
                    <a:pt x="72" y="572"/>
                    <a:pt x="79" y="614"/>
                    <a:pt x="85" y="653"/>
                  </a:cubicBezTo>
                  <a:cubicBezTo>
                    <a:pt x="85" y="661"/>
                    <a:pt x="86" y="669"/>
                    <a:pt x="88" y="677"/>
                  </a:cubicBezTo>
                  <a:cubicBezTo>
                    <a:pt x="102" y="774"/>
                    <a:pt x="118" y="870"/>
                    <a:pt x="143" y="965"/>
                  </a:cubicBezTo>
                  <a:cubicBezTo>
                    <a:pt x="150" y="995"/>
                    <a:pt x="159" y="1027"/>
                    <a:pt x="168" y="1058"/>
                  </a:cubicBezTo>
                  <a:cubicBezTo>
                    <a:pt x="355" y="1664"/>
                    <a:pt x="500" y="2273"/>
                    <a:pt x="713" y="2842"/>
                  </a:cubicBezTo>
                  <a:cubicBezTo>
                    <a:pt x="791" y="3045"/>
                    <a:pt x="833" y="3241"/>
                    <a:pt x="916" y="3439"/>
                  </a:cubicBezTo>
                  <a:cubicBezTo>
                    <a:pt x="1005" y="3619"/>
                    <a:pt x="1095" y="3801"/>
                    <a:pt x="1184" y="3983"/>
                  </a:cubicBezTo>
                  <a:lnTo>
                    <a:pt x="1194" y="3983"/>
                  </a:lnTo>
                  <a:lnTo>
                    <a:pt x="1194" y="3952"/>
                  </a:lnTo>
                  <a:cubicBezTo>
                    <a:pt x="1191" y="3945"/>
                    <a:pt x="1185" y="3938"/>
                    <a:pt x="1182" y="3932"/>
                  </a:cubicBezTo>
                  <a:cubicBezTo>
                    <a:pt x="1177" y="3925"/>
                    <a:pt x="1175" y="3917"/>
                    <a:pt x="1171" y="3909"/>
                  </a:cubicBezTo>
                  <a:cubicBezTo>
                    <a:pt x="1136" y="3824"/>
                    <a:pt x="1139" y="3714"/>
                    <a:pt x="1110" y="3624"/>
                  </a:cubicBezTo>
                  <a:cubicBezTo>
                    <a:pt x="1097" y="3582"/>
                    <a:pt x="1083" y="3539"/>
                    <a:pt x="1070" y="3496"/>
                  </a:cubicBezTo>
                  <a:cubicBezTo>
                    <a:pt x="1054" y="3445"/>
                    <a:pt x="1040" y="3391"/>
                    <a:pt x="1025" y="3337"/>
                  </a:cubicBezTo>
                  <a:cubicBezTo>
                    <a:pt x="1009" y="3275"/>
                    <a:pt x="993" y="3211"/>
                    <a:pt x="974" y="3148"/>
                  </a:cubicBezTo>
                  <a:cubicBezTo>
                    <a:pt x="947" y="3052"/>
                    <a:pt x="918" y="2956"/>
                    <a:pt x="884" y="2863"/>
                  </a:cubicBezTo>
                  <a:cubicBezTo>
                    <a:pt x="714" y="2405"/>
                    <a:pt x="569" y="1923"/>
                    <a:pt x="413" y="1453"/>
                  </a:cubicBezTo>
                  <a:cubicBezTo>
                    <a:pt x="354" y="1277"/>
                    <a:pt x="333" y="1110"/>
                    <a:pt x="274" y="930"/>
                  </a:cubicBezTo>
                  <a:cubicBezTo>
                    <a:pt x="261" y="886"/>
                    <a:pt x="247" y="841"/>
                    <a:pt x="234" y="797"/>
                  </a:cubicBezTo>
                  <a:cubicBezTo>
                    <a:pt x="210" y="704"/>
                    <a:pt x="188" y="608"/>
                    <a:pt x="162" y="512"/>
                  </a:cubicBezTo>
                  <a:lnTo>
                    <a:pt x="160" y="512"/>
                  </a:lnTo>
                  <a:cubicBezTo>
                    <a:pt x="152" y="469"/>
                    <a:pt x="137" y="427"/>
                    <a:pt x="124" y="384"/>
                  </a:cubicBezTo>
                  <a:cubicBezTo>
                    <a:pt x="109" y="347"/>
                    <a:pt x="95" y="306"/>
                    <a:pt x="82" y="265"/>
                  </a:cubicBezTo>
                  <a:lnTo>
                    <a:pt x="77" y="248"/>
                  </a:lnTo>
                  <a:cubicBezTo>
                    <a:pt x="60" y="201"/>
                    <a:pt x="45" y="152"/>
                    <a:pt x="34" y="102"/>
                  </a:cubicBezTo>
                  <a:cubicBezTo>
                    <a:pt x="26" y="70"/>
                    <a:pt x="21" y="36"/>
                    <a:pt x="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1"/>
            <p:cNvSpPr/>
            <p:nvPr/>
          </p:nvSpPr>
          <p:spPr>
            <a:xfrm>
              <a:off x="1943732" y="1728927"/>
              <a:ext cx="424" cy="1217"/>
            </a:xfrm>
            <a:custGeom>
              <a:rect b="b" l="l" r="r" t="t"/>
              <a:pathLst>
                <a:path extrusionOk="0" h="43" w="15">
                  <a:moveTo>
                    <a:pt x="14" y="0"/>
                  </a:moveTo>
                  <a:cubicBezTo>
                    <a:pt x="1" y="19"/>
                    <a:pt x="4" y="25"/>
                    <a:pt x="14" y="42"/>
                  </a:cubicBez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1"/>
            <p:cNvSpPr/>
            <p:nvPr/>
          </p:nvSpPr>
          <p:spPr>
            <a:xfrm>
              <a:off x="1892298" y="1742365"/>
              <a:ext cx="18645" cy="74268"/>
            </a:xfrm>
            <a:custGeom>
              <a:rect b="b" l="l" r="r" t="t"/>
              <a:pathLst>
                <a:path extrusionOk="0" h="2625" w="659">
                  <a:moveTo>
                    <a:pt x="15" y="1"/>
                  </a:moveTo>
                  <a:cubicBezTo>
                    <a:pt x="13" y="8"/>
                    <a:pt x="9" y="12"/>
                    <a:pt x="9" y="20"/>
                  </a:cubicBezTo>
                  <a:cubicBezTo>
                    <a:pt x="0" y="62"/>
                    <a:pt x="15" y="133"/>
                    <a:pt x="28" y="171"/>
                  </a:cubicBezTo>
                  <a:cubicBezTo>
                    <a:pt x="35" y="198"/>
                    <a:pt x="42" y="228"/>
                    <a:pt x="48" y="255"/>
                  </a:cubicBezTo>
                  <a:cubicBezTo>
                    <a:pt x="66" y="342"/>
                    <a:pt x="82" y="427"/>
                    <a:pt x="102" y="514"/>
                  </a:cubicBezTo>
                  <a:cubicBezTo>
                    <a:pt x="106" y="534"/>
                    <a:pt x="111" y="553"/>
                    <a:pt x="116" y="572"/>
                  </a:cubicBezTo>
                  <a:cubicBezTo>
                    <a:pt x="121" y="592"/>
                    <a:pt x="128" y="611"/>
                    <a:pt x="132" y="630"/>
                  </a:cubicBezTo>
                  <a:cubicBezTo>
                    <a:pt x="150" y="685"/>
                    <a:pt x="164" y="739"/>
                    <a:pt x="179" y="796"/>
                  </a:cubicBezTo>
                  <a:cubicBezTo>
                    <a:pt x="202" y="888"/>
                    <a:pt x="225" y="978"/>
                    <a:pt x="246" y="1071"/>
                  </a:cubicBezTo>
                  <a:cubicBezTo>
                    <a:pt x="269" y="1167"/>
                    <a:pt x="291" y="1266"/>
                    <a:pt x="313" y="1363"/>
                  </a:cubicBezTo>
                  <a:cubicBezTo>
                    <a:pt x="335" y="1459"/>
                    <a:pt x="356" y="1556"/>
                    <a:pt x="378" y="1651"/>
                  </a:cubicBezTo>
                  <a:cubicBezTo>
                    <a:pt x="378" y="1652"/>
                    <a:pt x="378" y="1652"/>
                    <a:pt x="380" y="1655"/>
                  </a:cubicBezTo>
                  <a:cubicBezTo>
                    <a:pt x="399" y="1732"/>
                    <a:pt x="419" y="1808"/>
                    <a:pt x="438" y="1885"/>
                  </a:cubicBezTo>
                  <a:cubicBezTo>
                    <a:pt x="445" y="1917"/>
                    <a:pt x="457" y="1952"/>
                    <a:pt x="465" y="1985"/>
                  </a:cubicBezTo>
                  <a:cubicBezTo>
                    <a:pt x="518" y="2170"/>
                    <a:pt x="550" y="2339"/>
                    <a:pt x="615" y="2497"/>
                  </a:cubicBezTo>
                  <a:cubicBezTo>
                    <a:pt x="630" y="2535"/>
                    <a:pt x="631" y="2571"/>
                    <a:pt x="644" y="2605"/>
                  </a:cubicBezTo>
                  <a:cubicBezTo>
                    <a:pt x="646" y="2612"/>
                    <a:pt x="650" y="2618"/>
                    <a:pt x="656" y="2625"/>
                  </a:cubicBezTo>
                  <a:cubicBezTo>
                    <a:pt x="659" y="2548"/>
                    <a:pt x="656" y="2474"/>
                    <a:pt x="651" y="2407"/>
                  </a:cubicBezTo>
                  <a:cubicBezTo>
                    <a:pt x="651" y="2397"/>
                    <a:pt x="651" y="2388"/>
                    <a:pt x="649" y="2379"/>
                  </a:cubicBezTo>
                  <a:cubicBezTo>
                    <a:pt x="646" y="2324"/>
                    <a:pt x="640" y="2270"/>
                    <a:pt x="634" y="2218"/>
                  </a:cubicBezTo>
                  <a:cubicBezTo>
                    <a:pt x="630" y="2167"/>
                    <a:pt x="624" y="2119"/>
                    <a:pt x="615" y="2073"/>
                  </a:cubicBezTo>
                  <a:cubicBezTo>
                    <a:pt x="601" y="1979"/>
                    <a:pt x="580" y="1892"/>
                    <a:pt x="560" y="1806"/>
                  </a:cubicBezTo>
                  <a:cubicBezTo>
                    <a:pt x="557" y="1790"/>
                    <a:pt x="551" y="1776"/>
                    <a:pt x="547" y="1761"/>
                  </a:cubicBezTo>
                  <a:cubicBezTo>
                    <a:pt x="515" y="1622"/>
                    <a:pt x="473" y="1488"/>
                    <a:pt x="430" y="1357"/>
                  </a:cubicBezTo>
                  <a:cubicBezTo>
                    <a:pt x="346" y="1094"/>
                    <a:pt x="310" y="840"/>
                    <a:pt x="217" y="587"/>
                  </a:cubicBezTo>
                  <a:cubicBezTo>
                    <a:pt x="176" y="476"/>
                    <a:pt x="118" y="350"/>
                    <a:pt x="74" y="222"/>
                  </a:cubicBezTo>
                  <a:cubicBezTo>
                    <a:pt x="63" y="187"/>
                    <a:pt x="51" y="153"/>
                    <a:pt x="42" y="118"/>
                  </a:cubicBezTo>
                  <a:cubicBezTo>
                    <a:pt x="29" y="78"/>
                    <a:pt x="20" y="39"/>
                    <a:pt x="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1"/>
            <p:cNvSpPr/>
            <p:nvPr/>
          </p:nvSpPr>
          <p:spPr>
            <a:xfrm>
              <a:off x="2190096" y="1760387"/>
              <a:ext cx="31914" cy="80407"/>
            </a:xfrm>
            <a:custGeom>
              <a:rect b="b" l="l" r="r" t="t"/>
              <a:pathLst>
                <a:path extrusionOk="0" h="2842" w="1128">
                  <a:moveTo>
                    <a:pt x="16" y="1"/>
                  </a:moveTo>
                  <a:cubicBezTo>
                    <a:pt x="0" y="27"/>
                    <a:pt x="6" y="79"/>
                    <a:pt x="13" y="123"/>
                  </a:cubicBezTo>
                  <a:cubicBezTo>
                    <a:pt x="16" y="146"/>
                    <a:pt x="24" y="168"/>
                    <a:pt x="29" y="182"/>
                  </a:cubicBezTo>
                  <a:cubicBezTo>
                    <a:pt x="79" y="349"/>
                    <a:pt x="128" y="517"/>
                    <a:pt x="179" y="684"/>
                  </a:cubicBezTo>
                  <a:cubicBezTo>
                    <a:pt x="210" y="764"/>
                    <a:pt x="239" y="844"/>
                    <a:pt x="269" y="924"/>
                  </a:cubicBezTo>
                  <a:cubicBezTo>
                    <a:pt x="277" y="940"/>
                    <a:pt x="282" y="959"/>
                    <a:pt x="290" y="975"/>
                  </a:cubicBezTo>
                  <a:cubicBezTo>
                    <a:pt x="333" y="1091"/>
                    <a:pt x="378" y="1207"/>
                    <a:pt x="422" y="1324"/>
                  </a:cubicBezTo>
                  <a:cubicBezTo>
                    <a:pt x="466" y="1438"/>
                    <a:pt x="511" y="1553"/>
                    <a:pt x="557" y="1665"/>
                  </a:cubicBezTo>
                  <a:cubicBezTo>
                    <a:pt x="602" y="1780"/>
                    <a:pt x="649" y="1895"/>
                    <a:pt x="697" y="2008"/>
                  </a:cubicBezTo>
                  <a:cubicBezTo>
                    <a:pt x="743" y="2122"/>
                    <a:pt x="791" y="2234"/>
                    <a:pt x="841" y="2343"/>
                  </a:cubicBezTo>
                  <a:cubicBezTo>
                    <a:pt x="844" y="2350"/>
                    <a:pt x="848" y="2357"/>
                    <a:pt x="851" y="2367"/>
                  </a:cubicBezTo>
                  <a:cubicBezTo>
                    <a:pt x="851" y="2369"/>
                    <a:pt x="852" y="2369"/>
                    <a:pt x="852" y="2373"/>
                  </a:cubicBezTo>
                  <a:cubicBezTo>
                    <a:pt x="865" y="2397"/>
                    <a:pt x="879" y="2429"/>
                    <a:pt x="893" y="2465"/>
                  </a:cubicBezTo>
                  <a:cubicBezTo>
                    <a:pt x="896" y="2476"/>
                    <a:pt x="903" y="2491"/>
                    <a:pt x="909" y="2503"/>
                  </a:cubicBezTo>
                  <a:cubicBezTo>
                    <a:pt x="921" y="2526"/>
                    <a:pt x="929" y="2549"/>
                    <a:pt x="940" y="2572"/>
                  </a:cubicBezTo>
                  <a:cubicBezTo>
                    <a:pt x="957" y="2603"/>
                    <a:pt x="969" y="2635"/>
                    <a:pt x="983" y="2661"/>
                  </a:cubicBezTo>
                  <a:cubicBezTo>
                    <a:pt x="998" y="2687"/>
                    <a:pt x="1012" y="2711"/>
                    <a:pt x="1025" y="2732"/>
                  </a:cubicBezTo>
                  <a:cubicBezTo>
                    <a:pt x="1033" y="2744"/>
                    <a:pt x="1038" y="2754"/>
                    <a:pt x="1046" y="2763"/>
                  </a:cubicBezTo>
                  <a:cubicBezTo>
                    <a:pt x="1053" y="2773"/>
                    <a:pt x="1060" y="2782"/>
                    <a:pt x="1066" y="2791"/>
                  </a:cubicBezTo>
                  <a:cubicBezTo>
                    <a:pt x="1081" y="2811"/>
                    <a:pt x="1097" y="2824"/>
                    <a:pt x="1111" y="2833"/>
                  </a:cubicBezTo>
                  <a:cubicBezTo>
                    <a:pt x="1117" y="2839"/>
                    <a:pt x="1121" y="2840"/>
                    <a:pt x="1127" y="2841"/>
                  </a:cubicBezTo>
                  <a:lnTo>
                    <a:pt x="1127" y="2747"/>
                  </a:lnTo>
                  <a:cubicBezTo>
                    <a:pt x="1097" y="2654"/>
                    <a:pt x="1063" y="2562"/>
                    <a:pt x="1031" y="2466"/>
                  </a:cubicBezTo>
                  <a:cubicBezTo>
                    <a:pt x="959" y="2296"/>
                    <a:pt x="884" y="2129"/>
                    <a:pt x="807" y="1955"/>
                  </a:cubicBezTo>
                  <a:cubicBezTo>
                    <a:pt x="697" y="1703"/>
                    <a:pt x="566" y="1438"/>
                    <a:pt x="455" y="1185"/>
                  </a:cubicBezTo>
                  <a:cubicBezTo>
                    <a:pt x="441" y="1153"/>
                    <a:pt x="428" y="1120"/>
                    <a:pt x="415" y="1088"/>
                  </a:cubicBezTo>
                  <a:cubicBezTo>
                    <a:pt x="375" y="989"/>
                    <a:pt x="342" y="895"/>
                    <a:pt x="306" y="799"/>
                  </a:cubicBezTo>
                  <a:cubicBezTo>
                    <a:pt x="288" y="755"/>
                    <a:pt x="271" y="707"/>
                    <a:pt x="252" y="662"/>
                  </a:cubicBezTo>
                  <a:cubicBezTo>
                    <a:pt x="223" y="594"/>
                    <a:pt x="184" y="514"/>
                    <a:pt x="147" y="429"/>
                  </a:cubicBezTo>
                  <a:cubicBezTo>
                    <a:pt x="125" y="380"/>
                    <a:pt x="107" y="332"/>
                    <a:pt x="88" y="281"/>
                  </a:cubicBezTo>
                  <a:cubicBezTo>
                    <a:pt x="82" y="274"/>
                    <a:pt x="80" y="267"/>
                    <a:pt x="79" y="259"/>
                  </a:cubicBezTo>
                  <a:cubicBezTo>
                    <a:pt x="59" y="203"/>
                    <a:pt x="43" y="147"/>
                    <a:pt x="31" y="94"/>
                  </a:cubicBezTo>
                  <a:cubicBezTo>
                    <a:pt x="28" y="82"/>
                    <a:pt x="27" y="70"/>
                    <a:pt x="24" y="57"/>
                  </a:cubicBezTo>
                  <a:cubicBezTo>
                    <a:pt x="21" y="37"/>
                    <a:pt x="19" y="21"/>
                    <a:pt x="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1"/>
            <p:cNvSpPr/>
            <p:nvPr/>
          </p:nvSpPr>
          <p:spPr>
            <a:xfrm>
              <a:off x="1974938" y="1764574"/>
              <a:ext cx="10383" cy="62328"/>
            </a:xfrm>
            <a:custGeom>
              <a:rect b="b" l="l" r="r" t="t"/>
              <a:pathLst>
                <a:path extrusionOk="0" h="2203" w="367">
                  <a:moveTo>
                    <a:pt x="214" y="1"/>
                  </a:moveTo>
                  <a:cubicBezTo>
                    <a:pt x="176" y="62"/>
                    <a:pt x="231" y="433"/>
                    <a:pt x="204" y="556"/>
                  </a:cubicBezTo>
                  <a:cubicBezTo>
                    <a:pt x="122" y="930"/>
                    <a:pt x="188" y="1379"/>
                    <a:pt x="96" y="1732"/>
                  </a:cubicBezTo>
                  <a:cubicBezTo>
                    <a:pt x="64" y="1856"/>
                    <a:pt x="0" y="2078"/>
                    <a:pt x="52" y="2202"/>
                  </a:cubicBezTo>
                  <a:cubicBezTo>
                    <a:pt x="71" y="2195"/>
                    <a:pt x="64" y="2201"/>
                    <a:pt x="74" y="2192"/>
                  </a:cubicBezTo>
                  <a:cubicBezTo>
                    <a:pt x="198" y="2141"/>
                    <a:pt x="198" y="1885"/>
                    <a:pt x="234" y="1743"/>
                  </a:cubicBezTo>
                  <a:cubicBezTo>
                    <a:pt x="285" y="1559"/>
                    <a:pt x="366" y="1167"/>
                    <a:pt x="321" y="953"/>
                  </a:cubicBezTo>
                  <a:lnTo>
                    <a:pt x="321" y="760"/>
                  </a:lnTo>
                  <a:cubicBezTo>
                    <a:pt x="285" y="507"/>
                    <a:pt x="250" y="255"/>
                    <a:pt x="2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1"/>
            <p:cNvSpPr/>
            <p:nvPr/>
          </p:nvSpPr>
          <p:spPr>
            <a:xfrm>
              <a:off x="1964470" y="1764631"/>
              <a:ext cx="12618" cy="43259"/>
            </a:xfrm>
            <a:custGeom>
              <a:rect b="b" l="l" r="r" t="t"/>
              <a:pathLst>
                <a:path extrusionOk="0" h="1529" w="446">
                  <a:moveTo>
                    <a:pt x="30" y="0"/>
                  </a:moveTo>
                  <a:cubicBezTo>
                    <a:pt x="1" y="44"/>
                    <a:pt x="65" y="316"/>
                    <a:pt x="82" y="374"/>
                  </a:cubicBezTo>
                  <a:cubicBezTo>
                    <a:pt x="180" y="685"/>
                    <a:pt x="254" y="1009"/>
                    <a:pt x="371" y="1294"/>
                  </a:cubicBezTo>
                  <a:cubicBezTo>
                    <a:pt x="402" y="1368"/>
                    <a:pt x="399" y="1470"/>
                    <a:pt x="446" y="1528"/>
                  </a:cubicBezTo>
                  <a:cubicBezTo>
                    <a:pt x="441" y="1427"/>
                    <a:pt x="415" y="1309"/>
                    <a:pt x="393" y="1217"/>
                  </a:cubicBezTo>
                  <a:cubicBezTo>
                    <a:pt x="369" y="1118"/>
                    <a:pt x="377" y="1035"/>
                    <a:pt x="350" y="939"/>
                  </a:cubicBezTo>
                  <a:cubicBezTo>
                    <a:pt x="257" y="612"/>
                    <a:pt x="168" y="284"/>
                    <a:pt x="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1"/>
            <p:cNvSpPr/>
            <p:nvPr/>
          </p:nvSpPr>
          <p:spPr>
            <a:xfrm>
              <a:off x="1885734" y="1776598"/>
              <a:ext cx="11317" cy="55482"/>
            </a:xfrm>
            <a:custGeom>
              <a:rect b="b" l="l" r="r" t="t"/>
              <a:pathLst>
                <a:path extrusionOk="0" h="1961" w="400">
                  <a:moveTo>
                    <a:pt x="14" y="0"/>
                  </a:moveTo>
                  <a:cubicBezTo>
                    <a:pt x="14" y="2"/>
                    <a:pt x="13" y="2"/>
                    <a:pt x="13" y="5"/>
                  </a:cubicBezTo>
                  <a:cubicBezTo>
                    <a:pt x="13" y="6"/>
                    <a:pt x="10" y="8"/>
                    <a:pt x="8" y="12"/>
                  </a:cubicBezTo>
                  <a:cubicBezTo>
                    <a:pt x="8" y="16"/>
                    <a:pt x="7" y="22"/>
                    <a:pt x="5" y="29"/>
                  </a:cubicBezTo>
                  <a:cubicBezTo>
                    <a:pt x="2" y="35"/>
                    <a:pt x="2" y="43"/>
                    <a:pt x="2" y="50"/>
                  </a:cubicBezTo>
                  <a:cubicBezTo>
                    <a:pt x="1" y="67"/>
                    <a:pt x="1" y="88"/>
                    <a:pt x="2" y="111"/>
                  </a:cubicBezTo>
                  <a:cubicBezTo>
                    <a:pt x="2" y="124"/>
                    <a:pt x="5" y="138"/>
                    <a:pt x="7" y="154"/>
                  </a:cubicBezTo>
                  <a:cubicBezTo>
                    <a:pt x="8" y="169"/>
                    <a:pt x="8" y="184"/>
                    <a:pt x="13" y="201"/>
                  </a:cubicBezTo>
                  <a:cubicBezTo>
                    <a:pt x="14" y="217"/>
                    <a:pt x="14" y="233"/>
                    <a:pt x="17" y="248"/>
                  </a:cubicBezTo>
                  <a:lnTo>
                    <a:pt x="29" y="307"/>
                  </a:lnTo>
                  <a:cubicBezTo>
                    <a:pt x="31" y="341"/>
                    <a:pt x="39" y="373"/>
                    <a:pt x="45" y="400"/>
                  </a:cubicBezTo>
                  <a:cubicBezTo>
                    <a:pt x="49" y="416"/>
                    <a:pt x="52" y="434"/>
                    <a:pt x="56" y="448"/>
                  </a:cubicBezTo>
                  <a:cubicBezTo>
                    <a:pt x="58" y="458"/>
                    <a:pt x="59" y="467"/>
                    <a:pt x="61" y="477"/>
                  </a:cubicBezTo>
                  <a:cubicBezTo>
                    <a:pt x="63" y="486"/>
                    <a:pt x="65" y="493"/>
                    <a:pt x="66" y="499"/>
                  </a:cubicBezTo>
                  <a:cubicBezTo>
                    <a:pt x="72" y="514"/>
                    <a:pt x="74" y="528"/>
                    <a:pt x="78" y="543"/>
                  </a:cubicBezTo>
                  <a:cubicBezTo>
                    <a:pt x="116" y="689"/>
                    <a:pt x="146" y="848"/>
                    <a:pt x="175" y="1004"/>
                  </a:cubicBezTo>
                  <a:cubicBezTo>
                    <a:pt x="189" y="1082"/>
                    <a:pt x="203" y="1162"/>
                    <a:pt x="219" y="1241"/>
                  </a:cubicBezTo>
                  <a:cubicBezTo>
                    <a:pt x="225" y="1277"/>
                    <a:pt x="232" y="1309"/>
                    <a:pt x="239" y="1345"/>
                  </a:cubicBezTo>
                  <a:cubicBezTo>
                    <a:pt x="255" y="1419"/>
                    <a:pt x="273" y="1495"/>
                    <a:pt x="292" y="1568"/>
                  </a:cubicBezTo>
                  <a:cubicBezTo>
                    <a:pt x="293" y="1576"/>
                    <a:pt x="296" y="1585"/>
                    <a:pt x="299" y="1597"/>
                  </a:cubicBezTo>
                  <a:cubicBezTo>
                    <a:pt x="303" y="1607"/>
                    <a:pt x="305" y="1619"/>
                    <a:pt x="309" y="1629"/>
                  </a:cubicBezTo>
                  <a:cubicBezTo>
                    <a:pt x="334" y="1744"/>
                    <a:pt x="335" y="1876"/>
                    <a:pt x="396" y="1960"/>
                  </a:cubicBezTo>
                  <a:cubicBezTo>
                    <a:pt x="399" y="1834"/>
                    <a:pt x="396" y="1713"/>
                    <a:pt x="386" y="1598"/>
                  </a:cubicBezTo>
                  <a:cubicBezTo>
                    <a:pt x="379" y="1511"/>
                    <a:pt x="369" y="1424"/>
                    <a:pt x="356" y="1339"/>
                  </a:cubicBezTo>
                  <a:cubicBezTo>
                    <a:pt x="348" y="1294"/>
                    <a:pt x="340" y="1249"/>
                    <a:pt x="330" y="1206"/>
                  </a:cubicBezTo>
                  <a:cubicBezTo>
                    <a:pt x="322" y="1161"/>
                    <a:pt x="314" y="1118"/>
                    <a:pt x="303" y="1075"/>
                  </a:cubicBezTo>
                  <a:cubicBezTo>
                    <a:pt x="283" y="990"/>
                    <a:pt x="261" y="909"/>
                    <a:pt x="238" y="831"/>
                  </a:cubicBezTo>
                  <a:cubicBezTo>
                    <a:pt x="225" y="793"/>
                    <a:pt x="216" y="756"/>
                    <a:pt x="210" y="720"/>
                  </a:cubicBezTo>
                  <a:cubicBezTo>
                    <a:pt x="205" y="695"/>
                    <a:pt x="199" y="669"/>
                    <a:pt x="196" y="644"/>
                  </a:cubicBezTo>
                  <a:cubicBezTo>
                    <a:pt x="187" y="598"/>
                    <a:pt x="180" y="551"/>
                    <a:pt x="167" y="506"/>
                  </a:cubicBezTo>
                  <a:cubicBezTo>
                    <a:pt x="162" y="489"/>
                    <a:pt x="158" y="474"/>
                    <a:pt x="152" y="458"/>
                  </a:cubicBezTo>
                  <a:cubicBezTo>
                    <a:pt x="146" y="448"/>
                    <a:pt x="143" y="435"/>
                    <a:pt x="139" y="422"/>
                  </a:cubicBezTo>
                  <a:cubicBezTo>
                    <a:pt x="109" y="335"/>
                    <a:pt x="71" y="245"/>
                    <a:pt x="45" y="152"/>
                  </a:cubicBezTo>
                  <a:cubicBezTo>
                    <a:pt x="36" y="121"/>
                    <a:pt x="27" y="89"/>
                    <a:pt x="23" y="60"/>
                  </a:cubicBezTo>
                  <a:cubicBezTo>
                    <a:pt x="17" y="41"/>
                    <a:pt x="16" y="21"/>
                    <a:pt x="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1"/>
            <p:cNvSpPr/>
            <p:nvPr/>
          </p:nvSpPr>
          <p:spPr>
            <a:xfrm>
              <a:off x="1952587" y="1797195"/>
              <a:ext cx="18220" cy="55680"/>
            </a:xfrm>
            <a:custGeom>
              <a:rect b="b" l="l" r="r" t="t"/>
              <a:pathLst>
                <a:path extrusionOk="0" h="1968" w="644">
                  <a:moveTo>
                    <a:pt x="25" y="1"/>
                  </a:moveTo>
                  <a:cubicBezTo>
                    <a:pt x="15" y="4"/>
                    <a:pt x="8" y="4"/>
                    <a:pt x="1" y="4"/>
                  </a:cubicBezTo>
                  <a:cubicBezTo>
                    <a:pt x="30" y="121"/>
                    <a:pt x="57" y="238"/>
                    <a:pt x="86" y="356"/>
                  </a:cubicBezTo>
                  <a:cubicBezTo>
                    <a:pt x="210" y="726"/>
                    <a:pt x="316" y="1125"/>
                    <a:pt x="461" y="1476"/>
                  </a:cubicBezTo>
                  <a:cubicBezTo>
                    <a:pt x="509" y="1597"/>
                    <a:pt x="546" y="1715"/>
                    <a:pt x="589" y="1830"/>
                  </a:cubicBezTo>
                  <a:cubicBezTo>
                    <a:pt x="608" y="1876"/>
                    <a:pt x="607" y="1932"/>
                    <a:pt x="633" y="1968"/>
                  </a:cubicBezTo>
                  <a:cubicBezTo>
                    <a:pt x="643" y="1591"/>
                    <a:pt x="480" y="1091"/>
                    <a:pt x="367" y="813"/>
                  </a:cubicBezTo>
                  <a:cubicBezTo>
                    <a:pt x="245" y="520"/>
                    <a:pt x="188" y="246"/>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1"/>
            <p:cNvSpPr/>
            <p:nvPr/>
          </p:nvSpPr>
          <p:spPr>
            <a:xfrm>
              <a:off x="2189304" y="1800279"/>
              <a:ext cx="368" cy="651"/>
            </a:xfrm>
            <a:custGeom>
              <a:rect b="b" l="l" r="r" t="t"/>
              <a:pathLst>
                <a:path extrusionOk="0" h="23" w="13">
                  <a:moveTo>
                    <a:pt x="12" y="1"/>
                  </a:moveTo>
                  <a:cubicBezTo>
                    <a:pt x="5" y="11"/>
                    <a:pt x="7" y="7"/>
                    <a:pt x="5" y="12"/>
                  </a:cubicBezTo>
                  <a:cubicBezTo>
                    <a:pt x="5" y="14"/>
                    <a:pt x="4" y="18"/>
                    <a:pt x="1" y="21"/>
                  </a:cubicBezTo>
                  <a:lnTo>
                    <a:pt x="1" y="23"/>
                  </a:lnTo>
                  <a:lnTo>
                    <a:pt x="12" y="23"/>
                  </a:lnTo>
                  <a:lnTo>
                    <a:pt x="1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
            <p:cNvSpPr/>
            <p:nvPr/>
          </p:nvSpPr>
          <p:spPr>
            <a:xfrm>
              <a:off x="2189530" y="1801099"/>
              <a:ext cx="20455" cy="59386"/>
            </a:xfrm>
            <a:custGeom>
              <a:rect b="b" l="l" r="r" t="t"/>
              <a:pathLst>
                <a:path extrusionOk="0" h="2099" w="723">
                  <a:moveTo>
                    <a:pt x="15" y="1"/>
                  </a:moveTo>
                  <a:lnTo>
                    <a:pt x="15" y="1"/>
                  </a:lnTo>
                  <a:cubicBezTo>
                    <a:pt x="0" y="28"/>
                    <a:pt x="13" y="101"/>
                    <a:pt x="26" y="140"/>
                  </a:cubicBezTo>
                  <a:cubicBezTo>
                    <a:pt x="36" y="170"/>
                    <a:pt x="47" y="202"/>
                    <a:pt x="54" y="231"/>
                  </a:cubicBezTo>
                  <a:cubicBezTo>
                    <a:pt x="71" y="289"/>
                    <a:pt x="87" y="350"/>
                    <a:pt x="106" y="412"/>
                  </a:cubicBezTo>
                  <a:cubicBezTo>
                    <a:pt x="112" y="436"/>
                    <a:pt x="119" y="459"/>
                    <a:pt x="127" y="481"/>
                  </a:cubicBezTo>
                  <a:cubicBezTo>
                    <a:pt x="128" y="488"/>
                    <a:pt x="129" y="497"/>
                    <a:pt x="134" y="504"/>
                  </a:cubicBezTo>
                  <a:cubicBezTo>
                    <a:pt x="247" y="848"/>
                    <a:pt x="359" y="1221"/>
                    <a:pt x="475" y="1573"/>
                  </a:cubicBezTo>
                  <a:cubicBezTo>
                    <a:pt x="516" y="1699"/>
                    <a:pt x="545" y="1823"/>
                    <a:pt x="582" y="1936"/>
                  </a:cubicBezTo>
                  <a:cubicBezTo>
                    <a:pt x="582" y="1945"/>
                    <a:pt x="585" y="1951"/>
                    <a:pt x="586" y="1956"/>
                  </a:cubicBezTo>
                  <a:lnTo>
                    <a:pt x="592" y="2000"/>
                  </a:lnTo>
                  <a:cubicBezTo>
                    <a:pt x="592" y="2017"/>
                    <a:pt x="592" y="2032"/>
                    <a:pt x="595" y="2044"/>
                  </a:cubicBezTo>
                  <a:cubicBezTo>
                    <a:pt x="596" y="2057"/>
                    <a:pt x="600" y="2070"/>
                    <a:pt x="603" y="2081"/>
                  </a:cubicBezTo>
                  <a:cubicBezTo>
                    <a:pt x="608" y="2087"/>
                    <a:pt x="609" y="2094"/>
                    <a:pt x="614" y="2099"/>
                  </a:cubicBezTo>
                  <a:lnTo>
                    <a:pt x="624" y="2087"/>
                  </a:lnTo>
                  <a:cubicBezTo>
                    <a:pt x="723" y="1887"/>
                    <a:pt x="615" y="1581"/>
                    <a:pt x="548" y="1401"/>
                  </a:cubicBezTo>
                  <a:cubicBezTo>
                    <a:pt x="435" y="1097"/>
                    <a:pt x="364" y="801"/>
                    <a:pt x="238" y="514"/>
                  </a:cubicBezTo>
                  <a:cubicBezTo>
                    <a:pt x="167" y="348"/>
                    <a:pt x="58" y="184"/>
                    <a:pt x="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
            <p:cNvSpPr/>
            <p:nvPr/>
          </p:nvSpPr>
          <p:spPr>
            <a:xfrm>
              <a:off x="1877897" y="1812133"/>
              <a:ext cx="7865" cy="37516"/>
            </a:xfrm>
            <a:custGeom>
              <a:rect b="b" l="l" r="r" t="t"/>
              <a:pathLst>
                <a:path extrusionOk="0" h="1326" w="278">
                  <a:moveTo>
                    <a:pt x="12" y="1"/>
                  </a:moveTo>
                  <a:cubicBezTo>
                    <a:pt x="0" y="17"/>
                    <a:pt x="2" y="60"/>
                    <a:pt x="8" y="112"/>
                  </a:cubicBezTo>
                  <a:cubicBezTo>
                    <a:pt x="9" y="127"/>
                    <a:pt x="9" y="146"/>
                    <a:pt x="13" y="162"/>
                  </a:cubicBezTo>
                  <a:cubicBezTo>
                    <a:pt x="15" y="178"/>
                    <a:pt x="16" y="195"/>
                    <a:pt x="21" y="211"/>
                  </a:cubicBezTo>
                  <a:cubicBezTo>
                    <a:pt x="22" y="227"/>
                    <a:pt x="24" y="243"/>
                    <a:pt x="28" y="258"/>
                  </a:cubicBezTo>
                  <a:cubicBezTo>
                    <a:pt x="31" y="272"/>
                    <a:pt x="34" y="285"/>
                    <a:pt x="35" y="297"/>
                  </a:cubicBezTo>
                  <a:cubicBezTo>
                    <a:pt x="38" y="312"/>
                    <a:pt x="41" y="323"/>
                    <a:pt x="42" y="331"/>
                  </a:cubicBezTo>
                  <a:cubicBezTo>
                    <a:pt x="44" y="338"/>
                    <a:pt x="45" y="345"/>
                    <a:pt x="45" y="351"/>
                  </a:cubicBezTo>
                  <a:cubicBezTo>
                    <a:pt x="48" y="352"/>
                    <a:pt x="48" y="355"/>
                    <a:pt x="48" y="357"/>
                  </a:cubicBezTo>
                  <a:cubicBezTo>
                    <a:pt x="50" y="364"/>
                    <a:pt x="50" y="371"/>
                    <a:pt x="51" y="377"/>
                  </a:cubicBezTo>
                  <a:cubicBezTo>
                    <a:pt x="51" y="379"/>
                    <a:pt x="53" y="380"/>
                    <a:pt x="51" y="381"/>
                  </a:cubicBezTo>
                  <a:cubicBezTo>
                    <a:pt x="58" y="406"/>
                    <a:pt x="60" y="428"/>
                    <a:pt x="63" y="450"/>
                  </a:cubicBezTo>
                  <a:cubicBezTo>
                    <a:pt x="74" y="546"/>
                    <a:pt x="79" y="640"/>
                    <a:pt x="85" y="735"/>
                  </a:cubicBezTo>
                  <a:cubicBezTo>
                    <a:pt x="86" y="758"/>
                    <a:pt x="86" y="780"/>
                    <a:pt x="89" y="803"/>
                  </a:cubicBezTo>
                  <a:cubicBezTo>
                    <a:pt x="92" y="828"/>
                    <a:pt x="95" y="850"/>
                    <a:pt x="99" y="873"/>
                  </a:cubicBezTo>
                  <a:cubicBezTo>
                    <a:pt x="102" y="896"/>
                    <a:pt x="108" y="919"/>
                    <a:pt x="111" y="941"/>
                  </a:cubicBezTo>
                  <a:cubicBezTo>
                    <a:pt x="117" y="967"/>
                    <a:pt x="122" y="991"/>
                    <a:pt x="130" y="1014"/>
                  </a:cubicBezTo>
                  <a:cubicBezTo>
                    <a:pt x="165" y="1129"/>
                    <a:pt x="233" y="1223"/>
                    <a:pt x="268" y="1325"/>
                  </a:cubicBezTo>
                  <a:lnTo>
                    <a:pt x="278" y="1325"/>
                  </a:lnTo>
                  <a:lnTo>
                    <a:pt x="278" y="1293"/>
                  </a:lnTo>
                  <a:cubicBezTo>
                    <a:pt x="271" y="1283"/>
                    <a:pt x="268" y="1273"/>
                    <a:pt x="262" y="1265"/>
                  </a:cubicBezTo>
                  <a:cubicBezTo>
                    <a:pt x="256" y="1254"/>
                    <a:pt x="253" y="1242"/>
                    <a:pt x="250" y="1229"/>
                  </a:cubicBezTo>
                  <a:cubicBezTo>
                    <a:pt x="240" y="1193"/>
                    <a:pt x="236" y="1149"/>
                    <a:pt x="234" y="1104"/>
                  </a:cubicBezTo>
                  <a:cubicBezTo>
                    <a:pt x="231" y="1055"/>
                    <a:pt x="231" y="1004"/>
                    <a:pt x="227" y="954"/>
                  </a:cubicBezTo>
                  <a:cubicBezTo>
                    <a:pt x="227" y="932"/>
                    <a:pt x="227" y="915"/>
                    <a:pt x="224" y="895"/>
                  </a:cubicBezTo>
                  <a:cubicBezTo>
                    <a:pt x="223" y="876"/>
                    <a:pt x="220" y="858"/>
                    <a:pt x="217" y="842"/>
                  </a:cubicBezTo>
                  <a:cubicBezTo>
                    <a:pt x="217" y="835"/>
                    <a:pt x="214" y="828"/>
                    <a:pt x="213" y="822"/>
                  </a:cubicBezTo>
                  <a:cubicBezTo>
                    <a:pt x="182" y="685"/>
                    <a:pt x="173" y="540"/>
                    <a:pt x="130" y="403"/>
                  </a:cubicBezTo>
                  <a:cubicBezTo>
                    <a:pt x="109" y="348"/>
                    <a:pt x="86" y="285"/>
                    <a:pt x="66" y="222"/>
                  </a:cubicBezTo>
                  <a:cubicBezTo>
                    <a:pt x="58" y="203"/>
                    <a:pt x="50" y="181"/>
                    <a:pt x="45" y="159"/>
                  </a:cubicBezTo>
                  <a:cubicBezTo>
                    <a:pt x="41" y="146"/>
                    <a:pt x="37" y="133"/>
                    <a:pt x="34" y="120"/>
                  </a:cubicBezTo>
                  <a:cubicBezTo>
                    <a:pt x="24" y="80"/>
                    <a:pt x="15" y="40"/>
                    <a:pt x="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1"/>
            <p:cNvSpPr/>
            <p:nvPr/>
          </p:nvSpPr>
          <p:spPr>
            <a:xfrm>
              <a:off x="1950692" y="1823534"/>
              <a:ext cx="11600" cy="34545"/>
            </a:xfrm>
            <a:custGeom>
              <a:rect b="b" l="l" r="r" t="t"/>
              <a:pathLst>
                <a:path extrusionOk="0" h="1221" w="410">
                  <a:moveTo>
                    <a:pt x="27" y="0"/>
                  </a:moveTo>
                  <a:cubicBezTo>
                    <a:pt x="1" y="42"/>
                    <a:pt x="85" y="279"/>
                    <a:pt x="101" y="332"/>
                  </a:cubicBezTo>
                  <a:cubicBezTo>
                    <a:pt x="159" y="509"/>
                    <a:pt x="169" y="681"/>
                    <a:pt x="230" y="855"/>
                  </a:cubicBezTo>
                  <a:cubicBezTo>
                    <a:pt x="271" y="987"/>
                    <a:pt x="341" y="1105"/>
                    <a:pt x="399" y="1220"/>
                  </a:cubicBezTo>
                  <a:lnTo>
                    <a:pt x="409" y="1220"/>
                  </a:lnTo>
                  <a:lnTo>
                    <a:pt x="409" y="1198"/>
                  </a:lnTo>
                  <a:cubicBezTo>
                    <a:pt x="377" y="1144"/>
                    <a:pt x="403" y="1054"/>
                    <a:pt x="387" y="985"/>
                  </a:cubicBezTo>
                  <a:cubicBezTo>
                    <a:pt x="364" y="883"/>
                    <a:pt x="357" y="774"/>
                    <a:pt x="325" y="673"/>
                  </a:cubicBezTo>
                  <a:cubicBezTo>
                    <a:pt x="278" y="537"/>
                    <a:pt x="230" y="383"/>
                    <a:pt x="165" y="258"/>
                  </a:cubicBezTo>
                  <a:cubicBezTo>
                    <a:pt x="121" y="173"/>
                    <a:pt x="56" y="92"/>
                    <a:pt x="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1"/>
            <p:cNvSpPr/>
            <p:nvPr/>
          </p:nvSpPr>
          <p:spPr>
            <a:xfrm>
              <a:off x="1985236" y="1829617"/>
              <a:ext cx="368" cy="934"/>
            </a:xfrm>
            <a:custGeom>
              <a:rect b="b" l="l" r="r" t="t"/>
              <a:pathLst>
                <a:path extrusionOk="0" h="33" w="13">
                  <a:moveTo>
                    <a:pt x="13" y="0"/>
                  </a:moveTo>
                  <a:cubicBezTo>
                    <a:pt x="5" y="11"/>
                    <a:pt x="5" y="11"/>
                    <a:pt x="1" y="32"/>
                  </a:cubicBezTo>
                  <a:lnTo>
                    <a:pt x="13" y="32"/>
                  </a:lnTo>
                  <a:lnTo>
                    <a:pt x="1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1"/>
            <p:cNvSpPr/>
            <p:nvPr/>
          </p:nvSpPr>
          <p:spPr>
            <a:xfrm>
              <a:off x="1979323" y="1830522"/>
              <a:ext cx="8375" cy="47503"/>
            </a:xfrm>
            <a:custGeom>
              <a:rect b="b" l="l" r="r" t="t"/>
              <a:pathLst>
                <a:path extrusionOk="0" h="1679" w="296">
                  <a:moveTo>
                    <a:pt x="210" y="0"/>
                  </a:moveTo>
                  <a:lnTo>
                    <a:pt x="210" y="0"/>
                  </a:lnTo>
                  <a:cubicBezTo>
                    <a:pt x="153" y="72"/>
                    <a:pt x="155" y="195"/>
                    <a:pt x="124" y="290"/>
                  </a:cubicBezTo>
                  <a:cubicBezTo>
                    <a:pt x="1" y="679"/>
                    <a:pt x="65" y="1081"/>
                    <a:pt x="200" y="1411"/>
                  </a:cubicBezTo>
                  <a:cubicBezTo>
                    <a:pt x="236" y="1498"/>
                    <a:pt x="239" y="1610"/>
                    <a:pt x="296" y="1678"/>
                  </a:cubicBezTo>
                  <a:cubicBezTo>
                    <a:pt x="294" y="1534"/>
                    <a:pt x="261" y="1395"/>
                    <a:pt x="232" y="1273"/>
                  </a:cubicBezTo>
                  <a:cubicBezTo>
                    <a:pt x="204" y="1164"/>
                    <a:pt x="211" y="1047"/>
                    <a:pt x="188" y="943"/>
                  </a:cubicBezTo>
                  <a:lnTo>
                    <a:pt x="188" y="749"/>
                  </a:lnTo>
                  <a:cubicBezTo>
                    <a:pt x="137" y="514"/>
                    <a:pt x="201" y="221"/>
                    <a:pt x="2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1"/>
            <p:cNvSpPr/>
            <p:nvPr/>
          </p:nvSpPr>
          <p:spPr>
            <a:xfrm>
              <a:off x="2181014" y="1831513"/>
              <a:ext cx="7186" cy="36554"/>
            </a:xfrm>
            <a:custGeom>
              <a:rect b="b" l="l" r="r" t="t"/>
              <a:pathLst>
                <a:path extrusionOk="0" h="1292" w="254">
                  <a:moveTo>
                    <a:pt x="35" y="0"/>
                  </a:moveTo>
                  <a:cubicBezTo>
                    <a:pt x="35" y="0"/>
                    <a:pt x="35" y="2"/>
                    <a:pt x="32" y="2"/>
                  </a:cubicBezTo>
                  <a:cubicBezTo>
                    <a:pt x="31" y="5"/>
                    <a:pt x="29" y="12"/>
                    <a:pt x="25" y="15"/>
                  </a:cubicBezTo>
                  <a:cubicBezTo>
                    <a:pt x="18" y="34"/>
                    <a:pt x="13" y="60"/>
                    <a:pt x="9" y="92"/>
                  </a:cubicBezTo>
                  <a:cubicBezTo>
                    <a:pt x="7" y="106"/>
                    <a:pt x="6" y="121"/>
                    <a:pt x="3" y="138"/>
                  </a:cubicBezTo>
                  <a:cubicBezTo>
                    <a:pt x="2" y="153"/>
                    <a:pt x="2" y="167"/>
                    <a:pt x="2" y="182"/>
                  </a:cubicBezTo>
                  <a:cubicBezTo>
                    <a:pt x="0" y="226"/>
                    <a:pt x="0" y="271"/>
                    <a:pt x="3" y="307"/>
                  </a:cubicBezTo>
                  <a:cubicBezTo>
                    <a:pt x="7" y="333"/>
                    <a:pt x="9" y="355"/>
                    <a:pt x="13" y="372"/>
                  </a:cubicBezTo>
                  <a:cubicBezTo>
                    <a:pt x="36" y="474"/>
                    <a:pt x="39" y="583"/>
                    <a:pt x="47" y="692"/>
                  </a:cubicBezTo>
                  <a:cubicBezTo>
                    <a:pt x="47" y="707"/>
                    <a:pt x="50" y="721"/>
                    <a:pt x="51" y="736"/>
                  </a:cubicBezTo>
                  <a:cubicBezTo>
                    <a:pt x="52" y="761"/>
                    <a:pt x="54" y="782"/>
                    <a:pt x="58" y="804"/>
                  </a:cubicBezTo>
                  <a:cubicBezTo>
                    <a:pt x="64" y="838"/>
                    <a:pt x="68" y="873"/>
                    <a:pt x="76" y="908"/>
                  </a:cubicBezTo>
                  <a:cubicBezTo>
                    <a:pt x="93" y="973"/>
                    <a:pt x="109" y="1040"/>
                    <a:pt x="125" y="1104"/>
                  </a:cubicBezTo>
                  <a:cubicBezTo>
                    <a:pt x="138" y="1153"/>
                    <a:pt x="151" y="1200"/>
                    <a:pt x="161" y="1245"/>
                  </a:cubicBezTo>
                  <a:cubicBezTo>
                    <a:pt x="167" y="1259"/>
                    <a:pt x="170" y="1277"/>
                    <a:pt x="175" y="1291"/>
                  </a:cubicBezTo>
                  <a:cubicBezTo>
                    <a:pt x="183" y="1281"/>
                    <a:pt x="180" y="1288"/>
                    <a:pt x="185" y="1271"/>
                  </a:cubicBezTo>
                  <a:cubicBezTo>
                    <a:pt x="191" y="1265"/>
                    <a:pt x="195" y="1259"/>
                    <a:pt x="198" y="1252"/>
                  </a:cubicBezTo>
                  <a:cubicBezTo>
                    <a:pt x="234" y="1182"/>
                    <a:pt x="253" y="1012"/>
                    <a:pt x="225" y="916"/>
                  </a:cubicBezTo>
                  <a:cubicBezTo>
                    <a:pt x="217" y="873"/>
                    <a:pt x="214" y="828"/>
                    <a:pt x="211" y="780"/>
                  </a:cubicBezTo>
                  <a:cubicBezTo>
                    <a:pt x="207" y="733"/>
                    <a:pt x="205" y="684"/>
                    <a:pt x="195" y="640"/>
                  </a:cubicBezTo>
                  <a:cubicBezTo>
                    <a:pt x="167" y="531"/>
                    <a:pt x="145" y="423"/>
                    <a:pt x="122" y="314"/>
                  </a:cubicBezTo>
                  <a:cubicBezTo>
                    <a:pt x="109" y="262"/>
                    <a:pt x="96" y="210"/>
                    <a:pt x="81" y="157"/>
                  </a:cubicBezTo>
                  <a:cubicBezTo>
                    <a:pt x="76" y="130"/>
                    <a:pt x="68" y="104"/>
                    <a:pt x="60" y="77"/>
                  </a:cubicBezTo>
                  <a:cubicBezTo>
                    <a:pt x="52" y="53"/>
                    <a:pt x="44" y="26"/>
                    <a:pt x="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1"/>
            <p:cNvSpPr/>
            <p:nvPr/>
          </p:nvSpPr>
          <p:spPr>
            <a:xfrm>
              <a:off x="1987669" y="1877996"/>
              <a:ext cx="311" cy="651"/>
            </a:xfrm>
            <a:custGeom>
              <a:rect b="b" l="l" r="r" t="t"/>
              <a:pathLst>
                <a:path extrusionOk="0" h="23" w="11">
                  <a:moveTo>
                    <a:pt x="11" y="0"/>
                  </a:moveTo>
                  <a:cubicBezTo>
                    <a:pt x="2" y="12"/>
                    <a:pt x="8" y="5"/>
                    <a:pt x="1" y="22"/>
                  </a:cubicBezTo>
                  <a:lnTo>
                    <a:pt x="11" y="2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1"/>
            <p:cNvSpPr/>
            <p:nvPr/>
          </p:nvSpPr>
          <p:spPr>
            <a:xfrm>
              <a:off x="1962461" y="1887049"/>
              <a:ext cx="34913" cy="43853"/>
            </a:xfrm>
            <a:custGeom>
              <a:rect b="b" l="l" r="r" t="t"/>
              <a:pathLst>
                <a:path extrusionOk="0" h="1550" w="1234">
                  <a:moveTo>
                    <a:pt x="47" y="0"/>
                  </a:moveTo>
                  <a:cubicBezTo>
                    <a:pt x="15" y="20"/>
                    <a:pt x="0" y="92"/>
                    <a:pt x="15" y="151"/>
                  </a:cubicBezTo>
                  <a:cubicBezTo>
                    <a:pt x="44" y="270"/>
                    <a:pt x="114" y="387"/>
                    <a:pt x="175" y="481"/>
                  </a:cubicBezTo>
                  <a:cubicBezTo>
                    <a:pt x="370" y="775"/>
                    <a:pt x="677" y="1095"/>
                    <a:pt x="956" y="1306"/>
                  </a:cubicBezTo>
                  <a:cubicBezTo>
                    <a:pt x="1044" y="1373"/>
                    <a:pt x="1123" y="1512"/>
                    <a:pt x="1233" y="1550"/>
                  </a:cubicBezTo>
                  <a:lnTo>
                    <a:pt x="1233" y="1540"/>
                  </a:lnTo>
                  <a:lnTo>
                    <a:pt x="1222" y="1540"/>
                  </a:lnTo>
                  <a:cubicBezTo>
                    <a:pt x="1164" y="1425"/>
                    <a:pt x="1043" y="1342"/>
                    <a:pt x="966" y="1240"/>
                  </a:cubicBezTo>
                  <a:cubicBezTo>
                    <a:pt x="764" y="971"/>
                    <a:pt x="534" y="733"/>
                    <a:pt x="335" y="459"/>
                  </a:cubicBezTo>
                  <a:cubicBezTo>
                    <a:pt x="243" y="333"/>
                    <a:pt x="66" y="188"/>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1"/>
            <p:cNvSpPr/>
            <p:nvPr/>
          </p:nvSpPr>
          <p:spPr>
            <a:xfrm>
              <a:off x="2237230" y="1897065"/>
              <a:ext cx="15985" cy="35083"/>
            </a:xfrm>
            <a:custGeom>
              <a:rect b="b" l="l" r="r" t="t"/>
              <a:pathLst>
                <a:path extrusionOk="0" h="1240" w="565">
                  <a:moveTo>
                    <a:pt x="62" y="1"/>
                  </a:moveTo>
                  <a:cubicBezTo>
                    <a:pt x="1" y="75"/>
                    <a:pt x="57" y="276"/>
                    <a:pt x="83" y="353"/>
                  </a:cubicBezTo>
                  <a:cubicBezTo>
                    <a:pt x="165" y="603"/>
                    <a:pt x="379" y="1114"/>
                    <a:pt x="565" y="1240"/>
                  </a:cubicBezTo>
                  <a:lnTo>
                    <a:pt x="565" y="1208"/>
                  </a:lnTo>
                  <a:cubicBezTo>
                    <a:pt x="509" y="1128"/>
                    <a:pt x="488" y="968"/>
                    <a:pt x="447" y="876"/>
                  </a:cubicBezTo>
                  <a:cubicBezTo>
                    <a:pt x="354" y="668"/>
                    <a:pt x="239" y="466"/>
                    <a:pt x="146" y="247"/>
                  </a:cubicBezTo>
                  <a:cubicBezTo>
                    <a:pt x="114" y="169"/>
                    <a:pt x="66" y="104"/>
                    <a:pt x="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
            <p:cNvSpPr/>
            <p:nvPr/>
          </p:nvSpPr>
          <p:spPr>
            <a:xfrm>
              <a:off x="1954766" y="1902185"/>
              <a:ext cx="37459" cy="47107"/>
            </a:xfrm>
            <a:custGeom>
              <a:rect b="b" l="l" r="r" t="t"/>
              <a:pathLst>
                <a:path extrusionOk="0" h="1665" w="1324">
                  <a:moveTo>
                    <a:pt x="30" y="0"/>
                  </a:moveTo>
                  <a:lnTo>
                    <a:pt x="30" y="0"/>
                  </a:lnTo>
                  <a:cubicBezTo>
                    <a:pt x="1" y="45"/>
                    <a:pt x="36" y="112"/>
                    <a:pt x="51" y="148"/>
                  </a:cubicBezTo>
                  <a:cubicBezTo>
                    <a:pt x="104" y="276"/>
                    <a:pt x="156" y="374"/>
                    <a:pt x="222" y="480"/>
                  </a:cubicBezTo>
                  <a:cubicBezTo>
                    <a:pt x="437" y="823"/>
                    <a:pt x="661" y="1141"/>
                    <a:pt x="938" y="1419"/>
                  </a:cubicBezTo>
                  <a:cubicBezTo>
                    <a:pt x="1033" y="1514"/>
                    <a:pt x="1136" y="1659"/>
                    <a:pt x="1312" y="1665"/>
                  </a:cubicBezTo>
                  <a:cubicBezTo>
                    <a:pt x="1318" y="1647"/>
                    <a:pt x="1319" y="1646"/>
                    <a:pt x="1324" y="1621"/>
                  </a:cubicBezTo>
                  <a:cubicBezTo>
                    <a:pt x="1225" y="1557"/>
                    <a:pt x="1100" y="1371"/>
                    <a:pt x="1024" y="1272"/>
                  </a:cubicBezTo>
                  <a:cubicBezTo>
                    <a:pt x="954" y="1181"/>
                    <a:pt x="847" y="1108"/>
                    <a:pt x="778" y="1015"/>
                  </a:cubicBezTo>
                  <a:cubicBezTo>
                    <a:pt x="633" y="823"/>
                    <a:pt x="482" y="647"/>
                    <a:pt x="341" y="448"/>
                  </a:cubicBezTo>
                  <a:cubicBezTo>
                    <a:pt x="242" y="313"/>
                    <a:pt x="79" y="176"/>
                    <a:pt x="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1"/>
            <p:cNvSpPr/>
            <p:nvPr/>
          </p:nvSpPr>
          <p:spPr>
            <a:xfrm>
              <a:off x="2222716" y="1904024"/>
              <a:ext cx="19550" cy="45042"/>
            </a:xfrm>
            <a:custGeom>
              <a:rect b="b" l="l" r="r" t="t"/>
              <a:pathLst>
                <a:path extrusionOk="0" h="1592" w="691">
                  <a:moveTo>
                    <a:pt x="60" y="1"/>
                  </a:moveTo>
                  <a:lnTo>
                    <a:pt x="60" y="1"/>
                  </a:lnTo>
                  <a:cubicBezTo>
                    <a:pt x="0" y="75"/>
                    <a:pt x="58" y="373"/>
                    <a:pt x="82" y="448"/>
                  </a:cubicBezTo>
                  <a:cubicBezTo>
                    <a:pt x="179" y="767"/>
                    <a:pt x="309" y="1058"/>
                    <a:pt x="455" y="1325"/>
                  </a:cubicBezTo>
                  <a:cubicBezTo>
                    <a:pt x="505" y="1415"/>
                    <a:pt x="550" y="1585"/>
                    <a:pt x="679" y="1591"/>
                  </a:cubicBezTo>
                  <a:cubicBezTo>
                    <a:pt x="687" y="1569"/>
                    <a:pt x="691" y="1543"/>
                    <a:pt x="691" y="1507"/>
                  </a:cubicBezTo>
                  <a:cubicBezTo>
                    <a:pt x="657" y="1433"/>
                    <a:pt x="627" y="1357"/>
                    <a:pt x="594" y="1283"/>
                  </a:cubicBezTo>
                  <a:cubicBezTo>
                    <a:pt x="474" y="1050"/>
                    <a:pt x="364" y="816"/>
                    <a:pt x="252" y="568"/>
                  </a:cubicBezTo>
                  <a:cubicBezTo>
                    <a:pt x="178" y="397"/>
                    <a:pt x="61" y="235"/>
                    <a:pt x="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1"/>
            <p:cNvSpPr/>
            <p:nvPr/>
          </p:nvSpPr>
          <p:spPr>
            <a:xfrm>
              <a:off x="2203223" y="1916699"/>
              <a:ext cx="20059" cy="33300"/>
            </a:xfrm>
            <a:custGeom>
              <a:rect b="b" l="l" r="r" t="t"/>
              <a:pathLst>
                <a:path extrusionOk="0" h="1177" w="709">
                  <a:moveTo>
                    <a:pt x="76" y="0"/>
                  </a:moveTo>
                  <a:lnTo>
                    <a:pt x="76" y="0"/>
                  </a:lnTo>
                  <a:cubicBezTo>
                    <a:pt x="0" y="64"/>
                    <a:pt x="87" y="279"/>
                    <a:pt x="119" y="354"/>
                  </a:cubicBezTo>
                  <a:cubicBezTo>
                    <a:pt x="214" y="575"/>
                    <a:pt x="340" y="797"/>
                    <a:pt x="473" y="985"/>
                  </a:cubicBezTo>
                  <a:cubicBezTo>
                    <a:pt x="526" y="1062"/>
                    <a:pt x="561" y="1168"/>
                    <a:pt x="686" y="1177"/>
                  </a:cubicBezTo>
                  <a:cubicBezTo>
                    <a:pt x="700" y="1153"/>
                    <a:pt x="705" y="1153"/>
                    <a:pt x="708" y="1113"/>
                  </a:cubicBezTo>
                  <a:cubicBezTo>
                    <a:pt x="669" y="1062"/>
                    <a:pt x="657" y="999"/>
                    <a:pt x="624" y="942"/>
                  </a:cubicBezTo>
                  <a:cubicBezTo>
                    <a:pt x="508" y="755"/>
                    <a:pt x="396" y="566"/>
                    <a:pt x="279" y="375"/>
                  </a:cubicBezTo>
                  <a:cubicBezTo>
                    <a:pt x="214" y="268"/>
                    <a:pt x="87" y="153"/>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1"/>
            <p:cNvSpPr/>
            <p:nvPr/>
          </p:nvSpPr>
          <p:spPr>
            <a:xfrm>
              <a:off x="2186814" y="1922159"/>
              <a:ext cx="18560" cy="28094"/>
            </a:xfrm>
            <a:custGeom>
              <a:rect b="b" l="l" r="r" t="t"/>
              <a:pathLst>
                <a:path extrusionOk="0" h="993" w="656">
                  <a:moveTo>
                    <a:pt x="67" y="1"/>
                  </a:moveTo>
                  <a:lnTo>
                    <a:pt x="67" y="1"/>
                  </a:lnTo>
                  <a:cubicBezTo>
                    <a:pt x="0" y="75"/>
                    <a:pt x="71" y="270"/>
                    <a:pt x="100" y="331"/>
                  </a:cubicBezTo>
                  <a:cubicBezTo>
                    <a:pt x="183" y="520"/>
                    <a:pt x="305" y="697"/>
                    <a:pt x="420" y="854"/>
                  </a:cubicBezTo>
                  <a:cubicBezTo>
                    <a:pt x="472" y="924"/>
                    <a:pt x="506" y="992"/>
                    <a:pt x="626" y="992"/>
                  </a:cubicBezTo>
                  <a:cubicBezTo>
                    <a:pt x="629" y="992"/>
                    <a:pt x="631" y="992"/>
                    <a:pt x="634" y="992"/>
                  </a:cubicBezTo>
                  <a:cubicBezTo>
                    <a:pt x="646" y="975"/>
                    <a:pt x="647" y="975"/>
                    <a:pt x="656" y="949"/>
                  </a:cubicBezTo>
                  <a:cubicBezTo>
                    <a:pt x="609" y="902"/>
                    <a:pt x="587" y="835"/>
                    <a:pt x="550" y="779"/>
                  </a:cubicBezTo>
                  <a:cubicBezTo>
                    <a:pt x="448" y="627"/>
                    <a:pt x="343" y="476"/>
                    <a:pt x="239" y="321"/>
                  </a:cubicBezTo>
                  <a:cubicBezTo>
                    <a:pt x="175" y="226"/>
                    <a:pt x="77" y="145"/>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1"/>
            <p:cNvSpPr/>
            <p:nvPr/>
          </p:nvSpPr>
          <p:spPr>
            <a:xfrm>
              <a:off x="1952559" y="1925441"/>
              <a:ext cx="21814" cy="22493"/>
            </a:xfrm>
            <a:custGeom>
              <a:rect b="b" l="l" r="r" t="t"/>
              <a:pathLst>
                <a:path extrusionOk="0" h="795" w="771">
                  <a:moveTo>
                    <a:pt x="44" y="1"/>
                  </a:moveTo>
                  <a:cubicBezTo>
                    <a:pt x="0" y="80"/>
                    <a:pt x="128" y="210"/>
                    <a:pt x="161" y="257"/>
                  </a:cubicBezTo>
                  <a:cubicBezTo>
                    <a:pt x="263" y="397"/>
                    <a:pt x="522" y="795"/>
                    <a:pt x="740" y="795"/>
                  </a:cubicBezTo>
                  <a:cubicBezTo>
                    <a:pt x="750" y="795"/>
                    <a:pt x="761" y="794"/>
                    <a:pt x="771" y="792"/>
                  </a:cubicBezTo>
                  <a:lnTo>
                    <a:pt x="771" y="780"/>
                  </a:lnTo>
                  <a:cubicBezTo>
                    <a:pt x="736" y="744"/>
                    <a:pt x="726" y="695"/>
                    <a:pt x="697" y="651"/>
                  </a:cubicBezTo>
                  <a:cubicBezTo>
                    <a:pt x="622" y="548"/>
                    <a:pt x="521" y="444"/>
                    <a:pt x="429" y="353"/>
                  </a:cubicBezTo>
                  <a:cubicBezTo>
                    <a:pt x="346" y="270"/>
                    <a:pt x="256" y="168"/>
                    <a:pt x="161" y="97"/>
                  </a:cubicBezTo>
                  <a:cubicBezTo>
                    <a:pt x="116" y="62"/>
                    <a:pt x="77" y="48"/>
                    <a:pt x="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1"/>
            <p:cNvSpPr/>
            <p:nvPr/>
          </p:nvSpPr>
          <p:spPr>
            <a:xfrm>
              <a:off x="2169471" y="1927308"/>
              <a:ext cx="14514" cy="21446"/>
            </a:xfrm>
            <a:custGeom>
              <a:rect b="b" l="l" r="r" t="t"/>
              <a:pathLst>
                <a:path extrusionOk="0" h="758" w="513">
                  <a:moveTo>
                    <a:pt x="40" y="0"/>
                  </a:moveTo>
                  <a:lnTo>
                    <a:pt x="40" y="0"/>
                  </a:lnTo>
                  <a:cubicBezTo>
                    <a:pt x="1" y="64"/>
                    <a:pt x="65" y="198"/>
                    <a:pt x="84" y="246"/>
                  </a:cubicBezTo>
                  <a:cubicBezTo>
                    <a:pt x="146" y="408"/>
                    <a:pt x="287" y="745"/>
                    <a:pt x="481" y="758"/>
                  </a:cubicBezTo>
                  <a:cubicBezTo>
                    <a:pt x="491" y="749"/>
                    <a:pt x="484" y="755"/>
                    <a:pt x="503" y="748"/>
                  </a:cubicBezTo>
                  <a:cubicBezTo>
                    <a:pt x="510" y="729"/>
                    <a:pt x="511" y="713"/>
                    <a:pt x="513" y="684"/>
                  </a:cubicBezTo>
                  <a:cubicBezTo>
                    <a:pt x="436" y="607"/>
                    <a:pt x="386" y="495"/>
                    <a:pt x="321" y="406"/>
                  </a:cubicBezTo>
                  <a:cubicBezTo>
                    <a:pt x="229" y="287"/>
                    <a:pt x="65" y="173"/>
                    <a:pt x="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1"/>
            <p:cNvSpPr/>
            <p:nvPr/>
          </p:nvSpPr>
          <p:spPr>
            <a:xfrm>
              <a:off x="1233837" y="826959"/>
              <a:ext cx="1195500" cy="1135152"/>
            </a:xfrm>
            <a:custGeom>
              <a:rect b="b" l="l" r="r" t="t"/>
              <a:pathLst>
                <a:path extrusionOk="0" h="40122" w="42255">
                  <a:moveTo>
                    <a:pt x="25791" y="2963"/>
                  </a:moveTo>
                  <a:cubicBezTo>
                    <a:pt x="25940" y="3096"/>
                    <a:pt x="26338" y="3115"/>
                    <a:pt x="26708" y="3115"/>
                  </a:cubicBezTo>
                  <a:cubicBezTo>
                    <a:pt x="26863" y="3115"/>
                    <a:pt x="27012" y="3112"/>
                    <a:pt x="27137" y="3112"/>
                  </a:cubicBezTo>
                  <a:cubicBezTo>
                    <a:pt x="27175" y="3112"/>
                    <a:pt x="27211" y="3112"/>
                    <a:pt x="27243" y="3113"/>
                  </a:cubicBezTo>
                  <a:cubicBezTo>
                    <a:pt x="27252" y="3113"/>
                    <a:pt x="27262" y="3113"/>
                    <a:pt x="27271" y="3113"/>
                  </a:cubicBezTo>
                  <a:cubicBezTo>
                    <a:pt x="27354" y="3113"/>
                    <a:pt x="27444" y="3108"/>
                    <a:pt x="27529" y="3108"/>
                  </a:cubicBezTo>
                  <a:cubicBezTo>
                    <a:pt x="27626" y="3108"/>
                    <a:pt x="27718" y="3115"/>
                    <a:pt x="27789" y="3144"/>
                  </a:cubicBezTo>
                  <a:cubicBezTo>
                    <a:pt x="27979" y="3224"/>
                    <a:pt x="28012" y="3392"/>
                    <a:pt x="28066" y="3615"/>
                  </a:cubicBezTo>
                  <a:cubicBezTo>
                    <a:pt x="28084" y="3679"/>
                    <a:pt x="28117" y="3802"/>
                    <a:pt x="28100" y="3884"/>
                  </a:cubicBezTo>
                  <a:cubicBezTo>
                    <a:pt x="28084" y="3959"/>
                    <a:pt x="28066" y="4048"/>
                    <a:pt x="28036" y="4118"/>
                  </a:cubicBezTo>
                  <a:cubicBezTo>
                    <a:pt x="28008" y="4176"/>
                    <a:pt x="27960" y="4195"/>
                    <a:pt x="27953" y="4278"/>
                  </a:cubicBezTo>
                  <a:cubicBezTo>
                    <a:pt x="27979" y="4301"/>
                    <a:pt x="27978" y="4314"/>
                    <a:pt x="28025" y="4321"/>
                  </a:cubicBezTo>
                  <a:cubicBezTo>
                    <a:pt x="28066" y="4285"/>
                    <a:pt x="28127" y="4269"/>
                    <a:pt x="28174" y="4238"/>
                  </a:cubicBezTo>
                  <a:cubicBezTo>
                    <a:pt x="28274" y="4169"/>
                    <a:pt x="28356" y="4064"/>
                    <a:pt x="28411" y="3951"/>
                  </a:cubicBezTo>
                  <a:lnTo>
                    <a:pt x="28421" y="3951"/>
                  </a:lnTo>
                  <a:cubicBezTo>
                    <a:pt x="28433" y="4083"/>
                    <a:pt x="28501" y="4167"/>
                    <a:pt x="28550" y="4260"/>
                  </a:cubicBezTo>
                  <a:cubicBezTo>
                    <a:pt x="28594" y="4343"/>
                    <a:pt x="28611" y="4445"/>
                    <a:pt x="28633" y="4547"/>
                  </a:cubicBezTo>
                  <a:cubicBezTo>
                    <a:pt x="28655" y="4647"/>
                    <a:pt x="28622" y="4779"/>
                    <a:pt x="28603" y="4856"/>
                  </a:cubicBezTo>
                  <a:cubicBezTo>
                    <a:pt x="28559" y="5039"/>
                    <a:pt x="28549" y="5234"/>
                    <a:pt x="28550" y="5442"/>
                  </a:cubicBezTo>
                  <a:lnTo>
                    <a:pt x="28529" y="5442"/>
                  </a:lnTo>
                  <a:cubicBezTo>
                    <a:pt x="28505" y="5428"/>
                    <a:pt x="28476" y="5424"/>
                    <a:pt x="28445" y="5424"/>
                  </a:cubicBezTo>
                  <a:cubicBezTo>
                    <a:pt x="28414" y="5424"/>
                    <a:pt x="28380" y="5428"/>
                    <a:pt x="28348" y="5428"/>
                  </a:cubicBezTo>
                  <a:cubicBezTo>
                    <a:pt x="28329" y="5428"/>
                    <a:pt x="28311" y="5427"/>
                    <a:pt x="28294" y="5423"/>
                  </a:cubicBezTo>
                  <a:cubicBezTo>
                    <a:pt x="28158" y="5394"/>
                    <a:pt x="28001" y="5412"/>
                    <a:pt x="27855" y="5381"/>
                  </a:cubicBezTo>
                  <a:cubicBezTo>
                    <a:pt x="27693" y="5343"/>
                    <a:pt x="27514" y="5355"/>
                    <a:pt x="27344" y="5316"/>
                  </a:cubicBezTo>
                  <a:cubicBezTo>
                    <a:pt x="27015" y="5239"/>
                    <a:pt x="26588" y="5260"/>
                    <a:pt x="26255" y="5186"/>
                  </a:cubicBezTo>
                  <a:cubicBezTo>
                    <a:pt x="26240" y="5183"/>
                    <a:pt x="26227" y="5182"/>
                    <a:pt x="26214" y="5182"/>
                  </a:cubicBezTo>
                  <a:cubicBezTo>
                    <a:pt x="26156" y="5182"/>
                    <a:pt x="26112" y="5207"/>
                    <a:pt x="26051" y="5208"/>
                  </a:cubicBezTo>
                  <a:cubicBezTo>
                    <a:pt x="26022" y="5130"/>
                    <a:pt x="25986" y="5048"/>
                    <a:pt x="25922" y="5005"/>
                  </a:cubicBezTo>
                  <a:cubicBezTo>
                    <a:pt x="25855" y="4960"/>
                    <a:pt x="25712" y="4942"/>
                    <a:pt x="25567" y="4942"/>
                  </a:cubicBezTo>
                  <a:cubicBezTo>
                    <a:pt x="25432" y="4942"/>
                    <a:pt x="25295" y="4958"/>
                    <a:pt x="25217" y="4983"/>
                  </a:cubicBezTo>
                  <a:cubicBezTo>
                    <a:pt x="25121" y="5013"/>
                    <a:pt x="25048" y="5083"/>
                    <a:pt x="24961" y="5112"/>
                  </a:cubicBezTo>
                  <a:lnTo>
                    <a:pt x="24961" y="4887"/>
                  </a:lnTo>
                  <a:lnTo>
                    <a:pt x="24958" y="4887"/>
                  </a:lnTo>
                  <a:cubicBezTo>
                    <a:pt x="24977" y="4823"/>
                    <a:pt x="24994" y="4759"/>
                    <a:pt x="25010" y="4696"/>
                  </a:cubicBezTo>
                  <a:cubicBezTo>
                    <a:pt x="25060" y="4577"/>
                    <a:pt x="25110" y="4449"/>
                    <a:pt x="25170" y="4333"/>
                  </a:cubicBezTo>
                  <a:cubicBezTo>
                    <a:pt x="25314" y="4058"/>
                    <a:pt x="25459" y="3791"/>
                    <a:pt x="25587" y="3498"/>
                  </a:cubicBezTo>
                  <a:cubicBezTo>
                    <a:pt x="25657" y="3341"/>
                    <a:pt x="25762" y="3180"/>
                    <a:pt x="25769" y="2963"/>
                  </a:cubicBezTo>
                  <a:close/>
                  <a:moveTo>
                    <a:pt x="26237" y="5368"/>
                  </a:moveTo>
                  <a:cubicBezTo>
                    <a:pt x="26362" y="5368"/>
                    <a:pt x="26452" y="5389"/>
                    <a:pt x="26544" y="5412"/>
                  </a:cubicBezTo>
                  <a:cubicBezTo>
                    <a:pt x="26556" y="5415"/>
                    <a:pt x="26570" y="5417"/>
                    <a:pt x="26583" y="5419"/>
                  </a:cubicBezTo>
                  <a:cubicBezTo>
                    <a:pt x="26611" y="5422"/>
                    <a:pt x="26638" y="5425"/>
                    <a:pt x="26665" y="5426"/>
                  </a:cubicBezTo>
                  <a:cubicBezTo>
                    <a:pt x="26692" y="5428"/>
                    <a:pt x="26721" y="5429"/>
                    <a:pt x="26749" y="5429"/>
                  </a:cubicBezTo>
                  <a:cubicBezTo>
                    <a:pt x="26777" y="5429"/>
                    <a:pt x="26801" y="5433"/>
                    <a:pt x="26829" y="5435"/>
                  </a:cubicBezTo>
                  <a:cubicBezTo>
                    <a:pt x="26842" y="5436"/>
                    <a:pt x="26854" y="5439"/>
                    <a:pt x="26865" y="5441"/>
                  </a:cubicBezTo>
                  <a:cubicBezTo>
                    <a:pt x="26903" y="5442"/>
                    <a:pt x="26941" y="5444"/>
                    <a:pt x="26982" y="5447"/>
                  </a:cubicBezTo>
                  <a:cubicBezTo>
                    <a:pt x="27019" y="5449"/>
                    <a:pt x="27060" y="5449"/>
                    <a:pt x="27098" y="5452"/>
                  </a:cubicBezTo>
                  <a:cubicBezTo>
                    <a:pt x="27246" y="5484"/>
                    <a:pt x="27416" y="5484"/>
                    <a:pt x="27576" y="5503"/>
                  </a:cubicBezTo>
                  <a:cubicBezTo>
                    <a:pt x="27634" y="5511"/>
                    <a:pt x="27685" y="5518"/>
                    <a:pt x="27736" y="5529"/>
                  </a:cubicBezTo>
                  <a:lnTo>
                    <a:pt x="27852" y="5529"/>
                  </a:lnTo>
                  <a:cubicBezTo>
                    <a:pt x="27866" y="5532"/>
                    <a:pt x="27877" y="5534"/>
                    <a:pt x="27889" y="5535"/>
                  </a:cubicBezTo>
                  <a:cubicBezTo>
                    <a:pt x="27902" y="5540"/>
                    <a:pt x="27914" y="5540"/>
                    <a:pt x="27927" y="5541"/>
                  </a:cubicBezTo>
                  <a:cubicBezTo>
                    <a:pt x="27963" y="5544"/>
                    <a:pt x="28001" y="5548"/>
                    <a:pt x="28040" y="5550"/>
                  </a:cubicBezTo>
                  <a:cubicBezTo>
                    <a:pt x="28081" y="5554"/>
                    <a:pt x="28124" y="5554"/>
                    <a:pt x="28168" y="5554"/>
                  </a:cubicBezTo>
                  <a:cubicBezTo>
                    <a:pt x="28188" y="5554"/>
                    <a:pt x="28210" y="5556"/>
                    <a:pt x="28230" y="5556"/>
                  </a:cubicBezTo>
                  <a:cubicBezTo>
                    <a:pt x="28267" y="5557"/>
                    <a:pt x="28299" y="5557"/>
                    <a:pt x="28334" y="5559"/>
                  </a:cubicBezTo>
                  <a:cubicBezTo>
                    <a:pt x="28388" y="5563"/>
                    <a:pt x="28443" y="5570"/>
                    <a:pt x="28492" y="5580"/>
                  </a:cubicBezTo>
                  <a:cubicBezTo>
                    <a:pt x="28524" y="5588"/>
                    <a:pt x="28559" y="5593"/>
                    <a:pt x="28591" y="5601"/>
                  </a:cubicBezTo>
                  <a:cubicBezTo>
                    <a:pt x="28627" y="5606"/>
                    <a:pt x="28662" y="5614"/>
                    <a:pt x="28699" y="5617"/>
                  </a:cubicBezTo>
                  <a:cubicBezTo>
                    <a:pt x="28771" y="5625"/>
                    <a:pt x="28845" y="5633"/>
                    <a:pt x="28921" y="5638"/>
                  </a:cubicBezTo>
                  <a:cubicBezTo>
                    <a:pt x="29071" y="5652"/>
                    <a:pt x="29226" y="5653"/>
                    <a:pt x="29376" y="5654"/>
                  </a:cubicBezTo>
                  <a:lnTo>
                    <a:pt x="29376" y="5666"/>
                  </a:lnTo>
                  <a:cubicBezTo>
                    <a:pt x="29325" y="5701"/>
                    <a:pt x="29271" y="5774"/>
                    <a:pt x="29237" y="5826"/>
                  </a:cubicBezTo>
                  <a:cubicBezTo>
                    <a:pt x="28627" y="5708"/>
                    <a:pt x="27921" y="5746"/>
                    <a:pt x="27325" y="5614"/>
                  </a:cubicBezTo>
                  <a:cubicBezTo>
                    <a:pt x="27191" y="5585"/>
                    <a:pt x="27053" y="5596"/>
                    <a:pt x="26929" y="5570"/>
                  </a:cubicBezTo>
                  <a:cubicBezTo>
                    <a:pt x="26909" y="5566"/>
                    <a:pt x="26889" y="5563"/>
                    <a:pt x="26867" y="5560"/>
                  </a:cubicBezTo>
                  <a:lnTo>
                    <a:pt x="26858" y="5560"/>
                  </a:lnTo>
                  <a:cubicBezTo>
                    <a:pt x="26839" y="5559"/>
                    <a:pt x="26819" y="5558"/>
                    <a:pt x="26798" y="5558"/>
                  </a:cubicBezTo>
                  <a:cubicBezTo>
                    <a:pt x="26695" y="5558"/>
                    <a:pt x="26579" y="5573"/>
                    <a:pt x="26479" y="5573"/>
                  </a:cubicBezTo>
                  <a:cubicBezTo>
                    <a:pt x="26451" y="5573"/>
                    <a:pt x="26425" y="5572"/>
                    <a:pt x="26400" y="5570"/>
                  </a:cubicBezTo>
                  <a:cubicBezTo>
                    <a:pt x="26387" y="5569"/>
                    <a:pt x="26374" y="5566"/>
                    <a:pt x="26364" y="5564"/>
                  </a:cubicBezTo>
                  <a:cubicBezTo>
                    <a:pt x="26349" y="5560"/>
                    <a:pt x="26336" y="5559"/>
                    <a:pt x="26323" y="5553"/>
                  </a:cubicBezTo>
                  <a:cubicBezTo>
                    <a:pt x="26311" y="5550"/>
                    <a:pt x="26297" y="5544"/>
                    <a:pt x="26287" y="5537"/>
                  </a:cubicBezTo>
                  <a:cubicBezTo>
                    <a:pt x="26278" y="5534"/>
                    <a:pt x="26271" y="5528"/>
                    <a:pt x="26265" y="5521"/>
                  </a:cubicBezTo>
                  <a:cubicBezTo>
                    <a:pt x="26262" y="5519"/>
                    <a:pt x="26260" y="5516"/>
                    <a:pt x="26256" y="5515"/>
                  </a:cubicBezTo>
                  <a:cubicBezTo>
                    <a:pt x="26247" y="5506"/>
                    <a:pt x="26240" y="5497"/>
                    <a:pt x="26234" y="5487"/>
                  </a:cubicBezTo>
                  <a:cubicBezTo>
                    <a:pt x="26228" y="5477"/>
                    <a:pt x="26223" y="5464"/>
                    <a:pt x="26220" y="5449"/>
                  </a:cubicBezTo>
                  <a:cubicBezTo>
                    <a:pt x="26217" y="5435"/>
                    <a:pt x="26214" y="5419"/>
                    <a:pt x="26212" y="5400"/>
                  </a:cubicBezTo>
                  <a:cubicBezTo>
                    <a:pt x="26217" y="5397"/>
                    <a:pt x="26217" y="5397"/>
                    <a:pt x="26218" y="5393"/>
                  </a:cubicBezTo>
                  <a:cubicBezTo>
                    <a:pt x="26220" y="5390"/>
                    <a:pt x="26221" y="5388"/>
                    <a:pt x="26221" y="5378"/>
                  </a:cubicBezTo>
                  <a:cubicBezTo>
                    <a:pt x="26224" y="5375"/>
                    <a:pt x="26224" y="5374"/>
                    <a:pt x="26224" y="5368"/>
                  </a:cubicBezTo>
                  <a:cubicBezTo>
                    <a:pt x="26228" y="5368"/>
                    <a:pt x="26232" y="5368"/>
                    <a:pt x="26237" y="5368"/>
                  </a:cubicBezTo>
                  <a:close/>
                  <a:moveTo>
                    <a:pt x="25747" y="5070"/>
                  </a:moveTo>
                  <a:cubicBezTo>
                    <a:pt x="25750" y="5071"/>
                    <a:pt x="25750" y="5071"/>
                    <a:pt x="25752" y="5071"/>
                  </a:cubicBezTo>
                  <a:lnTo>
                    <a:pt x="25754" y="5076"/>
                  </a:lnTo>
                  <a:cubicBezTo>
                    <a:pt x="25762" y="5079"/>
                    <a:pt x="25770" y="5083"/>
                    <a:pt x="25778" y="5086"/>
                  </a:cubicBezTo>
                  <a:cubicBezTo>
                    <a:pt x="25782" y="5087"/>
                    <a:pt x="25786" y="5090"/>
                    <a:pt x="25789" y="5090"/>
                  </a:cubicBezTo>
                  <a:cubicBezTo>
                    <a:pt x="25797" y="5093"/>
                    <a:pt x="25804" y="5095"/>
                    <a:pt x="25811" y="5101"/>
                  </a:cubicBezTo>
                  <a:cubicBezTo>
                    <a:pt x="25814" y="5101"/>
                    <a:pt x="25818" y="5105"/>
                    <a:pt x="25824" y="5106"/>
                  </a:cubicBezTo>
                  <a:lnTo>
                    <a:pt x="25826" y="5108"/>
                  </a:lnTo>
                  <a:cubicBezTo>
                    <a:pt x="25829" y="5109"/>
                    <a:pt x="25833" y="5112"/>
                    <a:pt x="25839" y="5114"/>
                  </a:cubicBezTo>
                  <a:cubicBezTo>
                    <a:pt x="25842" y="5117"/>
                    <a:pt x="25848" y="5121"/>
                    <a:pt x="25850" y="5124"/>
                  </a:cubicBezTo>
                  <a:cubicBezTo>
                    <a:pt x="25856" y="5130"/>
                    <a:pt x="25864" y="5137"/>
                    <a:pt x="25869" y="5144"/>
                  </a:cubicBezTo>
                  <a:cubicBezTo>
                    <a:pt x="25875" y="5151"/>
                    <a:pt x="25880" y="5159"/>
                    <a:pt x="25884" y="5167"/>
                  </a:cubicBezTo>
                  <a:cubicBezTo>
                    <a:pt x="25887" y="5175"/>
                    <a:pt x="25893" y="5185"/>
                    <a:pt x="25897" y="5194"/>
                  </a:cubicBezTo>
                  <a:lnTo>
                    <a:pt x="25907" y="5221"/>
                  </a:lnTo>
                  <a:cubicBezTo>
                    <a:pt x="25916" y="5247"/>
                    <a:pt x="25922" y="5279"/>
                    <a:pt x="25928" y="5310"/>
                  </a:cubicBezTo>
                  <a:cubicBezTo>
                    <a:pt x="25929" y="5317"/>
                    <a:pt x="25930" y="5323"/>
                    <a:pt x="25930" y="5330"/>
                  </a:cubicBezTo>
                  <a:cubicBezTo>
                    <a:pt x="25938" y="5361"/>
                    <a:pt x="25943" y="5391"/>
                    <a:pt x="25952" y="5422"/>
                  </a:cubicBezTo>
                  <a:cubicBezTo>
                    <a:pt x="25962" y="5454"/>
                    <a:pt x="25971" y="5486"/>
                    <a:pt x="25978" y="5519"/>
                  </a:cubicBezTo>
                  <a:cubicBezTo>
                    <a:pt x="25986" y="5545"/>
                    <a:pt x="25991" y="5575"/>
                    <a:pt x="25999" y="5604"/>
                  </a:cubicBezTo>
                  <a:cubicBezTo>
                    <a:pt x="26010" y="5668"/>
                    <a:pt x="26021" y="5734"/>
                    <a:pt x="26029" y="5804"/>
                  </a:cubicBezTo>
                  <a:lnTo>
                    <a:pt x="26029" y="5806"/>
                  </a:lnTo>
                  <a:lnTo>
                    <a:pt x="26039" y="5931"/>
                  </a:lnTo>
                  <a:cubicBezTo>
                    <a:pt x="26044" y="5973"/>
                    <a:pt x="26044" y="6015"/>
                    <a:pt x="26044" y="6057"/>
                  </a:cubicBezTo>
                  <a:cubicBezTo>
                    <a:pt x="26044" y="6089"/>
                    <a:pt x="26042" y="6120"/>
                    <a:pt x="26039" y="6153"/>
                  </a:cubicBezTo>
                  <a:cubicBezTo>
                    <a:pt x="26039" y="6175"/>
                    <a:pt x="26038" y="6197"/>
                    <a:pt x="26037" y="6220"/>
                  </a:cubicBezTo>
                  <a:cubicBezTo>
                    <a:pt x="26032" y="6264"/>
                    <a:pt x="26028" y="6304"/>
                    <a:pt x="26021" y="6345"/>
                  </a:cubicBezTo>
                  <a:cubicBezTo>
                    <a:pt x="26018" y="6355"/>
                    <a:pt x="26016" y="6365"/>
                    <a:pt x="26016" y="6373"/>
                  </a:cubicBezTo>
                  <a:cubicBezTo>
                    <a:pt x="26007" y="6416"/>
                    <a:pt x="25996" y="6458"/>
                    <a:pt x="25986" y="6498"/>
                  </a:cubicBezTo>
                  <a:cubicBezTo>
                    <a:pt x="25981" y="6514"/>
                    <a:pt x="25977" y="6527"/>
                    <a:pt x="25973" y="6544"/>
                  </a:cubicBezTo>
                  <a:cubicBezTo>
                    <a:pt x="25967" y="6563"/>
                    <a:pt x="25959" y="6582"/>
                    <a:pt x="25955" y="6604"/>
                  </a:cubicBezTo>
                  <a:lnTo>
                    <a:pt x="25933" y="6662"/>
                  </a:lnTo>
                  <a:cubicBezTo>
                    <a:pt x="25929" y="6672"/>
                    <a:pt x="25923" y="6684"/>
                    <a:pt x="25919" y="6695"/>
                  </a:cubicBezTo>
                  <a:cubicBezTo>
                    <a:pt x="25914" y="6706"/>
                    <a:pt x="25907" y="6714"/>
                    <a:pt x="25900" y="6723"/>
                  </a:cubicBezTo>
                  <a:cubicBezTo>
                    <a:pt x="25894" y="6729"/>
                    <a:pt x="25890" y="6736"/>
                    <a:pt x="25887" y="6742"/>
                  </a:cubicBezTo>
                  <a:cubicBezTo>
                    <a:pt x="25882" y="6748"/>
                    <a:pt x="25877" y="6755"/>
                    <a:pt x="25871" y="6758"/>
                  </a:cubicBezTo>
                  <a:cubicBezTo>
                    <a:pt x="25862" y="6770"/>
                    <a:pt x="25850" y="6777"/>
                    <a:pt x="25839" y="6784"/>
                  </a:cubicBezTo>
                  <a:lnTo>
                    <a:pt x="25836" y="6784"/>
                  </a:lnTo>
                  <a:cubicBezTo>
                    <a:pt x="25827" y="6790"/>
                    <a:pt x="25817" y="6794"/>
                    <a:pt x="25807" y="6796"/>
                  </a:cubicBezTo>
                  <a:cubicBezTo>
                    <a:pt x="25804" y="6800"/>
                    <a:pt x="25800" y="6800"/>
                    <a:pt x="25795" y="6800"/>
                  </a:cubicBezTo>
                  <a:cubicBezTo>
                    <a:pt x="25791" y="6803"/>
                    <a:pt x="25785" y="6803"/>
                    <a:pt x="25782" y="6806"/>
                  </a:cubicBezTo>
                  <a:cubicBezTo>
                    <a:pt x="25781" y="6807"/>
                    <a:pt x="25778" y="6809"/>
                    <a:pt x="25776" y="6809"/>
                  </a:cubicBezTo>
                  <a:cubicBezTo>
                    <a:pt x="25768" y="6813"/>
                    <a:pt x="25756" y="6815"/>
                    <a:pt x="25749" y="6815"/>
                  </a:cubicBezTo>
                  <a:cubicBezTo>
                    <a:pt x="25743" y="6816"/>
                    <a:pt x="25736" y="6816"/>
                    <a:pt x="25730" y="6816"/>
                  </a:cubicBezTo>
                  <a:cubicBezTo>
                    <a:pt x="25716" y="6816"/>
                    <a:pt x="25701" y="6814"/>
                    <a:pt x="25686" y="6809"/>
                  </a:cubicBezTo>
                  <a:cubicBezTo>
                    <a:pt x="25679" y="6807"/>
                    <a:pt x="25669" y="6806"/>
                    <a:pt x="25661" y="6800"/>
                  </a:cubicBezTo>
                  <a:cubicBezTo>
                    <a:pt x="25638" y="6789"/>
                    <a:pt x="25615" y="6774"/>
                    <a:pt x="25593" y="6757"/>
                  </a:cubicBezTo>
                  <a:cubicBezTo>
                    <a:pt x="25579" y="6745"/>
                    <a:pt x="25564" y="6733"/>
                    <a:pt x="25549" y="6720"/>
                  </a:cubicBezTo>
                  <a:cubicBezTo>
                    <a:pt x="25529" y="6700"/>
                    <a:pt x="25509" y="6682"/>
                    <a:pt x="25493" y="6662"/>
                  </a:cubicBezTo>
                  <a:cubicBezTo>
                    <a:pt x="25483" y="6649"/>
                    <a:pt x="25472" y="6636"/>
                    <a:pt x="25464" y="6626"/>
                  </a:cubicBezTo>
                  <a:cubicBezTo>
                    <a:pt x="25451" y="6610"/>
                    <a:pt x="25440" y="6595"/>
                    <a:pt x="25433" y="6584"/>
                  </a:cubicBezTo>
                  <a:cubicBezTo>
                    <a:pt x="25231" y="6306"/>
                    <a:pt x="24955" y="5705"/>
                    <a:pt x="25058" y="5237"/>
                  </a:cubicBezTo>
                  <a:lnTo>
                    <a:pt x="25058" y="5236"/>
                  </a:lnTo>
                  <a:cubicBezTo>
                    <a:pt x="25078" y="5223"/>
                    <a:pt x="25099" y="5210"/>
                    <a:pt x="25119" y="5199"/>
                  </a:cubicBezTo>
                  <a:cubicBezTo>
                    <a:pt x="25123" y="5195"/>
                    <a:pt x="25131" y="5192"/>
                    <a:pt x="25138" y="5188"/>
                  </a:cubicBezTo>
                  <a:cubicBezTo>
                    <a:pt x="25142" y="5185"/>
                    <a:pt x="25145" y="5185"/>
                    <a:pt x="25151" y="5180"/>
                  </a:cubicBezTo>
                  <a:cubicBezTo>
                    <a:pt x="25171" y="5169"/>
                    <a:pt x="25192" y="5159"/>
                    <a:pt x="25211" y="5150"/>
                  </a:cubicBezTo>
                  <a:cubicBezTo>
                    <a:pt x="25235" y="5137"/>
                    <a:pt x="25257" y="5130"/>
                    <a:pt x="25281" y="5121"/>
                  </a:cubicBezTo>
                  <a:cubicBezTo>
                    <a:pt x="25304" y="5112"/>
                    <a:pt x="25327" y="5105"/>
                    <a:pt x="25353" y="5099"/>
                  </a:cubicBezTo>
                  <a:cubicBezTo>
                    <a:pt x="25374" y="5096"/>
                    <a:pt x="25391" y="5090"/>
                    <a:pt x="25413" y="5086"/>
                  </a:cubicBezTo>
                  <a:cubicBezTo>
                    <a:pt x="25433" y="5083"/>
                    <a:pt x="25456" y="5082"/>
                    <a:pt x="25478" y="5077"/>
                  </a:cubicBezTo>
                  <a:cubicBezTo>
                    <a:pt x="25544" y="5071"/>
                    <a:pt x="25634" y="5070"/>
                    <a:pt x="25747" y="5070"/>
                  </a:cubicBezTo>
                  <a:close/>
                  <a:moveTo>
                    <a:pt x="26791" y="259"/>
                  </a:moveTo>
                  <a:cubicBezTo>
                    <a:pt x="26878" y="314"/>
                    <a:pt x="27043" y="324"/>
                    <a:pt x="27143" y="367"/>
                  </a:cubicBezTo>
                  <a:cubicBezTo>
                    <a:pt x="27349" y="451"/>
                    <a:pt x="27568" y="535"/>
                    <a:pt x="27796" y="601"/>
                  </a:cubicBezTo>
                  <a:cubicBezTo>
                    <a:pt x="27839" y="614"/>
                    <a:pt x="27886" y="621"/>
                    <a:pt x="27935" y="627"/>
                  </a:cubicBezTo>
                  <a:cubicBezTo>
                    <a:pt x="27979" y="630"/>
                    <a:pt x="28024" y="634"/>
                    <a:pt x="28068" y="636"/>
                  </a:cubicBezTo>
                  <a:cubicBezTo>
                    <a:pt x="28114" y="637"/>
                    <a:pt x="28161" y="641"/>
                    <a:pt x="28206" y="647"/>
                  </a:cubicBezTo>
                  <a:cubicBezTo>
                    <a:pt x="28255" y="650"/>
                    <a:pt x="28305" y="656"/>
                    <a:pt x="28351" y="666"/>
                  </a:cubicBezTo>
                  <a:cubicBezTo>
                    <a:pt x="28392" y="675"/>
                    <a:pt x="28463" y="679"/>
                    <a:pt x="28545" y="679"/>
                  </a:cubicBezTo>
                  <a:cubicBezTo>
                    <a:pt x="28719" y="679"/>
                    <a:pt x="28939" y="662"/>
                    <a:pt x="29016" y="644"/>
                  </a:cubicBezTo>
                  <a:cubicBezTo>
                    <a:pt x="29142" y="641"/>
                    <a:pt x="29271" y="637"/>
                    <a:pt x="29398" y="634"/>
                  </a:cubicBezTo>
                  <a:cubicBezTo>
                    <a:pt x="29459" y="622"/>
                    <a:pt x="29530" y="619"/>
                    <a:pt x="29605" y="619"/>
                  </a:cubicBezTo>
                  <a:cubicBezTo>
                    <a:pt x="29623" y="619"/>
                    <a:pt x="29640" y="619"/>
                    <a:pt x="29658" y="620"/>
                  </a:cubicBezTo>
                  <a:cubicBezTo>
                    <a:pt x="29728" y="621"/>
                    <a:pt x="29796" y="623"/>
                    <a:pt x="29859" y="623"/>
                  </a:cubicBezTo>
                  <a:cubicBezTo>
                    <a:pt x="29978" y="623"/>
                    <a:pt x="30103" y="623"/>
                    <a:pt x="30230" y="627"/>
                  </a:cubicBezTo>
                  <a:cubicBezTo>
                    <a:pt x="30304" y="630"/>
                    <a:pt x="30376" y="633"/>
                    <a:pt x="30448" y="640"/>
                  </a:cubicBezTo>
                  <a:cubicBezTo>
                    <a:pt x="30548" y="649"/>
                    <a:pt x="30647" y="662"/>
                    <a:pt x="30737" y="684"/>
                  </a:cubicBezTo>
                  <a:cubicBezTo>
                    <a:pt x="30740" y="685"/>
                    <a:pt x="30744" y="685"/>
                    <a:pt x="30747" y="687"/>
                  </a:cubicBezTo>
                  <a:cubicBezTo>
                    <a:pt x="30814" y="705"/>
                    <a:pt x="30877" y="721"/>
                    <a:pt x="30935" y="737"/>
                  </a:cubicBezTo>
                  <a:cubicBezTo>
                    <a:pt x="30951" y="742"/>
                    <a:pt x="30965" y="746"/>
                    <a:pt x="30980" y="750"/>
                  </a:cubicBezTo>
                  <a:cubicBezTo>
                    <a:pt x="31087" y="781"/>
                    <a:pt x="31180" y="814"/>
                    <a:pt x="31265" y="851"/>
                  </a:cubicBezTo>
                  <a:lnTo>
                    <a:pt x="31266" y="851"/>
                  </a:lnTo>
                  <a:cubicBezTo>
                    <a:pt x="31295" y="862"/>
                    <a:pt x="31327" y="877"/>
                    <a:pt x="31355" y="890"/>
                  </a:cubicBezTo>
                  <a:cubicBezTo>
                    <a:pt x="31512" y="967"/>
                    <a:pt x="31649" y="1069"/>
                    <a:pt x="31803" y="1222"/>
                  </a:cubicBezTo>
                  <a:cubicBezTo>
                    <a:pt x="31852" y="1267"/>
                    <a:pt x="31903" y="1313"/>
                    <a:pt x="31952" y="1361"/>
                  </a:cubicBezTo>
                  <a:cubicBezTo>
                    <a:pt x="31996" y="1419"/>
                    <a:pt x="32035" y="1473"/>
                    <a:pt x="32079" y="1531"/>
                  </a:cubicBezTo>
                  <a:cubicBezTo>
                    <a:pt x="32105" y="1563"/>
                    <a:pt x="32130" y="1595"/>
                    <a:pt x="32156" y="1629"/>
                  </a:cubicBezTo>
                  <a:cubicBezTo>
                    <a:pt x="32182" y="1653"/>
                    <a:pt x="32211" y="1680"/>
                    <a:pt x="32239" y="1704"/>
                  </a:cubicBezTo>
                  <a:cubicBezTo>
                    <a:pt x="32288" y="1774"/>
                    <a:pt x="32310" y="1850"/>
                    <a:pt x="32378" y="1898"/>
                  </a:cubicBezTo>
                  <a:lnTo>
                    <a:pt x="32378" y="1864"/>
                  </a:lnTo>
                  <a:cubicBezTo>
                    <a:pt x="32364" y="1844"/>
                    <a:pt x="32354" y="1819"/>
                    <a:pt x="32345" y="1789"/>
                  </a:cubicBezTo>
                  <a:cubicBezTo>
                    <a:pt x="32339" y="1759"/>
                    <a:pt x="32335" y="1726"/>
                    <a:pt x="32335" y="1694"/>
                  </a:cubicBezTo>
                  <a:cubicBezTo>
                    <a:pt x="32335" y="1602"/>
                    <a:pt x="32355" y="1509"/>
                    <a:pt x="32378" y="1457"/>
                  </a:cubicBezTo>
                  <a:cubicBezTo>
                    <a:pt x="32456" y="1488"/>
                    <a:pt x="32514" y="1536"/>
                    <a:pt x="32565" y="1594"/>
                  </a:cubicBezTo>
                  <a:cubicBezTo>
                    <a:pt x="32585" y="1617"/>
                    <a:pt x="32604" y="1643"/>
                    <a:pt x="32618" y="1669"/>
                  </a:cubicBezTo>
                  <a:cubicBezTo>
                    <a:pt x="32645" y="1709"/>
                    <a:pt x="32666" y="1754"/>
                    <a:pt x="32687" y="1799"/>
                  </a:cubicBezTo>
                  <a:cubicBezTo>
                    <a:pt x="32713" y="1858"/>
                    <a:pt x="32735" y="1924"/>
                    <a:pt x="32755" y="1989"/>
                  </a:cubicBezTo>
                  <a:cubicBezTo>
                    <a:pt x="32767" y="2023"/>
                    <a:pt x="32775" y="2055"/>
                    <a:pt x="32786" y="2088"/>
                  </a:cubicBezTo>
                  <a:cubicBezTo>
                    <a:pt x="32790" y="2101"/>
                    <a:pt x="32793" y="2117"/>
                    <a:pt x="32797" y="2133"/>
                  </a:cubicBezTo>
                  <a:cubicBezTo>
                    <a:pt x="32799" y="2137"/>
                    <a:pt x="32800" y="2142"/>
                    <a:pt x="32800" y="2146"/>
                  </a:cubicBezTo>
                  <a:cubicBezTo>
                    <a:pt x="32804" y="2161"/>
                    <a:pt x="32810" y="2177"/>
                    <a:pt x="32813" y="2196"/>
                  </a:cubicBezTo>
                  <a:cubicBezTo>
                    <a:pt x="32828" y="2271"/>
                    <a:pt x="32839" y="2364"/>
                    <a:pt x="32819" y="2440"/>
                  </a:cubicBezTo>
                  <a:cubicBezTo>
                    <a:pt x="32784" y="2582"/>
                    <a:pt x="32655" y="2620"/>
                    <a:pt x="32646" y="2729"/>
                  </a:cubicBezTo>
                  <a:cubicBezTo>
                    <a:pt x="32659" y="2735"/>
                    <a:pt x="32672" y="2742"/>
                    <a:pt x="32687" y="2745"/>
                  </a:cubicBezTo>
                  <a:cubicBezTo>
                    <a:pt x="32739" y="2766"/>
                    <a:pt x="32797" y="2773"/>
                    <a:pt x="32858" y="2784"/>
                  </a:cubicBezTo>
                  <a:cubicBezTo>
                    <a:pt x="32902" y="2792"/>
                    <a:pt x="32951" y="2799"/>
                    <a:pt x="32999" y="2815"/>
                  </a:cubicBezTo>
                  <a:cubicBezTo>
                    <a:pt x="33036" y="2828"/>
                    <a:pt x="33069" y="2840"/>
                    <a:pt x="33103" y="2854"/>
                  </a:cubicBezTo>
                  <a:cubicBezTo>
                    <a:pt x="33171" y="2882"/>
                    <a:pt x="33232" y="2915"/>
                    <a:pt x="33292" y="2949"/>
                  </a:cubicBezTo>
                  <a:cubicBezTo>
                    <a:pt x="33319" y="2969"/>
                    <a:pt x="33348" y="2988"/>
                    <a:pt x="33374" y="3007"/>
                  </a:cubicBezTo>
                  <a:cubicBezTo>
                    <a:pt x="33450" y="3062"/>
                    <a:pt x="33526" y="3133"/>
                    <a:pt x="33502" y="3253"/>
                  </a:cubicBezTo>
                  <a:cubicBezTo>
                    <a:pt x="33466" y="3266"/>
                    <a:pt x="33446" y="3286"/>
                    <a:pt x="33417" y="3296"/>
                  </a:cubicBezTo>
                  <a:cubicBezTo>
                    <a:pt x="33378" y="3311"/>
                    <a:pt x="33341" y="3316"/>
                    <a:pt x="33304" y="3316"/>
                  </a:cubicBezTo>
                  <a:cubicBezTo>
                    <a:pt x="33208" y="3316"/>
                    <a:pt x="33120" y="3277"/>
                    <a:pt x="33043" y="3253"/>
                  </a:cubicBezTo>
                  <a:lnTo>
                    <a:pt x="33043" y="3266"/>
                  </a:lnTo>
                  <a:lnTo>
                    <a:pt x="33053" y="3276"/>
                  </a:lnTo>
                  <a:cubicBezTo>
                    <a:pt x="33119" y="3305"/>
                    <a:pt x="33177" y="3354"/>
                    <a:pt x="33246" y="3382"/>
                  </a:cubicBezTo>
                  <a:lnTo>
                    <a:pt x="33248" y="3383"/>
                  </a:lnTo>
                  <a:cubicBezTo>
                    <a:pt x="33268" y="3392"/>
                    <a:pt x="33287" y="3397"/>
                    <a:pt x="33308" y="3398"/>
                  </a:cubicBezTo>
                  <a:cubicBezTo>
                    <a:pt x="33344" y="3402"/>
                    <a:pt x="33380" y="3405"/>
                    <a:pt x="33406" y="3426"/>
                  </a:cubicBezTo>
                  <a:cubicBezTo>
                    <a:pt x="33446" y="3462"/>
                    <a:pt x="33497" y="3533"/>
                    <a:pt x="33539" y="3618"/>
                  </a:cubicBezTo>
                  <a:cubicBezTo>
                    <a:pt x="33540" y="3618"/>
                    <a:pt x="33540" y="3620"/>
                    <a:pt x="33540" y="3622"/>
                  </a:cubicBezTo>
                  <a:cubicBezTo>
                    <a:pt x="33600" y="3741"/>
                    <a:pt x="33640" y="3892"/>
                    <a:pt x="33610" y="4023"/>
                  </a:cubicBezTo>
                  <a:cubicBezTo>
                    <a:pt x="33584" y="4134"/>
                    <a:pt x="33526" y="4308"/>
                    <a:pt x="33556" y="4452"/>
                  </a:cubicBezTo>
                  <a:cubicBezTo>
                    <a:pt x="33603" y="4667"/>
                    <a:pt x="33600" y="5012"/>
                    <a:pt x="33540" y="5214"/>
                  </a:cubicBezTo>
                  <a:cubicBezTo>
                    <a:pt x="33540" y="5215"/>
                    <a:pt x="33539" y="5217"/>
                    <a:pt x="33539" y="5220"/>
                  </a:cubicBezTo>
                  <a:cubicBezTo>
                    <a:pt x="33531" y="5243"/>
                    <a:pt x="33523" y="5265"/>
                    <a:pt x="33513" y="5285"/>
                  </a:cubicBezTo>
                  <a:cubicBezTo>
                    <a:pt x="33510" y="5281"/>
                    <a:pt x="33508" y="5279"/>
                    <a:pt x="33502" y="5275"/>
                  </a:cubicBezTo>
                  <a:cubicBezTo>
                    <a:pt x="33486" y="5263"/>
                    <a:pt x="33472" y="5250"/>
                    <a:pt x="33459" y="5236"/>
                  </a:cubicBezTo>
                  <a:cubicBezTo>
                    <a:pt x="33414" y="5191"/>
                    <a:pt x="33380" y="5133"/>
                    <a:pt x="33350" y="5070"/>
                  </a:cubicBezTo>
                  <a:cubicBezTo>
                    <a:pt x="33326" y="5019"/>
                    <a:pt x="33305" y="4970"/>
                    <a:pt x="33278" y="4922"/>
                  </a:cubicBezTo>
                  <a:cubicBezTo>
                    <a:pt x="33270" y="4903"/>
                    <a:pt x="33258" y="4885"/>
                    <a:pt x="33249" y="4868"/>
                  </a:cubicBezTo>
                  <a:cubicBezTo>
                    <a:pt x="33191" y="4776"/>
                    <a:pt x="33113" y="4679"/>
                    <a:pt x="33055" y="4590"/>
                  </a:cubicBezTo>
                  <a:cubicBezTo>
                    <a:pt x="33028" y="4545"/>
                    <a:pt x="33008" y="4493"/>
                    <a:pt x="32979" y="4451"/>
                  </a:cubicBezTo>
                  <a:cubicBezTo>
                    <a:pt x="32973" y="4442"/>
                    <a:pt x="32966" y="4432"/>
                    <a:pt x="32959" y="4427"/>
                  </a:cubicBezTo>
                  <a:cubicBezTo>
                    <a:pt x="32957" y="4423"/>
                    <a:pt x="32956" y="4420"/>
                    <a:pt x="32951" y="4417"/>
                  </a:cubicBezTo>
                  <a:cubicBezTo>
                    <a:pt x="32945" y="4410"/>
                    <a:pt x="32938" y="4403"/>
                    <a:pt x="32930" y="4398"/>
                  </a:cubicBezTo>
                  <a:lnTo>
                    <a:pt x="32930" y="4451"/>
                  </a:lnTo>
                  <a:cubicBezTo>
                    <a:pt x="32934" y="4459"/>
                    <a:pt x="32941" y="4471"/>
                    <a:pt x="32943" y="4481"/>
                  </a:cubicBezTo>
                  <a:cubicBezTo>
                    <a:pt x="32950" y="4504"/>
                    <a:pt x="32953" y="4536"/>
                    <a:pt x="32956" y="4568"/>
                  </a:cubicBezTo>
                  <a:cubicBezTo>
                    <a:pt x="32959" y="4618"/>
                    <a:pt x="32959" y="4672"/>
                    <a:pt x="32960" y="4720"/>
                  </a:cubicBezTo>
                  <a:cubicBezTo>
                    <a:pt x="32963" y="4750"/>
                    <a:pt x="32966" y="4779"/>
                    <a:pt x="32973" y="4802"/>
                  </a:cubicBezTo>
                  <a:cubicBezTo>
                    <a:pt x="32988" y="4864"/>
                    <a:pt x="33007" y="4929"/>
                    <a:pt x="33021" y="4999"/>
                  </a:cubicBezTo>
                  <a:cubicBezTo>
                    <a:pt x="33081" y="5274"/>
                    <a:pt x="33120" y="5606"/>
                    <a:pt x="33088" y="5897"/>
                  </a:cubicBezTo>
                  <a:cubicBezTo>
                    <a:pt x="33081" y="5973"/>
                    <a:pt x="33068" y="6048"/>
                    <a:pt x="33047" y="6118"/>
                  </a:cubicBezTo>
                  <a:cubicBezTo>
                    <a:pt x="33033" y="6168"/>
                    <a:pt x="33028" y="6219"/>
                    <a:pt x="33021" y="6264"/>
                  </a:cubicBezTo>
                  <a:cubicBezTo>
                    <a:pt x="33018" y="6277"/>
                    <a:pt x="33017" y="6285"/>
                    <a:pt x="33014" y="6297"/>
                  </a:cubicBezTo>
                  <a:cubicBezTo>
                    <a:pt x="33011" y="6310"/>
                    <a:pt x="33009" y="6325"/>
                    <a:pt x="33004" y="6336"/>
                  </a:cubicBezTo>
                  <a:cubicBezTo>
                    <a:pt x="32996" y="6363"/>
                    <a:pt x="32985" y="6384"/>
                    <a:pt x="32967" y="6405"/>
                  </a:cubicBezTo>
                  <a:cubicBezTo>
                    <a:pt x="32957" y="6415"/>
                    <a:pt x="32945" y="6426"/>
                    <a:pt x="32928" y="6431"/>
                  </a:cubicBezTo>
                  <a:cubicBezTo>
                    <a:pt x="32921" y="6435"/>
                    <a:pt x="32912" y="6438"/>
                    <a:pt x="32902" y="6441"/>
                  </a:cubicBezTo>
                  <a:cubicBezTo>
                    <a:pt x="32883" y="6448"/>
                    <a:pt x="32861" y="6451"/>
                    <a:pt x="32834" y="6451"/>
                  </a:cubicBezTo>
                  <a:cubicBezTo>
                    <a:pt x="32834" y="6451"/>
                    <a:pt x="32832" y="6451"/>
                    <a:pt x="32832" y="6450"/>
                  </a:cubicBezTo>
                  <a:cubicBezTo>
                    <a:pt x="32822" y="6442"/>
                    <a:pt x="32810" y="6437"/>
                    <a:pt x="32796" y="6429"/>
                  </a:cubicBezTo>
                  <a:cubicBezTo>
                    <a:pt x="32747" y="6410"/>
                    <a:pt x="32673" y="6397"/>
                    <a:pt x="32611" y="6397"/>
                  </a:cubicBezTo>
                  <a:cubicBezTo>
                    <a:pt x="32583" y="6397"/>
                    <a:pt x="32557" y="6400"/>
                    <a:pt x="32537" y="6406"/>
                  </a:cubicBezTo>
                  <a:cubicBezTo>
                    <a:pt x="32527" y="6409"/>
                    <a:pt x="32519" y="6412"/>
                    <a:pt x="32514" y="6416"/>
                  </a:cubicBezTo>
                  <a:cubicBezTo>
                    <a:pt x="32345" y="6467"/>
                    <a:pt x="32310" y="6719"/>
                    <a:pt x="32245" y="6879"/>
                  </a:cubicBezTo>
                  <a:cubicBezTo>
                    <a:pt x="32099" y="7236"/>
                    <a:pt x="31865" y="7518"/>
                    <a:pt x="31861" y="8011"/>
                  </a:cubicBezTo>
                  <a:lnTo>
                    <a:pt x="31851" y="8011"/>
                  </a:lnTo>
                  <a:cubicBezTo>
                    <a:pt x="31797" y="7937"/>
                    <a:pt x="31729" y="7915"/>
                    <a:pt x="31654" y="7915"/>
                  </a:cubicBezTo>
                  <a:cubicBezTo>
                    <a:pt x="31548" y="7915"/>
                    <a:pt x="31427" y="7958"/>
                    <a:pt x="31307" y="7958"/>
                  </a:cubicBezTo>
                  <a:cubicBezTo>
                    <a:pt x="31275" y="7958"/>
                    <a:pt x="31243" y="7955"/>
                    <a:pt x="31211" y="7947"/>
                  </a:cubicBezTo>
                  <a:cubicBezTo>
                    <a:pt x="31205" y="7943"/>
                    <a:pt x="31199" y="7943"/>
                    <a:pt x="31196" y="7941"/>
                  </a:cubicBezTo>
                  <a:cubicBezTo>
                    <a:pt x="31185" y="7940"/>
                    <a:pt x="31175" y="7939"/>
                    <a:pt x="31164" y="7933"/>
                  </a:cubicBezTo>
                  <a:cubicBezTo>
                    <a:pt x="31150" y="7928"/>
                    <a:pt x="31138" y="7921"/>
                    <a:pt x="31124" y="7914"/>
                  </a:cubicBezTo>
                  <a:cubicBezTo>
                    <a:pt x="31098" y="7902"/>
                    <a:pt x="31076" y="7888"/>
                    <a:pt x="31058" y="7873"/>
                  </a:cubicBezTo>
                  <a:lnTo>
                    <a:pt x="31055" y="7870"/>
                  </a:lnTo>
                  <a:cubicBezTo>
                    <a:pt x="31044" y="7861"/>
                    <a:pt x="31037" y="7853"/>
                    <a:pt x="31026" y="7844"/>
                  </a:cubicBezTo>
                  <a:cubicBezTo>
                    <a:pt x="30958" y="7776"/>
                    <a:pt x="30910" y="7691"/>
                    <a:pt x="30849" y="7616"/>
                  </a:cubicBezTo>
                  <a:cubicBezTo>
                    <a:pt x="30836" y="7600"/>
                    <a:pt x="30823" y="7584"/>
                    <a:pt x="30808" y="7571"/>
                  </a:cubicBezTo>
                  <a:cubicBezTo>
                    <a:pt x="30791" y="7550"/>
                    <a:pt x="30772" y="7534"/>
                    <a:pt x="30750" y="7518"/>
                  </a:cubicBezTo>
                  <a:cubicBezTo>
                    <a:pt x="30738" y="7510"/>
                    <a:pt x="30725" y="7505"/>
                    <a:pt x="30706" y="7498"/>
                  </a:cubicBezTo>
                  <a:cubicBezTo>
                    <a:pt x="30682" y="7491"/>
                    <a:pt x="30653" y="7483"/>
                    <a:pt x="30625" y="7476"/>
                  </a:cubicBezTo>
                  <a:cubicBezTo>
                    <a:pt x="30600" y="7469"/>
                    <a:pt x="30579" y="7456"/>
                    <a:pt x="30565" y="7441"/>
                  </a:cubicBezTo>
                  <a:cubicBezTo>
                    <a:pt x="30651" y="7350"/>
                    <a:pt x="30690" y="7207"/>
                    <a:pt x="30757" y="7100"/>
                  </a:cubicBezTo>
                  <a:cubicBezTo>
                    <a:pt x="30910" y="6860"/>
                    <a:pt x="31054" y="6646"/>
                    <a:pt x="31143" y="6332"/>
                  </a:cubicBezTo>
                  <a:cubicBezTo>
                    <a:pt x="31314" y="5732"/>
                    <a:pt x="30996" y="5300"/>
                    <a:pt x="30565" y="5178"/>
                  </a:cubicBezTo>
                  <a:cubicBezTo>
                    <a:pt x="30500" y="5159"/>
                    <a:pt x="30434" y="5151"/>
                    <a:pt x="30367" y="5151"/>
                  </a:cubicBezTo>
                  <a:cubicBezTo>
                    <a:pt x="30128" y="5151"/>
                    <a:pt x="29893" y="5256"/>
                    <a:pt x="29753" y="5348"/>
                  </a:cubicBezTo>
                  <a:cubicBezTo>
                    <a:pt x="29664" y="5409"/>
                    <a:pt x="29606" y="5515"/>
                    <a:pt x="29466" y="5521"/>
                  </a:cubicBezTo>
                  <a:cubicBezTo>
                    <a:pt x="29447" y="5509"/>
                    <a:pt x="29414" y="5505"/>
                    <a:pt x="29377" y="5505"/>
                  </a:cubicBezTo>
                  <a:cubicBezTo>
                    <a:pt x="29330" y="5505"/>
                    <a:pt x="29277" y="5511"/>
                    <a:pt x="29241" y="5511"/>
                  </a:cubicBezTo>
                  <a:cubicBezTo>
                    <a:pt x="29141" y="5511"/>
                    <a:pt x="28793" y="5490"/>
                    <a:pt x="28739" y="5457"/>
                  </a:cubicBezTo>
                  <a:cubicBezTo>
                    <a:pt x="28722" y="5432"/>
                    <a:pt x="28722" y="5374"/>
                    <a:pt x="28725" y="5324"/>
                  </a:cubicBezTo>
                  <a:lnTo>
                    <a:pt x="28725" y="5322"/>
                  </a:lnTo>
                  <a:cubicBezTo>
                    <a:pt x="28725" y="5308"/>
                    <a:pt x="28725" y="5297"/>
                    <a:pt x="28726" y="5288"/>
                  </a:cubicBezTo>
                  <a:cubicBezTo>
                    <a:pt x="28726" y="5275"/>
                    <a:pt x="28728" y="5265"/>
                    <a:pt x="28728" y="5256"/>
                  </a:cubicBezTo>
                  <a:cubicBezTo>
                    <a:pt x="28734" y="5246"/>
                    <a:pt x="28736" y="5237"/>
                    <a:pt x="28741" y="5228"/>
                  </a:cubicBezTo>
                  <a:cubicBezTo>
                    <a:pt x="28748" y="5208"/>
                    <a:pt x="28750" y="5185"/>
                    <a:pt x="28751" y="5159"/>
                  </a:cubicBezTo>
                  <a:cubicBezTo>
                    <a:pt x="28755" y="5111"/>
                    <a:pt x="28751" y="5055"/>
                    <a:pt x="28755" y="5009"/>
                  </a:cubicBezTo>
                  <a:cubicBezTo>
                    <a:pt x="28757" y="4994"/>
                    <a:pt x="28758" y="4981"/>
                    <a:pt x="28761" y="4967"/>
                  </a:cubicBezTo>
                  <a:cubicBezTo>
                    <a:pt x="28773" y="4914"/>
                    <a:pt x="28780" y="4858"/>
                    <a:pt x="28787" y="4801"/>
                  </a:cubicBezTo>
                  <a:cubicBezTo>
                    <a:pt x="28800" y="4708"/>
                    <a:pt x="28802" y="4611"/>
                    <a:pt x="28793" y="4518"/>
                  </a:cubicBezTo>
                  <a:cubicBezTo>
                    <a:pt x="28790" y="4458"/>
                    <a:pt x="28780" y="4401"/>
                    <a:pt x="28766" y="4349"/>
                  </a:cubicBezTo>
                  <a:cubicBezTo>
                    <a:pt x="28757" y="4321"/>
                    <a:pt x="28750" y="4297"/>
                    <a:pt x="28739" y="4270"/>
                  </a:cubicBezTo>
                  <a:cubicBezTo>
                    <a:pt x="28688" y="4153"/>
                    <a:pt x="28601" y="4044"/>
                    <a:pt x="28566" y="3907"/>
                  </a:cubicBezTo>
                  <a:cubicBezTo>
                    <a:pt x="28533" y="3770"/>
                    <a:pt x="28649" y="3478"/>
                    <a:pt x="28609" y="3447"/>
                  </a:cubicBezTo>
                  <a:lnTo>
                    <a:pt x="28609" y="3447"/>
                  </a:lnTo>
                  <a:cubicBezTo>
                    <a:pt x="28598" y="3461"/>
                    <a:pt x="28590" y="3475"/>
                    <a:pt x="28577" y="3485"/>
                  </a:cubicBezTo>
                  <a:cubicBezTo>
                    <a:pt x="28566" y="3498"/>
                    <a:pt x="28553" y="3511"/>
                    <a:pt x="28540" y="3522"/>
                  </a:cubicBezTo>
                  <a:cubicBezTo>
                    <a:pt x="28517" y="3545"/>
                    <a:pt x="28492" y="3565"/>
                    <a:pt x="28472" y="3596"/>
                  </a:cubicBezTo>
                  <a:lnTo>
                    <a:pt x="28472" y="3599"/>
                  </a:lnTo>
                  <a:cubicBezTo>
                    <a:pt x="28459" y="3620"/>
                    <a:pt x="28450" y="3645"/>
                    <a:pt x="28444" y="3668"/>
                  </a:cubicBezTo>
                  <a:cubicBezTo>
                    <a:pt x="28441" y="3687"/>
                    <a:pt x="28438" y="3705"/>
                    <a:pt x="28434" y="3722"/>
                  </a:cubicBezTo>
                  <a:cubicBezTo>
                    <a:pt x="28431" y="3731"/>
                    <a:pt x="28430" y="3740"/>
                    <a:pt x="28427" y="3748"/>
                  </a:cubicBezTo>
                  <a:cubicBezTo>
                    <a:pt x="28422" y="3766"/>
                    <a:pt x="28415" y="3783"/>
                    <a:pt x="28406" y="3799"/>
                  </a:cubicBezTo>
                  <a:lnTo>
                    <a:pt x="28406" y="3802"/>
                  </a:lnTo>
                  <a:cubicBezTo>
                    <a:pt x="28398" y="3817"/>
                    <a:pt x="28373" y="3846"/>
                    <a:pt x="28347" y="3876"/>
                  </a:cubicBezTo>
                  <a:cubicBezTo>
                    <a:pt x="28326" y="3897"/>
                    <a:pt x="28308" y="3920"/>
                    <a:pt x="28286" y="3937"/>
                  </a:cubicBezTo>
                  <a:cubicBezTo>
                    <a:pt x="28267" y="3958"/>
                    <a:pt x="28248" y="3974"/>
                    <a:pt x="28233" y="3988"/>
                  </a:cubicBezTo>
                  <a:cubicBezTo>
                    <a:pt x="28226" y="3994"/>
                    <a:pt x="28219" y="4001"/>
                    <a:pt x="28213" y="4006"/>
                  </a:cubicBezTo>
                  <a:lnTo>
                    <a:pt x="28213" y="3962"/>
                  </a:lnTo>
                  <a:cubicBezTo>
                    <a:pt x="28312" y="3812"/>
                    <a:pt x="28183" y="3331"/>
                    <a:pt x="28117" y="3235"/>
                  </a:cubicBezTo>
                  <a:cubicBezTo>
                    <a:pt x="28114" y="3229"/>
                    <a:pt x="28110" y="3222"/>
                    <a:pt x="28104" y="3216"/>
                  </a:cubicBezTo>
                  <a:cubicBezTo>
                    <a:pt x="28088" y="3192"/>
                    <a:pt x="28072" y="3165"/>
                    <a:pt x="28053" y="3142"/>
                  </a:cubicBezTo>
                  <a:cubicBezTo>
                    <a:pt x="28031" y="3113"/>
                    <a:pt x="28007" y="3084"/>
                    <a:pt x="27978" y="3064"/>
                  </a:cubicBezTo>
                  <a:cubicBezTo>
                    <a:pt x="27872" y="2988"/>
                    <a:pt x="27665" y="2942"/>
                    <a:pt x="27459" y="2942"/>
                  </a:cubicBezTo>
                  <a:cubicBezTo>
                    <a:pt x="27399" y="2942"/>
                    <a:pt x="27339" y="2946"/>
                    <a:pt x="27281" y="2955"/>
                  </a:cubicBezTo>
                  <a:cubicBezTo>
                    <a:pt x="27236" y="2962"/>
                    <a:pt x="27155" y="2979"/>
                    <a:pt x="27095" y="2979"/>
                  </a:cubicBezTo>
                  <a:cubicBezTo>
                    <a:pt x="27085" y="2979"/>
                    <a:pt x="27076" y="2979"/>
                    <a:pt x="27067" y="2978"/>
                  </a:cubicBezTo>
                  <a:cubicBezTo>
                    <a:pt x="27060" y="2978"/>
                    <a:pt x="27053" y="2976"/>
                    <a:pt x="27047" y="2976"/>
                  </a:cubicBezTo>
                  <a:cubicBezTo>
                    <a:pt x="27019" y="2971"/>
                    <a:pt x="26990" y="2966"/>
                    <a:pt x="26961" y="2960"/>
                  </a:cubicBezTo>
                  <a:cubicBezTo>
                    <a:pt x="26932" y="2955"/>
                    <a:pt x="26903" y="2949"/>
                    <a:pt x="26873" y="2946"/>
                  </a:cubicBezTo>
                  <a:cubicBezTo>
                    <a:pt x="26816" y="2939"/>
                    <a:pt x="26759" y="2930"/>
                    <a:pt x="26704" y="2923"/>
                  </a:cubicBezTo>
                  <a:cubicBezTo>
                    <a:pt x="26694" y="2920"/>
                    <a:pt x="26686" y="2920"/>
                    <a:pt x="26682" y="2918"/>
                  </a:cubicBezTo>
                  <a:cubicBezTo>
                    <a:pt x="26625" y="2911"/>
                    <a:pt x="26567" y="2902"/>
                    <a:pt x="26511" y="2894"/>
                  </a:cubicBezTo>
                  <a:cubicBezTo>
                    <a:pt x="26451" y="2883"/>
                    <a:pt x="26391" y="2873"/>
                    <a:pt x="26330" y="2859"/>
                  </a:cubicBezTo>
                  <a:cubicBezTo>
                    <a:pt x="26262" y="2850"/>
                    <a:pt x="26196" y="2844"/>
                    <a:pt x="26127" y="2837"/>
                  </a:cubicBezTo>
                  <a:cubicBezTo>
                    <a:pt x="25978" y="2792"/>
                    <a:pt x="25672" y="2678"/>
                    <a:pt x="25663" y="2504"/>
                  </a:cubicBezTo>
                  <a:cubicBezTo>
                    <a:pt x="25859" y="2386"/>
                    <a:pt x="26259" y="2462"/>
                    <a:pt x="26518" y="2408"/>
                  </a:cubicBezTo>
                  <a:cubicBezTo>
                    <a:pt x="26538" y="2403"/>
                    <a:pt x="26559" y="2402"/>
                    <a:pt x="26581" y="2402"/>
                  </a:cubicBezTo>
                  <a:cubicBezTo>
                    <a:pt x="26618" y="2402"/>
                    <a:pt x="26658" y="2406"/>
                    <a:pt x="26694" y="2406"/>
                  </a:cubicBezTo>
                  <a:cubicBezTo>
                    <a:pt x="26729" y="2406"/>
                    <a:pt x="26760" y="2402"/>
                    <a:pt x="26785" y="2386"/>
                  </a:cubicBezTo>
                  <a:cubicBezTo>
                    <a:pt x="26618" y="2374"/>
                    <a:pt x="26451" y="2366"/>
                    <a:pt x="26284" y="2356"/>
                  </a:cubicBezTo>
                  <a:cubicBezTo>
                    <a:pt x="26246" y="2348"/>
                    <a:pt x="26208" y="2338"/>
                    <a:pt x="26164" y="2331"/>
                  </a:cubicBezTo>
                  <a:cubicBezTo>
                    <a:pt x="26128" y="2324"/>
                    <a:pt x="26087" y="2316"/>
                    <a:pt x="26048" y="2312"/>
                  </a:cubicBezTo>
                  <a:cubicBezTo>
                    <a:pt x="26019" y="2308"/>
                    <a:pt x="25987" y="2302"/>
                    <a:pt x="25959" y="2299"/>
                  </a:cubicBezTo>
                  <a:cubicBezTo>
                    <a:pt x="25920" y="2292"/>
                    <a:pt x="25877" y="2286"/>
                    <a:pt x="25834" y="2279"/>
                  </a:cubicBezTo>
                  <a:cubicBezTo>
                    <a:pt x="25813" y="2276"/>
                    <a:pt x="25791" y="2273"/>
                    <a:pt x="25766" y="2265"/>
                  </a:cubicBezTo>
                  <a:cubicBezTo>
                    <a:pt x="25723" y="2261"/>
                    <a:pt x="25679" y="2254"/>
                    <a:pt x="25637" y="2247"/>
                  </a:cubicBezTo>
                  <a:cubicBezTo>
                    <a:pt x="25628" y="2244"/>
                    <a:pt x="25621" y="2242"/>
                    <a:pt x="25615" y="2242"/>
                  </a:cubicBezTo>
                  <a:cubicBezTo>
                    <a:pt x="25577" y="2235"/>
                    <a:pt x="25539" y="2229"/>
                    <a:pt x="25500" y="2222"/>
                  </a:cubicBezTo>
                  <a:cubicBezTo>
                    <a:pt x="25491" y="2220"/>
                    <a:pt x="25480" y="2219"/>
                    <a:pt x="25472" y="2215"/>
                  </a:cubicBezTo>
                  <a:cubicBezTo>
                    <a:pt x="25340" y="2190"/>
                    <a:pt x="25211" y="2159"/>
                    <a:pt x="25094" y="2117"/>
                  </a:cubicBezTo>
                  <a:cubicBezTo>
                    <a:pt x="25055" y="2101"/>
                    <a:pt x="25014" y="2082"/>
                    <a:pt x="24978" y="2066"/>
                  </a:cubicBezTo>
                  <a:cubicBezTo>
                    <a:pt x="24926" y="2040"/>
                    <a:pt x="24875" y="2010"/>
                    <a:pt x="24830" y="1978"/>
                  </a:cubicBezTo>
                  <a:cubicBezTo>
                    <a:pt x="24828" y="1978"/>
                    <a:pt x="24828" y="1978"/>
                    <a:pt x="24828" y="1975"/>
                  </a:cubicBezTo>
                  <a:cubicBezTo>
                    <a:pt x="24796" y="1953"/>
                    <a:pt x="24770" y="1928"/>
                    <a:pt x="24745" y="1901"/>
                  </a:cubicBezTo>
                  <a:cubicBezTo>
                    <a:pt x="24698" y="1848"/>
                    <a:pt x="24658" y="1790"/>
                    <a:pt x="24636" y="1719"/>
                  </a:cubicBezTo>
                  <a:cubicBezTo>
                    <a:pt x="24632" y="1701"/>
                    <a:pt x="24626" y="1684"/>
                    <a:pt x="24625" y="1666"/>
                  </a:cubicBezTo>
                  <a:cubicBezTo>
                    <a:pt x="24604" y="1573"/>
                    <a:pt x="24606" y="1470"/>
                    <a:pt x="24636" y="1348"/>
                  </a:cubicBezTo>
                  <a:cubicBezTo>
                    <a:pt x="24658" y="1333"/>
                    <a:pt x="24680" y="1317"/>
                    <a:pt x="24699" y="1302"/>
                  </a:cubicBezTo>
                  <a:cubicBezTo>
                    <a:pt x="24734" y="1274"/>
                    <a:pt x="24769" y="1246"/>
                    <a:pt x="24817" y="1232"/>
                  </a:cubicBezTo>
                  <a:cubicBezTo>
                    <a:pt x="24996" y="1178"/>
                    <a:pt x="25221" y="1217"/>
                    <a:pt x="25384" y="1156"/>
                  </a:cubicBezTo>
                  <a:cubicBezTo>
                    <a:pt x="25443" y="1131"/>
                    <a:pt x="25500" y="1105"/>
                    <a:pt x="25557" y="1078"/>
                  </a:cubicBezTo>
                  <a:cubicBezTo>
                    <a:pt x="25609" y="1049"/>
                    <a:pt x="25661" y="1018"/>
                    <a:pt x="25712" y="985"/>
                  </a:cubicBezTo>
                  <a:cubicBezTo>
                    <a:pt x="25766" y="954"/>
                    <a:pt x="25817" y="923"/>
                    <a:pt x="25871" y="894"/>
                  </a:cubicBezTo>
                  <a:cubicBezTo>
                    <a:pt x="25926" y="862"/>
                    <a:pt x="25981" y="836"/>
                    <a:pt x="26044" y="812"/>
                  </a:cubicBezTo>
                  <a:cubicBezTo>
                    <a:pt x="26104" y="789"/>
                    <a:pt x="26202" y="750"/>
                    <a:pt x="26304" y="750"/>
                  </a:cubicBezTo>
                  <a:cubicBezTo>
                    <a:pt x="26331" y="750"/>
                    <a:pt x="26358" y="753"/>
                    <a:pt x="26385" y="759"/>
                  </a:cubicBezTo>
                  <a:cubicBezTo>
                    <a:pt x="26486" y="782"/>
                    <a:pt x="26567" y="816"/>
                    <a:pt x="26641" y="854"/>
                  </a:cubicBezTo>
                  <a:cubicBezTo>
                    <a:pt x="26691" y="880"/>
                    <a:pt x="26736" y="906"/>
                    <a:pt x="26781" y="938"/>
                  </a:cubicBezTo>
                  <a:cubicBezTo>
                    <a:pt x="26825" y="967"/>
                    <a:pt x="26868" y="999"/>
                    <a:pt x="26915" y="1033"/>
                  </a:cubicBezTo>
                  <a:cubicBezTo>
                    <a:pt x="26938" y="1049"/>
                    <a:pt x="26960" y="1065"/>
                    <a:pt x="26983" y="1081"/>
                  </a:cubicBezTo>
                  <a:cubicBezTo>
                    <a:pt x="27019" y="1105"/>
                    <a:pt x="27108" y="1171"/>
                    <a:pt x="27171" y="1188"/>
                  </a:cubicBezTo>
                  <a:cubicBezTo>
                    <a:pt x="27181" y="1190"/>
                    <a:pt x="27191" y="1192"/>
                    <a:pt x="27200" y="1192"/>
                  </a:cubicBezTo>
                  <a:cubicBezTo>
                    <a:pt x="27207" y="1192"/>
                    <a:pt x="27214" y="1191"/>
                    <a:pt x="27220" y="1188"/>
                  </a:cubicBezTo>
                  <a:lnTo>
                    <a:pt x="27198" y="1188"/>
                  </a:lnTo>
                  <a:cubicBezTo>
                    <a:pt x="27159" y="1149"/>
                    <a:pt x="27105" y="1128"/>
                    <a:pt x="27060" y="1092"/>
                  </a:cubicBezTo>
                  <a:cubicBezTo>
                    <a:pt x="27035" y="1076"/>
                    <a:pt x="27012" y="1054"/>
                    <a:pt x="26987" y="1030"/>
                  </a:cubicBezTo>
                  <a:cubicBezTo>
                    <a:pt x="26811" y="861"/>
                    <a:pt x="26605" y="545"/>
                    <a:pt x="26611" y="291"/>
                  </a:cubicBezTo>
                  <a:lnTo>
                    <a:pt x="26641" y="259"/>
                  </a:lnTo>
                  <a:close/>
                  <a:moveTo>
                    <a:pt x="30471" y="5330"/>
                  </a:moveTo>
                  <a:cubicBezTo>
                    <a:pt x="30485" y="5340"/>
                    <a:pt x="30507" y="5346"/>
                    <a:pt x="30528" y="5351"/>
                  </a:cubicBezTo>
                  <a:cubicBezTo>
                    <a:pt x="30547" y="5354"/>
                    <a:pt x="30568" y="5355"/>
                    <a:pt x="30589" y="5361"/>
                  </a:cubicBezTo>
                  <a:cubicBezTo>
                    <a:pt x="30603" y="5364"/>
                    <a:pt x="30616" y="5368"/>
                    <a:pt x="30631" y="5374"/>
                  </a:cubicBezTo>
                  <a:cubicBezTo>
                    <a:pt x="30667" y="5388"/>
                    <a:pt x="30705" y="5410"/>
                    <a:pt x="30738" y="5432"/>
                  </a:cubicBezTo>
                  <a:cubicBezTo>
                    <a:pt x="30756" y="5444"/>
                    <a:pt x="30770" y="5455"/>
                    <a:pt x="30786" y="5470"/>
                  </a:cubicBezTo>
                  <a:cubicBezTo>
                    <a:pt x="30864" y="5534"/>
                    <a:pt x="30922" y="5618"/>
                    <a:pt x="30961" y="5716"/>
                  </a:cubicBezTo>
                  <a:cubicBezTo>
                    <a:pt x="30978" y="5752"/>
                    <a:pt x="30987" y="5793"/>
                    <a:pt x="30994" y="5841"/>
                  </a:cubicBezTo>
                  <a:cubicBezTo>
                    <a:pt x="31009" y="5931"/>
                    <a:pt x="31007" y="6032"/>
                    <a:pt x="30996" y="6124"/>
                  </a:cubicBezTo>
                  <a:cubicBezTo>
                    <a:pt x="30993" y="6169"/>
                    <a:pt x="30984" y="6213"/>
                    <a:pt x="30973" y="6249"/>
                  </a:cubicBezTo>
                  <a:cubicBezTo>
                    <a:pt x="30968" y="6264"/>
                    <a:pt x="30967" y="6278"/>
                    <a:pt x="30964" y="6293"/>
                  </a:cubicBezTo>
                  <a:cubicBezTo>
                    <a:pt x="30957" y="6329"/>
                    <a:pt x="30952" y="6365"/>
                    <a:pt x="30943" y="6400"/>
                  </a:cubicBezTo>
                  <a:cubicBezTo>
                    <a:pt x="30942" y="6409"/>
                    <a:pt x="30939" y="6421"/>
                    <a:pt x="30938" y="6428"/>
                  </a:cubicBezTo>
                  <a:cubicBezTo>
                    <a:pt x="30935" y="6447"/>
                    <a:pt x="30927" y="6466"/>
                    <a:pt x="30917" y="6483"/>
                  </a:cubicBezTo>
                  <a:lnTo>
                    <a:pt x="30917" y="6486"/>
                  </a:lnTo>
                  <a:cubicBezTo>
                    <a:pt x="30804" y="6770"/>
                    <a:pt x="30611" y="6996"/>
                    <a:pt x="30458" y="7245"/>
                  </a:cubicBezTo>
                  <a:cubicBezTo>
                    <a:pt x="30363" y="7399"/>
                    <a:pt x="30291" y="7622"/>
                    <a:pt x="30128" y="7704"/>
                  </a:cubicBezTo>
                  <a:cubicBezTo>
                    <a:pt x="30075" y="7732"/>
                    <a:pt x="30013" y="7743"/>
                    <a:pt x="29949" y="7743"/>
                  </a:cubicBezTo>
                  <a:cubicBezTo>
                    <a:pt x="29800" y="7743"/>
                    <a:pt x="29640" y="7684"/>
                    <a:pt x="29561" y="7629"/>
                  </a:cubicBezTo>
                  <a:cubicBezTo>
                    <a:pt x="29548" y="7622"/>
                    <a:pt x="29539" y="7614"/>
                    <a:pt x="29530" y="7604"/>
                  </a:cubicBezTo>
                  <a:cubicBezTo>
                    <a:pt x="29519" y="7595"/>
                    <a:pt x="29510" y="7587"/>
                    <a:pt x="29503" y="7577"/>
                  </a:cubicBezTo>
                  <a:lnTo>
                    <a:pt x="29474" y="7549"/>
                  </a:lnTo>
                  <a:cubicBezTo>
                    <a:pt x="29465" y="7540"/>
                    <a:pt x="29455" y="7531"/>
                    <a:pt x="29444" y="7523"/>
                  </a:cubicBezTo>
                  <a:lnTo>
                    <a:pt x="29444" y="7545"/>
                  </a:lnTo>
                  <a:cubicBezTo>
                    <a:pt x="29488" y="7579"/>
                    <a:pt x="29508" y="7639"/>
                    <a:pt x="29540" y="7683"/>
                  </a:cubicBezTo>
                  <a:cubicBezTo>
                    <a:pt x="29546" y="7693"/>
                    <a:pt x="29555" y="7702"/>
                    <a:pt x="29562" y="7709"/>
                  </a:cubicBezTo>
                  <a:cubicBezTo>
                    <a:pt x="29586" y="7734"/>
                    <a:pt x="29615" y="7758"/>
                    <a:pt x="29647" y="7780"/>
                  </a:cubicBezTo>
                  <a:cubicBezTo>
                    <a:pt x="29690" y="7809"/>
                    <a:pt x="29735" y="7834"/>
                    <a:pt x="29773" y="7856"/>
                  </a:cubicBezTo>
                  <a:lnTo>
                    <a:pt x="29775" y="7856"/>
                  </a:lnTo>
                  <a:cubicBezTo>
                    <a:pt x="29759" y="7883"/>
                    <a:pt x="29738" y="7912"/>
                    <a:pt x="29721" y="7941"/>
                  </a:cubicBezTo>
                  <a:cubicBezTo>
                    <a:pt x="29665" y="8024"/>
                    <a:pt x="29604" y="8110"/>
                    <a:pt x="29549" y="8197"/>
                  </a:cubicBezTo>
                  <a:cubicBezTo>
                    <a:pt x="29497" y="8282"/>
                    <a:pt x="29475" y="8370"/>
                    <a:pt x="29433" y="8465"/>
                  </a:cubicBezTo>
                  <a:cubicBezTo>
                    <a:pt x="29401" y="8540"/>
                    <a:pt x="29365" y="8619"/>
                    <a:pt x="29328" y="8693"/>
                  </a:cubicBezTo>
                  <a:cubicBezTo>
                    <a:pt x="29315" y="8718"/>
                    <a:pt x="29306" y="8740"/>
                    <a:pt x="29293" y="8763"/>
                  </a:cubicBezTo>
                  <a:cubicBezTo>
                    <a:pt x="29260" y="8828"/>
                    <a:pt x="29226" y="8894"/>
                    <a:pt x="29190" y="8955"/>
                  </a:cubicBezTo>
                  <a:cubicBezTo>
                    <a:pt x="29154" y="9020"/>
                    <a:pt x="29114" y="9081"/>
                    <a:pt x="29077" y="9139"/>
                  </a:cubicBezTo>
                  <a:cubicBezTo>
                    <a:pt x="29058" y="9169"/>
                    <a:pt x="29037" y="9198"/>
                    <a:pt x="29017" y="9222"/>
                  </a:cubicBezTo>
                  <a:cubicBezTo>
                    <a:pt x="29011" y="9228"/>
                    <a:pt x="29005" y="9235"/>
                    <a:pt x="29003" y="9241"/>
                  </a:cubicBezTo>
                  <a:cubicBezTo>
                    <a:pt x="28982" y="9266"/>
                    <a:pt x="28959" y="9289"/>
                    <a:pt x="28936" y="9310"/>
                  </a:cubicBezTo>
                  <a:cubicBezTo>
                    <a:pt x="28848" y="9394"/>
                    <a:pt x="28739" y="9459"/>
                    <a:pt x="28642" y="9522"/>
                  </a:cubicBezTo>
                  <a:cubicBezTo>
                    <a:pt x="28597" y="9551"/>
                    <a:pt x="28550" y="9583"/>
                    <a:pt x="28502" y="9612"/>
                  </a:cubicBezTo>
                  <a:cubicBezTo>
                    <a:pt x="28312" y="9728"/>
                    <a:pt x="28103" y="9834"/>
                    <a:pt x="27884" y="9929"/>
                  </a:cubicBezTo>
                  <a:cubicBezTo>
                    <a:pt x="27775" y="9977"/>
                    <a:pt x="27663" y="10021"/>
                    <a:pt x="27552" y="10063"/>
                  </a:cubicBezTo>
                  <a:cubicBezTo>
                    <a:pt x="27496" y="10082"/>
                    <a:pt x="27438" y="10100"/>
                    <a:pt x="27381" y="10121"/>
                  </a:cubicBezTo>
                  <a:lnTo>
                    <a:pt x="27380" y="10121"/>
                  </a:lnTo>
                  <a:cubicBezTo>
                    <a:pt x="27329" y="10138"/>
                    <a:pt x="27283" y="10146"/>
                    <a:pt x="27237" y="10153"/>
                  </a:cubicBezTo>
                  <a:cubicBezTo>
                    <a:pt x="27191" y="10162"/>
                    <a:pt x="27143" y="10172"/>
                    <a:pt x="27092" y="10186"/>
                  </a:cubicBezTo>
                  <a:cubicBezTo>
                    <a:pt x="26890" y="10249"/>
                    <a:pt x="26494" y="10328"/>
                    <a:pt x="26141" y="10328"/>
                  </a:cubicBezTo>
                  <a:cubicBezTo>
                    <a:pt x="25881" y="10328"/>
                    <a:pt x="25643" y="10285"/>
                    <a:pt x="25525" y="10160"/>
                  </a:cubicBezTo>
                  <a:cubicBezTo>
                    <a:pt x="25518" y="10150"/>
                    <a:pt x="25510" y="10143"/>
                    <a:pt x="25503" y="10134"/>
                  </a:cubicBezTo>
                  <a:cubicBezTo>
                    <a:pt x="25467" y="10086"/>
                    <a:pt x="25439" y="10034"/>
                    <a:pt x="25417" y="9977"/>
                  </a:cubicBezTo>
                  <a:cubicBezTo>
                    <a:pt x="25381" y="9884"/>
                    <a:pt x="25359" y="9781"/>
                    <a:pt x="25333" y="9663"/>
                  </a:cubicBezTo>
                  <a:cubicBezTo>
                    <a:pt x="25330" y="9648"/>
                    <a:pt x="25326" y="9629"/>
                    <a:pt x="25323" y="9613"/>
                  </a:cubicBezTo>
                  <a:cubicBezTo>
                    <a:pt x="25311" y="9538"/>
                    <a:pt x="25315" y="9465"/>
                    <a:pt x="25308" y="9392"/>
                  </a:cubicBezTo>
                  <a:cubicBezTo>
                    <a:pt x="25304" y="9363"/>
                    <a:pt x="25299" y="9331"/>
                    <a:pt x="25289" y="9301"/>
                  </a:cubicBezTo>
                  <a:cubicBezTo>
                    <a:pt x="25221" y="9073"/>
                    <a:pt x="25054" y="8982"/>
                    <a:pt x="25118" y="8681"/>
                  </a:cubicBezTo>
                  <a:cubicBezTo>
                    <a:pt x="25161" y="8677"/>
                    <a:pt x="25212" y="8670"/>
                    <a:pt x="25265" y="8660"/>
                  </a:cubicBezTo>
                  <a:cubicBezTo>
                    <a:pt x="25315" y="8647"/>
                    <a:pt x="25369" y="8629"/>
                    <a:pt x="25420" y="8612"/>
                  </a:cubicBezTo>
                  <a:cubicBezTo>
                    <a:pt x="25474" y="8593"/>
                    <a:pt x="25528" y="8574"/>
                    <a:pt x="25577" y="8558"/>
                  </a:cubicBezTo>
                  <a:cubicBezTo>
                    <a:pt x="25628" y="8539"/>
                    <a:pt x="25675" y="8522"/>
                    <a:pt x="25717" y="8510"/>
                  </a:cubicBezTo>
                  <a:cubicBezTo>
                    <a:pt x="25810" y="8495"/>
                    <a:pt x="25903" y="8484"/>
                    <a:pt x="25994" y="8466"/>
                  </a:cubicBezTo>
                  <a:cubicBezTo>
                    <a:pt x="25916" y="8465"/>
                    <a:pt x="25831" y="8465"/>
                    <a:pt x="25746" y="8465"/>
                  </a:cubicBezTo>
                  <a:cubicBezTo>
                    <a:pt x="25684" y="8465"/>
                    <a:pt x="25623" y="8465"/>
                    <a:pt x="25565" y="8466"/>
                  </a:cubicBezTo>
                  <a:lnTo>
                    <a:pt x="25362" y="8466"/>
                  </a:lnTo>
                  <a:cubicBezTo>
                    <a:pt x="25279" y="8484"/>
                    <a:pt x="25195" y="8502"/>
                    <a:pt x="25113" y="8502"/>
                  </a:cubicBezTo>
                  <a:cubicBezTo>
                    <a:pt x="25093" y="8502"/>
                    <a:pt x="25073" y="8501"/>
                    <a:pt x="25054" y="8498"/>
                  </a:cubicBezTo>
                  <a:cubicBezTo>
                    <a:pt x="25001" y="8430"/>
                    <a:pt x="24926" y="8389"/>
                    <a:pt x="24904" y="8285"/>
                  </a:cubicBezTo>
                  <a:cubicBezTo>
                    <a:pt x="24882" y="8186"/>
                    <a:pt x="24953" y="8094"/>
                    <a:pt x="24987" y="7987"/>
                  </a:cubicBezTo>
                  <a:cubicBezTo>
                    <a:pt x="25004" y="7931"/>
                    <a:pt x="25012" y="7873"/>
                    <a:pt x="24990" y="7805"/>
                  </a:cubicBezTo>
                  <a:cubicBezTo>
                    <a:pt x="24969" y="7735"/>
                    <a:pt x="24932" y="7678"/>
                    <a:pt x="24885" y="7626"/>
                  </a:cubicBezTo>
                  <a:cubicBezTo>
                    <a:pt x="24873" y="7613"/>
                    <a:pt x="24860" y="7600"/>
                    <a:pt x="24849" y="7590"/>
                  </a:cubicBezTo>
                  <a:cubicBezTo>
                    <a:pt x="24773" y="7514"/>
                    <a:pt x="24686" y="7453"/>
                    <a:pt x="24613" y="7379"/>
                  </a:cubicBezTo>
                  <a:cubicBezTo>
                    <a:pt x="24567" y="7329"/>
                    <a:pt x="24523" y="7273"/>
                    <a:pt x="24495" y="7206"/>
                  </a:cubicBezTo>
                  <a:cubicBezTo>
                    <a:pt x="24487" y="7187"/>
                    <a:pt x="24481" y="7169"/>
                    <a:pt x="24475" y="7151"/>
                  </a:cubicBezTo>
                  <a:cubicBezTo>
                    <a:pt x="24472" y="7139"/>
                    <a:pt x="24471" y="7126"/>
                    <a:pt x="24468" y="7114"/>
                  </a:cubicBezTo>
                  <a:cubicBezTo>
                    <a:pt x="24458" y="7062"/>
                    <a:pt x="24465" y="7015"/>
                    <a:pt x="24479" y="6975"/>
                  </a:cubicBezTo>
                  <a:cubicBezTo>
                    <a:pt x="24493" y="6946"/>
                    <a:pt x="24504" y="6921"/>
                    <a:pt x="24523" y="6899"/>
                  </a:cubicBezTo>
                  <a:cubicBezTo>
                    <a:pt x="24530" y="6886"/>
                    <a:pt x="24540" y="6877"/>
                    <a:pt x="24551" y="6864"/>
                  </a:cubicBezTo>
                  <a:cubicBezTo>
                    <a:pt x="24554" y="6860"/>
                    <a:pt x="24555" y="6857"/>
                    <a:pt x="24561" y="6852"/>
                  </a:cubicBezTo>
                  <a:cubicBezTo>
                    <a:pt x="24568" y="6844"/>
                    <a:pt x="24574" y="6838"/>
                    <a:pt x="24581" y="6834"/>
                  </a:cubicBezTo>
                  <a:cubicBezTo>
                    <a:pt x="24584" y="6829"/>
                    <a:pt x="24587" y="6828"/>
                    <a:pt x="24590" y="6826"/>
                  </a:cubicBezTo>
                  <a:cubicBezTo>
                    <a:pt x="24597" y="6816"/>
                    <a:pt x="24604" y="6812"/>
                    <a:pt x="24612" y="6806"/>
                  </a:cubicBezTo>
                  <a:cubicBezTo>
                    <a:pt x="24619" y="6802"/>
                    <a:pt x="24625" y="6797"/>
                    <a:pt x="24632" y="6790"/>
                  </a:cubicBezTo>
                  <a:cubicBezTo>
                    <a:pt x="24644" y="6783"/>
                    <a:pt x="24654" y="6775"/>
                    <a:pt x="24664" y="6765"/>
                  </a:cubicBezTo>
                  <a:cubicBezTo>
                    <a:pt x="24684" y="6751"/>
                    <a:pt x="24706" y="6736"/>
                    <a:pt x="24725" y="6725"/>
                  </a:cubicBezTo>
                  <a:cubicBezTo>
                    <a:pt x="24759" y="6697"/>
                    <a:pt x="24792" y="6663"/>
                    <a:pt x="24824" y="6630"/>
                  </a:cubicBezTo>
                  <a:cubicBezTo>
                    <a:pt x="24856" y="6595"/>
                    <a:pt x="24885" y="6554"/>
                    <a:pt x="24910" y="6514"/>
                  </a:cubicBezTo>
                  <a:cubicBezTo>
                    <a:pt x="24962" y="6429"/>
                    <a:pt x="25010" y="6341"/>
                    <a:pt x="25045" y="6253"/>
                  </a:cubicBezTo>
                  <a:cubicBezTo>
                    <a:pt x="25054" y="6264"/>
                    <a:pt x="25048" y="6256"/>
                    <a:pt x="25055" y="6274"/>
                  </a:cubicBezTo>
                  <a:cubicBezTo>
                    <a:pt x="25115" y="6349"/>
                    <a:pt x="25132" y="6456"/>
                    <a:pt x="25185" y="6543"/>
                  </a:cubicBezTo>
                  <a:cubicBezTo>
                    <a:pt x="25199" y="6569"/>
                    <a:pt x="25221" y="6601"/>
                    <a:pt x="25246" y="6634"/>
                  </a:cubicBezTo>
                  <a:cubicBezTo>
                    <a:pt x="25265" y="6656"/>
                    <a:pt x="25282" y="6682"/>
                    <a:pt x="25301" y="6706"/>
                  </a:cubicBezTo>
                  <a:cubicBezTo>
                    <a:pt x="25321" y="6732"/>
                    <a:pt x="25343" y="6757"/>
                    <a:pt x="25366" y="6783"/>
                  </a:cubicBezTo>
                  <a:cubicBezTo>
                    <a:pt x="25403" y="6819"/>
                    <a:pt x="25440" y="6852"/>
                    <a:pt x="25478" y="6884"/>
                  </a:cubicBezTo>
                  <a:cubicBezTo>
                    <a:pt x="25506" y="6903"/>
                    <a:pt x="25535" y="6924"/>
                    <a:pt x="25564" y="6937"/>
                  </a:cubicBezTo>
                  <a:cubicBezTo>
                    <a:pt x="25592" y="6953"/>
                    <a:pt x="25622" y="6964"/>
                    <a:pt x="25651" y="6973"/>
                  </a:cubicBezTo>
                  <a:cubicBezTo>
                    <a:pt x="25682" y="6982"/>
                    <a:pt x="25713" y="6987"/>
                    <a:pt x="25744" y="6987"/>
                  </a:cubicBezTo>
                  <a:cubicBezTo>
                    <a:pt x="25801" y="6987"/>
                    <a:pt x="25860" y="6971"/>
                    <a:pt x="25920" y="6935"/>
                  </a:cubicBezTo>
                  <a:cubicBezTo>
                    <a:pt x="25957" y="6911"/>
                    <a:pt x="26000" y="6866"/>
                    <a:pt x="26031" y="6826"/>
                  </a:cubicBezTo>
                  <a:cubicBezTo>
                    <a:pt x="26042" y="6812"/>
                    <a:pt x="26051" y="6799"/>
                    <a:pt x="26058" y="6786"/>
                  </a:cubicBezTo>
                  <a:cubicBezTo>
                    <a:pt x="26061" y="6780"/>
                    <a:pt x="26064" y="6773"/>
                    <a:pt x="26067" y="6765"/>
                  </a:cubicBezTo>
                  <a:cubicBezTo>
                    <a:pt x="26086" y="6735"/>
                    <a:pt x="26101" y="6700"/>
                    <a:pt x="26114" y="6663"/>
                  </a:cubicBezTo>
                  <a:cubicBezTo>
                    <a:pt x="26157" y="6537"/>
                    <a:pt x="26173" y="6390"/>
                    <a:pt x="26207" y="6242"/>
                  </a:cubicBezTo>
                  <a:cubicBezTo>
                    <a:pt x="26234" y="6117"/>
                    <a:pt x="26180" y="5950"/>
                    <a:pt x="26196" y="5845"/>
                  </a:cubicBezTo>
                  <a:cubicBezTo>
                    <a:pt x="26202" y="5810"/>
                    <a:pt x="26212" y="5782"/>
                    <a:pt x="26234" y="5761"/>
                  </a:cubicBezTo>
                  <a:cubicBezTo>
                    <a:pt x="26240" y="5758"/>
                    <a:pt x="26247" y="5752"/>
                    <a:pt x="26255" y="5746"/>
                  </a:cubicBezTo>
                  <a:cubicBezTo>
                    <a:pt x="26275" y="5736"/>
                    <a:pt x="26301" y="5729"/>
                    <a:pt x="26335" y="5729"/>
                  </a:cubicBezTo>
                  <a:cubicBezTo>
                    <a:pt x="26351" y="5737"/>
                    <a:pt x="26372" y="5743"/>
                    <a:pt x="26399" y="5746"/>
                  </a:cubicBezTo>
                  <a:cubicBezTo>
                    <a:pt x="26399" y="5747"/>
                    <a:pt x="26400" y="5747"/>
                    <a:pt x="26400" y="5747"/>
                  </a:cubicBezTo>
                  <a:cubicBezTo>
                    <a:pt x="26400" y="5747"/>
                    <a:pt x="26401" y="5747"/>
                    <a:pt x="26401" y="5746"/>
                  </a:cubicBezTo>
                  <a:cubicBezTo>
                    <a:pt x="26431" y="5752"/>
                    <a:pt x="26471" y="5752"/>
                    <a:pt x="26511" y="5752"/>
                  </a:cubicBezTo>
                  <a:lnTo>
                    <a:pt x="26515" y="5752"/>
                  </a:lnTo>
                  <a:cubicBezTo>
                    <a:pt x="26553" y="5750"/>
                    <a:pt x="26595" y="5748"/>
                    <a:pt x="26636" y="5746"/>
                  </a:cubicBezTo>
                  <a:cubicBezTo>
                    <a:pt x="26689" y="5743"/>
                    <a:pt x="26741" y="5740"/>
                    <a:pt x="26787" y="5740"/>
                  </a:cubicBezTo>
                  <a:cubicBezTo>
                    <a:pt x="26827" y="5740"/>
                    <a:pt x="26862" y="5742"/>
                    <a:pt x="26890" y="5748"/>
                  </a:cubicBezTo>
                  <a:cubicBezTo>
                    <a:pt x="27265" y="5832"/>
                    <a:pt x="27688" y="5806"/>
                    <a:pt x="28066" y="5889"/>
                  </a:cubicBezTo>
                  <a:cubicBezTo>
                    <a:pt x="28245" y="5896"/>
                    <a:pt x="28424" y="5900"/>
                    <a:pt x="28601" y="5910"/>
                  </a:cubicBezTo>
                  <a:cubicBezTo>
                    <a:pt x="28654" y="5929"/>
                    <a:pt x="28645" y="6027"/>
                    <a:pt x="28664" y="6080"/>
                  </a:cubicBezTo>
                  <a:cubicBezTo>
                    <a:pt x="28704" y="6191"/>
                    <a:pt x="28754" y="6259"/>
                    <a:pt x="28824" y="6336"/>
                  </a:cubicBezTo>
                  <a:lnTo>
                    <a:pt x="28824" y="6339"/>
                  </a:lnTo>
                  <a:lnTo>
                    <a:pt x="28844" y="6339"/>
                  </a:lnTo>
                  <a:cubicBezTo>
                    <a:pt x="28936" y="6339"/>
                    <a:pt x="29019" y="6296"/>
                    <a:pt x="29091" y="6233"/>
                  </a:cubicBezTo>
                  <a:cubicBezTo>
                    <a:pt x="29104" y="6223"/>
                    <a:pt x="29117" y="6213"/>
                    <a:pt x="29128" y="6201"/>
                  </a:cubicBezTo>
                  <a:cubicBezTo>
                    <a:pt x="29237" y="6101"/>
                    <a:pt x="29322" y="5966"/>
                    <a:pt x="29389" y="5878"/>
                  </a:cubicBezTo>
                  <a:cubicBezTo>
                    <a:pt x="29405" y="5859"/>
                    <a:pt x="29420" y="5839"/>
                    <a:pt x="29440" y="5819"/>
                  </a:cubicBezTo>
                  <a:cubicBezTo>
                    <a:pt x="29460" y="5798"/>
                    <a:pt x="29481" y="5782"/>
                    <a:pt x="29500" y="5762"/>
                  </a:cubicBezTo>
                  <a:cubicBezTo>
                    <a:pt x="29540" y="5726"/>
                    <a:pt x="29584" y="5694"/>
                    <a:pt x="29626" y="5663"/>
                  </a:cubicBezTo>
                  <a:cubicBezTo>
                    <a:pt x="29673" y="5627"/>
                    <a:pt x="29718" y="5593"/>
                    <a:pt x="29759" y="5561"/>
                  </a:cubicBezTo>
                  <a:cubicBezTo>
                    <a:pt x="29786" y="5541"/>
                    <a:pt x="29812" y="5519"/>
                    <a:pt x="29841" y="5500"/>
                  </a:cubicBezTo>
                  <a:cubicBezTo>
                    <a:pt x="29869" y="5481"/>
                    <a:pt x="29897" y="5464"/>
                    <a:pt x="29926" y="5448"/>
                  </a:cubicBezTo>
                  <a:cubicBezTo>
                    <a:pt x="30055" y="5375"/>
                    <a:pt x="30209" y="5332"/>
                    <a:pt x="30471" y="5330"/>
                  </a:cubicBezTo>
                  <a:close/>
                  <a:moveTo>
                    <a:pt x="1026" y="10349"/>
                  </a:moveTo>
                  <a:lnTo>
                    <a:pt x="1026" y="10349"/>
                  </a:lnTo>
                  <a:cubicBezTo>
                    <a:pt x="1053" y="10366"/>
                    <a:pt x="1080" y="10383"/>
                    <a:pt x="1106" y="10401"/>
                  </a:cubicBezTo>
                  <a:lnTo>
                    <a:pt x="1106" y="10401"/>
                  </a:lnTo>
                  <a:cubicBezTo>
                    <a:pt x="1079" y="10385"/>
                    <a:pt x="1053" y="10367"/>
                    <a:pt x="1026" y="10349"/>
                  </a:cubicBezTo>
                  <a:close/>
                  <a:moveTo>
                    <a:pt x="21207" y="11951"/>
                  </a:moveTo>
                  <a:cubicBezTo>
                    <a:pt x="21319" y="11954"/>
                    <a:pt x="21434" y="11959"/>
                    <a:pt x="21548" y="11961"/>
                  </a:cubicBezTo>
                  <a:cubicBezTo>
                    <a:pt x="21434" y="11957"/>
                    <a:pt x="21319" y="11954"/>
                    <a:pt x="21207" y="11951"/>
                  </a:cubicBezTo>
                  <a:close/>
                  <a:moveTo>
                    <a:pt x="11201" y="12303"/>
                  </a:moveTo>
                  <a:cubicBezTo>
                    <a:pt x="11182" y="12303"/>
                    <a:pt x="11162" y="12303"/>
                    <a:pt x="11141" y="12305"/>
                  </a:cubicBezTo>
                  <a:cubicBezTo>
                    <a:pt x="11138" y="12305"/>
                    <a:pt x="11131" y="12306"/>
                    <a:pt x="11127" y="12306"/>
                  </a:cubicBezTo>
                  <a:lnTo>
                    <a:pt x="11140" y="12306"/>
                  </a:lnTo>
                  <a:cubicBezTo>
                    <a:pt x="11160" y="12305"/>
                    <a:pt x="11179" y="12305"/>
                    <a:pt x="11201" y="12303"/>
                  </a:cubicBezTo>
                  <a:close/>
                  <a:moveTo>
                    <a:pt x="11201" y="12303"/>
                  </a:moveTo>
                  <a:cubicBezTo>
                    <a:pt x="11359" y="12304"/>
                    <a:pt x="11519" y="12320"/>
                    <a:pt x="11672" y="12320"/>
                  </a:cubicBezTo>
                  <a:cubicBezTo>
                    <a:pt x="11745" y="12320"/>
                    <a:pt x="11816" y="12317"/>
                    <a:pt x="11884" y="12306"/>
                  </a:cubicBezTo>
                  <a:lnTo>
                    <a:pt x="11884" y="12306"/>
                  </a:lnTo>
                  <a:cubicBezTo>
                    <a:pt x="11818" y="12316"/>
                    <a:pt x="11749" y="12319"/>
                    <a:pt x="11678" y="12319"/>
                  </a:cubicBezTo>
                  <a:cubicBezTo>
                    <a:pt x="11523" y="12319"/>
                    <a:pt x="11361" y="12303"/>
                    <a:pt x="11201" y="12303"/>
                  </a:cubicBezTo>
                  <a:close/>
                  <a:moveTo>
                    <a:pt x="10980" y="12323"/>
                  </a:moveTo>
                  <a:cubicBezTo>
                    <a:pt x="10980" y="12323"/>
                    <a:pt x="10980" y="12323"/>
                    <a:pt x="10980" y="12323"/>
                  </a:cubicBezTo>
                  <a:cubicBezTo>
                    <a:pt x="10980" y="12323"/>
                    <a:pt x="10980" y="12323"/>
                    <a:pt x="10980" y="12323"/>
                  </a:cubicBezTo>
                  <a:close/>
                  <a:moveTo>
                    <a:pt x="10982" y="12323"/>
                  </a:moveTo>
                  <a:cubicBezTo>
                    <a:pt x="10982" y="12323"/>
                    <a:pt x="10981" y="12323"/>
                    <a:pt x="10981" y="12323"/>
                  </a:cubicBezTo>
                  <a:cubicBezTo>
                    <a:pt x="10981" y="12323"/>
                    <a:pt x="10981" y="12323"/>
                    <a:pt x="10982" y="12323"/>
                  </a:cubicBezTo>
                  <a:close/>
                  <a:moveTo>
                    <a:pt x="13545" y="12403"/>
                  </a:moveTo>
                  <a:lnTo>
                    <a:pt x="13545" y="12403"/>
                  </a:lnTo>
                  <a:cubicBezTo>
                    <a:pt x="13574" y="12414"/>
                    <a:pt x="13603" y="12425"/>
                    <a:pt x="13632" y="12433"/>
                  </a:cubicBezTo>
                  <a:cubicBezTo>
                    <a:pt x="13611" y="12427"/>
                    <a:pt x="13593" y="12419"/>
                    <a:pt x="13574" y="12412"/>
                  </a:cubicBezTo>
                  <a:cubicBezTo>
                    <a:pt x="13562" y="12409"/>
                    <a:pt x="13553" y="12406"/>
                    <a:pt x="13545" y="12403"/>
                  </a:cubicBezTo>
                  <a:close/>
                  <a:moveTo>
                    <a:pt x="30580" y="7654"/>
                  </a:moveTo>
                  <a:cubicBezTo>
                    <a:pt x="30590" y="7667"/>
                    <a:pt x="30605" y="7674"/>
                    <a:pt x="30618" y="7686"/>
                  </a:cubicBezTo>
                  <a:cubicBezTo>
                    <a:pt x="30637" y="7697"/>
                    <a:pt x="30654" y="7709"/>
                    <a:pt x="30670" y="7723"/>
                  </a:cubicBezTo>
                  <a:cubicBezTo>
                    <a:pt x="30677" y="7726"/>
                    <a:pt x="30683" y="7732"/>
                    <a:pt x="30689" y="7741"/>
                  </a:cubicBezTo>
                  <a:cubicBezTo>
                    <a:pt x="30692" y="7744"/>
                    <a:pt x="30695" y="7745"/>
                    <a:pt x="30696" y="7751"/>
                  </a:cubicBezTo>
                  <a:lnTo>
                    <a:pt x="30698" y="7751"/>
                  </a:lnTo>
                  <a:cubicBezTo>
                    <a:pt x="30741" y="7809"/>
                    <a:pt x="30782" y="7867"/>
                    <a:pt x="30823" y="7920"/>
                  </a:cubicBezTo>
                  <a:cubicBezTo>
                    <a:pt x="30894" y="8007"/>
                    <a:pt x="30975" y="8082"/>
                    <a:pt x="31103" y="8125"/>
                  </a:cubicBezTo>
                  <a:lnTo>
                    <a:pt x="31105" y="8126"/>
                  </a:lnTo>
                  <a:cubicBezTo>
                    <a:pt x="31112" y="8129"/>
                    <a:pt x="31119" y="8130"/>
                    <a:pt x="31125" y="8130"/>
                  </a:cubicBezTo>
                  <a:cubicBezTo>
                    <a:pt x="31128" y="8132"/>
                    <a:pt x="31134" y="8133"/>
                    <a:pt x="31138" y="8133"/>
                  </a:cubicBezTo>
                  <a:cubicBezTo>
                    <a:pt x="31167" y="8140"/>
                    <a:pt x="31199" y="8142"/>
                    <a:pt x="31232" y="8142"/>
                  </a:cubicBezTo>
                  <a:cubicBezTo>
                    <a:pt x="31260" y="8142"/>
                    <a:pt x="31290" y="8140"/>
                    <a:pt x="31320" y="8138"/>
                  </a:cubicBezTo>
                  <a:cubicBezTo>
                    <a:pt x="31351" y="8133"/>
                    <a:pt x="31381" y="8132"/>
                    <a:pt x="31412" y="8129"/>
                  </a:cubicBezTo>
                  <a:cubicBezTo>
                    <a:pt x="31429" y="8126"/>
                    <a:pt x="31445" y="8125"/>
                    <a:pt x="31460" y="8125"/>
                  </a:cubicBezTo>
                  <a:cubicBezTo>
                    <a:pt x="31487" y="8122"/>
                    <a:pt x="31519" y="8119"/>
                    <a:pt x="31545" y="8117"/>
                  </a:cubicBezTo>
                  <a:cubicBezTo>
                    <a:pt x="31560" y="8117"/>
                    <a:pt x="31574" y="8116"/>
                    <a:pt x="31587" y="8116"/>
                  </a:cubicBezTo>
                  <a:cubicBezTo>
                    <a:pt x="31631" y="8116"/>
                    <a:pt x="31669" y="8121"/>
                    <a:pt x="31692" y="8138"/>
                  </a:cubicBezTo>
                  <a:cubicBezTo>
                    <a:pt x="31727" y="8158"/>
                    <a:pt x="31753" y="8189"/>
                    <a:pt x="31779" y="8221"/>
                  </a:cubicBezTo>
                  <a:cubicBezTo>
                    <a:pt x="31797" y="8242"/>
                    <a:pt x="31811" y="8269"/>
                    <a:pt x="31829" y="8292"/>
                  </a:cubicBezTo>
                  <a:cubicBezTo>
                    <a:pt x="31843" y="8315"/>
                    <a:pt x="31858" y="8340"/>
                    <a:pt x="31874" y="8363"/>
                  </a:cubicBezTo>
                  <a:cubicBezTo>
                    <a:pt x="31881" y="8373"/>
                    <a:pt x="31887" y="8385"/>
                    <a:pt x="31894" y="8394"/>
                  </a:cubicBezTo>
                  <a:cubicBezTo>
                    <a:pt x="31928" y="8437"/>
                    <a:pt x="31961" y="8481"/>
                    <a:pt x="31993" y="8522"/>
                  </a:cubicBezTo>
                  <a:cubicBezTo>
                    <a:pt x="32047" y="8587"/>
                    <a:pt x="32102" y="8648"/>
                    <a:pt x="32159" y="8712"/>
                  </a:cubicBezTo>
                  <a:cubicBezTo>
                    <a:pt x="32211" y="8772"/>
                    <a:pt x="32262" y="8831"/>
                    <a:pt x="32312" y="8897"/>
                  </a:cubicBezTo>
                  <a:cubicBezTo>
                    <a:pt x="32332" y="8924"/>
                    <a:pt x="32357" y="8950"/>
                    <a:pt x="32386" y="8977"/>
                  </a:cubicBezTo>
                  <a:cubicBezTo>
                    <a:pt x="32399" y="8991"/>
                    <a:pt x="32413" y="9004"/>
                    <a:pt x="32429" y="9019"/>
                  </a:cubicBezTo>
                  <a:cubicBezTo>
                    <a:pt x="32476" y="9057"/>
                    <a:pt x="32524" y="9096"/>
                    <a:pt x="32573" y="9129"/>
                  </a:cubicBezTo>
                  <a:cubicBezTo>
                    <a:pt x="32604" y="9154"/>
                    <a:pt x="32637" y="9176"/>
                    <a:pt x="32666" y="9198"/>
                  </a:cubicBezTo>
                  <a:cubicBezTo>
                    <a:pt x="32674" y="9202"/>
                    <a:pt x="32681" y="9208"/>
                    <a:pt x="32690" y="9209"/>
                  </a:cubicBezTo>
                  <a:cubicBezTo>
                    <a:pt x="32704" y="9219"/>
                    <a:pt x="32720" y="9227"/>
                    <a:pt x="32733" y="9234"/>
                  </a:cubicBezTo>
                  <a:cubicBezTo>
                    <a:pt x="32761" y="9250"/>
                    <a:pt x="32783" y="9270"/>
                    <a:pt x="32791" y="9311"/>
                  </a:cubicBezTo>
                  <a:cubicBezTo>
                    <a:pt x="32796" y="9323"/>
                    <a:pt x="32796" y="9331"/>
                    <a:pt x="32796" y="9346"/>
                  </a:cubicBezTo>
                  <a:cubicBezTo>
                    <a:pt x="32784" y="9359"/>
                    <a:pt x="32777" y="9381"/>
                    <a:pt x="32771" y="9404"/>
                  </a:cubicBezTo>
                  <a:cubicBezTo>
                    <a:pt x="32755" y="9459"/>
                    <a:pt x="32745" y="9532"/>
                    <a:pt x="32730" y="9600"/>
                  </a:cubicBezTo>
                  <a:cubicBezTo>
                    <a:pt x="32727" y="9613"/>
                    <a:pt x="32726" y="9628"/>
                    <a:pt x="32723" y="9643"/>
                  </a:cubicBezTo>
                  <a:cubicBezTo>
                    <a:pt x="32720" y="9657"/>
                    <a:pt x="32719" y="9670"/>
                    <a:pt x="32716" y="9685"/>
                  </a:cubicBezTo>
                  <a:cubicBezTo>
                    <a:pt x="32710" y="9711"/>
                    <a:pt x="32703" y="9736"/>
                    <a:pt x="32697" y="9753"/>
                  </a:cubicBezTo>
                  <a:cubicBezTo>
                    <a:pt x="32653" y="9885"/>
                    <a:pt x="32601" y="10013"/>
                    <a:pt x="32546" y="10137"/>
                  </a:cubicBezTo>
                  <a:cubicBezTo>
                    <a:pt x="32546" y="10140"/>
                    <a:pt x="32544" y="10144"/>
                    <a:pt x="32543" y="10150"/>
                  </a:cubicBezTo>
                  <a:cubicBezTo>
                    <a:pt x="32543" y="10151"/>
                    <a:pt x="32543" y="10153"/>
                    <a:pt x="32541" y="10153"/>
                  </a:cubicBezTo>
                  <a:cubicBezTo>
                    <a:pt x="32514" y="10215"/>
                    <a:pt x="32486" y="10278"/>
                    <a:pt x="32457" y="10340"/>
                  </a:cubicBezTo>
                  <a:lnTo>
                    <a:pt x="32368" y="10544"/>
                  </a:lnTo>
                  <a:cubicBezTo>
                    <a:pt x="32301" y="10695"/>
                    <a:pt x="32229" y="10843"/>
                    <a:pt x="32152" y="10990"/>
                  </a:cubicBezTo>
                  <a:cubicBezTo>
                    <a:pt x="32073" y="11147"/>
                    <a:pt x="31990" y="11307"/>
                    <a:pt x="31910" y="11463"/>
                  </a:cubicBezTo>
                  <a:cubicBezTo>
                    <a:pt x="31884" y="11511"/>
                    <a:pt x="31859" y="11560"/>
                    <a:pt x="31836" y="11607"/>
                  </a:cubicBezTo>
                  <a:cubicBezTo>
                    <a:pt x="31809" y="11659"/>
                    <a:pt x="31782" y="11713"/>
                    <a:pt x="31759" y="11764"/>
                  </a:cubicBezTo>
                  <a:cubicBezTo>
                    <a:pt x="31717" y="11847"/>
                    <a:pt x="31679" y="11931"/>
                    <a:pt x="31641" y="12015"/>
                  </a:cubicBezTo>
                  <a:cubicBezTo>
                    <a:pt x="31605" y="12098"/>
                    <a:pt x="31572" y="12180"/>
                    <a:pt x="31534" y="12261"/>
                  </a:cubicBezTo>
                  <a:lnTo>
                    <a:pt x="31375" y="12376"/>
                  </a:lnTo>
                  <a:cubicBezTo>
                    <a:pt x="31265" y="12449"/>
                    <a:pt x="31160" y="12520"/>
                    <a:pt x="31050" y="12585"/>
                  </a:cubicBezTo>
                  <a:cubicBezTo>
                    <a:pt x="30919" y="12667"/>
                    <a:pt x="30785" y="12741"/>
                    <a:pt x="30644" y="12806"/>
                  </a:cubicBezTo>
                  <a:cubicBezTo>
                    <a:pt x="30643" y="12806"/>
                    <a:pt x="30640" y="12808"/>
                    <a:pt x="30638" y="12808"/>
                  </a:cubicBezTo>
                  <a:cubicBezTo>
                    <a:pt x="30490" y="12877"/>
                    <a:pt x="30331" y="12934"/>
                    <a:pt x="30160" y="12973"/>
                  </a:cubicBezTo>
                  <a:cubicBezTo>
                    <a:pt x="29933" y="13027"/>
                    <a:pt x="29676" y="13061"/>
                    <a:pt x="29418" y="13061"/>
                  </a:cubicBezTo>
                  <a:cubicBezTo>
                    <a:pt x="28953" y="13061"/>
                    <a:pt x="28487" y="12952"/>
                    <a:pt x="28194" y="12654"/>
                  </a:cubicBezTo>
                  <a:cubicBezTo>
                    <a:pt x="28110" y="12566"/>
                    <a:pt x="28040" y="12465"/>
                    <a:pt x="27988" y="12348"/>
                  </a:cubicBezTo>
                  <a:cubicBezTo>
                    <a:pt x="27944" y="12251"/>
                    <a:pt x="27915" y="12137"/>
                    <a:pt x="27899" y="12015"/>
                  </a:cubicBezTo>
                  <a:cubicBezTo>
                    <a:pt x="27906" y="12004"/>
                    <a:pt x="27912" y="11993"/>
                    <a:pt x="27919" y="11983"/>
                  </a:cubicBezTo>
                  <a:cubicBezTo>
                    <a:pt x="27948" y="11938"/>
                    <a:pt x="27980" y="11890"/>
                    <a:pt x="28014" y="11844"/>
                  </a:cubicBezTo>
                  <a:cubicBezTo>
                    <a:pt x="28065" y="11772"/>
                    <a:pt x="28114" y="11698"/>
                    <a:pt x="28159" y="11621"/>
                  </a:cubicBezTo>
                  <a:cubicBezTo>
                    <a:pt x="28203" y="11543"/>
                    <a:pt x="28239" y="11461"/>
                    <a:pt x="28261" y="11374"/>
                  </a:cubicBezTo>
                  <a:cubicBezTo>
                    <a:pt x="28264" y="11378"/>
                    <a:pt x="28268" y="11381"/>
                    <a:pt x="28271" y="11387"/>
                  </a:cubicBezTo>
                  <a:cubicBezTo>
                    <a:pt x="28401" y="11528"/>
                    <a:pt x="28437" y="11841"/>
                    <a:pt x="28517" y="12037"/>
                  </a:cubicBezTo>
                  <a:cubicBezTo>
                    <a:pt x="28553" y="12127"/>
                    <a:pt x="28584" y="12244"/>
                    <a:pt x="28633" y="12326"/>
                  </a:cubicBezTo>
                  <a:cubicBezTo>
                    <a:pt x="28690" y="12418"/>
                    <a:pt x="28766" y="12498"/>
                    <a:pt x="28827" y="12582"/>
                  </a:cubicBezTo>
                  <a:cubicBezTo>
                    <a:pt x="28863" y="12638"/>
                    <a:pt x="28904" y="12710"/>
                    <a:pt x="28957" y="12764"/>
                  </a:cubicBezTo>
                  <a:cubicBezTo>
                    <a:pt x="28976" y="12786"/>
                    <a:pt x="29001" y="12806"/>
                    <a:pt x="29024" y="12819"/>
                  </a:cubicBezTo>
                  <a:cubicBezTo>
                    <a:pt x="29037" y="12827"/>
                    <a:pt x="29049" y="12834"/>
                    <a:pt x="29062" y="12840"/>
                  </a:cubicBezTo>
                  <a:lnTo>
                    <a:pt x="29062" y="12827"/>
                  </a:lnTo>
                  <a:cubicBezTo>
                    <a:pt x="29003" y="12763"/>
                    <a:pt x="28981" y="12670"/>
                    <a:pt x="28957" y="12578"/>
                  </a:cubicBezTo>
                  <a:cubicBezTo>
                    <a:pt x="28944" y="12528"/>
                    <a:pt x="28931" y="12478"/>
                    <a:pt x="28914" y="12433"/>
                  </a:cubicBezTo>
                  <a:cubicBezTo>
                    <a:pt x="28907" y="12412"/>
                    <a:pt x="28899" y="12393"/>
                    <a:pt x="28892" y="12376"/>
                  </a:cubicBezTo>
                  <a:cubicBezTo>
                    <a:pt x="28875" y="12337"/>
                    <a:pt x="28859" y="12297"/>
                    <a:pt x="28844" y="12257"/>
                  </a:cubicBezTo>
                  <a:cubicBezTo>
                    <a:pt x="28822" y="12196"/>
                    <a:pt x="28799" y="12136"/>
                    <a:pt x="28776" y="12075"/>
                  </a:cubicBezTo>
                  <a:cubicBezTo>
                    <a:pt x="28732" y="11953"/>
                    <a:pt x="28683" y="11831"/>
                    <a:pt x="28635" y="11716"/>
                  </a:cubicBezTo>
                  <a:cubicBezTo>
                    <a:pt x="28619" y="11672"/>
                    <a:pt x="28609" y="11629"/>
                    <a:pt x="28598" y="11588"/>
                  </a:cubicBezTo>
                  <a:cubicBezTo>
                    <a:pt x="28595" y="11567"/>
                    <a:pt x="28590" y="11544"/>
                    <a:pt x="28582" y="11524"/>
                  </a:cubicBezTo>
                  <a:cubicBezTo>
                    <a:pt x="28579" y="11502"/>
                    <a:pt x="28569" y="11480"/>
                    <a:pt x="28561" y="11460"/>
                  </a:cubicBezTo>
                  <a:cubicBezTo>
                    <a:pt x="28540" y="11410"/>
                    <a:pt x="28497" y="11364"/>
                    <a:pt x="28456" y="11319"/>
                  </a:cubicBezTo>
                  <a:cubicBezTo>
                    <a:pt x="28431" y="11291"/>
                    <a:pt x="28408" y="11264"/>
                    <a:pt x="28390" y="11236"/>
                  </a:cubicBezTo>
                  <a:cubicBezTo>
                    <a:pt x="28373" y="11213"/>
                    <a:pt x="28361" y="11189"/>
                    <a:pt x="28347" y="11168"/>
                  </a:cubicBezTo>
                  <a:cubicBezTo>
                    <a:pt x="28319" y="11124"/>
                    <a:pt x="28293" y="11080"/>
                    <a:pt x="28264" y="11034"/>
                  </a:cubicBezTo>
                  <a:cubicBezTo>
                    <a:pt x="28249" y="11012"/>
                    <a:pt x="28235" y="10990"/>
                    <a:pt x="28219" y="10967"/>
                  </a:cubicBezTo>
                  <a:cubicBezTo>
                    <a:pt x="28133" y="10851"/>
                    <a:pt x="27919" y="10689"/>
                    <a:pt x="27695" y="10560"/>
                  </a:cubicBezTo>
                  <a:cubicBezTo>
                    <a:pt x="27649" y="10532"/>
                    <a:pt x="27598" y="10506"/>
                    <a:pt x="27549" y="10480"/>
                  </a:cubicBezTo>
                  <a:cubicBezTo>
                    <a:pt x="27425" y="10419"/>
                    <a:pt x="27307" y="10371"/>
                    <a:pt x="27214" y="10348"/>
                  </a:cubicBezTo>
                  <a:lnTo>
                    <a:pt x="27214" y="10336"/>
                  </a:lnTo>
                  <a:cubicBezTo>
                    <a:pt x="27297" y="10324"/>
                    <a:pt x="27377" y="10269"/>
                    <a:pt x="27448" y="10240"/>
                  </a:cubicBezTo>
                  <a:cubicBezTo>
                    <a:pt x="27573" y="10188"/>
                    <a:pt x="27704" y="10151"/>
                    <a:pt x="27823" y="10100"/>
                  </a:cubicBezTo>
                  <a:cubicBezTo>
                    <a:pt x="28380" y="9862"/>
                    <a:pt x="28952" y="9644"/>
                    <a:pt x="29286" y="9185"/>
                  </a:cubicBezTo>
                  <a:cubicBezTo>
                    <a:pt x="29306" y="9158"/>
                    <a:pt x="29322" y="9132"/>
                    <a:pt x="29340" y="9106"/>
                  </a:cubicBezTo>
                  <a:cubicBezTo>
                    <a:pt x="29520" y="8823"/>
                    <a:pt x="29638" y="8482"/>
                    <a:pt x="29811" y="8199"/>
                  </a:cubicBezTo>
                  <a:cubicBezTo>
                    <a:pt x="29862" y="8116"/>
                    <a:pt x="29875" y="7991"/>
                    <a:pt x="29939" y="7921"/>
                  </a:cubicBezTo>
                  <a:cubicBezTo>
                    <a:pt x="29949" y="7930"/>
                    <a:pt x="29961" y="7934"/>
                    <a:pt x="29975" y="7937"/>
                  </a:cubicBezTo>
                  <a:cubicBezTo>
                    <a:pt x="29991" y="7942"/>
                    <a:pt x="30008" y="7943"/>
                    <a:pt x="30025" y="7943"/>
                  </a:cubicBezTo>
                  <a:cubicBezTo>
                    <a:pt x="30080" y="7943"/>
                    <a:pt x="30140" y="7924"/>
                    <a:pt x="30173" y="7911"/>
                  </a:cubicBezTo>
                  <a:cubicBezTo>
                    <a:pt x="30225" y="7885"/>
                    <a:pt x="30267" y="7869"/>
                    <a:pt x="30311" y="7834"/>
                  </a:cubicBezTo>
                  <a:cubicBezTo>
                    <a:pt x="30413" y="7758"/>
                    <a:pt x="30392" y="7658"/>
                    <a:pt x="30580" y="7654"/>
                  </a:cubicBezTo>
                  <a:close/>
                  <a:moveTo>
                    <a:pt x="27758" y="12251"/>
                  </a:moveTo>
                  <a:cubicBezTo>
                    <a:pt x="27867" y="12915"/>
                    <a:pt x="28565" y="13263"/>
                    <a:pt x="29241" y="13306"/>
                  </a:cubicBezTo>
                  <a:cubicBezTo>
                    <a:pt x="29304" y="13310"/>
                    <a:pt x="29368" y="13312"/>
                    <a:pt x="29432" y="13312"/>
                  </a:cubicBezTo>
                  <a:cubicBezTo>
                    <a:pt x="29814" y="13312"/>
                    <a:pt x="30215" y="13242"/>
                    <a:pt x="30584" y="13101"/>
                  </a:cubicBezTo>
                  <a:cubicBezTo>
                    <a:pt x="30864" y="12995"/>
                    <a:pt x="31127" y="12848"/>
                    <a:pt x="31352" y="12662"/>
                  </a:cubicBezTo>
                  <a:lnTo>
                    <a:pt x="31352" y="12662"/>
                  </a:lnTo>
                  <a:cubicBezTo>
                    <a:pt x="31265" y="12863"/>
                    <a:pt x="31176" y="13065"/>
                    <a:pt x="31089" y="13264"/>
                  </a:cubicBezTo>
                  <a:cubicBezTo>
                    <a:pt x="30920" y="13335"/>
                    <a:pt x="30717" y="13407"/>
                    <a:pt x="30491" y="13466"/>
                  </a:cubicBezTo>
                  <a:cubicBezTo>
                    <a:pt x="30105" y="13569"/>
                    <a:pt x="29659" y="13640"/>
                    <a:pt x="29231" y="13640"/>
                  </a:cubicBezTo>
                  <a:cubicBezTo>
                    <a:pt x="28439" y="13640"/>
                    <a:pt x="27710" y="13397"/>
                    <a:pt x="27538" y="12659"/>
                  </a:cubicBezTo>
                  <a:cubicBezTo>
                    <a:pt x="27607" y="12520"/>
                    <a:pt x="27679" y="12382"/>
                    <a:pt x="27758" y="12251"/>
                  </a:cubicBezTo>
                  <a:close/>
                  <a:moveTo>
                    <a:pt x="542" y="9533"/>
                  </a:moveTo>
                  <a:cubicBezTo>
                    <a:pt x="550" y="9533"/>
                    <a:pt x="557" y="9533"/>
                    <a:pt x="564" y="9533"/>
                  </a:cubicBezTo>
                  <a:cubicBezTo>
                    <a:pt x="630" y="9548"/>
                    <a:pt x="695" y="9563"/>
                    <a:pt x="759" y="9577"/>
                  </a:cubicBezTo>
                  <a:cubicBezTo>
                    <a:pt x="804" y="9590"/>
                    <a:pt x="849" y="9597"/>
                    <a:pt x="896" y="9608"/>
                  </a:cubicBezTo>
                  <a:cubicBezTo>
                    <a:pt x="917" y="9615"/>
                    <a:pt x="939" y="9622"/>
                    <a:pt x="963" y="9631"/>
                  </a:cubicBezTo>
                  <a:cubicBezTo>
                    <a:pt x="1006" y="9645"/>
                    <a:pt x="1048" y="9663"/>
                    <a:pt x="1089" y="9679"/>
                  </a:cubicBezTo>
                  <a:cubicBezTo>
                    <a:pt x="1137" y="9699"/>
                    <a:pt x="1182" y="9717"/>
                    <a:pt x="1227" y="9738"/>
                  </a:cubicBezTo>
                  <a:lnTo>
                    <a:pt x="1230" y="9740"/>
                  </a:lnTo>
                  <a:cubicBezTo>
                    <a:pt x="1274" y="9760"/>
                    <a:pt x="1317" y="9782"/>
                    <a:pt x="1358" y="9804"/>
                  </a:cubicBezTo>
                  <a:cubicBezTo>
                    <a:pt x="1393" y="9824"/>
                    <a:pt x="1426" y="9842"/>
                    <a:pt x="1458" y="9862"/>
                  </a:cubicBezTo>
                  <a:cubicBezTo>
                    <a:pt x="1482" y="9877"/>
                    <a:pt x="1505" y="9893"/>
                    <a:pt x="1527" y="9910"/>
                  </a:cubicBezTo>
                  <a:cubicBezTo>
                    <a:pt x="1531" y="9911"/>
                    <a:pt x="1532" y="9913"/>
                    <a:pt x="1537" y="9914"/>
                  </a:cubicBezTo>
                  <a:cubicBezTo>
                    <a:pt x="1540" y="9917"/>
                    <a:pt x="1541" y="9919"/>
                    <a:pt x="1546" y="9922"/>
                  </a:cubicBezTo>
                  <a:cubicBezTo>
                    <a:pt x="1553" y="9926"/>
                    <a:pt x="1559" y="9932"/>
                    <a:pt x="1563" y="9935"/>
                  </a:cubicBezTo>
                  <a:cubicBezTo>
                    <a:pt x="1582" y="9948"/>
                    <a:pt x="1598" y="9962"/>
                    <a:pt x="1614" y="9978"/>
                  </a:cubicBezTo>
                  <a:cubicBezTo>
                    <a:pt x="1668" y="10026"/>
                    <a:pt x="1720" y="10079"/>
                    <a:pt x="1775" y="10118"/>
                  </a:cubicBezTo>
                  <a:cubicBezTo>
                    <a:pt x="2004" y="10291"/>
                    <a:pt x="2213" y="10474"/>
                    <a:pt x="2447" y="10644"/>
                  </a:cubicBezTo>
                  <a:cubicBezTo>
                    <a:pt x="2473" y="10662"/>
                    <a:pt x="2498" y="10681"/>
                    <a:pt x="2523" y="10704"/>
                  </a:cubicBezTo>
                  <a:cubicBezTo>
                    <a:pt x="2587" y="10755"/>
                    <a:pt x="2656" y="10811"/>
                    <a:pt x="2726" y="10852"/>
                  </a:cubicBezTo>
                  <a:cubicBezTo>
                    <a:pt x="2761" y="10872"/>
                    <a:pt x="2796" y="10888"/>
                    <a:pt x="2831" y="10902"/>
                  </a:cubicBezTo>
                  <a:lnTo>
                    <a:pt x="2831" y="10881"/>
                  </a:lnTo>
                  <a:cubicBezTo>
                    <a:pt x="2819" y="10874"/>
                    <a:pt x="2810" y="10865"/>
                    <a:pt x="2803" y="10857"/>
                  </a:cubicBezTo>
                  <a:lnTo>
                    <a:pt x="2794" y="10848"/>
                  </a:lnTo>
                  <a:cubicBezTo>
                    <a:pt x="2790" y="10843"/>
                    <a:pt x="2784" y="10836"/>
                    <a:pt x="2781" y="10833"/>
                  </a:cubicBezTo>
                  <a:cubicBezTo>
                    <a:pt x="2774" y="10826"/>
                    <a:pt x="2768" y="10816"/>
                    <a:pt x="2761" y="10806"/>
                  </a:cubicBezTo>
                  <a:cubicBezTo>
                    <a:pt x="2748" y="10790"/>
                    <a:pt x="2739" y="10771"/>
                    <a:pt x="2726" y="10755"/>
                  </a:cubicBezTo>
                  <a:lnTo>
                    <a:pt x="2726" y="10753"/>
                  </a:lnTo>
                  <a:cubicBezTo>
                    <a:pt x="2719" y="10740"/>
                    <a:pt x="2710" y="10731"/>
                    <a:pt x="2703" y="10720"/>
                  </a:cubicBezTo>
                  <a:lnTo>
                    <a:pt x="2523" y="10540"/>
                  </a:lnTo>
                  <a:lnTo>
                    <a:pt x="2523" y="10538"/>
                  </a:lnTo>
                  <a:lnTo>
                    <a:pt x="2339" y="10356"/>
                  </a:lnTo>
                  <a:lnTo>
                    <a:pt x="2339" y="10355"/>
                  </a:lnTo>
                  <a:cubicBezTo>
                    <a:pt x="2326" y="10343"/>
                    <a:pt x="2312" y="10335"/>
                    <a:pt x="2297" y="10321"/>
                  </a:cubicBezTo>
                  <a:cubicBezTo>
                    <a:pt x="2213" y="10253"/>
                    <a:pt x="2133" y="10176"/>
                    <a:pt x="2056" y="10099"/>
                  </a:cubicBezTo>
                  <a:cubicBezTo>
                    <a:pt x="2011" y="10053"/>
                    <a:pt x="1963" y="10007"/>
                    <a:pt x="1918" y="9965"/>
                  </a:cubicBezTo>
                  <a:lnTo>
                    <a:pt x="1916" y="9965"/>
                  </a:lnTo>
                  <a:cubicBezTo>
                    <a:pt x="1893" y="9946"/>
                    <a:pt x="1868" y="9922"/>
                    <a:pt x="1845" y="9903"/>
                  </a:cubicBezTo>
                  <a:cubicBezTo>
                    <a:pt x="1822" y="9882"/>
                    <a:pt x="1799" y="9862"/>
                    <a:pt x="1772" y="9842"/>
                  </a:cubicBezTo>
                  <a:cubicBezTo>
                    <a:pt x="1769" y="9839"/>
                    <a:pt x="1762" y="9837"/>
                    <a:pt x="1758" y="9832"/>
                  </a:cubicBezTo>
                  <a:cubicBezTo>
                    <a:pt x="1755" y="9827"/>
                    <a:pt x="1748" y="9826"/>
                    <a:pt x="1742" y="9820"/>
                  </a:cubicBezTo>
                  <a:lnTo>
                    <a:pt x="1740" y="9818"/>
                  </a:lnTo>
                  <a:cubicBezTo>
                    <a:pt x="1729" y="9811"/>
                    <a:pt x="1719" y="9804"/>
                    <a:pt x="1704" y="9795"/>
                  </a:cubicBezTo>
                  <a:cubicBezTo>
                    <a:pt x="1691" y="9788"/>
                    <a:pt x="1676" y="9781"/>
                    <a:pt x="1663" y="9772"/>
                  </a:cubicBezTo>
                  <a:cubicBezTo>
                    <a:pt x="1660" y="9768"/>
                    <a:pt x="1656" y="9766"/>
                    <a:pt x="1650" y="9762"/>
                  </a:cubicBezTo>
                  <a:cubicBezTo>
                    <a:pt x="1647" y="9759"/>
                    <a:pt x="1643" y="9757"/>
                    <a:pt x="1639" y="9753"/>
                  </a:cubicBezTo>
                  <a:cubicBezTo>
                    <a:pt x="1634" y="9750"/>
                    <a:pt x="1627" y="9747"/>
                    <a:pt x="1624" y="9743"/>
                  </a:cubicBezTo>
                  <a:cubicBezTo>
                    <a:pt x="1617" y="9738"/>
                    <a:pt x="1611" y="9733"/>
                    <a:pt x="1604" y="9730"/>
                  </a:cubicBezTo>
                  <a:cubicBezTo>
                    <a:pt x="1591" y="9718"/>
                    <a:pt x="1576" y="9709"/>
                    <a:pt x="1566" y="9702"/>
                  </a:cubicBezTo>
                  <a:cubicBezTo>
                    <a:pt x="1547" y="9689"/>
                    <a:pt x="1531" y="9677"/>
                    <a:pt x="1519" y="9664"/>
                  </a:cubicBezTo>
                  <a:cubicBezTo>
                    <a:pt x="1512" y="9658"/>
                    <a:pt x="1508" y="9651"/>
                    <a:pt x="1500" y="9645"/>
                  </a:cubicBezTo>
                  <a:cubicBezTo>
                    <a:pt x="1498" y="9643"/>
                    <a:pt x="1496" y="9643"/>
                    <a:pt x="1496" y="9638"/>
                  </a:cubicBezTo>
                  <a:lnTo>
                    <a:pt x="1495" y="9638"/>
                  </a:lnTo>
                  <a:lnTo>
                    <a:pt x="1495" y="9637"/>
                  </a:lnTo>
                  <a:lnTo>
                    <a:pt x="1503" y="9637"/>
                  </a:lnTo>
                  <a:cubicBezTo>
                    <a:pt x="1508" y="9638"/>
                    <a:pt x="1509" y="9641"/>
                    <a:pt x="1511" y="9643"/>
                  </a:cubicBezTo>
                  <a:cubicBezTo>
                    <a:pt x="1515" y="9645"/>
                    <a:pt x="1522" y="9648"/>
                    <a:pt x="1527" y="9650"/>
                  </a:cubicBezTo>
                  <a:lnTo>
                    <a:pt x="1530" y="9651"/>
                  </a:lnTo>
                  <a:lnTo>
                    <a:pt x="1531" y="9653"/>
                  </a:lnTo>
                  <a:lnTo>
                    <a:pt x="1532" y="9653"/>
                  </a:lnTo>
                  <a:cubicBezTo>
                    <a:pt x="1547" y="9663"/>
                    <a:pt x="1562" y="9670"/>
                    <a:pt x="1576" y="9674"/>
                  </a:cubicBezTo>
                  <a:cubicBezTo>
                    <a:pt x="1582" y="9674"/>
                    <a:pt x="1591" y="9679"/>
                    <a:pt x="1598" y="9682"/>
                  </a:cubicBezTo>
                  <a:cubicBezTo>
                    <a:pt x="1599" y="9685"/>
                    <a:pt x="1602" y="9685"/>
                    <a:pt x="1604" y="9686"/>
                  </a:cubicBezTo>
                  <a:cubicBezTo>
                    <a:pt x="1611" y="9689"/>
                    <a:pt x="1618" y="9692"/>
                    <a:pt x="1626" y="9693"/>
                  </a:cubicBezTo>
                  <a:cubicBezTo>
                    <a:pt x="1633" y="9695"/>
                    <a:pt x="1640" y="9696"/>
                    <a:pt x="1649" y="9701"/>
                  </a:cubicBezTo>
                  <a:lnTo>
                    <a:pt x="1704" y="9717"/>
                  </a:lnTo>
                  <a:cubicBezTo>
                    <a:pt x="1729" y="9724"/>
                    <a:pt x="1755" y="9730"/>
                    <a:pt x="1780" y="9737"/>
                  </a:cubicBezTo>
                  <a:cubicBezTo>
                    <a:pt x="1820" y="9747"/>
                    <a:pt x="1860" y="9757"/>
                    <a:pt x="1897" y="9768"/>
                  </a:cubicBezTo>
                  <a:cubicBezTo>
                    <a:pt x="1918" y="9773"/>
                    <a:pt x="1934" y="9781"/>
                    <a:pt x="1953" y="9788"/>
                  </a:cubicBezTo>
                  <a:cubicBezTo>
                    <a:pt x="2076" y="9833"/>
                    <a:pt x="2235" y="9911"/>
                    <a:pt x="2347" y="9980"/>
                  </a:cubicBezTo>
                  <a:cubicBezTo>
                    <a:pt x="2406" y="10016"/>
                    <a:pt x="2463" y="10053"/>
                    <a:pt x="2520" y="10092"/>
                  </a:cubicBezTo>
                  <a:lnTo>
                    <a:pt x="2520" y="10093"/>
                  </a:lnTo>
                  <a:cubicBezTo>
                    <a:pt x="2588" y="10137"/>
                    <a:pt x="2656" y="10186"/>
                    <a:pt x="2723" y="10230"/>
                  </a:cubicBezTo>
                  <a:cubicBezTo>
                    <a:pt x="2755" y="10249"/>
                    <a:pt x="2787" y="10271"/>
                    <a:pt x="2818" y="10289"/>
                  </a:cubicBezTo>
                  <a:lnTo>
                    <a:pt x="2915" y="10349"/>
                  </a:lnTo>
                  <a:cubicBezTo>
                    <a:pt x="3015" y="10407"/>
                    <a:pt x="3114" y="10460"/>
                    <a:pt x="3212" y="10515"/>
                  </a:cubicBezTo>
                  <a:cubicBezTo>
                    <a:pt x="3344" y="10588"/>
                    <a:pt x="3473" y="10662"/>
                    <a:pt x="3596" y="10749"/>
                  </a:cubicBezTo>
                  <a:cubicBezTo>
                    <a:pt x="3609" y="10756"/>
                    <a:pt x="3617" y="10765"/>
                    <a:pt x="3628" y="10772"/>
                  </a:cubicBezTo>
                  <a:cubicBezTo>
                    <a:pt x="3639" y="10782"/>
                    <a:pt x="3648" y="10791"/>
                    <a:pt x="3657" y="10800"/>
                  </a:cubicBezTo>
                  <a:cubicBezTo>
                    <a:pt x="3674" y="10816"/>
                    <a:pt x="3692" y="10833"/>
                    <a:pt x="3706" y="10849"/>
                  </a:cubicBezTo>
                  <a:cubicBezTo>
                    <a:pt x="3725" y="10867"/>
                    <a:pt x="3739" y="10884"/>
                    <a:pt x="3757" y="10900"/>
                  </a:cubicBezTo>
                  <a:lnTo>
                    <a:pt x="3770" y="10913"/>
                  </a:lnTo>
                  <a:cubicBezTo>
                    <a:pt x="3779" y="10920"/>
                    <a:pt x="3790" y="10929"/>
                    <a:pt x="3799" y="10938"/>
                  </a:cubicBezTo>
                  <a:cubicBezTo>
                    <a:pt x="3805" y="10944"/>
                    <a:pt x="3812" y="10950"/>
                    <a:pt x="3819" y="10951"/>
                  </a:cubicBezTo>
                  <a:cubicBezTo>
                    <a:pt x="3822" y="10954"/>
                    <a:pt x="3828" y="10958"/>
                    <a:pt x="3831" y="10961"/>
                  </a:cubicBezTo>
                  <a:lnTo>
                    <a:pt x="3831" y="10942"/>
                  </a:lnTo>
                  <a:cubicBezTo>
                    <a:pt x="3755" y="10891"/>
                    <a:pt x="3719" y="10793"/>
                    <a:pt x="3649" y="10739"/>
                  </a:cubicBezTo>
                  <a:cubicBezTo>
                    <a:pt x="3581" y="10685"/>
                    <a:pt x="3516" y="10630"/>
                    <a:pt x="3452" y="10573"/>
                  </a:cubicBezTo>
                  <a:cubicBezTo>
                    <a:pt x="3388" y="10516"/>
                    <a:pt x="3325" y="10460"/>
                    <a:pt x="3255" y="10407"/>
                  </a:cubicBezTo>
                  <a:cubicBezTo>
                    <a:pt x="3235" y="10383"/>
                    <a:pt x="3212" y="10356"/>
                    <a:pt x="3190" y="10332"/>
                  </a:cubicBezTo>
                  <a:cubicBezTo>
                    <a:pt x="3068" y="10239"/>
                    <a:pt x="2944" y="10154"/>
                    <a:pt x="2818" y="10063"/>
                  </a:cubicBezTo>
                  <a:cubicBezTo>
                    <a:pt x="2787" y="10041"/>
                    <a:pt x="2754" y="10015"/>
                    <a:pt x="2723" y="9987"/>
                  </a:cubicBezTo>
                  <a:cubicBezTo>
                    <a:pt x="2659" y="9935"/>
                    <a:pt x="2592" y="9881"/>
                    <a:pt x="2520" y="9846"/>
                  </a:cubicBezTo>
                  <a:lnTo>
                    <a:pt x="2520" y="9845"/>
                  </a:lnTo>
                  <a:cubicBezTo>
                    <a:pt x="2499" y="9832"/>
                    <a:pt x="2476" y="9824"/>
                    <a:pt x="2454" y="9817"/>
                  </a:cubicBezTo>
                  <a:lnTo>
                    <a:pt x="2454" y="9805"/>
                  </a:lnTo>
                  <a:cubicBezTo>
                    <a:pt x="2476" y="9810"/>
                    <a:pt x="2498" y="9816"/>
                    <a:pt x="2520" y="9818"/>
                  </a:cubicBezTo>
                  <a:cubicBezTo>
                    <a:pt x="2533" y="9823"/>
                    <a:pt x="2547" y="9824"/>
                    <a:pt x="2562" y="9827"/>
                  </a:cubicBezTo>
                  <a:cubicBezTo>
                    <a:pt x="2617" y="9842"/>
                    <a:pt x="2671" y="9859"/>
                    <a:pt x="2723" y="9878"/>
                  </a:cubicBezTo>
                  <a:cubicBezTo>
                    <a:pt x="2732" y="9882"/>
                    <a:pt x="2741" y="9884"/>
                    <a:pt x="2751" y="9888"/>
                  </a:cubicBezTo>
                  <a:cubicBezTo>
                    <a:pt x="2784" y="9900"/>
                    <a:pt x="2819" y="9913"/>
                    <a:pt x="2850" y="9926"/>
                  </a:cubicBezTo>
                  <a:cubicBezTo>
                    <a:pt x="2911" y="9951"/>
                    <a:pt x="2966" y="9978"/>
                    <a:pt x="3023" y="10007"/>
                  </a:cubicBezTo>
                  <a:cubicBezTo>
                    <a:pt x="3079" y="10037"/>
                    <a:pt x="3133" y="10066"/>
                    <a:pt x="3190" y="10095"/>
                  </a:cubicBezTo>
                  <a:cubicBezTo>
                    <a:pt x="3190" y="10095"/>
                    <a:pt x="3191" y="10095"/>
                    <a:pt x="3191" y="10096"/>
                  </a:cubicBezTo>
                  <a:cubicBezTo>
                    <a:pt x="3263" y="10132"/>
                    <a:pt x="3335" y="10166"/>
                    <a:pt x="3407" y="10196"/>
                  </a:cubicBezTo>
                  <a:cubicBezTo>
                    <a:pt x="3408" y="10196"/>
                    <a:pt x="3408" y="10196"/>
                    <a:pt x="3408" y="10198"/>
                  </a:cubicBezTo>
                  <a:cubicBezTo>
                    <a:pt x="3521" y="10249"/>
                    <a:pt x="3633" y="10298"/>
                    <a:pt x="3742" y="10364"/>
                  </a:cubicBezTo>
                  <a:cubicBezTo>
                    <a:pt x="3748" y="10368"/>
                    <a:pt x="3754" y="10369"/>
                    <a:pt x="3758" y="10372"/>
                  </a:cubicBezTo>
                  <a:cubicBezTo>
                    <a:pt x="3787" y="10393"/>
                    <a:pt x="3817" y="10409"/>
                    <a:pt x="3844" y="10431"/>
                  </a:cubicBezTo>
                  <a:cubicBezTo>
                    <a:pt x="3872" y="10451"/>
                    <a:pt x="3901" y="10473"/>
                    <a:pt x="3929" y="10493"/>
                  </a:cubicBezTo>
                  <a:cubicBezTo>
                    <a:pt x="3955" y="10513"/>
                    <a:pt x="3982" y="10537"/>
                    <a:pt x="4010" y="10557"/>
                  </a:cubicBezTo>
                  <a:cubicBezTo>
                    <a:pt x="4038" y="10579"/>
                    <a:pt x="4064" y="10601"/>
                    <a:pt x="4091" y="10620"/>
                  </a:cubicBezTo>
                  <a:cubicBezTo>
                    <a:pt x="4097" y="10624"/>
                    <a:pt x="4104" y="10631"/>
                    <a:pt x="4112" y="10634"/>
                  </a:cubicBezTo>
                  <a:cubicBezTo>
                    <a:pt x="4125" y="10646"/>
                    <a:pt x="4135" y="10654"/>
                    <a:pt x="4148" y="10667"/>
                  </a:cubicBezTo>
                  <a:cubicBezTo>
                    <a:pt x="4168" y="10685"/>
                    <a:pt x="4186" y="10704"/>
                    <a:pt x="4206" y="10726"/>
                  </a:cubicBezTo>
                  <a:cubicBezTo>
                    <a:pt x="4237" y="10758"/>
                    <a:pt x="4267" y="10794"/>
                    <a:pt x="4301" y="10835"/>
                  </a:cubicBezTo>
                  <a:cubicBezTo>
                    <a:pt x="4308" y="10843"/>
                    <a:pt x="4314" y="10852"/>
                    <a:pt x="4323" y="10862"/>
                  </a:cubicBezTo>
                  <a:lnTo>
                    <a:pt x="4398" y="10960"/>
                  </a:lnTo>
                  <a:cubicBezTo>
                    <a:pt x="4411" y="10974"/>
                    <a:pt x="4420" y="10989"/>
                    <a:pt x="4433" y="11003"/>
                  </a:cubicBezTo>
                  <a:cubicBezTo>
                    <a:pt x="4449" y="11025"/>
                    <a:pt x="4468" y="11047"/>
                    <a:pt x="4484" y="11070"/>
                  </a:cubicBezTo>
                  <a:cubicBezTo>
                    <a:pt x="4498" y="11092"/>
                    <a:pt x="4514" y="11114"/>
                    <a:pt x="4529" y="11133"/>
                  </a:cubicBezTo>
                  <a:cubicBezTo>
                    <a:pt x="4536" y="11143"/>
                    <a:pt x="4546" y="11153"/>
                    <a:pt x="4555" y="11160"/>
                  </a:cubicBezTo>
                  <a:cubicBezTo>
                    <a:pt x="4607" y="11214"/>
                    <a:pt x="4679" y="11256"/>
                    <a:pt x="4730" y="11309"/>
                  </a:cubicBezTo>
                  <a:cubicBezTo>
                    <a:pt x="4738" y="11317"/>
                    <a:pt x="4747" y="11328"/>
                    <a:pt x="4754" y="11336"/>
                  </a:cubicBezTo>
                  <a:cubicBezTo>
                    <a:pt x="4789" y="11381"/>
                    <a:pt x="4824" y="11429"/>
                    <a:pt x="4855" y="11473"/>
                  </a:cubicBezTo>
                  <a:cubicBezTo>
                    <a:pt x="4890" y="11518"/>
                    <a:pt x="4922" y="11565"/>
                    <a:pt x="4955" y="11611"/>
                  </a:cubicBezTo>
                  <a:cubicBezTo>
                    <a:pt x="4977" y="11640"/>
                    <a:pt x="4999" y="11671"/>
                    <a:pt x="5022" y="11700"/>
                  </a:cubicBezTo>
                  <a:cubicBezTo>
                    <a:pt x="5035" y="11717"/>
                    <a:pt x="5049" y="11736"/>
                    <a:pt x="5065" y="11751"/>
                  </a:cubicBezTo>
                  <a:cubicBezTo>
                    <a:pt x="5089" y="11775"/>
                    <a:pt x="5118" y="11802"/>
                    <a:pt x="5144" y="11825"/>
                  </a:cubicBezTo>
                  <a:lnTo>
                    <a:pt x="5147" y="11829"/>
                  </a:lnTo>
                  <a:cubicBezTo>
                    <a:pt x="5195" y="11867"/>
                    <a:pt x="5244" y="11903"/>
                    <a:pt x="5289" y="11938"/>
                  </a:cubicBezTo>
                  <a:cubicBezTo>
                    <a:pt x="5318" y="11960"/>
                    <a:pt x="5349" y="11983"/>
                    <a:pt x="5377" y="12008"/>
                  </a:cubicBezTo>
                  <a:lnTo>
                    <a:pt x="5377" y="12011"/>
                  </a:lnTo>
                  <a:cubicBezTo>
                    <a:pt x="5390" y="12021"/>
                    <a:pt x="5404" y="12033"/>
                    <a:pt x="5416" y="12044"/>
                  </a:cubicBezTo>
                  <a:cubicBezTo>
                    <a:pt x="5436" y="12065"/>
                    <a:pt x="5458" y="12081"/>
                    <a:pt x="5480" y="12100"/>
                  </a:cubicBezTo>
                  <a:cubicBezTo>
                    <a:pt x="5491" y="12108"/>
                    <a:pt x="5500" y="12117"/>
                    <a:pt x="5513" y="12127"/>
                  </a:cubicBezTo>
                  <a:cubicBezTo>
                    <a:pt x="5523" y="12136"/>
                    <a:pt x="5532" y="12145"/>
                    <a:pt x="5545" y="12152"/>
                  </a:cubicBezTo>
                  <a:cubicBezTo>
                    <a:pt x="5558" y="12159"/>
                    <a:pt x="5567" y="12166"/>
                    <a:pt x="5580" y="12174"/>
                  </a:cubicBezTo>
                  <a:cubicBezTo>
                    <a:pt x="5691" y="12246"/>
                    <a:pt x="5811" y="12306"/>
                    <a:pt x="5938" y="12355"/>
                  </a:cubicBezTo>
                  <a:cubicBezTo>
                    <a:pt x="6009" y="12383"/>
                    <a:pt x="6083" y="12406"/>
                    <a:pt x="6160" y="12430"/>
                  </a:cubicBezTo>
                  <a:lnTo>
                    <a:pt x="6162" y="12430"/>
                  </a:lnTo>
                  <a:cubicBezTo>
                    <a:pt x="6223" y="12449"/>
                    <a:pt x="6287" y="12466"/>
                    <a:pt x="6354" y="12483"/>
                  </a:cubicBezTo>
                  <a:lnTo>
                    <a:pt x="6397" y="12494"/>
                  </a:lnTo>
                  <a:cubicBezTo>
                    <a:pt x="6447" y="12507"/>
                    <a:pt x="6499" y="12515"/>
                    <a:pt x="6556" y="12523"/>
                  </a:cubicBezTo>
                  <a:cubicBezTo>
                    <a:pt x="6728" y="12546"/>
                    <a:pt x="6927" y="12550"/>
                    <a:pt x="7121" y="12550"/>
                  </a:cubicBezTo>
                  <a:cubicBezTo>
                    <a:pt x="7218" y="12550"/>
                    <a:pt x="7314" y="12549"/>
                    <a:pt x="7405" y="12549"/>
                  </a:cubicBezTo>
                  <a:cubicBezTo>
                    <a:pt x="8007" y="12549"/>
                    <a:pt x="8581" y="12527"/>
                    <a:pt x="9167" y="12527"/>
                  </a:cubicBezTo>
                  <a:cubicBezTo>
                    <a:pt x="9202" y="12527"/>
                    <a:pt x="9238" y="12524"/>
                    <a:pt x="9276" y="12523"/>
                  </a:cubicBezTo>
                  <a:cubicBezTo>
                    <a:pt x="9346" y="12521"/>
                    <a:pt x="9420" y="12520"/>
                    <a:pt x="9494" y="12515"/>
                  </a:cubicBezTo>
                  <a:cubicBezTo>
                    <a:pt x="9559" y="12513"/>
                    <a:pt x="9624" y="12512"/>
                    <a:pt x="9687" y="12512"/>
                  </a:cubicBezTo>
                  <a:cubicBezTo>
                    <a:pt x="9799" y="12512"/>
                    <a:pt x="9906" y="12517"/>
                    <a:pt x="9993" y="12536"/>
                  </a:cubicBezTo>
                  <a:lnTo>
                    <a:pt x="10227" y="12536"/>
                  </a:lnTo>
                  <a:cubicBezTo>
                    <a:pt x="10262" y="12543"/>
                    <a:pt x="10297" y="12549"/>
                    <a:pt x="10330" y="12552"/>
                  </a:cubicBezTo>
                  <a:cubicBezTo>
                    <a:pt x="10370" y="12555"/>
                    <a:pt x="10409" y="12557"/>
                    <a:pt x="10447" y="12557"/>
                  </a:cubicBezTo>
                  <a:cubicBezTo>
                    <a:pt x="10503" y="12557"/>
                    <a:pt x="10558" y="12554"/>
                    <a:pt x="10610" y="12550"/>
                  </a:cubicBezTo>
                  <a:lnTo>
                    <a:pt x="10610" y="12550"/>
                  </a:lnTo>
                  <a:cubicBezTo>
                    <a:pt x="10608" y="12552"/>
                    <a:pt x="10606" y="12553"/>
                    <a:pt x="10603" y="12555"/>
                  </a:cubicBezTo>
                  <a:cubicBezTo>
                    <a:pt x="10604" y="12555"/>
                    <a:pt x="10605" y="12555"/>
                    <a:pt x="10606" y="12555"/>
                  </a:cubicBezTo>
                  <a:lnTo>
                    <a:pt x="10606" y="12555"/>
                  </a:lnTo>
                  <a:cubicBezTo>
                    <a:pt x="10605" y="12555"/>
                    <a:pt x="10604" y="12556"/>
                    <a:pt x="10603" y="12556"/>
                  </a:cubicBezTo>
                  <a:cubicBezTo>
                    <a:pt x="10648" y="12554"/>
                    <a:pt x="10692" y="12552"/>
                    <a:pt x="10734" y="12552"/>
                  </a:cubicBezTo>
                  <a:cubicBezTo>
                    <a:pt x="10850" y="12552"/>
                    <a:pt x="10957" y="12567"/>
                    <a:pt x="11054" y="12638"/>
                  </a:cubicBezTo>
                  <a:cubicBezTo>
                    <a:pt x="11067" y="12646"/>
                    <a:pt x="11082" y="12658"/>
                    <a:pt x="11092" y="12671"/>
                  </a:cubicBezTo>
                  <a:cubicBezTo>
                    <a:pt x="11096" y="12674"/>
                    <a:pt x="11098" y="12674"/>
                    <a:pt x="11102" y="12678"/>
                  </a:cubicBezTo>
                  <a:cubicBezTo>
                    <a:pt x="11112" y="12687"/>
                    <a:pt x="11121" y="12697"/>
                    <a:pt x="11128" y="12707"/>
                  </a:cubicBezTo>
                  <a:lnTo>
                    <a:pt x="11131" y="12709"/>
                  </a:lnTo>
                  <a:cubicBezTo>
                    <a:pt x="11215" y="12805"/>
                    <a:pt x="11272" y="12938"/>
                    <a:pt x="11309" y="13097"/>
                  </a:cubicBezTo>
                  <a:cubicBezTo>
                    <a:pt x="11313" y="13110"/>
                    <a:pt x="11314" y="13123"/>
                    <a:pt x="11316" y="13136"/>
                  </a:cubicBezTo>
                  <a:cubicBezTo>
                    <a:pt x="11329" y="13202"/>
                    <a:pt x="11338" y="13270"/>
                    <a:pt x="11343" y="13341"/>
                  </a:cubicBezTo>
                  <a:cubicBezTo>
                    <a:pt x="11345" y="13364"/>
                    <a:pt x="11346" y="13388"/>
                    <a:pt x="11346" y="13412"/>
                  </a:cubicBezTo>
                  <a:cubicBezTo>
                    <a:pt x="11350" y="13470"/>
                    <a:pt x="11351" y="13531"/>
                    <a:pt x="11351" y="13592"/>
                  </a:cubicBezTo>
                  <a:lnTo>
                    <a:pt x="11351" y="13592"/>
                  </a:lnTo>
                  <a:cubicBezTo>
                    <a:pt x="11351" y="13612"/>
                    <a:pt x="11351" y="13632"/>
                    <a:pt x="11351" y="13652"/>
                  </a:cubicBezTo>
                  <a:cubicBezTo>
                    <a:pt x="11351" y="13671"/>
                    <a:pt x="11351" y="13689"/>
                    <a:pt x="11349" y="13708"/>
                  </a:cubicBezTo>
                  <a:cubicBezTo>
                    <a:pt x="11345" y="13750"/>
                    <a:pt x="11343" y="13792"/>
                    <a:pt x="11342" y="13834"/>
                  </a:cubicBezTo>
                  <a:lnTo>
                    <a:pt x="11342" y="13841"/>
                  </a:lnTo>
                  <a:lnTo>
                    <a:pt x="11339" y="13841"/>
                  </a:lnTo>
                  <a:lnTo>
                    <a:pt x="11339" y="13849"/>
                  </a:lnTo>
                  <a:cubicBezTo>
                    <a:pt x="11336" y="13885"/>
                    <a:pt x="11335" y="13918"/>
                    <a:pt x="11327" y="13955"/>
                  </a:cubicBezTo>
                  <a:cubicBezTo>
                    <a:pt x="11327" y="13959"/>
                    <a:pt x="11327" y="13965"/>
                    <a:pt x="11325" y="13968"/>
                  </a:cubicBezTo>
                  <a:cubicBezTo>
                    <a:pt x="11322" y="13994"/>
                    <a:pt x="11320" y="14017"/>
                    <a:pt x="11316" y="14042"/>
                  </a:cubicBezTo>
                  <a:cubicBezTo>
                    <a:pt x="11313" y="14071"/>
                    <a:pt x="11309" y="14103"/>
                    <a:pt x="11303" y="14129"/>
                  </a:cubicBezTo>
                  <a:cubicBezTo>
                    <a:pt x="11300" y="14150"/>
                    <a:pt x="11298" y="14170"/>
                    <a:pt x="11294" y="14190"/>
                  </a:cubicBezTo>
                  <a:cubicBezTo>
                    <a:pt x="11291" y="14216"/>
                    <a:pt x="11285" y="14243"/>
                    <a:pt x="11279" y="14266"/>
                  </a:cubicBezTo>
                  <a:lnTo>
                    <a:pt x="11279" y="14270"/>
                  </a:lnTo>
                  <a:cubicBezTo>
                    <a:pt x="11278" y="14282"/>
                    <a:pt x="11277" y="14292"/>
                    <a:pt x="11272" y="14301"/>
                  </a:cubicBezTo>
                  <a:cubicBezTo>
                    <a:pt x="11258" y="14376"/>
                    <a:pt x="11242" y="14452"/>
                    <a:pt x="11223" y="14520"/>
                  </a:cubicBezTo>
                  <a:cubicBezTo>
                    <a:pt x="11211" y="14576"/>
                    <a:pt x="11197" y="14626"/>
                    <a:pt x="11179" y="14672"/>
                  </a:cubicBezTo>
                  <a:cubicBezTo>
                    <a:pt x="11178" y="14674"/>
                    <a:pt x="11176" y="14680"/>
                    <a:pt x="11176" y="14685"/>
                  </a:cubicBezTo>
                  <a:cubicBezTo>
                    <a:pt x="11172" y="14693"/>
                    <a:pt x="11170" y="14702"/>
                    <a:pt x="11167" y="14711"/>
                  </a:cubicBezTo>
                  <a:cubicBezTo>
                    <a:pt x="11163" y="14721"/>
                    <a:pt x="11162" y="14728"/>
                    <a:pt x="11157" y="14735"/>
                  </a:cubicBezTo>
                  <a:cubicBezTo>
                    <a:pt x="11154" y="14747"/>
                    <a:pt x="11149" y="14762"/>
                    <a:pt x="11146" y="14772"/>
                  </a:cubicBezTo>
                  <a:cubicBezTo>
                    <a:pt x="11143" y="14775"/>
                    <a:pt x="11141" y="14779"/>
                    <a:pt x="11141" y="14782"/>
                  </a:cubicBezTo>
                  <a:cubicBezTo>
                    <a:pt x="11140" y="14788"/>
                    <a:pt x="11138" y="14795"/>
                    <a:pt x="11135" y="14801"/>
                  </a:cubicBezTo>
                  <a:cubicBezTo>
                    <a:pt x="11135" y="14802"/>
                    <a:pt x="11135" y="14804"/>
                    <a:pt x="11134" y="14804"/>
                  </a:cubicBezTo>
                  <a:cubicBezTo>
                    <a:pt x="11133" y="14811"/>
                    <a:pt x="11131" y="14817"/>
                    <a:pt x="11127" y="14824"/>
                  </a:cubicBezTo>
                  <a:cubicBezTo>
                    <a:pt x="11121" y="14840"/>
                    <a:pt x="11114" y="14855"/>
                    <a:pt x="11106" y="14868"/>
                  </a:cubicBezTo>
                  <a:cubicBezTo>
                    <a:pt x="11102" y="14882"/>
                    <a:pt x="11095" y="14897"/>
                    <a:pt x="11088" y="14911"/>
                  </a:cubicBezTo>
                  <a:cubicBezTo>
                    <a:pt x="11082" y="14926"/>
                    <a:pt x="11076" y="14940"/>
                    <a:pt x="11069" y="14955"/>
                  </a:cubicBezTo>
                  <a:cubicBezTo>
                    <a:pt x="11054" y="14994"/>
                    <a:pt x="11037" y="15034"/>
                    <a:pt x="11016" y="15071"/>
                  </a:cubicBezTo>
                  <a:cubicBezTo>
                    <a:pt x="11017" y="15072"/>
                    <a:pt x="11018" y="15074"/>
                    <a:pt x="11019" y="15075"/>
                  </a:cubicBezTo>
                  <a:lnTo>
                    <a:pt x="11019" y="15075"/>
                  </a:lnTo>
                  <a:cubicBezTo>
                    <a:pt x="11006" y="15102"/>
                    <a:pt x="10990" y="15125"/>
                    <a:pt x="10970" y="15151"/>
                  </a:cubicBezTo>
                  <a:lnTo>
                    <a:pt x="10970" y="15153"/>
                  </a:lnTo>
                  <a:cubicBezTo>
                    <a:pt x="10965" y="15161"/>
                    <a:pt x="10958" y="15169"/>
                    <a:pt x="10948" y="15177"/>
                  </a:cubicBezTo>
                  <a:cubicBezTo>
                    <a:pt x="10939" y="15189"/>
                    <a:pt x="10930" y="15196"/>
                    <a:pt x="10922" y="15205"/>
                  </a:cubicBezTo>
                  <a:lnTo>
                    <a:pt x="10919" y="15205"/>
                  </a:lnTo>
                  <a:cubicBezTo>
                    <a:pt x="10916" y="15209"/>
                    <a:pt x="10910" y="15212"/>
                    <a:pt x="10907" y="15217"/>
                  </a:cubicBezTo>
                  <a:cubicBezTo>
                    <a:pt x="10900" y="15224"/>
                    <a:pt x="10890" y="15228"/>
                    <a:pt x="10881" y="15236"/>
                  </a:cubicBezTo>
                  <a:cubicBezTo>
                    <a:pt x="10869" y="15246"/>
                    <a:pt x="10859" y="15249"/>
                    <a:pt x="10849" y="15255"/>
                  </a:cubicBezTo>
                  <a:lnTo>
                    <a:pt x="10845" y="15255"/>
                  </a:lnTo>
                  <a:cubicBezTo>
                    <a:pt x="10820" y="15268"/>
                    <a:pt x="10792" y="15281"/>
                    <a:pt x="10762" y="15285"/>
                  </a:cubicBezTo>
                  <a:lnTo>
                    <a:pt x="10760" y="15285"/>
                  </a:lnTo>
                  <a:cubicBezTo>
                    <a:pt x="10730" y="15294"/>
                    <a:pt x="10696" y="15299"/>
                    <a:pt x="10661" y="15299"/>
                  </a:cubicBezTo>
                  <a:cubicBezTo>
                    <a:pt x="10626" y="15299"/>
                    <a:pt x="10589" y="15294"/>
                    <a:pt x="10551" y="15284"/>
                  </a:cubicBezTo>
                  <a:cubicBezTo>
                    <a:pt x="10506" y="15271"/>
                    <a:pt x="10458" y="15262"/>
                    <a:pt x="10413" y="15250"/>
                  </a:cubicBezTo>
                  <a:cubicBezTo>
                    <a:pt x="10379" y="15246"/>
                    <a:pt x="10349" y="15239"/>
                    <a:pt x="10318" y="15231"/>
                  </a:cubicBezTo>
                  <a:cubicBezTo>
                    <a:pt x="10278" y="15223"/>
                    <a:pt x="10240" y="15212"/>
                    <a:pt x="10202" y="15204"/>
                  </a:cubicBezTo>
                  <a:cubicBezTo>
                    <a:pt x="10132" y="15189"/>
                    <a:pt x="10064" y="15173"/>
                    <a:pt x="9997" y="15154"/>
                  </a:cubicBezTo>
                  <a:cubicBezTo>
                    <a:pt x="9977" y="15151"/>
                    <a:pt x="9961" y="15145"/>
                    <a:pt x="9943" y="15140"/>
                  </a:cubicBezTo>
                  <a:cubicBezTo>
                    <a:pt x="9891" y="15128"/>
                    <a:pt x="9840" y="15114"/>
                    <a:pt x="9788" y="15096"/>
                  </a:cubicBezTo>
                  <a:cubicBezTo>
                    <a:pt x="9764" y="15090"/>
                    <a:pt x="9740" y="15083"/>
                    <a:pt x="9716" y="15076"/>
                  </a:cubicBezTo>
                  <a:cubicBezTo>
                    <a:pt x="9689" y="15068"/>
                    <a:pt x="9663" y="15060"/>
                    <a:pt x="9634" y="15051"/>
                  </a:cubicBezTo>
                  <a:cubicBezTo>
                    <a:pt x="9613" y="15044"/>
                    <a:pt x="9590" y="15038"/>
                    <a:pt x="9568" y="15031"/>
                  </a:cubicBezTo>
                  <a:cubicBezTo>
                    <a:pt x="9546" y="15025"/>
                    <a:pt x="9525" y="15019"/>
                    <a:pt x="9503" y="15010"/>
                  </a:cubicBezTo>
                  <a:cubicBezTo>
                    <a:pt x="9445" y="14999"/>
                    <a:pt x="9388" y="14984"/>
                    <a:pt x="9331" y="14967"/>
                  </a:cubicBezTo>
                  <a:cubicBezTo>
                    <a:pt x="9253" y="14948"/>
                    <a:pt x="9176" y="14926"/>
                    <a:pt x="9097" y="14900"/>
                  </a:cubicBezTo>
                  <a:cubicBezTo>
                    <a:pt x="8931" y="14846"/>
                    <a:pt x="8769" y="14791"/>
                    <a:pt x="8603" y="14735"/>
                  </a:cubicBezTo>
                  <a:cubicBezTo>
                    <a:pt x="8437" y="14682"/>
                    <a:pt x="8274" y="14626"/>
                    <a:pt x="8107" y="14574"/>
                  </a:cubicBezTo>
                  <a:cubicBezTo>
                    <a:pt x="7940" y="14522"/>
                    <a:pt x="7773" y="14469"/>
                    <a:pt x="7603" y="14419"/>
                  </a:cubicBezTo>
                  <a:cubicBezTo>
                    <a:pt x="7432" y="14368"/>
                    <a:pt x="7261" y="14318"/>
                    <a:pt x="7089" y="14267"/>
                  </a:cubicBezTo>
                  <a:cubicBezTo>
                    <a:pt x="6767" y="14203"/>
                    <a:pt x="6447" y="14141"/>
                    <a:pt x="6127" y="14077"/>
                  </a:cubicBezTo>
                  <a:cubicBezTo>
                    <a:pt x="6061" y="14061"/>
                    <a:pt x="5996" y="14057"/>
                    <a:pt x="5931" y="14054"/>
                  </a:cubicBezTo>
                  <a:cubicBezTo>
                    <a:pt x="5907" y="14051"/>
                    <a:pt x="5884" y="14051"/>
                    <a:pt x="5862" y="14049"/>
                  </a:cubicBezTo>
                  <a:cubicBezTo>
                    <a:pt x="5840" y="14048"/>
                    <a:pt x="5819" y="14046"/>
                    <a:pt x="5795" y="14042"/>
                  </a:cubicBezTo>
                  <a:cubicBezTo>
                    <a:pt x="5791" y="14042"/>
                    <a:pt x="5785" y="14042"/>
                    <a:pt x="5782" y="14041"/>
                  </a:cubicBezTo>
                  <a:lnTo>
                    <a:pt x="5781" y="14041"/>
                  </a:lnTo>
                  <a:cubicBezTo>
                    <a:pt x="5768" y="14039"/>
                    <a:pt x="5755" y="14038"/>
                    <a:pt x="5744" y="14035"/>
                  </a:cubicBezTo>
                  <a:lnTo>
                    <a:pt x="5563" y="14035"/>
                  </a:lnTo>
                  <a:cubicBezTo>
                    <a:pt x="5493" y="14035"/>
                    <a:pt x="5429" y="14039"/>
                    <a:pt x="5371" y="14048"/>
                  </a:cubicBezTo>
                  <a:cubicBezTo>
                    <a:pt x="5334" y="14051"/>
                    <a:pt x="5301" y="14061"/>
                    <a:pt x="5268" y="14068"/>
                  </a:cubicBezTo>
                  <a:cubicBezTo>
                    <a:pt x="5246" y="14071"/>
                    <a:pt x="5224" y="14077"/>
                    <a:pt x="5206" y="14084"/>
                  </a:cubicBezTo>
                  <a:cubicBezTo>
                    <a:pt x="5186" y="14090"/>
                    <a:pt x="5164" y="14097"/>
                    <a:pt x="5145" y="14105"/>
                  </a:cubicBezTo>
                  <a:cubicBezTo>
                    <a:pt x="5134" y="14107"/>
                    <a:pt x="5121" y="14112"/>
                    <a:pt x="5109" y="14116"/>
                  </a:cubicBezTo>
                  <a:cubicBezTo>
                    <a:pt x="5083" y="14126"/>
                    <a:pt x="5057" y="14135"/>
                    <a:pt x="5033" y="14144"/>
                  </a:cubicBezTo>
                  <a:cubicBezTo>
                    <a:pt x="5017" y="14150"/>
                    <a:pt x="5000" y="14157"/>
                    <a:pt x="4984" y="14164"/>
                  </a:cubicBezTo>
                  <a:cubicBezTo>
                    <a:pt x="4952" y="14177"/>
                    <a:pt x="4919" y="14192"/>
                    <a:pt x="4884" y="14203"/>
                  </a:cubicBezTo>
                  <a:lnTo>
                    <a:pt x="4858" y="14215"/>
                  </a:lnTo>
                  <a:cubicBezTo>
                    <a:pt x="4831" y="14225"/>
                    <a:pt x="4804" y="14235"/>
                    <a:pt x="4779" y="14244"/>
                  </a:cubicBezTo>
                  <a:cubicBezTo>
                    <a:pt x="4775" y="14246"/>
                    <a:pt x="4770" y="14247"/>
                    <a:pt x="4764" y="14247"/>
                  </a:cubicBezTo>
                  <a:cubicBezTo>
                    <a:pt x="4734" y="14259"/>
                    <a:pt x="4701" y="14267"/>
                    <a:pt x="4666" y="14279"/>
                  </a:cubicBezTo>
                  <a:lnTo>
                    <a:pt x="4664" y="14279"/>
                  </a:lnTo>
                  <a:cubicBezTo>
                    <a:pt x="4603" y="14283"/>
                    <a:pt x="4538" y="14291"/>
                    <a:pt x="4474" y="14298"/>
                  </a:cubicBezTo>
                  <a:cubicBezTo>
                    <a:pt x="4381" y="14320"/>
                    <a:pt x="4285" y="14337"/>
                    <a:pt x="4186" y="14353"/>
                  </a:cubicBezTo>
                  <a:cubicBezTo>
                    <a:pt x="4088" y="14368"/>
                    <a:pt x="3988" y="14384"/>
                    <a:pt x="3886" y="14405"/>
                  </a:cubicBezTo>
                  <a:lnTo>
                    <a:pt x="3630" y="14405"/>
                  </a:lnTo>
                  <a:lnTo>
                    <a:pt x="3575" y="14417"/>
                  </a:lnTo>
                  <a:lnTo>
                    <a:pt x="3521" y="14421"/>
                  </a:lnTo>
                  <a:cubicBezTo>
                    <a:pt x="3494" y="14426"/>
                    <a:pt x="3469" y="14432"/>
                    <a:pt x="3441" y="14433"/>
                  </a:cubicBezTo>
                  <a:lnTo>
                    <a:pt x="3440" y="14433"/>
                  </a:lnTo>
                  <a:cubicBezTo>
                    <a:pt x="3434" y="14435"/>
                    <a:pt x="3427" y="14435"/>
                    <a:pt x="3420" y="14435"/>
                  </a:cubicBezTo>
                  <a:cubicBezTo>
                    <a:pt x="3398" y="14436"/>
                    <a:pt x="3375" y="14439"/>
                    <a:pt x="3350" y="14439"/>
                  </a:cubicBezTo>
                  <a:cubicBezTo>
                    <a:pt x="3306" y="14440"/>
                    <a:pt x="3261" y="14442"/>
                    <a:pt x="3216" y="14443"/>
                  </a:cubicBezTo>
                  <a:lnTo>
                    <a:pt x="3212" y="14443"/>
                  </a:lnTo>
                  <a:cubicBezTo>
                    <a:pt x="3178" y="14446"/>
                    <a:pt x="3143" y="14448"/>
                    <a:pt x="3110" y="14448"/>
                  </a:cubicBezTo>
                  <a:cubicBezTo>
                    <a:pt x="3066" y="14451"/>
                    <a:pt x="3021" y="14453"/>
                    <a:pt x="2978" y="14461"/>
                  </a:cubicBezTo>
                  <a:cubicBezTo>
                    <a:pt x="2960" y="14462"/>
                    <a:pt x="2943" y="14464"/>
                    <a:pt x="2927" y="14468"/>
                  </a:cubicBezTo>
                  <a:cubicBezTo>
                    <a:pt x="2924" y="14468"/>
                    <a:pt x="2921" y="14468"/>
                    <a:pt x="2918" y="14469"/>
                  </a:cubicBezTo>
                  <a:cubicBezTo>
                    <a:pt x="2902" y="14471"/>
                    <a:pt x="2885" y="14472"/>
                    <a:pt x="2869" y="14478"/>
                  </a:cubicBezTo>
                  <a:cubicBezTo>
                    <a:pt x="2851" y="14483"/>
                    <a:pt x="2834" y="14487"/>
                    <a:pt x="2816" y="14491"/>
                  </a:cubicBezTo>
                  <a:cubicBezTo>
                    <a:pt x="2796" y="14497"/>
                    <a:pt x="2776" y="14504"/>
                    <a:pt x="2757" y="14509"/>
                  </a:cubicBezTo>
                  <a:cubicBezTo>
                    <a:pt x="2745" y="14513"/>
                    <a:pt x="2735" y="14515"/>
                    <a:pt x="2722" y="14520"/>
                  </a:cubicBezTo>
                  <a:lnTo>
                    <a:pt x="2722" y="14522"/>
                  </a:lnTo>
                  <a:cubicBezTo>
                    <a:pt x="2710" y="14526"/>
                    <a:pt x="2700" y="14528"/>
                    <a:pt x="2687" y="14533"/>
                  </a:cubicBezTo>
                  <a:cubicBezTo>
                    <a:pt x="2639" y="14548"/>
                    <a:pt x="2587" y="14567"/>
                    <a:pt x="2533" y="14586"/>
                  </a:cubicBezTo>
                  <a:cubicBezTo>
                    <a:pt x="2528" y="14587"/>
                    <a:pt x="2521" y="14589"/>
                    <a:pt x="2518" y="14589"/>
                  </a:cubicBezTo>
                  <a:cubicBezTo>
                    <a:pt x="2486" y="14600"/>
                    <a:pt x="2454" y="14609"/>
                    <a:pt x="2421" y="14618"/>
                  </a:cubicBezTo>
                  <a:cubicBezTo>
                    <a:pt x="2383" y="14631"/>
                    <a:pt x="2345" y="14640"/>
                    <a:pt x="2304" y="14651"/>
                  </a:cubicBezTo>
                  <a:cubicBezTo>
                    <a:pt x="2268" y="14660"/>
                    <a:pt x="2235" y="14669"/>
                    <a:pt x="2198" y="14676"/>
                  </a:cubicBezTo>
                  <a:cubicBezTo>
                    <a:pt x="2140" y="14689"/>
                    <a:pt x="2082" y="14696"/>
                    <a:pt x="2025" y="14701"/>
                  </a:cubicBezTo>
                  <a:cubicBezTo>
                    <a:pt x="2002" y="14702"/>
                    <a:pt x="1977" y="14704"/>
                    <a:pt x="1956" y="14704"/>
                  </a:cubicBezTo>
                  <a:cubicBezTo>
                    <a:pt x="1874" y="14704"/>
                    <a:pt x="1796" y="14690"/>
                    <a:pt x="1727" y="14664"/>
                  </a:cubicBezTo>
                  <a:cubicBezTo>
                    <a:pt x="1538" y="14586"/>
                    <a:pt x="1500" y="14442"/>
                    <a:pt x="1544" y="14305"/>
                  </a:cubicBezTo>
                  <a:cubicBezTo>
                    <a:pt x="1547" y="14289"/>
                    <a:pt x="1554" y="14272"/>
                    <a:pt x="1563" y="14254"/>
                  </a:cubicBezTo>
                  <a:cubicBezTo>
                    <a:pt x="1583" y="14206"/>
                    <a:pt x="1617" y="14158"/>
                    <a:pt x="1656" y="14119"/>
                  </a:cubicBezTo>
                  <a:cubicBezTo>
                    <a:pt x="1669" y="14106"/>
                    <a:pt x="1684" y="14091"/>
                    <a:pt x="1698" y="14078"/>
                  </a:cubicBezTo>
                  <a:cubicBezTo>
                    <a:pt x="1711" y="14065"/>
                    <a:pt x="1726" y="14054"/>
                    <a:pt x="1740" y="14042"/>
                  </a:cubicBezTo>
                  <a:cubicBezTo>
                    <a:pt x="1945" y="13897"/>
                    <a:pt x="2265" y="13821"/>
                    <a:pt x="2523" y="13695"/>
                  </a:cubicBezTo>
                  <a:cubicBezTo>
                    <a:pt x="2559" y="13677"/>
                    <a:pt x="2595" y="13658"/>
                    <a:pt x="2630" y="13639"/>
                  </a:cubicBezTo>
                  <a:cubicBezTo>
                    <a:pt x="2665" y="13619"/>
                    <a:pt x="2697" y="13596"/>
                    <a:pt x="2726" y="13571"/>
                  </a:cubicBezTo>
                  <a:cubicBezTo>
                    <a:pt x="2745" y="13559"/>
                    <a:pt x="2760" y="13545"/>
                    <a:pt x="2776" y="13530"/>
                  </a:cubicBezTo>
                  <a:cubicBezTo>
                    <a:pt x="2928" y="13385"/>
                    <a:pt x="2998" y="13178"/>
                    <a:pt x="2885" y="12844"/>
                  </a:cubicBezTo>
                  <a:cubicBezTo>
                    <a:pt x="2854" y="12749"/>
                    <a:pt x="2810" y="12648"/>
                    <a:pt x="2765" y="12558"/>
                  </a:cubicBezTo>
                  <a:cubicBezTo>
                    <a:pt x="2752" y="12536"/>
                    <a:pt x="2741" y="12514"/>
                    <a:pt x="2729" y="12492"/>
                  </a:cubicBezTo>
                  <a:lnTo>
                    <a:pt x="2729" y="12491"/>
                  </a:lnTo>
                  <a:cubicBezTo>
                    <a:pt x="2725" y="12485"/>
                    <a:pt x="2722" y="12478"/>
                    <a:pt x="2716" y="12470"/>
                  </a:cubicBezTo>
                  <a:cubicBezTo>
                    <a:pt x="2697" y="12443"/>
                    <a:pt x="2665" y="12415"/>
                    <a:pt x="2651" y="12385"/>
                  </a:cubicBezTo>
                  <a:cubicBezTo>
                    <a:pt x="2608" y="12292"/>
                    <a:pt x="2566" y="12201"/>
                    <a:pt x="2525" y="12113"/>
                  </a:cubicBezTo>
                  <a:cubicBezTo>
                    <a:pt x="2207" y="11448"/>
                    <a:pt x="1820" y="10870"/>
                    <a:pt x="1229" y="10471"/>
                  </a:cubicBezTo>
                  <a:cubicBezTo>
                    <a:pt x="1197" y="10449"/>
                    <a:pt x="1162" y="10426"/>
                    <a:pt x="1127" y="10401"/>
                  </a:cubicBezTo>
                  <a:cubicBezTo>
                    <a:pt x="1090" y="10383"/>
                    <a:pt x="1059" y="10358"/>
                    <a:pt x="1022" y="10336"/>
                  </a:cubicBezTo>
                  <a:cubicBezTo>
                    <a:pt x="1002" y="10324"/>
                    <a:pt x="984" y="10313"/>
                    <a:pt x="964" y="10300"/>
                  </a:cubicBezTo>
                  <a:cubicBezTo>
                    <a:pt x="949" y="10289"/>
                    <a:pt x="933" y="10281"/>
                    <a:pt x="917" y="10271"/>
                  </a:cubicBezTo>
                  <a:cubicBezTo>
                    <a:pt x="864" y="10239"/>
                    <a:pt x="811" y="10204"/>
                    <a:pt x="760" y="10169"/>
                  </a:cubicBezTo>
                  <a:cubicBezTo>
                    <a:pt x="701" y="10128"/>
                    <a:pt x="638" y="10086"/>
                    <a:pt x="583" y="10038"/>
                  </a:cubicBezTo>
                  <a:cubicBezTo>
                    <a:pt x="563" y="10023"/>
                    <a:pt x="542" y="10009"/>
                    <a:pt x="522" y="9991"/>
                  </a:cubicBezTo>
                  <a:cubicBezTo>
                    <a:pt x="490" y="9964"/>
                    <a:pt x="457" y="9935"/>
                    <a:pt x="428" y="9906"/>
                  </a:cubicBezTo>
                  <a:cubicBezTo>
                    <a:pt x="419" y="9897"/>
                    <a:pt x="409" y="9888"/>
                    <a:pt x="398" y="9878"/>
                  </a:cubicBezTo>
                  <a:cubicBezTo>
                    <a:pt x="380" y="9861"/>
                    <a:pt x="359" y="9842"/>
                    <a:pt x="339" y="9823"/>
                  </a:cubicBezTo>
                  <a:cubicBezTo>
                    <a:pt x="318" y="9802"/>
                    <a:pt x="302" y="9782"/>
                    <a:pt x="286" y="9760"/>
                  </a:cubicBezTo>
                  <a:cubicBezTo>
                    <a:pt x="272" y="9737"/>
                    <a:pt x="260" y="9711"/>
                    <a:pt x="256" y="9685"/>
                  </a:cubicBezTo>
                  <a:cubicBezTo>
                    <a:pt x="250" y="9656"/>
                    <a:pt x="249" y="9624"/>
                    <a:pt x="256" y="9586"/>
                  </a:cubicBezTo>
                  <a:cubicBezTo>
                    <a:pt x="334" y="9546"/>
                    <a:pt x="417" y="9533"/>
                    <a:pt x="542" y="9533"/>
                  </a:cubicBezTo>
                  <a:close/>
                  <a:moveTo>
                    <a:pt x="27416" y="12909"/>
                  </a:moveTo>
                  <a:cubicBezTo>
                    <a:pt x="27543" y="13321"/>
                    <a:pt x="28020" y="13574"/>
                    <a:pt x="28450" y="13702"/>
                  </a:cubicBezTo>
                  <a:cubicBezTo>
                    <a:pt x="28783" y="13801"/>
                    <a:pt x="29120" y="13849"/>
                    <a:pt x="29453" y="13849"/>
                  </a:cubicBezTo>
                  <a:cubicBezTo>
                    <a:pt x="29778" y="13849"/>
                    <a:pt x="30101" y="13803"/>
                    <a:pt x="30414" y="13715"/>
                  </a:cubicBezTo>
                  <a:cubicBezTo>
                    <a:pt x="30608" y="13663"/>
                    <a:pt x="30797" y="13591"/>
                    <a:pt x="30981" y="13508"/>
                  </a:cubicBezTo>
                  <a:lnTo>
                    <a:pt x="30981" y="13508"/>
                  </a:lnTo>
                  <a:cubicBezTo>
                    <a:pt x="30974" y="13523"/>
                    <a:pt x="30970" y="13537"/>
                    <a:pt x="30962" y="13552"/>
                  </a:cubicBezTo>
                  <a:cubicBezTo>
                    <a:pt x="30702" y="14144"/>
                    <a:pt x="30443" y="14737"/>
                    <a:pt x="30180" y="15333"/>
                  </a:cubicBezTo>
                  <a:cubicBezTo>
                    <a:pt x="29964" y="15749"/>
                    <a:pt x="29745" y="16165"/>
                    <a:pt x="29527" y="16583"/>
                  </a:cubicBezTo>
                  <a:cubicBezTo>
                    <a:pt x="29258" y="17194"/>
                    <a:pt x="28972" y="17784"/>
                    <a:pt x="28630" y="18324"/>
                  </a:cubicBezTo>
                  <a:cubicBezTo>
                    <a:pt x="28546" y="18455"/>
                    <a:pt x="28411" y="18540"/>
                    <a:pt x="28321" y="18665"/>
                  </a:cubicBezTo>
                  <a:cubicBezTo>
                    <a:pt x="28072" y="19019"/>
                    <a:pt x="27868" y="19398"/>
                    <a:pt x="27637" y="19766"/>
                  </a:cubicBezTo>
                  <a:cubicBezTo>
                    <a:pt x="27575" y="19865"/>
                    <a:pt x="27498" y="19972"/>
                    <a:pt x="27434" y="20074"/>
                  </a:cubicBezTo>
                  <a:cubicBezTo>
                    <a:pt x="27380" y="20163"/>
                    <a:pt x="27352" y="20256"/>
                    <a:pt x="27294" y="20343"/>
                  </a:cubicBezTo>
                  <a:cubicBezTo>
                    <a:pt x="27259" y="20398"/>
                    <a:pt x="27201" y="20438"/>
                    <a:pt x="27169" y="20502"/>
                  </a:cubicBezTo>
                  <a:lnTo>
                    <a:pt x="27156" y="20502"/>
                  </a:lnTo>
                  <a:lnTo>
                    <a:pt x="27156" y="19923"/>
                  </a:lnTo>
                  <a:cubicBezTo>
                    <a:pt x="27136" y="19887"/>
                    <a:pt x="27158" y="19817"/>
                    <a:pt x="27146" y="19763"/>
                  </a:cubicBezTo>
                  <a:cubicBezTo>
                    <a:pt x="27118" y="19637"/>
                    <a:pt x="27143" y="19487"/>
                    <a:pt x="27114" y="19347"/>
                  </a:cubicBezTo>
                  <a:cubicBezTo>
                    <a:pt x="27047" y="19043"/>
                    <a:pt x="27083" y="18699"/>
                    <a:pt x="27040" y="18380"/>
                  </a:cubicBezTo>
                  <a:cubicBezTo>
                    <a:pt x="27037" y="18335"/>
                    <a:pt x="27027" y="18290"/>
                    <a:pt x="27018" y="18247"/>
                  </a:cubicBezTo>
                  <a:cubicBezTo>
                    <a:pt x="27015" y="18120"/>
                    <a:pt x="27011" y="17999"/>
                    <a:pt x="27008" y="17872"/>
                  </a:cubicBezTo>
                  <a:cubicBezTo>
                    <a:pt x="26973" y="17716"/>
                    <a:pt x="27022" y="17530"/>
                    <a:pt x="26986" y="17357"/>
                  </a:cubicBezTo>
                  <a:cubicBezTo>
                    <a:pt x="26958" y="17229"/>
                    <a:pt x="26966" y="17037"/>
                    <a:pt x="26966" y="16897"/>
                  </a:cubicBezTo>
                  <a:lnTo>
                    <a:pt x="26966" y="16503"/>
                  </a:lnTo>
                  <a:cubicBezTo>
                    <a:pt x="26937" y="16358"/>
                    <a:pt x="26953" y="16155"/>
                    <a:pt x="26953" y="15990"/>
                  </a:cubicBezTo>
                  <a:cubicBezTo>
                    <a:pt x="26953" y="15838"/>
                    <a:pt x="26935" y="15644"/>
                    <a:pt x="26966" y="15510"/>
                  </a:cubicBezTo>
                  <a:lnTo>
                    <a:pt x="26966" y="15275"/>
                  </a:lnTo>
                  <a:cubicBezTo>
                    <a:pt x="26976" y="15076"/>
                    <a:pt x="26986" y="14877"/>
                    <a:pt x="26996" y="14676"/>
                  </a:cubicBezTo>
                  <a:cubicBezTo>
                    <a:pt x="27031" y="14523"/>
                    <a:pt x="27012" y="14352"/>
                    <a:pt x="27048" y="14196"/>
                  </a:cubicBezTo>
                  <a:cubicBezTo>
                    <a:pt x="27142" y="13811"/>
                    <a:pt x="27189" y="13437"/>
                    <a:pt x="27328" y="13106"/>
                  </a:cubicBezTo>
                  <a:cubicBezTo>
                    <a:pt x="27354" y="13039"/>
                    <a:pt x="27386" y="12973"/>
                    <a:pt x="27416" y="12909"/>
                  </a:cubicBezTo>
                  <a:close/>
                  <a:moveTo>
                    <a:pt x="27075" y="10551"/>
                  </a:moveTo>
                  <a:cubicBezTo>
                    <a:pt x="27176" y="10628"/>
                    <a:pt x="27368" y="10667"/>
                    <a:pt x="27490" y="10724"/>
                  </a:cubicBezTo>
                  <a:cubicBezTo>
                    <a:pt x="27560" y="10753"/>
                    <a:pt x="27636" y="10806"/>
                    <a:pt x="27703" y="10841"/>
                  </a:cubicBezTo>
                  <a:cubicBezTo>
                    <a:pt x="27810" y="10899"/>
                    <a:pt x="27919" y="10934"/>
                    <a:pt x="28012" y="11002"/>
                  </a:cubicBezTo>
                  <a:cubicBezTo>
                    <a:pt x="28065" y="11040"/>
                    <a:pt x="28091" y="11111"/>
                    <a:pt x="28142" y="11152"/>
                  </a:cubicBezTo>
                  <a:cubicBezTo>
                    <a:pt x="27978" y="11501"/>
                    <a:pt x="27720" y="11800"/>
                    <a:pt x="27521" y="12123"/>
                  </a:cubicBezTo>
                  <a:cubicBezTo>
                    <a:pt x="27201" y="12642"/>
                    <a:pt x="27022" y="13162"/>
                    <a:pt x="26836" y="13822"/>
                  </a:cubicBezTo>
                  <a:cubicBezTo>
                    <a:pt x="26794" y="13966"/>
                    <a:pt x="26809" y="14106"/>
                    <a:pt x="26772" y="14260"/>
                  </a:cubicBezTo>
                  <a:cubicBezTo>
                    <a:pt x="26739" y="14404"/>
                    <a:pt x="26742" y="14592"/>
                    <a:pt x="26710" y="14743"/>
                  </a:cubicBezTo>
                  <a:lnTo>
                    <a:pt x="26710" y="14881"/>
                  </a:lnTo>
                  <a:cubicBezTo>
                    <a:pt x="26647" y="15159"/>
                    <a:pt x="26666" y="15589"/>
                    <a:pt x="26666" y="15906"/>
                  </a:cubicBezTo>
                  <a:lnTo>
                    <a:pt x="26666" y="16514"/>
                  </a:lnTo>
                  <a:cubicBezTo>
                    <a:pt x="26666" y="16618"/>
                    <a:pt x="26656" y="16751"/>
                    <a:pt x="26675" y="16836"/>
                  </a:cubicBezTo>
                  <a:lnTo>
                    <a:pt x="26675" y="17230"/>
                  </a:lnTo>
                  <a:cubicBezTo>
                    <a:pt x="26695" y="17312"/>
                    <a:pt x="26666" y="17437"/>
                    <a:pt x="26688" y="17530"/>
                  </a:cubicBezTo>
                  <a:cubicBezTo>
                    <a:pt x="26746" y="17793"/>
                    <a:pt x="26684" y="18109"/>
                    <a:pt x="26740" y="18364"/>
                  </a:cubicBezTo>
                  <a:cubicBezTo>
                    <a:pt x="26743" y="18460"/>
                    <a:pt x="26748" y="18556"/>
                    <a:pt x="26750" y="18651"/>
                  </a:cubicBezTo>
                  <a:cubicBezTo>
                    <a:pt x="26769" y="18726"/>
                    <a:pt x="26778" y="18801"/>
                    <a:pt x="26784" y="18881"/>
                  </a:cubicBezTo>
                  <a:cubicBezTo>
                    <a:pt x="26790" y="18956"/>
                    <a:pt x="26793" y="19036"/>
                    <a:pt x="26794" y="19116"/>
                  </a:cubicBezTo>
                  <a:cubicBezTo>
                    <a:pt x="26798" y="19196"/>
                    <a:pt x="26798" y="19276"/>
                    <a:pt x="26807" y="19353"/>
                  </a:cubicBezTo>
                  <a:cubicBezTo>
                    <a:pt x="26813" y="19432"/>
                    <a:pt x="26822" y="19509"/>
                    <a:pt x="26838" y="19581"/>
                  </a:cubicBezTo>
                  <a:cubicBezTo>
                    <a:pt x="26842" y="19669"/>
                    <a:pt x="26845" y="19760"/>
                    <a:pt x="26849" y="19849"/>
                  </a:cubicBezTo>
                  <a:cubicBezTo>
                    <a:pt x="26867" y="19988"/>
                    <a:pt x="26886" y="20127"/>
                    <a:pt x="26902" y="20265"/>
                  </a:cubicBezTo>
                  <a:cubicBezTo>
                    <a:pt x="26939" y="20410"/>
                    <a:pt x="26990" y="20570"/>
                    <a:pt x="26998" y="20736"/>
                  </a:cubicBezTo>
                  <a:cubicBezTo>
                    <a:pt x="26887" y="20827"/>
                    <a:pt x="26820" y="20987"/>
                    <a:pt x="26742" y="21111"/>
                  </a:cubicBezTo>
                  <a:cubicBezTo>
                    <a:pt x="26609" y="21320"/>
                    <a:pt x="26470" y="21541"/>
                    <a:pt x="26358" y="21774"/>
                  </a:cubicBezTo>
                  <a:lnTo>
                    <a:pt x="26346" y="21774"/>
                  </a:lnTo>
                  <a:lnTo>
                    <a:pt x="26346" y="21624"/>
                  </a:lnTo>
                  <a:cubicBezTo>
                    <a:pt x="26329" y="21464"/>
                    <a:pt x="26310" y="21303"/>
                    <a:pt x="26292" y="21143"/>
                  </a:cubicBezTo>
                  <a:cubicBezTo>
                    <a:pt x="26210" y="20810"/>
                    <a:pt x="26160" y="20489"/>
                    <a:pt x="26037" y="20192"/>
                  </a:cubicBezTo>
                  <a:cubicBezTo>
                    <a:pt x="25928" y="19923"/>
                    <a:pt x="25816" y="19644"/>
                    <a:pt x="25707" y="19381"/>
                  </a:cubicBezTo>
                  <a:cubicBezTo>
                    <a:pt x="25597" y="19120"/>
                    <a:pt x="25555" y="18846"/>
                    <a:pt x="25449" y="18588"/>
                  </a:cubicBezTo>
                  <a:cubicBezTo>
                    <a:pt x="25350" y="18351"/>
                    <a:pt x="25219" y="18119"/>
                    <a:pt x="25118" y="17893"/>
                  </a:cubicBezTo>
                  <a:cubicBezTo>
                    <a:pt x="25017" y="17665"/>
                    <a:pt x="24923" y="17451"/>
                    <a:pt x="24808" y="17230"/>
                  </a:cubicBezTo>
                  <a:cubicBezTo>
                    <a:pt x="24652" y="16925"/>
                    <a:pt x="24372" y="16351"/>
                    <a:pt x="24530" y="15884"/>
                  </a:cubicBezTo>
                  <a:cubicBezTo>
                    <a:pt x="24584" y="15718"/>
                    <a:pt x="24682" y="15571"/>
                    <a:pt x="24764" y="15435"/>
                  </a:cubicBezTo>
                  <a:cubicBezTo>
                    <a:pt x="24907" y="15205"/>
                    <a:pt x="25030" y="14978"/>
                    <a:pt x="25183" y="14760"/>
                  </a:cubicBezTo>
                  <a:cubicBezTo>
                    <a:pt x="25346" y="14528"/>
                    <a:pt x="25544" y="14317"/>
                    <a:pt x="25717" y="14090"/>
                  </a:cubicBezTo>
                  <a:cubicBezTo>
                    <a:pt x="25926" y="13812"/>
                    <a:pt x="26298" y="13548"/>
                    <a:pt x="26390" y="13170"/>
                  </a:cubicBezTo>
                  <a:cubicBezTo>
                    <a:pt x="26413" y="13074"/>
                    <a:pt x="26362" y="12995"/>
                    <a:pt x="26336" y="12944"/>
                  </a:cubicBezTo>
                  <a:cubicBezTo>
                    <a:pt x="26260" y="12801"/>
                    <a:pt x="26122" y="12751"/>
                    <a:pt x="25969" y="12751"/>
                  </a:cubicBezTo>
                  <a:cubicBezTo>
                    <a:pt x="25794" y="12751"/>
                    <a:pt x="25600" y="12817"/>
                    <a:pt x="25461" y="12882"/>
                  </a:cubicBezTo>
                  <a:cubicBezTo>
                    <a:pt x="25529" y="12700"/>
                    <a:pt x="25631" y="12536"/>
                    <a:pt x="25728" y="12380"/>
                  </a:cubicBezTo>
                  <a:cubicBezTo>
                    <a:pt x="25797" y="12267"/>
                    <a:pt x="25845" y="12150"/>
                    <a:pt x="25900" y="12033"/>
                  </a:cubicBezTo>
                  <a:cubicBezTo>
                    <a:pt x="25912" y="12014"/>
                    <a:pt x="25920" y="11996"/>
                    <a:pt x="25929" y="11976"/>
                  </a:cubicBezTo>
                  <a:cubicBezTo>
                    <a:pt x="25941" y="11956"/>
                    <a:pt x="25949" y="11938"/>
                    <a:pt x="25962" y="11919"/>
                  </a:cubicBezTo>
                  <a:cubicBezTo>
                    <a:pt x="25973" y="11903"/>
                    <a:pt x="25983" y="11887"/>
                    <a:pt x="25993" y="11868"/>
                  </a:cubicBezTo>
                  <a:cubicBezTo>
                    <a:pt x="26005" y="11851"/>
                    <a:pt x="26013" y="11835"/>
                    <a:pt x="26023" y="11818"/>
                  </a:cubicBezTo>
                  <a:cubicBezTo>
                    <a:pt x="26028" y="11815"/>
                    <a:pt x="26028" y="11810"/>
                    <a:pt x="26031" y="11806"/>
                  </a:cubicBezTo>
                  <a:cubicBezTo>
                    <a:pt x="26070" y="11743"/>
                    <a:pt x="26108" y="11682"/>
                    <a:pt x="26147" y="11624"/>
                  </a:cubicBezTo>
                  <a:cubicBezTo>
                    <a:pt x="26210" y="11525"/>
                    <a:pt x="26275" y="11429"/>
                    <a:pt x="26340" y="11336"/>
                  </a:cubicBezTo>
                  <a:cubicBezTo>
                    <a:pt x="26384" y="11272"/>
                    <a:pt x="26429" y="11211"/>
                    <a:pt x="26474" y="11149"/>
                  </a:cubicBezTo>
                  <a:cubicBezTo>
                    <a:pt x="26637" y="10934"/>
                    <a:pt x="26891" y="10785"/>
                    <a:pt x="27031" y="10551"/>
                  </a:cubicBezTo>
                  <a:close/>
                  <a:moveTo>
                    <a:pt x="26418" y="24215"/>
                  </a:moveTo>
                  <a:cubicBezTo>
                    <a:pt x="26417" y="24218"/>
                    <a:pt x="26417" y="24220"/>
                    <a:pt x="26416" y="24223"/>
                  </a:cubicBezTo>
                  <a:lnTo>
                    <a:pt x="26416" y="24223"/>
                  </a:lnTo>
                  <a:lnTo>
                    <a:pt x="26416" y="24216"/>
                  </a:lnTo>
                  <a:cubicBezTo>
                    <a:pt x="26417" y="24216"/>
                    <a:pt x="26417" y="24215"/>
                    <a:pt x="26418" y="24215"/>
                  </a:cubicBezTo>
                  <a:close/>
                  <a:moveTo>
                    <a:pt x="26429" y="24202"/>
                  </a:moveTo>
                  <a:cubicBezTo>
                    <a:pt x="26427" y="24211"/>
                    <a:pt x="26425" y="24220"/>
                    <a:pt x="26423" y="24229"/>
                  </a:cubicBezTo>
                  <a:lnTo>
                    <a:pt x="26423" y="24229"/>
                  </a:lnTo>
                  <a:lnTo>
                    <a:pt x="26423" y="24209"/>
                  </a:lnTo>
                  <a:lnTo>
                    <a:pt x="26423" y="24209"/>
                  </a:lnTo>
                  <a:cubicBezTo>
                    <a:pt x="26425" y="24207"/>
                    <a:pt x="26427" y="24204"/>
                    <a:pt x="26429" y="24202"/>
                  </a:cubicBezTo>
                  <a:close/>
                  <a:moveTo>
                    <a:pt x="25051" y="26156"/>
                  </a:moveTo>
                  <a:cubicBezTo>
                    <a:pt x="25054" y="26156"/>
                    <a:pt x="25058" y="26156"/>
                    <a:pt x="25062" y="26156"/>
                  </a:cubicBezTo>
                  <a:cubicBezTo>
                    <a:pt x="25121" y="26201"/>
                    <a:pt x="25198" y="26218"/>
                    <a:pt x="25256" y="26262"/>
                  </a:cubicBezTo>
                  <a:cubicBezTo>
                    <a:pt x="25307" y="26301"/>
                    <a:pt x="25344" y="26361"/>
                    <a:pt x="25384" y="26412"/>
                  </a:cubicBezTo>
                  <a:cubicBezTo>
                    <a:pt x="25477" y="26537"/>
                    <a:pt x="25600" y="26655"/>
                    <a:pt x="25693" y="26785"/>
                  </a:cubicBezTo>
                  <a:cubicBezTo>
                    <a:pt x="25742" y="26855"/>
                    <a:pt x="25790" y="26929"/>
                    <a:pt x="25838" y="27004"/>
                  </a:cubicBezTo>
                  <a:lnTo>
                    <a:pt x="25838" y="27004"/>
                  </a:lnTo>
                  <a:cubicBezTo>
                    <a:pt x="25970" y="27209"/>
                    <a:pt x="26109" y="27419"/>
                    <a:pt x="26303" y="27545"/>
                  </a:cubicBezTo>
                  <a:lnTo>
                    <a:pt x="26303" y="27545"/>
                  </a:lnTo>
                  <a:cubicBezTo>
                    <a:pt x="26299" y="27548"/>
                    <a:pt x="26296" y="27549"/>
                    <a:pt x="26291" y="27553"/>
                  </a:cubicBezTo>
                  <a:cubicBezTo>
                    <a:pt x="26256" y="27576"/>
                    <a:pt x="26189" y="27585"/>
                    <a:pt x="26110" y="27585"/>
                  </a:cubicBezTo>
                  <a:cubicBezTo>
                    <a:pt x="25941" y="27585"/>
                    <a:pt x="25721" y="27545"/>
                    <a:pt x="25660" y="27523"/>
                  </a:cubicBezTo>
                  <a:cubicBezTo>
                    <a:pt x="25571" y="27341"/>
                    <a:pt x="25423" y="27204"/>
                    <a:pt x="25308" y="27051"/>
                  </a:cubicBezTo>
                  <a:cubicBezTo>
                    <a:pt x="25297" y="27037"/>
                    <a:pt x="25286" y="27023"/>
                    <a:pt x="25276" y="27008"/>
                  </a:cubicBezTo>
                  <a:lnTo>
                    <a:pt x="25276" y="27008"/>
                  </a:lnTo>
                  <a:cubicBezTo>
                    <a:pt x="25184" y="26883"/>
                    <a:pt x="25096" y="26761"/>
                    <a:pt x="25010" y="26625"/>
                  </a:cubicBezTo>
                  <a:cubicBezTo>
                    <a:pt x="24962" y="26550"/>
                    <a:pt x="24815" y="26370"/>
                    <a:pt x="24892" y="26252"/>
                  </a:cubicBezTo>
                  <a:cubicBezTo>
                    <a:pt x="24913" y="26185"/>
                    <a:pt x="24964" y="26156"/>
                    <a:pt x="25051" y="26156"/>
                  </a:cubicBezTo>
                  <a:close/>
                  <a:moveTo>
                    <a:pt x="33088" y="26298"/>
                  </a:moveTo>
                  <a:cubicBezTo>
                    <a:pt x="33105" y="26298"/>
                    <a:pt x="33120" y="26299"/>
                    <a:pt x="33132" y="26303"/>
                  </a:cubicBezTo>
                  <a:cubicBezTo>
                    <a:pt x="33239" y="26329"/>
                    <a:pt x="33364" y="26409"/>
                    <a:pt x="33451" y="26463"/>
                  </a:cubicBezTo>
                  <a:cubicBezTo>
                    <a:pt x="33486" y="26482"/>
                    <a:pt x="33521" y="26506"/>
                    <a:pt x="33552" y="26528"/>
                  </a:cubicBezTo>
                  <a:lnTo>
                    <a:pt x="33552" y="26516"/>
                  </a:lnTo>
                  <a:lnTo>
                    <a:pt x="33552" y="26516"/>
                  </a:lnTo>
                  <a:cubicBezTo>
                    <a:pt x="33554" y="26517"/>
                    <a:pt x="33556" y="26518"/>
                    <a:pt x="33559" y="26521"/>
                  </a:cubicBezTo>
                  <a:cubicBezTo>
                    <a:pt x="33595" y="26544"/>
                    <a:pt x="33627" y="26570"/>
                    <a:pt x="33662" y="26596"/>
                  </a:cubicBezTo>
                  <a:lnTo>
                    <a:pt x="33755" y="26673"/>
                  </a:lnTo>
                  <a:cubicBezTo>
                    <a:pt x="33761" y="26676"/>
                    <a:pt x="33764" y="26682"/>
                    <a:pt x="33768" y="26687"/>
                  </a:cubicBezTo>
                  <a:cubicBezTo>
                    <a:pt x="33773" y="26689"/>
                    <a:pt x="33780" y="26697"/>
                    <a:pt x="33784" y="26703"/>
                  </a:cubicBezTo>
                  <a:cubicBezTo>
                    <a:pt x="33805" y="26720"/>
                    <a:pt x="33827" y="26740"/>
                    <a:pt x="33844" y="26761"/>
                  </a:cubicBezTo>
                  <a:cubicBezTo>
                    <a:pt x="33872" y="26785"/>
                    <a:pt x="33896" y="26813"/>
                    <a:pt x="33921" y="26841"/>
                  </a:cubicBezTo>
                  <a:cubicBezTo>
                    <a:pt x="33950" y="26871"/>
                    <a:pt x="33976" y="26905"/>
                    <a:pt x="34004" y="26941"/>
                  </a:cubicBezTo>
                  <a:cubicBezTo>
                    <a:pt x="34027" y="26970"/>
                    <a:pt x="34052" y="27002"/>
                    <a:pt x="34074" y="27033"/>
                  </a:cubicBezTo>
                  <a:cubicBezTo>
                    <a:pt x="34093" y="27060"/>
                    <a:pt x="34112" y="27086"/>
                    <a:pt x="34126" y="27117"/>
                  </a:cubicBezTo>
                  <a:cubicBezTo>
                    <a:pt x="34144" y="27142"/>
                    <a:pt x="34157" y="27168"/>
                    <a:pt x="34171" y="27192"/>
                  </a:cubicBezTo>
                  <a:cubicBezTo>
                    <a:pt x="34175" y="27197"/>
                    <a:pt x="34175" y="27197"/>
                    <a:pt x="34175" y="27200"/>
                  </a:cubicBezTo>
                  <a:cubicBezTo>
                    <a:pt x="34191" y="27227"/>
                    <a:pt x="34205" y="27254"/>
                    <a:pt x="34219" y="27281"/>
                  </a:cubicBezTo>
                  <a:cubicBezTo>
                    <a:pt x="34234" y="27309"/>
                    <a:pt x="34248" y="27339"/>
                    <a:pt x="34263" y="27371"/>
                  </a:cubicBezTo>
                  <a:cubicBezTo>
                    <a:pt x="34303" y="27460"/>
                    <a:pt x="34343" y="27554"/>
                    <a:pt x="34375" y="27655"/>
                  </a:cubicBezTo>
                  <a:cubicBezTo>
                    <a:pt x="34427" y="27803"/>
                    <a:pt x="34471" y="27963"/>
                    <a:pt x="34511" y="28139"/>
                  </a:cubicBezTo>
                  <a:cubicBezTo>
                    <a:pt x="34564" y="28370"/>
                    <a:pt x="34484" y="28614"/>
                    <a:pt x="34459" y="28803"/>
                  </a:cubicBezTo>
                  <a:cubicBezTo>
                    <a:pt x="34403" y="28803"/>
                    <a:pt x="34347" y="28804"/>
                    <a:pt x="34292" y="28804"/>
                  </a:cubicBezTo>
                  <a:cubicBezTo>
                    <a:pt x="34223" y="28804"/>
                    <a:pt x="34155" y="28803"/>
                    <a:pt x="34090" y="28799"/>
                  </a:cubicBezTo>
                  <a:cubicBezTo>
                    <a:pt x="34017" y="28793"/>
                    <a:pt x="33947" y="28787"/>
                    <a:pt x="33882" y="28771"/>
                  </a:cubicBezTo>
                  <a:cubicBezTo>
                    <a:pt x="33851" y="28764"/>
                    <a:pt x="33816" y="28763"/>
                    <a:pt x="33783" y="28763"/>
                  </a:cubicBezTo>
                  <a:cubicBezTo>
                    <a:pt x="33734" y="28763"/>
                    <a:pt x="33684" y="28767"/>
                    <a:pt x="33640" y="28767"/>
                  </a:cubicBezTo>
                  <a:cubicBezTo>
                    <a:pt x="33613" y="28767"/>
                    <a:pt x="33587" y="28764"/>
                    <a:pt x="33562" y="28761"/>
                  </a:cubicBezTo>
                  <a:lnTo>
                    <a:pt x="33166" y="28761"/>
                  </a:lnTo>
                  <a:cubicBezTo>
                    <a:pt x="33037" y="28761"/>
                    <a:pt x="32883" y="28754"/>
                    <a:pt x="32734" y="28754"/>
                  </a:cubicBezTo>
                  <a:cubicBezTo>
                    <a:pt x="32734" y="28754"/>
                    <a:pt x="32734" y="28754"/>
                    <a:pt x="32733" y="28754"/>
                  </a:cubicBezTo>
                  <a:lnTo>
                    <a:pt x="32733" y="28754"/>
                  </a:lnTo>
                  <a:cubicBezTo>
                    <a:pt x="32733" y="28754"/>
                    <a:pt x="32733" y="28754"/>
                    <a:pt x="32733" y="28754"/>
                  </a:cubicBezTo>
                  <a:cubicBezTo>
                    <a:pt x="32601" y="28754"/>
                    <a:pt x="32474" y="28760"/>
                    <a:pt x="32374" y="28782"/>
                  </a:cubicBezTo>
                  <a:lnTo>
                    <a:pt x="32117" y="28782"/>
                  </a:lnTo>
                  <a:cubicBezTo>
                    <a:pt x="31858" y="28800"/>
                    <a:pt x="31598" y="28818"/>
                    <a:pt x="31337" y="28834"/>
                  </a:cubicBezTo>
                  <a:cubicBezTo>
                    <a:pt x="31274" y="28848"/>
                    <a:pt x="31212" y="28857"/>
                    <a:pt x="31148" y="28864"/>
                  </a:cubicBezTo>
                  <a:cubicBezTo>
                    <a:pt x="31116" y="28869"/>
                    <a:pt x="31084" y="28872"/>
                    <a:pt x="31051" y="28876"/>
                  </a:cubicBezTo>
                  <a:cubicBezTo>
                    <a:pt x="30923" y="28888"/>
                    <a:pt x="30794" y="28895"/>
                    <a:pt x="30669" y="28920"/>
                  </a:cubicBezTo>
                  <a:cubicBezTo>
                    <a:pt x="30640" y="28927"/>
                    <a:pt x="30609" y="28934"/>
                    <a:pt x="30579" y="28942"/>
                  </a:cubicBezTo>
                  <a:cubicBezTo>
                    <a:pt x="30500" y="28963"/>
                    <a:pt x="30422" y="28985"/>
                    <a:pt x="30349" y="29010"/>
                  </a:cubicBezTo>
                  <a:cubicBezTo>
                    <a:pt x="30275" y="29033"/>
                    <a:pt x="30202" y="29058"/>
                    <a:pt x="30131" y="29083"/>
                  </a:cubicBezTo>
                  <a:cubicBezTo>
                    <a:pt x="29992" y="29133"/>
                    <a:pt x="29858" y="29189"/>
                    <a:pt x="29727" y="29250"/>
                  </a:cubicBezTo>
                  <a:lnTo>
                    <a:pt x="29727" y="29250"/>
                  </a:lnTo>
                  <a:lnTo>
                    <a:pt x="29727" y="29232"/>
                  </a:lnTo>
                  <a:cubicBezTo>
                    <a:pt x="29738" y="29222"/>
                    <a:pt x="29745" y="29215"/>
                    <a:pt x="29756" y="29206"/>
                  </a:cubicBezTo>
                  <a:cubicBezTo>
                    <a:pt x="29821" y="29142"/>
                    <a:pt x="29866" y="29046"/>
                    <a:pt x="29918" y="28975"/>
                  </a:cubicBezTo>
                  <a:cubicBezTo>
                    <a:pt x="30012" y="28872"/>
                    <a:pt x="30103" y="28767"/>
                    <a:pt x="30196" y="28665"/>
                  </a:cubicBezTo>
                  <a:lnTo>
                    <a:pt x="30174" y="28665"/>
                  </a:lnTo>
                  <a:cubicBezTo>
                    <a:pt x="30147" y="28709"/>
                    <a:pt x="30103" y="28739"/>
                    <a:pt x="30058" y="28771"/>
                  </a:cubicBezTo>
                  <a:cubicBezTo>
                    <a:pt x="30042" y="28784"/>
                    <a:pt x="30023" y="28793"/>
                    <a:pt x="30006" y="28808"/>
                  </a:cubicBezTo>
                  <a:lnTo>
                    <a:pt x="30004" y="28808"/>
                  </a:lnTo>
                  <a:cubicBezTo>
                    <a:pt x="29997" y="28815"/>
                    <a:pt x="29990" y="28821"/>
                    <a:pt x="29980" y="28828"/>
                  </a:cubicBezTo>
                  <a:cubicBezTo>
                    <a:pt x="29948" y="28854"/>
                    <a:pt x="29917" y="28880"/>
                    <a:pt x="29888" y="28908"/>
                  </a:cubicBezTo>
                  <a:lnTo>
                    <a:pt x="29844" y="28952"/>
                  </a:lnTo>
                  <a:cubicBezTo>
                    <a:pt x="29817" y="28981"/>
                    <a:pt x="29788" y="29011"/>
                    <a:pt x="29757" y="29040"/>
                  </a:cubicBezTo>
                  <a:cubicBezTo>
                    <a:pt x="29715" y="29087"/>
                    <a:pt x="29670" y="29132"/>
                    <a:pt x="29619" y="29168"/>
                  </a:cubicBezTo>
                  <a:cubicBezTo>
                    <a:pt x="29575" y="29213"/>
                    <a:pt x="29533" y="29261"/>
                    <a:pt x="29490" y="29308"/>
                  </a:cubicBezTo>
                  <a:cubicBezTo>
                    <a:pt x="29367" y="29429"/>
                    <a:pt x="29245" y="29549"/>
                    <a:pt x="29126" y="29671"/>
                  </a:cubicBezTo>
                  <a:cubicBezTo>
                    <a:pt x="29098" y="29708"/>
                    <a:pt x="29068" y="29743"/>
                    <a:pt x="29040" y="29779"/>
                  </a:cubicBezTo>
                  <a:cubicBezTo>
                    <a:pt x="29020" y="29786"/>
                    <a:pt x="28998" y="29793"/>
                    <a:pt x="28976" y="29801"/>
                  </a:cubicBezTo>
                  <a:cubicBezTo>
                    <a:pt x="28965" y="29808"/>
                    <a:pt x="28953" y="29818"/>
                    <a:pt x="28943" y="29825"/>
                  </a:cubicBezTo>
                  <a:cubicBezTo>
                    <a:pt x="28866" y="29894"/>
                    <a:pt x="28802" y="29985"/>
                    <a:pt x="28720" y="30048"/>
                  </a:cubicBezTo>
                  <a:cubicBezTo>
                    <a:pt x="28654" y="30093"/>
                    <a:pt x="28581" y="30135"/>
                    <a:pt x="28507" y="30173"/>
                  </a:cubicBezTo>
                  <a:cubicBezTo>
                    <a:pt x="28431" y="30211"/>
                    <a:pt x="28351" y="30244"/>
                    <a:pt x="28270" y="30276"/>
                  </a:cubicBezTo>
                  <a:cubicBezTo>
                    <a:pt x="28217" y="30297"/>
                    <a:pt x="28161" y="30315"/>
                    <a:pt x="28103" y="30334"/>
                  </a:cubicBezTo>
                  <a:cubicBezTo>
                    <a:pt x="28024" y="30361"/>
                    <a:pt x="27930" y="30381"/>
                    <a:pt x="27825" y="30395"/>
                  </a:cubicBezTo>
                  <a:lnTo>
                    <a:pt x="27825" y="30397"/>
                  </a:lnTo>
                  <a:cubicBezTo>
                    <a:pt x="27812" y="30397"/>
                    <a:pt x="27799" y="30398"/>
                    <a:pt x="27789" y="30400"/>
                  </a:cubicBezTo>
                  <a:cubicBezTo>
                    <a:pt x="27671" y="30415"/>
                    <a:pt x="27544" y="30422"/>
                    <a:pt x="27416" y="30422"/>
                  </a:cubicBezTo>
                  <a:lnTo>
                    <a:pt x="27416" y="30422"/>
                  </a:lnTo>
                  <a:cubicBezTo>
                    <a:pt x="27122" y="30422"/>
                    <a:pt x="26826" y="30381"/>
                    <a:pt x="26653" y="30291"/>
                  </a:cubicBezTo>
                  <a:cubicBezTo>
                    <a:pt x="26627" y="30279"/>
                    <a:pt x="26595" y="30254"/>
                    <a:pt x="26560" y="30228"/>
                  </a:cubicBezTo>
                  <a:cubicBezTo>
                    <a:pt x="26547" y="30218"/>
                    <a:pt x="26537" y="30209"/>
                    <a:pt x="26524" y="30201"/>
                  </a:cubicBezTo>
                  <a:cubicBezTo>
                    <a:pt x="26433" y="30124"/>
                    <a:pt x="26333" y="30028"/>
                    <a:pt x="26290" y="29971"/>
                  </a:cubicBezTo>
                  <a:cubicBezTo>
                    <a:pt x="26320" y="29961"/>
                    <a:pt x="26369" y="29959"/>
                    <a:pt x="26415" y="29959"/>
                  </a:cubicBezTo>
                  <a:lnTo>
                    <a:pt x="26415" y="29959"/>
                  </a:lnTo>
                  <a:cubicBezTo>
                    <a:pt x="26434" y="29959"/>
                    <a:pt x="26452" y="29959"/>
                    <a:pt x="26468" y="29959"/>
                  </a:cubicBezTo>
                  <a:cubicBezTo>
                    <a:pt x="26468" y="29959"/>
                    <a:pt x="26468" y="29959"/>
                    <a:pt x="26468" y="29959"/>
                  </a:cubicBezTo>
                  <a:lnTo>
                    <a:pt x="26468" y="29959"/>
                  </a:lnTo>
                  <a:cubicBezTo>
                    <a:pt x="26469" y="29959"/>
                    <a:pt x="26470" y="29959"/>
                    <a:pt x="26471" y="29959"/>
                  </a:cubicBezTo>
                  <a:cubicBezTo>
                    <a:pt x="26515" y="29932"/>
                    <a:pt x="26614" y="29932"/>
                    <a:pt x="26713" y="29932"/>
                  </a:cubicBezTo>
                  <a:cubicBezTo>
                    <a:pt x="26812" y="29932"/>
                    <a:pt x="26910" y="29932"/>
                    <a:pt x="26951" y="29905"/>
                  </a:cubicBezTo>
                  <a:cubicBezTo>
                    <a:pt x="26836" y="29895"/>
                    <a:pt x="26721" y="29885"/>
                    <a:pt x="26615" y="29865"/>
                  </a:cubicBezTo>
                  <a:cubicBezTo>
                    <a:pt x="26561" y="29856"/>
                    <a:pt x="26511" y="29844"/>
                    <a:pt x="26463" y="29834"/>
                  </a:cubicBezTo>
                  <a:cubicBezTo>
                    <a:pt x="26413" y="29821"/>
                    <a:pt x="26365" y="29809"/>
                    <a:pt x="26324" y="29798"/>
                  </a:cubicBezTo>
                  <a:cubicBezTo>
                    <a:pt x="26278" y="29788"/>
                    <a:pt x="26231" y="29779"/>
                    <a:pt x="26183" y="29770"/>
                  </a:cubicBezTo>
                  <a:cubicBezTo>
                    <a:pt x="26128" y="29759"/>
                    <a:pt x="26071" y="29747"/>
                    <a:pt x="26012" y="29735"/>
                  </a:cubicBezTo>
                  <a:cubicBezTo>
                    <a:pt x="25903" y="29699"/>
                    <a:pt x="25795" y="29638"/>
                    <a:pt x="25709" y="29555"/>
                  </a:cubicBezTo>
                  <a:cubicBezTo>
                    <a:pt x="25634" y="29486"/>
                    <a:pt x="25578" y="29400"/>
                    <a:pt x="25546" y="29300"/>
                  </a:cubicBezTo>
                  <a:lnTo>
                    <a:pt x="25546" y="29300"/>
                  </a:lnTo>
                  <a:cubicBezTo>
                    <a:pt x="25543" y="29290"/>
                    <a:pt x="25540" y="29279"/>
                    <a:pt x="25538" y="29269"/>
                  </a:cubicBezTo>
                  <a:lnTo>
                    <a:pt x="25549" y="29269"/>
                  </a:lnTo>
                  <a:cubicBezTo>
                    <a:pt x="25602" y="29308"/>
                    <a:pt x="25698" y="29313"/>
                    <a:pt x="25791" y="29313"/>
                  </a:cubicBezTo>
                  <a:cubicBezTo>
                    <a:pt x="25818" y="29313"/>
                    <a:pt x="25844" y="29312"/>
                    <a:pt x="25869" y="29312"/>
                  </a:cubicBezTo>
                  <a:cubicBezTo>
                    <a:pt x="26060" y="29315"/>
                    <a:pt x="26250" y="29320"/>
                    <a:pt x="26439" y="29322"/>
                  </a:cubicBezTo>
                  <a:lnTo>
                    <a:pt x="26445" y="29322"/>
                  </a:lnTo>
                  <a:cubicBezTo>
                    <a:pt x="26471" y="29322"/>
                    <a:pt x="26507" y="29323"/>
                    <a:pt x="26547" y="29323"/>
                  </a:cubicBezTo>
                  <a:cubicBezTo>
                    <a:pt x="26625" y="29323"/>
                    <a:pt x="26714" y="29320"/>
                    <a:pt x="26745" y="29301"/>
                  </a:cubicBezTo>
                  <a:lnTo>
                    <a:pt x="26745" y="29301"/>
                  </a:lnTo>
                  <a:cubicBezTo>
                    <a:pt x="26729" y="29301"/>
                    <a:pt x="26713" y="29301"/>
                    <a:pt x="26697" y="29301"/>
                  </a:cubicBezTo>
                  <a:cubicBezTo>
                    <a:pt x="26694" y="29301"/>
                    <a:pt x="26691" y="29301"/>
                    <a:pt x="26688" y="29301"/>
                  </a:cubicBezTo>
                  <a:lnTo>
                    <a:pt x="26688" y="29301"/>
                  </a:lnTo>
                  <a:cubicBezTo>
                    <a:pt x="26710" y="29298"/>
                    <a:pt x="26729" y="29293"/>
                    <a:pt x="26740" y="29286"/>
                  </a:cubicBezTo>
                  <a:lnTo>
                    <a:pt x="26740" y="29286"/>
                  </a:lnTo>
                  <a:cubicBezTo>
                    <a:pt x="26723" y="29287"/>
                    <a:pt x="26705" y="29287"/>
                    <a:pt x="26688" y="29287"/>
                  </a:cubicBezTo>
                  <a:cubicBezTo>
                    <a:pt x="26645" y="29287"/>
                    <a:pt x="26603" y="29285"/>
                    <a:pt x="26561" y="29283"/>
                  </a:cubicBezTo>
                  <a:cubicBezTo>
                    <a:pt x="26525" y="29279"/>
                    <a:pt x="26492" y="29277"/>
                    <a:pt x="26457" y="29272"/>
                  </a:cubicBezTo>
                  <a:cubicBezTo>
                    <a:pt x="26451" y="29269"/>
                    <a:pt x="26442" y="29269"/>
                    <a:pt x="26436" y="29269"/>
                  </a:cubicBezTo>
                  <a:cubicBezTo>
                    <a:pt x="26223" y="29241"/>
                    <a:pt x="26022" y="29177"/>
                    <a:pt x="25842" y="29112"/>
                  </a:cubicBezTo>
                  <a:cubicBezTo>
                    <a:pt x="25805" y="29100"/>
                    <a:pt x="25772" y="29087"/>
                    <a:pt x="25737" y="29075"/>
                  </a:cubicBezTo>
                  <a:cubicBezTo>
                    <a:pt x="25701" y="29061"/>
                    <a:pt x="25664" y="29051"/>
                    <a:pt x="25628" y="29037"/>
                  </a:cubicBezTo>
                  <a:cubicBezTo>
                    <a:pt x="25592" y="29027"/>
                    <a:pt x="25558" y="29014"/>
                    <a:pt x="25526" y="29001"/>
                  </a:cubicBezTo>
                  <a:cubicBezTo>
                    <a:pt x="25462" y="28973"/>
                    <a:pt x="25403" y="28940"/>
                    <a:pt x="25362" y="28883"/>
                  </a:cubicBezTo>
                  <a:cubicBezTo>
                    <a:pt x="25332" y="28843"/>
                    <a:pt x="25311" y="28799"/>
                    <a:pt x="25290" y="28751"/>
                  </a:cubicBezTo>
                  <a:lnTo>
                    <a:pt x="25290" y="28751"/>
                  </a:lnTo>
                  <a:cubicBezTo>
                    <a:pt x="25277" y="28717"/>
                    <a:pt x="25265" y="28680"/>
                    <a:pt x="25250" y="28641"/>
                  </a:cubicBezTo>
                  <a:lnTo>
                    <a:pt x="25302" y="28641"/>
                  </a:lnTo>
                  <a:cubicBezTo>
                    <a:pt x="25344" y="28671"/>
                    <a:pt x="25421" y="28674"/>
                    <a:pt x="25495" y="28674"/>
                  </a:cubicBezTo>
                  <a:cubicBezTo>
                    <a:pt x="25516" y="28674"/>
                    <a:pt x="25537" y="28674"/>
                    <a:pt x="25557" y="28674"/>
                  </a:cubicBezTo>
                  <a:cubicBezTo>
                    <a:pt x="25565" y="28674"/>
                    <a:pt x="25573" y="28674"/>
                    <a:pt x="25580" y="28674"/>
                  </a:cubicBezTo>
                  <a:cubicBezTo>
                    <a:pt x="25695" y="28674"/>
                    <a:pt x="25837" y="28690"/>
                    <a:pt x="25968" y="28690"/>
                  </a:cubicBezTo>
                  <a:cubicBezTo>
                    <a:pt x="25999" y="28690"/>
                    <a:pt x="26029" y="28689"/>
                    <a:pt x="26058" y="28687"/>
                  </a:cubicBezTo>
                  <a:cubicBezTo>
                    <a:pt x="26089" y="28683"/>
                    <a:pt x="26118" y="28680"/>
                    <a:pt x="26147" y="28674"/>
                  </a:cubicBezTo>
                  <a:cubicBezTo>
                    <a:pt x="26160" y="28670"/>
                    <a:pt x="26175" y="28670"/>
                    <a:pt x="26191" y="28670"/>
                  </a:cubicBezTo>
                  <a:cubicBezTo>
                    <a:pt x="26230" y="28670"/>
                    <a:pt x="26274" y="28678"/>
                    <a:pt x="26312" y="28678"/>
                  </a:cubicBezTo>
                  <a:cubicBezTo>
                    <a:pt x="26335" y="28678"/>
                    <a:pt x="26355" y="28675"/>
                    <a:pt x="26371" y="28665"/>
                  </a:cubicBezTo>
                  <a:lnTo>
                    <a:pt x="26371" y="28665"/>
                  </a:lnTo>
                  <a:cubicBezTo>
                    <a:pt x="26368" y="28665"/>
                    <a:pt x="26366" y="28665"/>
                    <a:pt x="26363" y="28665"/>
                  </a:cubicBezTo>
                  <a:cubicBezTo>
                    <a:pt x="26307" y="28665"/>
                    <a:pt x="26250" y="28662"/>
                    <a:pt x="26194" y="28657"/>
                  </a:cubicBezTo>
                  <a:lnTo>
                    <a:pt x="26194" y="28657"/>
                  </a:lnTo>
                  <a:cubicBezTo>
                    <a:pt x="26230" y="28657"/>
                    <a:pt x="26269" y="28663"/>
                    <a:pt x="26303" y="28663"/>
                  </a:cubicBezTo>
                  <a:cubicBezTo>
                    <a:pt x="26327" y="28663"/>
                    <a:pt x="26349" y="28661"/>
                    <a:pt x="26365" y="28651"/>
                  </a:cubicBezTo>
                  <a:lnTo>
                    <a:pt x="26365" y="28651"/>
                  </a:lnTo>
                  <a:cubicBezTo>
                    <a:pt x="26363" y="28651"/>
                    <a:pt x="26360" y="28651"/>
                    <a:pt x="26358" y="28651"/>
                  </a:cubicBezTo>
                  <a:cubicBezTo>
                    <a:pt x="26062" y="28651"/>
                    <a:pt x="25760" y="28566"/>
                    <a:pt x="25522" y="28491"/>
                  </a:cubicBezTo>
                  <a:cubicBezTo>
                    <a:pt x="25448" y="28468"/>
                    <a:pt x="25384" y="28449"/>
                    <a:pt x="25326" y="28433"/>
                  </a:cubicBezTo>
                  <a:cubicBezTo>
                    <a:pt x="25299" y="28425"/>
                    <a:pt x="25272" y="28418"/>
                    <a:pt x="25246" y="28411"/>
                  </a:cubicBezTo>
                  <a:cubicBezTo>
                    <a:pt x="25183" y="28390"/>
                    <a:pt x="25128" y="28367"/>
                    <a:pt x="25076" y="28329"/>
                  </a:cubicBezTo>
                  <a:cubicBezTo>
                    <a:pt x="25054" y="28316"/>
                    <a:pt x="25033" y="28300"/>
                    <a:pt x="25013" y="28279"/>
                  </a:cubicBezTo>
                  <a:cubicBezTo>
                    <a:pt x="24984" y="28249"/>
                    <a:pt x="24955" y="28213"/>
                    <a:pt x="24926" y="28169"/>
                  </a:cubicBezTo>
                  <a:cubicBezTo>
                    <a:pt x="24900" y="28132"/>
                    <a:pt x="24867" y="28082"/>
                    <a:pt x="24841" y="28022"/>
                  </a:cubicBezTo>
                  <a:lnTo>
                    <a:pt x="24841" y="28022"/>
                  </a:lnTo>
                  <a:cubicBezTo>
                    <a:pt x="24809" y="27944"/>
                    <a:pt x="24790" y="27853"/>
                    <a:pt x="24814" y="27757"/>
                  </a:cubicBezTo>
                  <a:cubicBezTo>
                    <a:pt x="24839" y="27652"/>
                    <a:pt x="24873" y="27525"/>
                    <a:pt x="24932" y="27447"/>
                  </a:cubicBezTo>
                  <a:cubicBezTo>
                    <a:pt x="24939" y="27437"/>
                    <a:pt x="24946" y="27427"/>
                    <a:pt x="24955" y="27418"/>
                  </a:cubicBezTo>
                  <a:lnTo>
                    <a:pt x="24982" y="27390"/>
                  </a:lnTo>
                  <a:cubicBezTo>
                    <a:pt x="25010" y="27364"/>
                    <a:pt x="25036" y="27338"/>
                    <a:pt x="25062" y="27310"/>
                  </a:cubicBezTo>
                  <a:cubicBezTo>
                    <a:pt x="25078" y="27291"/>
                    <a:pt x="25094" y="27271"/>
                    <a:pt x="25108" y="27249"/>
                  </a:cubicBezTo>
                  <a:cubicBezTo>
                    <a:pt x="25113" y="27238"/>
                    <a:pt x="25119" y="27226"/>
                    <a:pt x="25122" y="27213"/>
                  </a:cubicBezTo>
                  <a:cubicBezTo>
                    <a:pt x="25126" y="27214"/>
                    <a:pt x="25126" y="27216"/>
                    <a:pt x="25126" y="27219"/>
                  </a:cubicBezTo>
                  <a:cubicBezTo>
                    <a:pt x="25129" y="27220"/>
                    <a:pt x="25126" y="27219"/>
                    <a:pt x="25134" y="27233"/>
                  </a:cubicBezTo>
                  <a:cubicBezTo>
                    <a:pt x="25177" y="27265"/>
                    <a:pt x="25195" y="27315"/>
                    <a:pt x="25228" y="27361"/>
                  </a:cubicBezTo>
                  <a:cubicBezTo>
                    <a:pt x="25289" y="27447"/>
                    <a:pt x="25356" y="27549"/>
                    <a:pt x="25443" y="27629"/>
                  </a:cubicBezTo>
                  <a:cubicBezTo>
                    <a:pt x="25475" y="27664"/>
                    <a:pt x="25513" y="27691"/>
                    <a:pt x="25552" y="27714"/>
                  </a:cubicBezTo>
                  <a:cubicBezTo>
                    <a:pt x="25573" y="27728"/>
                    <a:pt x="25593" y="27735"/>
                    <a:pt x="25613" y="27745"/>
                  </a:cubicBezTo>
                  <a:cubicBezTo>
                    <a:pt x="25664" y="27765"/>
                    <a:pt x="25725" y="27781"/>
                    <a:pt x="25795" y="27793"/>
                  </a:cubicBezTo>
                  <a:cubicBezTo>
                    <a:pt x="25861" y="27803"/>
                    <a:pt x="25933" y="27809"/>
                    <a:pt x="26004" y="27809"/>
                  </a:cubicBezTo>
                  <a:cubicBezTo>
                    <a:pt x="26043" y="27809"/>
                    <a:pt x="26082" y="27807"/>
                    <a:pt x="26119" y="27803"/>
                  </a:cubicBezTo>
                  <a:cubicBezTo>
                    <a:pt x="26156" y="27800"/>
                    <a:pt x="26191" y="27796"/>
                    <a:pt x="26224" y="27789"/>
                  </a:cubicBezTo>
                  <a:cubicBezTo>
                    <a:pt x="26338" y="27764"/>
                    <a:pt x="26428" y="27783"/>
                    <a:pt x="26534" y="27757"/>
                  </a:cubicBezTo>
                  <a:cubicBezTo>
                    <a:pt x="26729" y="27707"/>
                    <a:pt x="26923" y="27665"/>
                    <a:pt x="27101" y="27607"/>
                  </a:cubicBezTo>
                  <a:cubicBezTo>
                    <a:pt x="27159" y="27586"/>
                    <a:pt x="27216" y="27568"/>
                    <a:pt x="27272" y="27543"/>
                  </a:cubicBezTo>
                  <a:cubicBezTo>
                    <a:pt x="27384" y="27492"/>
                    <a:pt x="27541" y="27434"/>
                    <a:pt x="27614" y="27339"/>
                  </a:cubicBezTo>
                  <a:lnTo>
                    <a:pt x="27597" y="27339"/>
                  </a:lnTo>
                  <a:cubicBezTo>
                    <a:pt x="27601" y="27335"/>
                    <a:pt x="27605" y="27331"/>
                    <a:pt x="27608" y="27326"/>
                  </a:cubicBezTo>
                  <a:lnTo>
                    <a:pt x="27565" y="27326"/>
                  </a:lnTo>
                  <a:cubicBezTo>
                    <a:pt x="27528" y="27352"/>
                    <a:pt x="27477" y="27363"/>
                    <a:pt x="27425" y="27373"/>
                  </a:cubicBezTo>
                  <a:cubicBezTo>
                    <a:pt x="27371" y="27381"/>
                    <a:pt x="27313" y="27386"/>
                    <a:pt x="27269" y="27400"/>
                  </a:cubicBezTo>
                  <a:cubicBezTo>
                    <a:pt x="27176" y="27428"/>
                    <a:pt x="27070" y="27454"/>
                    <a:pt x="26957" y="27476"/>
                  </a:cubicBezTo>
                  <a:cubicBezTo>
                    <a:pt x="26880" y="27493"/>
                    <a:pt x="26801" y="27505"/>
                    <a:pt x="26726" y="27518"/>
                  </a:cubicBezTo>
                  <a:cubicBezTo>
                    <a:pt x="26647" y="27530"/>
                    <a:pt x="26569" y="27539"/>
                    <a:pt x="26493" y="27541"/>
                  </a:cubicBezTo>
                  <a:cubicBezTo>
                    <a:pt x="26457" y="27546"/>
                    <a:pt x="26416" y="27547"/>
                    <a:pt x="26383" y="27549"/>
                  </a:cubicBezTo>
                  <a:lnTo>
                    <a:pt x="26383" y="27549"/>
                  </a:lnTo>
                  <a:cubicBezTo>
                    <a:pt x="26383" y="27548"/>
                    <a:pt x="26382" y="27546"/>
                    <a:pt x="26382" y="27545"/>
                  </a:cubicBezTo>
                  <a:lnTo>
                    <a:pt x="26382" y="27545"/>
                  </a:lnTo>
                  <a:cubicBezTo>
                    <a:pt x="26360" y="27463"/>
                    <a:pt x="26296" y="27407"/>
                    <a:pt x="26255" y="27345"/>
                  </a:cubicBezTo>
                  <a:cubicBezTo>
                    <a:pt x="26162" y="27207"/>
                    <a:pt x="26070" y="27071"/>
                    <a:pt x="25986" y="26931"/>
                  </a:cubicBezTo>
                  <a:lnTo>
                    <a:pt x="26067" y="26931"/>
                  </a:lnTo>
                  <a:cubicBezTo>
                    <a:pt x="26080" y="26924"/>
                    <a:pt x="26095" y="26916"/>
                    <a:pt x="26111" y="26910"/>
                  </a:cubicBezTo>
                  <a:cubicBezTo>
                    <a:pt x="26221" y="26877"/>
                    <a:pt x="26416" y="26899"/>
                    <a:pt x="26525" y="26865"/>
                  </a:cubicBezTo>
                  <a:cubicBezTo>
                    <a:pt x="26556" y="26857"/>
                    <a:pt x="26592" y="26848"/>
                    <a:pt x="26627" y="26838"/>
                  </a:cubicBezTo>
                  <a:lnTo>
                    <a:pt x="26628" y="26838"/>
                  </a:lnTo>
                  <a:cubicBezTo>
                    <a:pt x="26737" y="26813"/>
                    <a:pt x="26861" y="26794"/>
                    <a:pt x="26998" y="26778"/>
                  </a:cubicBezTo>
                  <a:cubicBezTo>
                    <a:pt x="27175" y="26758"/>
                    <a:pt x="27369" y="26748"/>
                    <a:pt x="27562" y="26748"/>
                  </a:cubicBezTo>
                  <a:cubicBezTo>
                    <a:pt x="27898" y="26748"/>
                    <a:pt x="28231" y="26780"/>
                    <a:pt x="28470" y="26848"/>
                  </a:cubicBezTo>
                  <a:cubicBezTo>
                    <a:pt x="28537" y="26865"/>
                    <a:pt x="28606" y="26881"/>
                    <a:pt x="28675" y="26899"/>
                  </a:cubicBezTo>
                  <a:cubicBezTo>
                    <a:pt x="28880" y="26942"/>
                    <a:pt x="29091" y="26979"/>
                    <a:pt x="29315" y="27030"/>
                  </a:cubicBezTo>
                  <a:cubicBezTo>
                    <a:pt x="29388" y="27047"/>
                    <a:pt x="29516" y="27064"/>
                    <a:pt x="29634" y="27064"/>
                  </a:cubicBezTo>
                  <a:cubicBezTo>
                    <a:pt x="29678" y="27064"/>
                    <a:pt x="29722" y="27062"/>
                    <a:pt x="29760" y="27056"/>
                  </a:cubicBezTo>
                  <a:cubicBezTo>
                    <a:pt x="29773" y="27054"/>
                    <a:pt x="29785" y="27053"/>
                    <a:pt x="29796" y="27051"/>
                  </a:cubicBezTo>
                  <a:cubicBezTo>
                    <a:pt x="29824" y="27044"/>
                    <a:pt x="29852" y="27038"/>
                    <a:pt x="29881" y="27034"/>
                  </a:cubicBezTo>
                  <a:cubicBezTo>
                    <a:pt x="29934" y="27027"/>
                    <a:pt x="29991" y="27022"/>
                    <a:pt x="30049" y="27018"/>
                  </a:cubicBezTo>
                  <a:cubicBezTo>
                    <a:pt x="30189" y="27011"/>
                    <a:pt x="30330" y="27009"/>
                    <a:pt x="30459" y="26974"/>
                  </a:cubicBezTo>
                  <a:cubicBezTo>
                    <a:pt x="31002" y="26835"/>
                    <a:pt x="31560" y="26739"/>
                    <a:pt x="32075" y="26569"/>
                  </a:cubicBezTo>
                  <a:cubicBezTo>
                    <a:pt x="32307" y="26493"/>
                    <a:pt x="32535" y="26426"/>
                    <a:pt x="32790" y="26355"/>
                  </a:cubicBezTo>
                  <a:cubicBezTo>
                    <a:pt x="32840" y="26343"/>
                    <a:pt x="32995" y="26298"/>
                    <a:pt x="33088" y="26298"/>
                  </a:cubicBezTo>
                  <a:close/>
                  <a:moveTo>
                    <a:pt x="26464" y="30451"/>
                  </a:moveTo>
                  <a:lnTo>
                    <a:pt x="26481" y="30470"/>
                  </a:lnTo>
                  <a:lnTo>
                    <a:pt x="26497" y="30470"/>
                  </a:lnTo>
                  <a:cubicBezTo>
                    <a:pt x="26543" y="30508"/>
                    <a:pt x="26600" y="30542"/>
                    <a:pt x="26634" y="30587"/>
                  </a:cubicBezTo>
                  <a:cubicBezTo>
                    <a:pt x="26654" y="30615"/>
                    <a:pt x="26676" y="30645"/>
                    <a:pt x="26695" y="30675"/>
                  </a:cubicBezTo>
                  <a:cubicBezTo>
                    <a:pt x="26814" y="30871"/>
                    <a:pt x="26881" y="31096"/>
                    <a:pt x="26979" y="31324"/>
                  </a:cubicBezTo>
                  <a:cubicBezTo>
                    <a:pt x="27009" y="31397"/>
                    <a:pt x="27047" y="31471"/>
                    <a:pt x="27080" y="31545"/>
                  </a:cubicBezTo>
                  <a:cubicBezTo>
                    <a:pt x="27117" y="31627"/>
                    <a:pt x="27153" y="31711"/>
                    <a:pt x="27178" y="31793"/>
                  </a:cubicBezTo>
                  <a:cubicBezTo>
                    <a:pt x="27179" y="31796"/>
                    <a:pt x="27179" y="31800"/>
                    <a:pt x="27182" y="31806"/>
                  </a:cubicBezTo>
                  <a:lnTo>
                    <a:pt x="26873" y="31806"/>
                  </a:lnTo>
                  <a:cubicBezTo>
                    <a:pt x="26859" y="31798"/>
                    <a:pt x="26843" y="31793"/>
                    <a:pt x="26826" y="31793"/>
                  </a:cubicBezTo>
                  <a:lnTo>
                    <a:pt x="26790" y="31793"/>
                  </a:lnTo>
                  <a:cubicBezTo>
                    <a:pt x="26757" y="31794"/>
                    <a:pt x="26723" y="31798"/>
                    <a:pt x="26691" y="31798"/>
                  </a:cubicBezTo>
                  <a:cubicBezTo>
                    <a:pt x="26676" y="31798"/>
                    <a:pt x="26662" y="31797"/>
                    <a:pt x="26649" y="31794"/>
                  </a:cubicBezTo>
                  <a:cubicBezTo>
                    <a:pt x="26646" y="31794"/>
                    <a:pt x="26646" y="31793"/>
                    <a:pt x="26641" y="31793"/>
                  </a:cubicBezTo>
                  <a:cubicBezTo>
                    <a:pt x="26435" y="31750"/>
                    <a:pt x="26195" y="31750"/>
                    <a:pt x="26013" y="31700"/>
                  </a:cubicBezTo>
                  <a:cubicBezTo>
                    <a:pt x="25954" y="31682"/>
                    <a:pt x="25832" y="31695"/>
                    <a:pt x="25801" y="31647"/>
                  </a:cubicBezTo>
                  <a:cubicBezTo>
                    <a:pt x="25823" y="31618"/>
                    <a:pt x="25840" y="31583"/>
                    <a:pt x="25856" y="31547"/>
                  </a:cubicBezTo>
                  <a:cubicBezTo>
                    <a:pt x="25888" y="31479"/>
                    <a:pt x="25910" y="31406"/>
                    <a:pt x="25941" y="31336"/>
                  </a:cubicBezTo>
                  <a:cubicBezTo>
                    <a:pt x="26023" y="31144"/>
                    <a:pt x="26133" y="30944"/>
                    <a:pt x="26217" y="30750"/>
                  </a:cubicBezTo>
                  <a:cubicBezTo>
                    <a:pt x="26227" y="30724"/>
                    <a:pt x="26237" y="30698"/>
                    <a:pt x="26244" y="30675"/>
                  </a:cubicBezTo>
                  <a:cubicBezTo>
                    <a:pt x="26273" y="30588"/>
                    <a:pt x="26291" y="30512"/>
                    <a:pt x="26360" y="30470"/>
                  </a:cubicBezTo>
                  <a:lnTo>
                    <a:pt x="26385" y="30470"/>
                  </a:lnTo>
                  <a:cubicBezTo>
                    <a:pt x="26406" y="30461"/>
                    <a:pt x="26432" y="30455"/>
                    <a:pt x="26464" y="30451"/>
                  </a:cubicBezTo>
                  <a:close/>
                  <a:moveTo>
                    <a:pt x="32141" y="8279"/>
                  </a:moveTo>
                  <a:cubicBezTo>
                    <a:pt x="32176" y="8302"/>
                    <a:pt x="32350" y="8320"/>
                    <a:pt x="32477" y="8320"/>
                  </a:cubicBezTo>
                  <a:cubicBezTo>
                    <a:pt x="32524" y="8320"/>
                    <a:pt x="32564" y="8318"/>
                    <a:pt x="32588" y="8312"/>
                  </a:cubicBezTo>
                  <a:cubicBezTo>
                    <a:pt x="32594" y="8311"/>
                    <a:pt x="32604" y="8308"/>
                    <a:pt x="32615" y="8306"/>
                  </a:cubicBezTo>
                  <a:lnTo>
                    <a:pt x="32653" y="8301"/>
                  </a:lnTo>
                  <a:cubicBezTo>
                    <a:pt x="32662" y="8299"/>
                    <a:pt x="32671" y="8299"/>
                    <a:pt x="32680" y="8299"/>
                  </a:cubicBezTo>
                  <a:cubicBezTo>
                    <a:pt x="32692" y="8299"/>
                    <a:pt x="32704" y="8300"/>
                    <a:pt x="32713" y="8303"/>
                  </a:cubicBezTo>
                  <a:cubicBezTo>
                    <a:pt x="32723" y="8305"/>
                    <a:pt x="32730" y="8308"/>
                    <a:pt x="32740" y="8315"/>
                  </a:cubicBezTo>
                  <a:cubicBezTo>
                    <a:pt x="32771" y="8334"/>
                    <a:pt x="32810" y="8365"/>
                    <a:pt x="32848" y="8399"/>
                  </a:cubicBezTo>
                  <a:cubicBezTo>
                    <a:pt x="32895" y="8443"/>
                    <a:pt x="32943" y="8492"/>
                    <a:pt x="32960" y="8517"/>
                  </a:cubicBezTo>
                  <a:cubicBezTo>
                    <a:pt x="33156" y="8777"/>
                    <a:pt x="33389" y="9020"/>
                    <a:pt x="33552" y="9317"/>
                  </a:cubicBezTo>
                  <a:cubicBezTo>
                    <a:pt x="33553" y="9317"/>
                    <a:pt x="33553" y="9318"/>
                    <a:pt x="33553" y="9321"/>
                  </a:cubicBezTo>
                  <a:cubicBezTo>
                    <a:pt x="33566" y="9340"/>
                    <a:pt x="33575" y="9360"/>
                    <a:pt x="33584" y="9381"/>
                  </a:cubicBezTo>
                  <a:cubicBezTo>
                    <a:pt x="33603" y="9413"/>
                    <a:pt x="33619" y="9448"/>
                    <a:pt x="33633" y="9481"/>
                  </a:cubicBezTo>
                  <a:cubicBezTo>
                    <a:pt x="33648" y="9513"/>
                    <a:pt x="33662" y="9549"/>
                    <a:pt x="33675" y="9580"/>
                  </a:cubicBezTo>
                  <a:cubicBezTo>
                    <a:pt x="33702" y="9650"/>
                    <a:pt x="33726" y="9718"/>
                    <a:pt x="33748" y="9791"/>
                  </a:cubicBezTo>
                  <a:cubicBezTo>
                    <a:pt x="33763" y="9840"/>
                    <a:pt x="33777" y="9890"/>
                    <a:pt x="33792" y="9941"/>
                  </a:cubicBezTo>
                  <a:lnTo>
                    <a:pt x="33792" y="9943"/>
                  </a:lnTo>
                  <a:lnTo>
                    <a:pt x="33792" y="9946"/>
                  </a:lnTo>
                  <a:cubicBezTo>
                    <a:pt x="33795" y="9949"/>
                    <a:pt x="33795" y="9954"/>
                    <a:pt x="33795" y="9957"/>
                  </a:cubicBezTo>
                  <a:cubicBezTo>
                    <a:pt x="33811" y="10012"/>
                    <a:pt x="33824" y="10066"/>
                    <a:pt x="33838" y="10122"/>
                  </a:cubicBezTo>
                  <a:cubicBezTo>
                    <a:pt x="33859" y="10198"/>
                    <a:pt x="33875" y="10271"/>
                    <a:pt x="33893" y="10348"/>
                  </a:cubicBezTo>
                  <a:cubicBezTo>
                    <a:pt x="33896" y="10416"/>
                    <a:pt x="33901" y="10481"/>
                    <a:pt x="33904" y="10551"/>
                  </a:cubicBezTo>
                  <a:cubicBezTo>
                    <a:pt x="33915" y="10598"/>
                    <a:pt x="33923" y="10647"/>
                    <a:pt x="33927" y="10698"/>
                  </a:cubicBezTo>
                  <a:cubicBezTo>
                    <a:pt x="33933" y="10749"/>
                    <a:pt x="33937" y="10801"/>
                    <a:pt x="33940" y="10855"/>
                  </a:cubicBezTo>
                  <a:cubicBezTo>
                    <a:pt x="33952" y="10960"/>
                    <a:pt x="33956" y="11066"/>
                    <a:pt x="33978" y="11162"/>
                  </a:cubicBezTo>
                  <a:lnTo>
                    <a:pt x="33978" y="11300"/>
                  </a:lnTo>
                  <a:cubicBezTo>
                    <a:pt x="33982" y="11313"/>
                    <a:pt x="33982" y="11322"/>
                    <a:pt x="33982" y="11336"/>
                  </a:cubicBezTo>
                  <a:cubicBezTo>
                    <a:pt x="33995" y="11412"/>
                    <a:pt x="33982" y="11499"/>
                    <a:pt x="33995" y="11586"/>
                  </a:cubicBezTo>
                  <a:cubicBezTo>
                    <a:pt x="33997" y="11598"/>
                    <a:pt x="33998" y="11611"/>
                    <a:pt x="34000" y="11623"/>
                  </a:cubicBezTo>
                  <a:cubicBezTo>
                    <a:pt x="34040" y="11816"/>
                    <a:pt x="34032" y="12050"/>
                    <a:pt x="34032" y="12262"/>
                  </a:cubicBezTo>
                  <a:cubicBezTo>
                    <a:pt x="34033" y="12565"/>
                    <a:pt x="34043" y="12912"/>
                    <a:pt x="34018" y="13226"/>
                  </a:cubicBezTo>
                  <a:cubicBezTo>
                    <a:pt x="34013" y="13302"/>
                    <a:pt x="34005" y="13375"/>
                    <a:pt x="33995" y="13446"/>
                  </a:cubicBezTo>
                  <a:cubicBezTo>
                    <a:pt x="33982" y="13523"/>
                    <a:pt x="33968" y="13593"/>
                    <a:pt x="33952" y="13658"/>
                  </a:cubicBezTo>
                  <a:cubicBezTo>
                    <a:pt x="33946" y="13683"/>
                    <a:pt x="33939" y="13705"/>
                    <a:pt x="33931" y="13726"/>
                  </a:cubicBezTo>
                  <a:cubicBezTo>
                    <a:pt x="33917" y="13777"/>
                    <a:pt x="33896" y="13824"/>
                    <a:pt x="33875" y="13866"/>
                  </a:cubicBezTo>
                  <a:cubicBezTo>
                    <a:pt x="33864" y="13888"/>
                    <a:pt x="33853" y="13910"/>
                    <a:pt x="33838" y="13927"/>
                  </a:cubicBezTo>
                  <a:cubicBezTo>
                    <a:pt x="33829" y="13946"/>
                    <a:pt x="33818" y="13961"/>
                    <a:pt x="33808" y="13975"/>
                  </a:cubicBezTo>
                  <a:cubicBezTo>
                    <a:pt x="33803" y="13981"/>
                    <a:pt x="33799" y="13988"/>
                    <a:pt x="33795" y="13993"/>
                  </a:cubicBezTo>
                  <a:lnTo>
                    <a:pt x="33757" y="14036"/>
                  </a:lnTo>
                  <a:lnTo>
                    <a:pt x="33757" y="14039"/>
                  </a:lnTo>
                  <a:cubicBezTo>
                    <a:pt x="33713" y="14042"/>
                    <a:pt x="33671" y="14043"/>
                    <a:pt x="33627" y="14043"/>
                  </a:cubicBezTo>
                  <a:cubicBezTo>
                    <a:pt x="33627" y="14045"/>
                    <a:pt x="33627" y="14046"/>
                    <a:pt x="33626" y="14046"/>
                  </a:cubicBezTo>
                  <a:cubicBezTo>
                    <a:pt x="33626" y="14046"/>
                    <a:pt x="33625" y="14045"/>
                    <a:pt x="33624" y="14043"/>
                  </a:cubicBezTo>
                  <a:cubicBezTo>
                    <a:pt x="33603" y="14046"/>
                    <a:pt x="33581" y="14046"/>
                    <a:pt x="33556" y="14046"/>
                  </a:cubicBezTo>
                  <a:lnTo>
                    <a:pt x="33555" y="14046"/>
                  </a:lnTo>
                  <a:cubicBezTo>
                    <a:pt x="33552" y="14046"/>
                    <a:pt x="33550" y="14046"/>
                    <a:pt x="33547" y="14046"/>
                  </a:cubicBezTo>
                  <a:lnTo>
                    <a:pt x="33547" y="14046"/>
                  </a:lnTo>
                  <a:lnTo>
                    <a:pt x="33547" y="14041"/>
                  </a:lnTo>
                  <a:cubicBezTo>
                    <a:pt x="33526" y="14041"/>
                    <a:pt x="33505" y="14041"/>
                    <a:pt x="33484" y="14041"/>
                  </a:cubicBezTo>
                  <a:cubicBezTo>
                    <a:pt x="33419" y="14041"/>
                    <a:pt x="33354" y="14039"/>
                    <a:pt x="33292" y="14036"/>
                  </a:cubicBezTo>
                  <a:cubicBezTo>
                    <a:pt x="33268" y="14036"/>
                    <a:pt x="33245" y="14035"/>
                    <a:pt x="33222" y="14033"/>
                  </a:cubicBezTo>
                  <a:cubicBezTo>
                    <a:pt x="33028" y="14022"/>
                    <a:pt x="32835" y="14004"/>
                    <a:pt x="32645" y="13988"/>
                  </a:cubicBezTo>
                  <a:cubicBezTo>
                    <a:pt x="32468" y="13971"/>
                    <a:pt x="32291" y="13959"/>
                    <a:pt x="32116" y="13959"/>
                  </a:cubicBezTo>
                  <a:cubicBezTo>
                    <a:pt x="32098" y="13959"/>
                    <a:pt x="32080" y="13959"/>
                    <a:pt x="32062" y="13959"/>
                  </a:cubicBezTo>
                  <a:cubicBezTo>
                    <a:pt x="32061" y="13960"/>
                    <a:pt x="32061" y="13960"/>
                    <a:pt x="32060" y="13961"/>
                  </a:cubicBezTo>
                  <a:lnTo>
                    <a:pt x="32060" y="13961"/>
                  </a:lnTo>
                  <a:cubicBezTo>
                    <a:pt x="32058" y="13961"/>
                    <a:pt x="32056" y="13961"/>
                    <a:pt x="32054" y="13961"/>
                  </a:cubicBezTo>
                  <a:cubicBezTo>
                    <a:pt x="32035" y="13982"/>
                    <a:pt x="32018" y="14004"/>
                    <a:pt x="32002" y="14025"/>
                  </a:cubicBezTo>
                  <a:cubicBezTo>
                    <a:pt x="31983" y="14869"/>
                    <a:pt x="32223" y="15601"/>
                    <a:pt x="32418" y="16288"/>
                  </a:cubicBezTo>
                  <a:cubicBezTo>
                    <a:pt x="32501" y="16591"/>
                    <a:pt x="32522" y="16972"/>
                    <a:pt x="32457" y="17284"/>
                  </a:cubicBezTo>
                  <a:cubicBezTo>
                    <a:pt x="32450" y="17316"/>
                    <a:pt x="32442" y="17347"/>
                    <a:pt x="32434" y="17377"/>
                  </a:cubicBezTo>
                  <a:cubicBezTo>
                    <a:pt x="32426" y="17406"/>
                    <a:pt x="32415" y="17437"/>
                    <a:pt x="32406" y="17463"/>
                  </a:cubicBezTo>
                  <a:cubicBezTo>
                    <a:pt x="32396" y="17491"/>
                    <a:pt x="32386" y="17517"/>
                    <a:pt x="32371" y="17543"/>
                  </a:cubicBezTo>
                  <a:cubicBezTo>
                    <a:pt x="32367" y="17556"/>
                    <a:pt x="32360" y="17568"/>
                    <a:pt x="32352" y="17579"/>
                  </a:cubicBezTo>
                  <a:cubicBezTo>
                    <a:pt x="32346" y="17592"/>
                    <a:pt x="32339" y="17604"/>
                    <a:pt x="32332" y="17616"/>
                  </a:cubicBezTo>
                  <a:cubicBezTo>
                    <a:pt x="32288" y="17684"/>
                    <a:pt x="32239" y="17755"/>
                    <a:pt x="32184" y="17822"/>
                  </a:cubicBezTo>
                  <a:cubicBezTo>
                    <a:pt x="31947" y="18113"/>
                    <a:pt x="31621" y="18373"/>
                    <a:pt x="31336" y="18588"/>
                  </a:cubicBezTo>
                  <a:cubicBezTo>
                    <a:pt x="30967" y="18865"/>
                    <a:pt x="30628" y="19195"/>
                    <a:pt x="30254" y="19477"/>
                  </a:cubicBezTo>
                  <a:cubicBezTo>
                    <a:pt x="30138" y="19565"/>
                    <a:pt x="30030" y="19671"/>
                    <a:pt x="29921" y="19770"/>
                  </a:cubicBezTo>
                  <a:cubicBezTo>
                    <a:pt x="29859" y="19834"/>
                    <a:pt x="29792" y="19892"/>
                    <a:pt x="29721" y="19945"/>
                  </a:cubicBezTo>
                  <a:cubicBezTo>
                    <a:pt x="29679" y="19991"/>
                    <a:pt x="29635" y="20038"/>
                    <a:pt x="29591" y="20084"/>
                  </a:cubicBezTo>
                  <a:cubicBezTo>
                    <a:pt x="29503" y="20153"/>
                    <a:pt x="29426" y="20234"/>
                    <a:pt x="29350" y="20314"/>
                  </a:cubicBezTo>
                  <a:cubicBezTo>
                    <a:pt x="29324" y="20342"/>
                    <a:pt x="29299" y="20366"/>
                    <a:pt x="29273" y="20394"/>
                  </a:cubicBezTo>
                  <a:lnTo>
                    <a:pt x="29271" y="20394"/>
                  </a:lnTo>
                  <a:cubicBezTo>
                    <a:pt x="29170" y="20497"/>
                    <a:pt x="29059" y="20586"/>
                    <a:pt x="28972" y="20702"/>
                  </a:cubicBezTo>
                  <a:cubicBezTo>
                    <a:pt x="28959" y="20721"/>
                    <a:pt x="28944" y="20737"/>
                    <a:pt x="28928" y="20756"/>
                  </a:cubicBezTo>
                  <a:cubicBezTo>
                    <a:pt x="28912" y="20774"/>
                    <a:pt x="28898" y="20791"/>
                    <a:pt x="28879" y="20807"/>
                  </a:cubicBezTo>
                  <a:cubicBezTo>
                    <a:pt x="28812" y="20875"/>
                    <a:pt x="28734" y="20939"/>
                    <a:pt x="28668" y="21006"/>
                  </a:cubicBezTo>
                  <a:cubicBezTo>
                    <a:pt x="28651" y="21025"/>
                    <a:pt x="28633" y="21041"/>
                    <a:pt x="28619" y="21060"/>
                  </a:cubicBezTo>
                  <a:cubicBezTo>
                    <a:pt x="28603" y="21077"/>
                    <a:pt x="28588" y="21093"/>
                    <a:pt x="28575" y="21112"/>
                  </a:cubicBezTo>
                  <a:cubicBezTo>
                    <a:pt x="28550" y="21144"/>
                    <a:pt x="28523" y="21176"/>
                    <a:pt x="28495" y="21208"/>
                  </a:cubicBezTo>
                  <a:cubicBezTo>
                    <a:pt x="28441" y="21271"/>
                    <a:pt x="28382" y="21329"/>
                    <a:pt x="28324" y="21390"/>
                  </a:cubicBezTo>
                  <a:cubicBezTo>
                    <a:pt x="28296" y="21419"/>
                    <a:pt x="28270" y="21450"/>
                    <a:pt x="28245" y="21484"/>
                  </a:cubicBezTo>
                  <a:cubicBezTo>
                    <a:pt x="28190" y="21556"/>
                    <a:pt x="28135" y="21628"/>
                    <a:pt x="28076" y="21700"/>
                  </a:cubicBezTo>
                  <a:cubicBezTo>
                    <a:pt x="27991" y="21804"/>
                    <a:pt x="27902" y="21910"/>
                    <a:pt x="27813" y="22015"/>
                  </a:cubicBezTo>
                  <a:cubicBezTo>
                    <a:pt x="27729" y="22121"/>
                    <a:pt x="27643" y="22227"/>
                    <a:pt x="27562" y="22339"/>
                  </a:cubicBezTo>
                  <a:lnTo>
                    <a:pt x="27562" y="22341"/>
                  </a:lnTo>
                  <a:cubicBezTo>
                    <a:pt x="27544" y="22363"/>
                    <a:pt x="27528" y="22386"/>
                    <a:pt x="27508" y="22409"/>
                  </a:cubicBezTo>
                  <a:cubicBezTo>
                    <a:pt x="27457" y="22479"/>
                    <a:pt x="27403" y="22544"/>
                    <a:pt x="27348" y="22616"/>
                  </a:cubicBezTo>
                  <a:lnTo>
                    <a:pt x="27348" y="22617"/>
                  </a:lnTo>
                  <a:cubicBezTo>
                    <a:pt x="27312" y="22662"/>
                    <a:pt x="27275" y="22710"/>
                    <a:pt x="27242" y="22755"/>
                  </a:cubicBezTo>
                  <a:cubicBezTo>
                    <a:pt x="27207" y="22802"/>
                    <a:pt x="27174" y="22850"/>
                    <a:pt x="27143" y="22899"/>
                  </a:cubicBezTo>
                  <a:cubicBezTo>
                    <a:pt x="27105" y="22959"/>
                    <a:pt x="27067" y="23023"/>
                    <a:pt x="27034" y="23082"/>
                  </a:cubicBezTo>
                  <a:cubicBezTo>
                    <a:pt x="26998" y="23146"/>
                    <a:pt x="26966" y="23207"/>
                    <a:pt x="26931" y="23271"/>
                  </a:cubicBezTo>
                  <a:cubicBezTo>
                    <a:pt x="26894" y="23332"/>
                    <a:pt x="26861" y="23396"/>
                    <a:pt x="26825" y="23460"/>
                  </a:cubicBezTo>
                  <a:cubicBezTo>
                    <a:pt x="26791" y="23524"/>
                    <a:pt x="26756" y="23585"/>
                    <a:pt x="26716" y="23648"/>
                  </a:cubicBezTo>
                  <a:cubicBezTo>
                    <a:pt x="26704" y="23667"/>
                    <a:pt x="26691" y="23687"/>
                    <a:pt x="26676" y="23709"/>
                  </a:cubicBezTo>
                  <a:cubicBezTo>
                    <a:pt x="26663" y="23729"/>
                    <a:pt x="26647" y="23753"/>
                    <a:pt x="26633" y="23776"/>
                  </a:cubicBezTo>
                  <a:cubicBezTo>
                    <a:pt x="26540" y="23917"/>
                    <a:pt x="26429" y="24087"/>
                    <a:pt x="26407" y="24234"/>
                  </a:cubicBezTo>
                  <a:lnTo>
                    <a:pt x="26407" y="24238"/>
                  </a:lnTo>
                  <a:lnTo>
                    <a:pt x="26416" y="24238"/>
                  </a:lnTo>
                  <a:lnTo>
                    <a:pt x="26416" y="24237"/>
                  </a:lnTo>
                  <a:lnTo>
                    <a:pt x="26422" y="24237"/>
                  </a:lnTo>
                  <a:cubicBezTo>
                    <a:pt x="26422" y="24237"/>
                    <a:pt x="26422" y="24238"/>
                    <a:pt x="26422" y="24238"/>
                  </a:cubicBezTo>
                  <a:lnTo>
                    <a:pt x="26422" y="24241"/>
                  </a:lnTo>
                  <a:lnTo>
                    <a:pt x="26431" y="24241"/>
                  </a:lnTo>
                  <a:lnTo>
                    <a:pt x="26431" y="24219"/>
                  </a:lnTo>
                  <a:cubicBezTo>
                    <a:pt x="26509" y="24133"/>
                    <a:pt x="26556" y="24014"/>
                    <a:pt x="26625" y="23920"/>
                  </a:cubicBezTo>
                  <a:cubicBezTo>
                    <a:pt x="26838" y="23623"/>
                    <a:pt x="27060" y="23329"/>
                    <a:pt x="27278" y="23031"/>
                  </a:cubicBezTo>
                  <a:cubicBezTo>
                    <a:pt x="27483" y="22751"/>
                    <a:pt x="27723" y="22493"/>
                    <a:pt x="27947" y="22225"/>
                  </a:cubicBezTo>
                  <a:cubicBezTo>
                    <a:pt x="28007" y="22153"/>
                    <a:pt x="28065" y="22079"/>
                    <a:pt x="28121" y="22006"/>
                  </a:cubicBezTo>
                  <a:cubicBezTo>
                    <a:pt x="28136" y="21988"/>
                    <a:pt x="28151" y="21970"/>
                    <a:pt x="28165" y="21953"/>
                  </a:cubicBezTo>
                  <a:cubicBezTo>
                    <a:pt x="28203" y="21902"/>
                    <a:pt x="28246" y="21855"/>
                    <a:pt x="28290" y="21807"/>
                  </a:cubicBezTo>
                  <a:cubicBezTo>
                    <a:pt x="28364" y="21730"/>
                    <a:pt x="28443" y="21653"/>
                    <a:pt x="28508" y="21570"/>
                  </a:cubicBezTo>
                  <a:cubicBezTo>
                    <a:pt x="28546" y="21534"/>
                    <a:pt x="28587" y="21499"/>
                    <a:pt x="28624" y="21461"/>
                  </a:cubicBezTo>
                  <a:cubicBezTo>
                    <a:pt x="28712" y="21348"/>
                    <a:pt x="28814" y="21240"/>
                    <a:pt x="28915" y="21141"/>
                  </a:cubicBezTo>
                  <a:cubicBezTo>
                    <a:pt x="28953" y="21105"/>
                    <a:pt x="28994" y="21070"/>
                    <a:pt x="29033" y="21035"/>
                  </a:cubicBezTo>
                  <a:cubicBezTo>
                    <a:pt x="29045" y="21019"/>
                    <a:pt x="29056" y="21005"/>
                    <a:pt x="29069" y="20989"/>
                  </a:cubicBezTo>
                  <a:cubicBezTo>
                    <a:pt x="29110" y="20939"/>
                    <a:pt x="29148" y="20891"/>
                    <a:pt x="29193" y="20845"/>
                  </a:cubicBezTo>
                  <a:cubicBezTo>
                    <a:pt x="29292" y="20742"/>
                    <a:pt x="29398" y="20644"/>
                    <a:pt x="29503" y="20564"/>
                  </a:cubicBezTo>
                  <a:cubicBezTo>
                    <a:pt x="29520" y="20553"/>
                    <a:pt x="29535" y="20538"/>
                    <a:pt x="29551" y="20521"/>
                  </a:cubicBezTo>
                  <a:cubicBezTo>
                    <a:pt x="29565" y="20509"/>
                    <a:pt x="29583" y="20491"/>
                    <a:pt x="29599" y="20474"/>
                  </a:cubicBezTo>
                  <a:cubicBezTo>
                    <a:pt x="29613" y="20459"/>
                    <a:pt x="29628" y="20443"/>
                    <a:pt x="29645" y="20429"/>
                  </a:cubicBezTo>
                  <a:cubicBezTo>
                    <a:pt x="29658" y="20414"/>
                    <a:pt x="29677" y="20397"/>
                    <a:pt x="29693" y="20385"/>
                  </a:cubicBezTo>
                  <a:lnTo>
                    <a:pt x="29696" y="20385"/>
                  </a:lnTo>
                  <a:cubicBezTo>
                    <a:pt x="29732" y="20342"/>
                    <a:pt x="29773" y="20301"/>
                    <a:pt x="29812" y="20257"/>
                  </a:cubicBezTo>
                  <a:cubicBezTo>
                    <a:pt x="29881" y="20207"/>
                    <a:pt x="29940" y="20148"/>
                    <a:pt x="30000" y="20090"/>
                  </a:cubicBezTo>
                  <a:cubicBezTo>
                    <a:pt x="30062" y="20032"/>
                    <a:pt x="30122" y="19975"/>
                    <a:pt x="30189" y="19924"/>
                  </a:cubicBezTo>
                  <a:cubicBezTo>
                    <a:pt x="30318" y="19828"/>
                    <a:pt x="30442" y="19728"/>
                    <a:pt x="30567" y="19625"/>
                  </a:cubicBezTo>
                  <a:cubicBezTo>
                    <a:pt x="30814" y="19420"/>
                    <a:pt x="31058" y="19209"/>
                    <a:pt x="31307" y="19004"/>
                  </a:cubicBezTo>
                  <a:cubicBezTo>
                    <a:pt x="31432" y="18904"/>
                    <a:pt x="31557" y="18802"/>
                    <a:pt x="31686" y="18706"/>
                  </a:cubicBezTo>
                  <a:cubicBezTo>
                    <a:pt x="31713" y="18686"/>
                    <a:pt x="31739" y="18667"/>
                    <a:pt x="31763" y="18645"/>
                  </a:cubicBezTo>
                  <a:cubicBezTo>
                    <a:pt x="31841" y="18585"/>
                    <a:pt x="31920" y="18521"/>
                    <a:pt x="31999" y="18453"/>
                  </a:cubicBezTo>
                  <a:lnTo>
                    <a:pt x="32000" y="18453"/>
                  </a:lnTo>
                  <a:cubicBezTo>
                    <a:pt x="32134" y="18343"/>
                    <a:pt x="32262" y="18216"/>
                    <a:pt x="32378" y="18078"/>
                  </a:cubicBezTo>
                  <a:cubicBezTo>
                    <a:pt x="32426" y="18026"/>
                    <a:pt x="32472" y="17969"/>
                    <a:pt x="32512" y="17911"/>
                  </a:cubicBezTo>
                  <a:cubicBezTo>
                    <a:pt x="32615" y="17765"/>
                    <a:pt x="32701" y="17610"/>
                    <a:pt x="32755" y="17443"/>
                  </a:cubicBezTo>
                  <a:cubicBezTo>
                    <a:pt x="32759" y="17434"/>
                    <a:pt x="32761" y="17424"/>
                    <a:pt x="32762" y="17415"/>
                  </a:cubicBezTo>
                  <a:lnTo>
                    <a:pt x="32762" y="17412"/>
                  </a:lnTo>
                  <a:cubicBezTo>
                    <a:pt x="32767" y="17402"/>
                    <a:pt x="32768" y="17395"/>
                    <a:pt x="32770" y="17386"/>
                  </a:cubicBezTo>
                  <a:cubicBezTo>
                    <a:pt x="32775" y="17369"/>
                    <a:pt x="32781" y="17350"/>
                    <a:pt x="32783" y="17332"/>
                  </a:cubicBezTo>
                  <a:cubicBezTo>
                    <a:pt x="32791" y="17296"/>
                    <a:pt x="32797" y="17255"/>
                    <a:pt x="32803" y="17216"/>
                  </a:cubicBezTo>
                  <a:cubicBezTo>
                    <a:pt x="32850" y="16849"/>
                    <a:pt x="32775" y="16426"/>
                    <a:pt x="32688" y="16137"/>
                  </a:cubicBezTo>
                  <a:cubicBezTo>
                    <a:pt x="32666" y="16063"/>
                    <a:pt x="32650" y="15990"/>
                    <a:pt x="32636" y="15919"/>
                  </a:cubicBezTo>
                  <a:cubicBezTo>
                    <a:pt x="32626" y="15872"/>
                    <a:pt x="32615" y="15824"/>
                    <a:pt x="32607" y="15776"/>
                  </a:cubicBezTo>
                  <a:cubicBezTo>
                    <a:pt x="32592" y="15705"/>
                    <a:pt x="32575" y="15633"/>
                    <a:pt x="32551" y="15561"/>
                  </a:cubicBezTo>
                  <a:cubicBezTo>
                    <a:pt x="32544" y="15540"/>
                    <a:pt x="32537" y="15518"/>
                    <a:pt x="32531" y="15493"/>
                  </a:cubicBezTo>
                  <a:cubicBezTo>
                    <a:pt x="32512" y="15435"/>
                    <a:pt x="32495" y="15374"/>
                    <a:pt x="32479" y="15314"/>
                  </a:cubicBezTo>
                  <a:cubicBezTo>
                    <a:pt x="32456" y="15231"/>
                    <a:pt x="32435" y="15145"/>
                    <a:pt x="32413" y="15060"/>
                  </a:cubicBezTo>
                  <a:cubicBezTo>
                    <a:pt x="32389" y="14943"/>
                    <a:pt x="32364" y="14826"/>
                    <a:pt x="32345" y="14704"/>
                  </a:cubicBezTo>
                  <a:cubicBezTo>
                    <a:pt x="32325" y="14581"/>
                    <a:pt x="32309" y="14458"/>
                    <a:pt x="32299" y="14330"/>
                  </a:cubicBezTo>
                  <a:cubicBezTo>
                    <a:pt x="32291" y="14267"/>
                    <a:pt x="32287" y="14202"/>
                    <a:pt x="32284" y="14138"/>
                  </a:cubicBezTo>
                  <a:cubicBezTo>
                    <a:pt x="32629" y="14138"/>
                    <a:pt x="32981" y="14182"/>
                    <a:pt x="33292" y="14244"/>
                  </a:cubicBezTo>
                  <a:lnTo>
                    <a:pt x="33292" y="14244"/>
                  </a:lnTo>
                  <a:cubicBezTo>
                    <a:pt x="33322" y="14250"/>
                    <a:pt x="33352" y="14257"/>
                    <a:pt x="33382" y="14263"/>
                  </a:cubicBezTo>
                  <a:cubicBezTo>
                    <a:pt x="33382" y="14263"/>
                    <a:pt x="33383" y="14263"/>
                    <a:pt x="33384" y="14263"/>
                  </a:cubicBezTo>
                  <a:lnTo>
                    <a:pt x="33384" y="14263"/>
                  </a:lnTo>
                  <a:cubicBezTo>
                    <a:pt x="33388" y="14264"/>
                    <a:pt x="33392" y="14265"/>
                    <a:pt x="33396" y="14266"/>
                  </a:cubicBezTo>
                  <a:cubicBezTo>
                    <a:pt x="33422" y="14269"/>
                    <a:pt x="33447" y="14275"/>
                    <a:pt x="33475" y="14279"/>
                  </a:cubicBezTo>
                  <a:cubicBezTo>
                    <a:pt x="33502" y="14280"/>
                    <a:pt x="33531" y="14282"/>
                    <a:pt x="33559" y="14282"/>
                  </a:cubicBezTo>
                  <a:lnTo>
                    <a:pt x="33560" y="14282"/>
                  </a:lnTo>
                  <a:cubicBezTo>
                    <a:pt x="33627" y="14280"/>
                    <a:pt x="33693" y="14273"/>
                    <a:pt x="33751" y="14260"/>
                  </a:cubicBezTo>
                  <a:cubicBezTo>
                    <a:pt x="33767" y="14257"/>
                    <a:pt x="33781" y="14253"/>
                    <a:pt x="33796" y="14247"/>
                  </a:cubicBezTo>
                  <a:cubicBezTo>
                    <a:pt x="33813" y="14244"/>
                    <a:pt x="33828" y="14238"/>
                    <a:pt x="33843" y="14232"/>
                  </a:cubicBezTo>
                  <a:cubicBezTo>
                    <a:pt x="33867" y="14225"/>
                    <a:pt x="33889" y="14215"/>
                    <a:pt x="33908" y="14203"/>
                  </a:cubicBezTo>
                  <a:cubicBezTo>
                    <a:pt x="33934" y="14187"/>
                    <a:pt x="33959" y="14167"/>
                    <a:pt x="33978" y="14144"/>
                  </a:cubicBezTo>
                  <a:cubicBezTo>
                    <a:pt x="34128" y="13984"/>
                    <a:pt x="34148" y="13708"/>
                    <a:pt x="34207" y="13458"/>
                  </a:cubicBezTo>
                  <a:cubicBezTo>
                    <a:pt x="34210" y="13392"/>
                    <a:pt x="34215" y="13330"/>
                    <a:pt x="34218" y="13264"/>
                  </a:cubicBezTo>
                  <a:cubicBezTo>
                    <a:pt x="34225" y="13228"/>
                    <a:pt x="34229" y="13184"/>
                    <a:pt x="34229" y="13141"/>
                  </a:cubicBezTo>
                  <a:cubicBezTo>
                    <a:pt x="34229" y="13072"/>
                    <a:pt x="34225" y="12995"/>
                    <a:pt x="34239" y="12922"/>
                  </a:cubicBezTo>
                  <a:cubicBezTo>
                    <a:pt x="34273" y="12768"/>
                    <a:pt x="34274" y="12382"/>
                    <a:pt x="34239" y="12226"/>
                  </a:cubicBezTo>
                  <a:cubicBezTo>
                    <a:pt x="34238" y="12146"/>
                    <a:pt x="34237" y="12066"/>
                    <a:pt x="34237" y="11989"/>
                  </a:cubicBezTo>
                  <a:cubicBezTo>
                    <a:pt x="34235" y="11912"/>
                    <a:pt x="34232" y="11834"/>
                    <a:pt x="34232" y="11758"/>
                  </a:cubicBezTo>
                  <a:cubicBezTo>
                    <a:pt x="34229" y="11738"/>
                    <a:pt x="34225" y="11717"/>
                    <a:pt x="34223" y="11695"/>
                  </a:cubicBezTo>
                  <a:cubicBezTo>
                    <a:pt x="34218" y="11611"/>
                    <a:pt x="34231" y="11517"/>
                    <a:pt x="34210" y="11426"/>
                  </a:cubicBezTo>
                  <a:cubicBezTo>
                    <a:pt x="34145" y="11134"/>
                    <a:pt x="34171" y="10804"/>
                    <a:pt x="34114" y="10518"/>
                  </a:cubicBezTo>
                  <a:lnTo>
                    <a:pt x="34136" y="10518"/>
                  </a:lnTo>
                  <a:cubicBezTo>
                    <a:pt x="34158" y="10545"/>
                    <a:pt x="34187" y="10566"/>
                    <a:pt x="34218" y="10588"/>
                  </a:cubicBezTo>
                  <a:cubicBezTo>
                    <a:pt x="34237" y="10598"/>
                    <a:pt x="34253" y="10608"/>
                    <a:pt x="34271" y="10617"/>
                  </a:cubicBezTo>
                  <a:cubicBezTo>
                    <a:pt x="34282" y="10620"/>
                    <a:pt x="34290" y="10627"/>
                    <a:pt x="34301" y="10631"/>
                  </a:cubicBezTo>
                  <a:cubicBezTo>
                    <a:pt x="34325" y="10644"/>
                    <a:pt x="34349" y="10654"/>
                    <a:pt x="34373" y="10667"/>
                  </a:cubicBezTo>
                  <a:cubicBezTo>
                    <a:pt x="34402" y="10682"/>
                    <a:pt x="34428" y="10695"/>
                    <a:pt x="34455" y="10711"/>
                  </a:cubicBezTo>
                  <a:cubicBezTo>
                    <a:pt x="34523" y="10755"/>
                    <a:pt x="34593" y="10797"/>
                    <a:pt x="34660" y="10842"/>
                  </a:cubicBezTo>
                  <a:cubicBezTo>
                    <a:pt x="34744" y="10894"/>
                    <a:pt x="34825" y="10947"/>
                    <a:pt x="34907" y="11002"/>
                  </a:cubicBezTo>
                  <a:cubicBezTo>
                    <a:pt x="34988" y="11054"/>
                    <a:pt x="35071" y="11107"/>
                    <a:pt x="35151" y="11160"/>
                  </a:cubicBezTo>
                  <a:cubicBezTo>
                    <a:pt x="35410" y="11332"/>
                    <a:pt x="35656" y="11535"/>
                    <a:pt x="35910" y="11714"/>
                  </a:cubicBezTo>
                  <a:cubicBezTo>
                    <a:pt x="36304" y="11992"/>
                    <a:pt x="36689" y="12273"/>
                    <a:pt x="37086" y="12549"/>
                  </a:cubicBezTo>
                  <a:cubicBezTo>
                    <a:pt x="37232" y="12652"/>
                    <a:pt x="37368" y="12784"/>
                    <a:pt x="37511" y="12891"/>
                  </a:cubicBezTo>
                  <a:cubicBezTo>
                    <a:pt x="37777" y="13082"/>
                    <a:pt x="38044" y="13271"/>
                    <a:pt x="38271" y="13503"/>
                  </a:cubicBezTo>
                  <a:cubicBezTo>
                    <a:pt x="38332" y="13567"/>
                    <a:pt x="38395" y="13633"/>
                    <a:pt x="38449" y="13706"/>
                  </a:cubicBezTo>
                  <a:cubicBezTo>
                    <a:pt x="38504" y="13777"/>
                    <a:pt x="38556" y="13853"/>
                    <a:pt x="38600" y="13934"/>
                  </a:cubicBezTo>
                  <a:cubicBezTo>
                    <a:pt x="38638" y="13998"/>
                    <a:pt x="38670" y="14068"/>
                    <a:pt x="38700" y="14141"/>
                  </a:cubicBezTo>
                  <a:lnTo>
                    <a:pt x="38688" y="14141"/>
                  </a:lnTo>
                  <a:lnTo>
                    <a:pt x="38664" y="14115"/>
                  </a:lnTo>
                  <a:cubicBezTo>
                    <a:pt x="38611" y="14064"/>
                    <a:pt x="38534" y="14014"/>
                    <a:pt x="38446" y="13971"/>
                  </a:cubicBezTo>
                  <a:cubicBezTo>
                    <a:pt x="38417" y="13959"/>
                    <a:pt x="38386" y="13945"/>
                    <a:pt x="38351" y="13930"/>
                  </a:cubicBezTo>
                  <a:cubicBezTo>
                    <a:pt x="38303" y="13911"/>
                    <a:pt x="38252" y="13895"/>
                    <a:pt x="38201" y="13884"/>
                  </a:cubicBezTo>
                  <a:cubicBezTo>
                    <a:pt x="38184" y="13881"/>
                    <a:pt x="38165" y="13875"/>
                    <a:pt x="38148" y="13872"/>
                  </a:cubicBezTo>
                  <a:cubicBezTo>
                    <a:pt x="38097" y="13862"/>
                    <a:pt x="38044" y="13857"/>
                    <a:pt x="37991" y="13857"/>
                  </a:cubicBezTo>
                  <a:cubicBezTo>
                    <a:pt x="37928" y="13857"/>
                    <a:pt x="37864" y="13865"/>
                    <a:pt x="37802" y="13884"/>
                  </a:cubicBezTo>
                  <a:cubicBezTo>
                    <a:pt x="37668" y="13927"/>
                    <a:pt x="37531" y="13977"/>
                    <a:pt x="37397" y="14022"/>
                  </a:cubicBezTo>
                  <a:cubicBezTo>
                    <a:pt x="37370" y="14035"/>
                    <a:pt x="37344" y="14049"/>
                    <a:pt x="37319" y="14065"/>
                  </a:cubicBezTo>
                  <a:cubicBezTo>
                    <a:pt x="37291" y="14080"/>
                    <a:pt x="37266" y="14097"/>
                    <a:pt x="37237" y="14106"/>
                  </a:cubicBezTo>
                  <a:lnTo>
                    <a:pt x="37237" y="14119"/>
                  </a:lnTo>
                  <a:lnTo>
                    <a:pt x="37268" y="14119"/>
                  </a:lnTo>
                  <a:cubicBezTo>
                    <a:pt x="37288" y="14105"/>
                    <a:pt x="37312" y="14093"/>
                    <a:pt x="37335" y="14087"/>
                  </a:cubicBezTo>
                  <a:cubicBezTo>
                    <a:pt x="37355" y="14083"/>
                    <a:pt x="37373" y="14077"/>
                    <a:pt x="37394" y="14075"/>
                  </a:cubicBezTo>
                  <a:cubicBezTo>
                    <a:pt x="37415" y="14071"/>
                    <a:pt x="37437" y="14071"/>
                    <a:pt x="37457" y="14070"/>
                  </a:cubicBezTo>
                  <a:cubicBezTo>
                    <a:pt x="37501" y="14065"/>
                    <a:pt x="37546" y="14064"/>
                    <a:pt x="37589" y="14054"/>
                  </a:cubicBezTo>
                  <a:cubicBezTo>
                    <a:pt x="37672" y="14035"/>
                    <a:pt x="37758" y="14027"/>
                    <a:pt x="37843" y="14027"/>
                  </a:cubicBezTo>
                  <a:cubicBezTo>
                    <a:pt x="38138" y="14027"/>
                    <a:pt x="38424" y="14126"/>
                    <a:pt x="38572" y="14235"/>
                  </a:cubicBezTo>
                  <a:cubicBezTo>
                    <a:pt x="38638" y="14301"/>
                    <a:pt x="38701" y="14362"/>
                    <a:pt x="38767" y="14427"/>
                  </a:cubicBezTo>
                  <a:cubicBezTo>
                    <a:pt x="38787" y="14549"/>
                    <a:pt x="38809" y="14672"/>
                    <a:pt x="38829" y="14791"/>
                  </a:cubicBezTo>
                  <a:cubicBezTo>
                    <a:pt x="38888" y="15016"/>
                    <a:pt x="38946" y="15240"/>
                    <a:pt x="39001" y="15465"/>
                  </a:cubicBezTo>
                  <a:cubicBezTo>
                    <a:pt x="39071" y="15670"/>
                    <a:pt x="39149" y="15864"/>
                    <a:pt x="39231" y="16056"/>
                  </a:cubicBezTo>
                  <a:cubicBezTo>
                    <a:pt x="39314" y="16245"/>
                    <a:pt x="39401" y="16434"/>
                    <a:pt x="39488" y="16623"/>
                  </a:cubicBezTo>
                  <a:cubicBezTo>
                    <a:pt x="39549" y="16748"/>
                    <a:pt x="39607" y="16876"/>
                    <a:pt x="39663" y="17005"/>
                  </a:cubicBezTo>
                  <a:cubicBezTo>
                    <a:pt x="39690" y="17065"/>
                    <a:pt x="39742" y="17124"/>
                    <a:pt x="39770" y="17187"/>
                  </a:cubicBezTo>
                  <a:cubicBezTo>
                    <a:pt x="39805" y="17264"/>
                    <a:pt x="39830" y="17347"/>
                    <a:pt x="39854" y="17424"/>
                  </a:cubicBezTo>
                  <a:cubicBezTo>
                    <a:pt x="39881" y="17501"/>
                    <a:pt x="39908" y="17581"/>
                    <a:pt x="39942" y="17656"/>
                  </a:cubicBezTo>
                  <a:cubicBezTo>
                    <a:pt x="39953" y="17688"/>
                    <a:pt x="39968" y="17717"/>
                    <a:pt x="39985" y="17749"/>
                  </a:cubicBezTo>
                  <a:cubicBezTo>
                    <a:pt x="40016" y="17809"/>
                    <a:pt x="40048" y="17870"/>
                    <a:pt x="40081" y="17931"/>
                  </a:cubicBezTo>
                  <a:cubicBezTo>
                    <a:pt x="40118" y="17991"/>
                    <a:pt x="40150" y="18055"/>
                    <a:pt x="40183" y="18113"/>
                  </a:cubicBezTo>
                  <a:cubicBezTo>
                    <a:pt x="40235" y="18206"/>
                    <a:pt x="40283" y="18296"/>
                    <a:pt x="40324" y="18391"/>
                  </a:cubicBezTo>
                  <a:cubicBezTo>
                    <a:pt x="40356" y="18463"/>
                    <a:pt x="40387" y="18539"/>
                    <a:pt x="40417" y="18612"/>
                  </a:cubicBezTo>
                  <a:cubicBezTo>
                    <a:pt x="40477" y="18760"/>
                    <a:pt x="40533" y="18913"/>
                    <a:pt x="40586" y="19065"/>
                  </a:cubicBezTo>
                  <a:cubicBezTo>
                    <a:pt x="40613" y="19142"/>
                    <a:pt x="40640" y="19219"/>
                    <a:pt x="40664" y="19298"/>
                  </a:cubicBezTo>
                  <a:cubicBezTo>
                    <a:pt x="40830" y="19799"/>
                    <a:pt x="40890" y="20342"/>
                    <a:pt x="41029" y="20861"/>
                  </a:cubicBezTo>
                  <a:cubicBezTo>
                    <a:pt x="41093" y="21099"/>
                    <a:pt x="41106" y="21330"/>
                    <a:pt x="41179" y="21556"/>
                  </a:cubicBezTo>
                  <a:cubicBezTo>
                    <a:pt x="41223" y="21688"/>
                    <a:pt x="41298" y="21806"/>
                    <a:pt x="41349" y="21919"/>
                  </a:cubicBezTo>
                  <a:cubicBezTo>
                    <a:pt x="41400" y="22036"/>
                    <a:pt x="41410" y="22149"/>
                    <a:pt x="41457" y="22261"/>
                  </a:cubicBezTo>
                  <a:cubicBezTo>
                    <a:pt x="41567" y="22515"/>
                    <a:pt x="41708" y="22773"/>
                    <a:pt x="41798" y="23053"/>
                  </a:cubicBezTo>
                  <a:cubicBezTo>
                    <a:pt x="41851" y="23210"/>
                    <a:pt x="41899" y="23407"/>
                    <a:pt x="41934" y="23616"/>
                  </a:cubicBezTo>
                  <a:cubicBezTo>
                    <a:pt x="41951" y="23719"/>
                    <a:pt x="41964" y="23828"/>
                    <a:pt x="41974" y="23940"/>
                  </a:cubicBezTo>
                  <a:cubicBezTo>
                    <a:pt x="41977" y="23966"/>
                    <a:pt x="41979" y="23995"/>
                    <a:pt x="41980" y="24023"/>
                  </a:cubicBezTo>
                  <a:cubicBezTo>
                    <a:pt x="41971" y="24164"/>
                    <a:pt x="41971" y="24311"/>
                    <a:pt x="41963" y="24456"/>
                  </a:cubicBezTo>
                  <a:cubicBezTo>
                    <a:pt x="41958" y="24517"/>
                    <a:pt x="41951" y="24580"/>
                    <a:pt x="41942" y="24638"/>
                  </a:cubicBezTo>
                  <a:cubicBezTo>
                    <a:pt x="41929" y="24746"/>
                    <a:pt x="41906" y="24844"/>
                    <a:pt x="41875" y="24937"/>
                  </a:cubicBezTo>
                  <a:cubicBezTo>
                    <a:pt x="41871" y="24951"/>
                    <a:pt x="41865" y="24964"/>
                    <a:pt x="41862" y="24975"/>
                  </a:cubicBezTo>
                  <a:cubicBezTo>
                    <a:pt x="41851" y="25009"/>
                    <a:pt x="41838" y="25039"/>
                    <a:pt x="41824" y="25070"/>
                  </a:cubicBezTo>
                  <a:cubicBezTo>
                    <a:pt x="41810" y="25100"/>
                    <a:pt x="41795" y="25131"/>
                    <a:pt x="41776" y="25160"/>
                  </a:cubicBezTo>
                  <a:cubicBezTo>
                    <a:pt x="41724" y="25243"/>
                    <a:pt x="41667" y="25321"/>
                    <a:pt x="41603" y="25395"/>
                  </a:cubicBezTo>
                  <a:cubicBezTo>
                    <a:pt x="41566" y="25441"/>
                    <a:pt x="41528" y="25487"/>
                    <a:pt x="41487" y="25531"/>
                  </a:cubicBezTo>
                  <a:cubicBezTo>
                    <a:pt x="41448" y="25574"/>
                    <a:pt x="41410" y="25619"/>
                    <a:pt x="41371" y="25664"/>
                  </a:cubicBezTo>
                  <a:cubicBezTo>
                    <a:pt x="41346" y="25695"/>
                    <a:pt x="41320" y="25727"/>
                    <a:pt x="41297" y="25759"/>
                  </a:cubicBezTo>
                  <a:cubicBezTo>
                    <a:pt x="41239" y="25811"/>
                    <a:pt x="41182" y="25867"/>
                    <a:pt x="41124" y="25917"/>
                  </a:cubicBezTo>
                  <a:cubicBezTo>
                    <a:pt x="40839" y="26297"/>
                    <a:pt x="40328" y="26797"/>
                    <a:pt x="39873" y="26996"/>
                  </a:cubicBezTo>
                  <a:cubicBezTo>
                    <a:pt x="39692" y="27076"/>
                    <a:pt x="39476" y="27115"/>
                    <a:pt x="39266" y="27169"/>
                  </a:cubicBezTo>
                  <a:cubicBezTo>
                    <a:pt x="39219" y="27181"/>
                    <a:pt x="39175" y="27188"/>
                    <a:pt x="39132" y="27191"/>
                  </a:cubicBezTo>
                  <a:cubicBezTo>
                    <a:pt x="39103" y="27194"/>
                    <a:pt x="39074" y="27194"/>
                    <a:pt x="39048" y="27198"/>
                  </a:cubicBezTo>
                  <a:cubicBezTo>
                    <a:pt x="39016" y="27201"/>
                    <a:pt x="38986" y="27207"/>
                    <a:pt x="38957" y="27211"/>
                  </a:cubicBezTo>
                  <a:cubicBezTo>
                    <a:pt x="38946" y="27214"/>
                    <a:pt x="38931" y="27217"/>
                    <a:pt x="38915" y="27222"/>
                  </a:cubicBezTo>
                  <a:cubicBezTo>
                    <a:pt x="38694" y="27284"/>
                    <a:pt x="38482" y="27354"/>
                    <a:pt x="38297" y="27456"/>
                  </a:cubicBezTo>
                  <a:cubicBezTo>
                    <a:pt x="37881" y="27681"/>
                    <a:pt x="37594" y="28036"/>
                    <a:pt x="37207" y="28280"/>
                  </a:cubicBezTo>
                  <a:cubicBezTo>
                    <a:pt x="37064" y="28369"/>
                    <a:pt x="36913" y="28414"/>
                    <a:pt x="36746" y="28484"/>
                  </a:cubicBezTo>
                  <a:cubicBezTo>
                    <a:pt x="36673" y="28513"/>
                    <a:pt x="36593" y="28550"/>
                    <a:pt x="36510" y="28575"/>
                  </a:cubicBezTo>
                  <a:cubicBezTo>
                    <a:pt x="36460" y="28593"/>
                    <a:pt x="36407" y="28607"/>
                    <a:pt x="36353" y="28611"/>
                  </a:cubicBezTo>
                  <a:lnTo>
                    <a:pt x="36353" y="28610"/>
                  </a:lnTo>
                  <a:cubicBezTo>
                    <a:pt x="36353" y="28574"/>
                    <a:pt x="36352" y="28539"/>
                    <a:pt x="36346" y="28505"/>
                  </a:cubicBezTo>
                  <a:cubicBezTo>
                    <a:pt x="36343" y="28469"/>
                    <a:pt x="36339" y="28436"/>
                    <a:pt x="36335" y="28404"/>
                  </a:cubicBezTo>
                  <a:cubicBezTo>
                    <a:pt x="36330" y="28386"/>
                    <a:pt x="36329" y="28369"/>
                    <a:pt x="36321" y="28354"/>
                  </a:cubicBezTo>
                  <a:cubicBezTo>
                    <a:pt x="36316" y="28319"/>
                    <a:pt x="36308" y="28289"/>
                    <a:pt x="36300" y="28260"/>
                  </a:cubicBezTo>
                  <a:cubicBezTo>
                    <a:pt x="36295" y="28244"/>
                    <a:pt x="36292" y="28231"/>
                    <a:pt x="36288" y="28216"/>
                  </a:cubicBezTo>
                  <a:cubicBezTo>
                    <a:pt x="36285" y="28196"/>
                    <a:pt x="36279" y="28178"/>
                    <a:pt x="36273" y="28156"/>
                  </a:cubicBezTo>
                  <a:cubicBezTo>
                    <a:pt x="36266" y="28116"/>
                    <a:pt x="36259" y="28079"/>
                    <a:pt x="36255" y="28040"/>
                  </a:cubicBezTo>
                  <a:cubicBezTo>
                    <a:pt x="36243" y="27982"/>
                    <a:pt x="36236" y="27927"/>
                    <a:pt x="36223" y="27870"/>
                  </a:cubicBezTo>
                  <a:cubicBezTo>
                    <a:pt x="36215" y="27832"/>
                    <a:pt x="36207" y="27794"/>
                    <a:pt x="36194" y="27754"/>
                  </a:cubicBezTo>
                  <a:cubicBezTo>
                    <a:pt x="36170" y="27685"/>
                    <a:pt x="36148" y="27614"/>
                    <a:pt x="36125" y="27541"/>
                  </a:cubicBezTo>
                  <a:cubicBezTo>
                    <a:pt x="36103" y="27470"/>
                    <a:pt x="36082" y="27400"/>
                    <a:pt x="36055" y="27329"/>
                  </a:cubicBezTo>
                  <a:lnTo>
                    <a:pt x="36044" y="27329"/>
                  </a:lnTo>
                  <a:lnTo>
                    <a:pt x="36044" y="27363"/>
                  </a:lnTo>
                  <a:cubicBezTo>
                    <a:pt x="36131" y="27488"/>
                    <a:pt x="36102" y="27770"/>
                    <a:pt x="36140" y="27951"/>
                  </a:cubicBezTo>
                  <a:cubicBezTo>
                    <a:pt x="36162" y="28050"/>
                    <a:pt x="36169" y="28201"/>
                    <a:pt x="36170" y="28312"/>
                  </a:cubicBezTo>
                  <a:cubicBezTo>
                    <a:pt x="36178" y="28645"/>
                    <a:pt x="36170" y="28904"/>
                    <a:pt x="36015" y="29051"/>
                  </a:cubicBezTo>
                  <a:cubicBezTo>
                    <a:pt x="36003" y="29061"/>
                    <a:pt x="35993" y="29071"/>
                    <a:pt x="35978" y="29080"/>
                  </a:cubicBezTo>
                  <a:cubicBezTo>
                    <a:pt x="35974" y="29083"/>
                    <a:pt x="35967" y="29087"/>
                    <a:pt x="35964" y="29090"/>
                  </a:cubicBezTo>
                  <a:cubicBezTo>
                    <a:pt x="35954" y="29097"/>
                    <a:pt x="35943" y="29103"/>
                    <a:pt x="35935" y="29109"/>
                  </a:cubicBezTo>
                  <a:cubicBezTo>
                    <a:pt x="35923" y="29116"/>
                    <a:pt x="35914" y="29120"/>
                    <a:pt x="35903" y="29126"/>
                  </a:cubicBezTo>
                  <a:cubicBezTo>
                    <a:pt x="35888" y="29132"/>
                    <a:pt x="35874" y="29139"/>
                    <a:pt x="35858" y="29145"/>
                  </a:cubicBezTo>
                  <a:cubicBezTo>
                    <a:pt x="35747" y="29181"/>
                    <a:pt x="35616" y="29183"/>
                    <a:pt x="35488" y="29212"/>
                  </a:cubicBezTo>
                  <a:lnTo>
                    <a:pt x="35487" y="29212"/>
                  </a:lnTo>
                  <a:cubicBezTo>
                    <a:pt x="35363" y="29213"/>
                    <a:pt x="35244" y="29215"/>
                    <a:pt x="35123" y="29219"/>
                  </a:cubicBezTo>
                  <a:cubicBezTo>
                    <a:pt x="35064" y="29221"/>
                    <a:pt x="35001" y="29222"/>
                    <a:pt x="34942" y="29222"/>
                  </a:cubicBezTo>
                  <a:cubicBezTo>
                    <a:pt x="34926" y="29226"/>
                    <a:pt x="34910" y="29228"/>
                    <a:pt x="34892" y="29234"/>
                  </a:cubicBezTo>
                  <a:cubicBezTo>
                    <a:pt x="34840" y="29247"/>
                    <a:pt x="34790" y="29257"/>
                    <a:pt x="34738" y="29269"/>
                  </a:cubicBezTo>
                  <a:cubicBezTo>
                    <a:pt x="34708" y="29276"/>
                    <a:pt x="34677" y="29280"/>
                    <a:pt x="34645" y="29288"/>
                  </a:cubicBezTo>
                  <a:cubicBezTo>
                    <a:pt x="34601" y="29298"/>
                    <a:pt x="34562" y="29305"/>
                    <a:pt x="34519" y="29308"/>
                  </a:cubicBezTo>
                  <a:cubicBezTo>
                    <a:pt x="34503" y="29312"/>
                    <a:pt x="34484" y="29312"/>
                    <a:pt x="34468" y="29314"/>
                  </a:cubicBezTo>
                  <a:lnTo>
                    <a:pt x="34453" y="29314"/>
                  </a:lnTo>
                  <a:cubicBezTo>
                    <a:pt x="34433" y="29315"/>
                    <a:pt x="34412" y="29316"/>
                    <a:pt x="34391" y="29316"/>
                  </a:cubicBezTo>
                  <a:cubicBezTo>
                    <a:pt x="34358" y="29316"/>
                    <a:pt x="34325" y="29314"/>
                    <a:pt x="34292" y="29309"/>
                  </a:cubicBezTo>
                  <a:cubicBezTo>
                    <a:pt x="34271" y="29289"/>
                    <a:pt x="34248" y="29266"/>
                    <a:pt x="34226" y="29244"/>
                  </a:cubicBezTo>
                  <a:cubicBezTo>
                    <a:pt x="34183" y="29181"/>
                    <a:pt x="34161" y="29097"/>
                    <a:pt x="34129" y="29023"/>
                  </a:cubicBezTo>
                  <a:lnTo>
                    <a:pt x="34248" y="29023"/>
                  </a:lnTo>
                  <a:cubicBezTo>
                    <a:pt x="34253" y="29020"/>
                    <a:pt x="34264" y="29016"/>
                    <a:pt x="34277" y="29013"/>
                  </a:cubicBezTo>
                  <a:cubicBezTo>
                    <a:pt x="34280" y="29010"/>
                    <a:pt x="34286" y="29008"/>
                    <a:pt x="34289" y="29008"/>
                  </a:cubicBezTo>
                  <a:cubicBezTo>
                    <a:pt x="34301" y="29007"/>
                    <a:pt x="34309" y="29005"/>
                    <a:pt x="34324" y="29005"/>
                  </a:cubicBezTo>
                  <a:cubicBezTo>
                    <a:pt x="34335" y="29003"/>
                    <a:pt x="34347" y="29001"/>
                    <a:pt x="34360" y="29001"/>
                  </a:cubicBezTo>
                  <a:cubicBezTo>
                    <a:pt x="34411" y="28998"/>
                    <a:pt x="34462" y="28991"/>
                    <a:pt x="34482" y="28988"/>
                  </a:cubicBezTo>
                  <a:lnTo>
                    <a:pt x="34482" y="29010"/>
                  </a:lnTo>
                  <a:cubicBezTo>
                    <a:pt x="34452" y="29096"/>
                    <a:pt x="34420" y="29183"/>
                    <a:pt x="34385" y="29267"/>
                  </a:cubicBezTo>
                  <a:lnTo>
                    <a:pt x="34398" y="29267"/>
                  </a:lnTo>
                  <a:cubicBezTo>
                    <a:pt x="34434" y="29212"/>
                    <a:pt x="34475" y="29173"/>
                    <a:pt x="34511" y="29133"/>
                  </a:cubicBezTo>
                  <a:lnTo>
                    <a:pt x="34533" y="29112"/>
                  </a:lnTo>
                  <a:cubicBezTo>
                    <a:pt x="34540" y="29104"/>
                    <a:pt x="34549" y="29097"/>
                    <a:pt x="34555" y="29088"/>
                  </a:cubicBezTo>
                  <a:cubicBezTo>
                    <a:pt x="34562" y="29083"/>
                    <a:pt x="34571" y="29075"/>
                    <a:pt x="34577" y="29067"/>
                  </a:cubicBezTo>
                  <a:cubicBezTo>
                    <a:pt x="34584" y="29058"/>
                    <a:pt x="34591" y="29051"/>
                    <a:pt x="34599" y="29042"/>
                  </a:cubicBezTo>
                  <a:cubicBezTo>
                    <a:pt x="34610" y="29029"/>
                    <a:pt x="34623" y="29014"/>
                    <a:pt x="34635" y="28998"/>
                  </a:cubicBezTo>
                  <a:cubicBezTo>
                    <a:pt x="34638" y="28994"/>
                    <a:pt x="34642" y="28988"/>
                    <a:pt x="34645" y="28985"/>
                  </a:cubicBezTo>
                  <a:lnTo>
                    <a:pt x="34645" y="28984"/>
                  </a:lnTo>
                  <a:cubicBezTo>
                    <a:pt x="34660" y="28963"/>
                    <a:pt x="34673" y="28942"/>
                    <a:pt x="34686" y="28915"/>
                  </a:cubicBezTo>
                  <a:cubicBezTo>
                    <a:pt x="34696" y="28896"/>
                    <a:pt x="34705" y="28872"/>
                    <a:pt x="34715" y="28847"/>
                  </a:cubicBezTo>
                  <a:cubicBezTo>
                    <a:pt x="34719" y="28834"/>
                    <a:pt x="34725" y="28821"/>
                    <a:pt x="34729" y="28809"/>
                  </a:cubicBezTo>
                  <a:cubicBezTo>
                    <a:pt x="34734" y="28787"/>
                    <a:pt x="34741" y="28766"/>
                    <a:pt x="34745" y="28739"/>
                  </a:cubicBezTo>
                  <a:cubicBezTo>
                    <a:pt x="34775" y="28598"/>
                    <a:pt x="34769" y="28414"/>
                    <a:pt x="34751" y="28258"/>
                  </a:cubicBezTo>
                  <a:cubicBezTo>
                    <a:pt x="34747" y="28225"/>
                    <a:pt x="34741" y="28194"/>
                    <a:pt x="34738" y="28165"/>
                  </a:cubicBezTo>
                  <a:cubicBezTo>
                    <a:pt x="34732" y="28129"/>
                    <a:pt x="34725" y="28092"/>
                    <a:pt x="34718" y="28062"/>
                  </a:cubicBezTo>
                  <a:cubicBezTo>
                    <a:pt x="34705" y="28010"/>
                    <a:pt x="34697" y="27962"/>
                    <a:pt x="34690" y="27912"/>
                  </a:cubicBezTo>
                  <a:cubicBezTo>
                    <a:pt x="34683" y="27869"/>
                    <a:pt x="34679" y="27828"/>
                    <a:pt x="34668" y="27786"/>
                  </a:cubicBezTo>
                  <a:cubicBezTo>
                    <a:pt x="34661" y="27757"/>
                    <a:pt x="34657" y="27726"/>
                    <a:pt x="34645" y="27697"/>
                  </a:cubicBezTo>
                  <a:cubicBezTo>
                    <a:pt x="34645" y="27693"/>
                    <a:pt x="34644" y="27690"/>
                    <a:pt x="34642" y="27685"/>
                  </a:cubicBezTo>
                  <a:lnTo>
                    <a:pt x="34636" y="27669"/>
                  </a:lnTo>
                  <a:cubicBezTo>
                    <a:pt x="34613" y="27597"/>
                    <a:pt x="34584" y="27530"/>
                    <a:pt x="34555" y="27460"/>
                  </a:cubicBezTo>
                  <a:cubicBezTo>
                    <a:pt x="34527" y="27396"/>
                    <a:pt x="34494" y="27334"/>
                    <a:pt x="34462" y="27272"/>
                  </a:cubicBezTo>
                  <a:cubicBezTo>
                    <a:pt x="34392" y="27142"/>
                    <a:pt x="34315" y="27021"/>
                    <a:pt x="34237" y="26906"/>
                  </a:cubicBezTo>
                  <a:cubicBezTo>
                    <a:pt x="34218" y="26878"/>
                    <a:pt x="34199" y="26846"/>
                    <a:pt x="34177" y="26813"/>
                  </a:cubicBezTo>
                  <a:cubicBezTo>
                    <a:pt x="34155" y="26782"/>
                    <a:pt x="34130" y="26748"/>
                    <a:pt x="34107" y="26716"/>
                  </a:cubicBezTo>
                  <a:cubicBezTo>
                    <a:pt x="34097" y="26698"/>
                    <a:pt x="34084" y="26684"/>
                    <a:pt x="34071" y="26668"/>
                  </a:cubicBezTo>
                  <a:cubicBezTo>
                    <a:pt x="34048" y="26637"/>
                    <a:pt x="34020" y="26608"/>
                    <a:pt x="33995" y="26585"/>
                  </a:cubicBezTo>
                  <a:cubicBezTo>
                    <a:pt x="33982" y="26572"/>
                    <a:pt x="33970" y="26560"/>
                    <a:pt x="33959" y="26551"/>
                  </a:cubicBezTo>
                  <a:cubicBezTo>
                    <a:pt x="33901" y="26508"/>
                    <a:pt x="33843" y="26463"/>
                    <a:pt x="33781" y="26419"/>
                  </a:cubicBezTo>
                  <a:cubicBezTo>
                    <a:pt x="33744" y="26390"/>
                    <a:pt x="33704" y="26361"/>
                    <a:pt x="33662" y="26335"/>
                  </a:cubicBezTo>
                  <a:cubicBezTo>
                    <a:pt x="33624" y="26309"/>
                    <a:pt x="33585" y="26284"/>
                    <a:pt x="33546" y="26261"/>
                  </a:cubicBezTo>
                  <a:cubicBezTo>
                    <a:pt x="33546" y="26261"/>
                    <a:pt x="33546" y="26259"/>
                    <a:pt x="33545" y="26259"/>
                  </a:cubicBezTo>
                  <a:cubicBezTo>
                    <a:pt x="33537" y="26253"/>
                    <a:pt x="33527" y="26247"/>
                    <a:pt x="33520" y="26245"/>
                  </a:cubicBezTo>
                  <a:cubicBezTo>
                    <a:pt x="33494" y="26226"/>
                    <a:pt x="33462" y="26208"/>
                    <a:pt x="33433" y="26195"/>
                  </a:cubicBezTo>
                  <a:cubicBezTo>
                    <a:pt x="33422" y="26188"/>
                    <a:pt x="33414" y="26182"/>
                    <a:pt x="33403" y="26178"/>
                  </a:cubicBezTo>
                  <a:cubicBezTo>
                    <a:pt x="33385" y="26167"/>
                    <a:pt x="33360" y="26159"/>
                    <a:pt x="33335" y="26153"/>
                  </a:cubicBezTo>
                  <a:cubicBezTo>
                    <a:pt x="33309" y="26146"/>
                    <a:pt x="33283" y="26137"/>
                    <a:pt x="33258" y="26127"/>
                  </a:cubicBezTo>
                  <a:cubicBezTo>
                    <a:pt x="33233" y="26117"/>
                    <a:pt x="33210" y="26106"/>
                    <a:pt x="33191" y="26092"/>
                  </a:cubicBezTo>
                  <a:cubicBezTo>
                    <a:pt x="33179" y="26083"/>
                    <a:pt x="33170" y="26072"/>
                    <a:pt x="33163" y="26061"/>
                  </a:cubicBezTo>
                  <a:lnTo>
                    <a:pt x="33163" y="26061"/>
                  </a:lnTo>
                  <a:cubicBezTo>
                    <a:pt x="33163" y="26059"/>
                    <a:pt x="33162" y="26057"/>
                    <a:pt x="33162" y="26056"/>
                  </a:cubicBezTo>
                  <a:cubicBezTo>
                    <a:pt x="33223" y="25977"/>
                    <a:pt x="33235" y="25867"/>
                    <a:pt x="33292" y="25788"/>
                  </a:cubicBezTo>
                  <a:cubicBezTo>
                    <a:pt x="33305" y="25769"/>
                    <a:pt x="33328" y="25746"/>
                    <a:pt x="33358" y="25718"/>
                  </a:cubicBezTo>
                  <a:cubicBezTo>
                    <a:pt x="33379" y="25701"/>
                    <a:pt x="33402" y="25682"/>
                    <a:pt x="33428" y="25663"/>
                  </a:cubicBezTo>
                  <a:lnTo>
                    <a:pt x="33431" y="25659"/>
                  </a:lnTo>
                  <a:cubicBezTo>
                    <a:pt x="33467" y="25631"/>
                    <a:pt x="33508" y="25600"/>
                    <a:pt x="33552" y="25571"/>
                  </a:cubicBezTo>
                  <a:cubicBezTo>
                    <a:pt x="33552" y="25571"/>
                    <a:pt x="33552" y="25570"/>
                    <a:pt x="33553" y="25570"/>
                  </a:cubicBezTo>
                  <a:cubicBezTo>
                    <a:pt x="33595" y="25542"/>
                    <a:pt x="33636" y="25515"/>
                    <a:pt x="33677" y="25490"/>
                  </a:cubicBezTo>
                  <a:cubicBezTo>
                    <a:pt x="33697" y="25477"/>
                    <a:pt x="33716" y="25464"/>
                    <a:pt x="33736" y="25454"/>
                  </a:cubicBezTo>
                  <a:cubicBezTo>
                    <a:pt x="33757" y="25442"/>
                    <a:pt x="33773" y="25433"/>
                    <a:pt x="33792" y="25425"/>
                  </a:cubicBezTo>
                  <a:lnTo>
                    <a:pt x="33793" y="25423"/>
                  </a:lnTo>
                  <a:cubicBezTo>
                    <a:pt x="33821" y="25409"/>
                    <a:pt x="33844" y="25397"/>
                    <a:pt x="33863" y="25390"/>
                  </a:cubicBezTo>
                  <a:cubicBezTo>
                    <a:pt x="33875" y="25387"/>
                    <a:pt x="33882" y="25382"/>
                    <a:pt x="33892" y="25381"/>
                  </a:cubicBezTo>
                  <a:cubicBezTo>
                    <a:pt x="33900" y="25379"/>
                    <a:pt x="33910" y="25378"/>
                    <a:pt x="33920" y="25378"/>
                  </a:cubicBezTo>
                  <a:cubicBezTo>
                    <a:pt x="34066" y="25378"/>
                    <a:pt x="34390" y="25557"/>
                    <a:pt x="34481" y="25593"/>
                  </a:cubicBezTo>
                  <a:cubicBezTo>
                    <a:pt x="34540" y="25621"/>
                    <a:pt x="34599" y="25646"/>
                    <a:pt x="34652" y="25673"/>
                  </a:cubicBezTo>
                  <a:cubicBezTo>
                    <a:pt x="34744" y="25717"/>
                    <a:pt x="34825" y="25762"/>
                    <a:pt x="34900" y="25808"/>
                  </a:cubicBezTo>
                  <a:cubicBezTo>
                    <a:pt x="34904" y="25810"/>
                    <a:pt x="34904" y="25811"/>
                    <a:pt x="34907" y="25811"/>
                  </a:cubicBezTo>
                  <a:cubicBezTo>
                    <a:pt x="34937" y="25832"/>
                    <a:pt x="34968" y="25852"/>
                    <a:pt x="34998" y="25871"/>
                  </a:cubicBezTo>
                  <a:cubicBezTo>
                    <a:pt x="35062" y="25915"/>
                    <a:pt x="35119" y="25962"/>
                    <a:pt x="35176" y="26012"/>
                  </a:cubicBezTo>
                  <a:cubicBezTo>
                    <a:pt x="35178" y="26014"/>
                    <a:pt x="35180" y="26015"/>
                    <a:pt x="35181" y="26017"/>
                  </a:cubicBezTo>
                  <a:lnTo>
                    <a:pt x="35181" y="26017"/>
                  </a:lnTo>
                  <a:cubicBezTo>
                    <a:pt x="35203" y="26039"/>
                    <a:pt x="35225" y="26061"/>
                    <a:pt x="35247" y="26082"/>
                  </a:cubicBezTo>
                  <a:cubicBezTo>
                    <a:pt x="35273" y="26108"/>
                    <a:pt x="35298" y="26135"/>
                    <a:pt x="35321" y="26162"/>
                  </a:cubicBezTo>
                  <a:cubicBezTo>
                    <a:pt x="35401" y="26255"/>
                    <a:pt x="35478" y="26358"/>
                    <a:pt x="35558" y="26480"/>
                  </a:cubicBezTo>
                  <a:cubicBezTo>
                    <a:pt x="35618" y="26569"/>
                    <a:pt x="35698" y="26669"/>
                    <a:pt x="35753" y="26775"/>
                  </a:cubicBezTo>
                  <a:cubicBezTo>
                    <a:pt x="35770" y="26812"/>
                    <a:pt x="35784" y="26845"/>
                    <a:pt x="35794" y="26884"/>
                  </a:cubicBezTo>
                  <a:lnTo>
                    <a:pt x="35797" y="26884"/>
                  </a:lnTo>
                  <a:lnTo>
                    <a:pt x="35797" y="26886"/>
                  </a:lnTo>
                  <a:lnTo>
                    <a:pt x="35803" y="26886"/>
                  </a:lnTo>
                  <a:cubicBezTo>
                    <a:pt x="35804" y="26888"/>
                    <a:pt x="35805" y="26891"/>
                    <a:pt x="35805" y="26893"/>
                  </a:cubicBezTo>
                  <a:lnTo>
                    <a:pt x="35807" y="26893"/>
                  </a:lnTo>
                  <a:lnTo>
                    <a:pt x="35807" y="26894"/>
                  </a:lnTo>
                  <a:lnTo>
                    <a:pt x="35815" y="26894"/>
                  </a:lnTo>
                  <a:lnTo>
                    <a:pt x="35815" y="26851"/>
                  </a:lnTo>
                  <a:cubicBezTo>
                    <a:pt x="35813" y="26848"/>
                    <a:pt x="35811" y="26844"/>
                    <a:pt x="35808" y="26840"/>
                  </a:cubicBezTo>
                  <a:lnTo>
                    <a:pt x="35808" y="26840"/>
                  </a:lnTo>
                  <a:lnTo>
                    <a:pt x="35808" y="26833"/>
                  </a:lnTo>
                  <a:cubicBezTo>
                    <a:pt x="35797" y="26818"/>
                    <a:pt x="35786" y="26800"/>
                    <a:pt x="35776" y="26779"/>
                  </a:cubicBezTo>
                  <a:lnTo>
                    <a:pt x="35776" y="26779"/>
                  </a:lnTo>
                  <a:cubicBezTo>
                    <a:pt x="35748" y="26714"/>
                    <a:pt x="35724" y="26630"/>
                    <a:pt x="35698" y="26559"/>
                  </a:cubicBezTo>
                  <a:cubicBezTo>
                    <a:pt x="35693" y="26546"/>
                    <a:pt x="35688" y="26533"/>
                    <a:pt x="35683" y="26522"/>
                  </a:cubicBezTo>
                  <a:lnTo>
                    <a:pt x="35683" y="26522"/>
                  </a:lnTo>
                  <a:cubicBezTo>
                    <a:pt x="35675" y="26503"/>
                    <a:pt x="35668" y="26486"/>
                    <a:pt x="35660" y="26471"/>
                  </a:cubicBezTo>
                  <a:lnTo>
                    <a:pt x="35660" y="26471"/>
                  </a:lnTo>
                  <a:cubicBezTo>
                    <a:pt x="35660" y="26469"/>
                    <a:pt x="35659" y="26468"/>
                    <a:pt x="35658" y="26467"/>
                  </a:cubicBezTo>
                  <a:cubicBezTo>
                    <a:pt x="35658" y="26467"/>
                    <a:pt x="35658" y="26466"/>
                    <a:pt x="35658" y="26466"/>
                  </a:cubicBezTo>
                  <a:lnTo>
                    <a:pt x="35658" y="26466"/>
                  </a:lnTo>
                  <a:cubicBezTo>
                    <a:pt x="35655" y="26460"/>
                    <a:pt x="35652" y="26455"/>
                    <a:pt x="35650" y="26450"/>
                  </a:cubicBezTo>
                  <a:cubicBezTo>
                    <a:pt x="35628" y="26413"/>
                    <a:pt x="35606" y="26378"/>
                    <a:pt x="35581" y="26342"/>
                  </a:cubicBezTo>
                  <a:cubicBezTo>
                    <a:pt x="35421" y="26093"/>
                    <a:pt x="35225" y="25851"/>
                    <a:pt x="34995" y="25679"/>
                  </a:cubicBezTo>
                  <a:cubicBezTo>
                    <a:pt x="34965" y="25656"/>
                    <a:pt x="34933" y="25634"/>
                    <a:pt x="34898" y="25611"/>
                  </a:cubicBezTo>
                  <a:cubicBezTo>
                    <a:pt x="34897" y="25608"/>
                    <a:pt x="34894" y="25608"/>
                    <a:pt x="34894" y="25606"/>
                  </a:cubicBezTo>
                  <a:cubicBezTo>
                    <a:pt x="34817" y="25554"/>
                    <a:pt x="34731" y="25509"/>
                    <a:pt x="34647" y="25462"/>
                  </a:cubicBezTo>
                  <a:cubicBezTo>
                    <a:pt x="34564" y="25419"/>
                    <a:pt x="34482" y="25378"/>
                    <a:pt x="34399" y="25336"/>
                  </a:cubicBezTo>
                  <a:cubicBezTo>
                    <a:pt x="34346" y="25308"/>
                    <a:pt x="34205" y="25267"/>
                    <a:pt x="34156" y="25222"/>
                  </a:cubicBezTo>
                  <a:lnTo>
                    <a:pt x="34156" y="25222"/>
                  </a:lnTo>
                  <a:cubicBezTo>
                    <a:pt x="34193" y="25210"/>
                    <a:pt x="34222" y="25186"/>
                    <a:pt x="34251" y="25163"/>
                  </a:cubicBezTo>
                  <a:cubicBezTo>
                    <a:pt x="34280" y="25135"/>
                    <a:pt x="34308" y="25103"/>
                    <a:pt x="34333" y="25076"/>
                  </a:cubicBezTo>
                  <a:cubicBezTo>
                    <a:pt x="34343" y="25067"/>
                    <a:pt x="34350" y="25060"/>
                    <a:pt x="34357" y="25049"/>
                  </a:cubicBezTo>
                  <a:cubicBezTo>
                    <a:pt x="34366" y="25039"/>
                    <a:pt x="34375" y="25031"/>
                    <a:pt x="34382" y="25020"/>
                  </a:cubicBezTo>
                  <a:cubicBezTo>
                    <a:pt x="34394" y="25010"/>
                    <a:pt x="34402" y="25001"/>
                    <a:pt x="34410" y="24990"/>
                  </a:cubicBezTo>
                  <a:cubicBezTo>
                    <a:pt x="34420" y="24980"/>
                    <a:pt x="34430" y="24969"/>
                    <a:pt x="34439" y="24959"/>
                  </a:cubicBezTo>
                  <a:cubicBezTo>
                    <a:pt x="34506" y="24887"/>
                    <a:pt x="34580" y="24802"/>
                    <a:pt x="34652" y="24735"/>
                  </a:cubicBezTo>
                  <a:lnTo>
                    <a:pt x="34657" y="24732"/>
                  </a:lnTo>
                  <a:cubicBezTo>
                    <a:pt x="34677" y="24712"/>
                    <a:pt x="34699" y="24692"/>
                    <a:pt x="34718" y="24674"/>
                  </a:cubicBezTo>
                  <a:cubicBezTo>
                    <a:pt x="34731" y="24667"/>
                    <a:pt x="34740" y="24657"/>
                    <a:pt x="34750" y="24648"/>
                  </a:cubicBezTo>
                  <a:cubicBezTo>
                    <a:pt x="34769" y="24632"/>
                    <a:pt x="34790" y="24619"/>
                    <a:pt x="34809" y="24606"/>
                  </a:cubicBezTo>
                  <a:cubicBezTo>
                    <a:pt x="34830" y="24594"/>
                    <a:pt x="34849" y="24584"/>
                    <a:pt x="34869" y="24574"/>
                  </a:cubicBezTo>
                  <a:cubicBezTo>
                    <a:pt x="34878" y="24570"/>
                    <a:pt x="34889" y="24567"/>
                    <a:pt x="34897" y="24562"/>
                  </a:cubicBezTo>
                  <a:lnTo>
                    <a:pt x="34897" y="24561"/>
                  </a:lnTo>
                  <a:cubicBezTo>
                    <a:pt x="34900" y="24559"/>
                    <a:pt x="34902" y="24558"/>
                    <a:pt x="34905" y="24558"/>
                  </a:cubicBezTo>
                  <a:cubicBezTo>
                    <a:pt x="34920" y="24551"/>
                    <a:pt x="34933" y="24545"/>
                    <a:pt x="34949" y="24541"/>
                  </a:cubicBezTo>
                  <a:cubicBezTo>
                    <a:pt x="34968" y="24536"/>
                    <a:pt x="34985" y="24529"/>
                    <a:pt x="35001" y="24525"/>
                  </a:cubicBezTo>
                  <a:cubicBezTo>
                    <a:pt x="35026" y="24519"/>
                    <a:pt x="35051" y="24511"/>
                    <a:pt x="35074" y="24507"/>
                  </a:cubicBezTo>
                  <a:cubicBezTo>
                    <a:pt x="35107" y="24500"/>
                    <a:pt x="35142" y="24493"/>
                    <a:pt x="35174" y="24487"/>
                  </a:cubicBezTo>
                  <a:cubicBezTo>
                    <a:pt x="35200" y="24482"/>
                    <a:pt x="35225" y="24478"/>
                    <a:pt x="35251" y="24474"/>
                  </a:cubicBezTo>
                  <a:cubicBezTo>
                    <a:pt x="35302" y="24465"/>
                    <a:pt x="35350" y="24453"/>
                    <a:pt x="35401" y="24445"/>
                  </a:cubicBezTo>
                  <a:cubicBezTo>
                    <a:pt x="35426" y="24439"/>
                    <a:pt x="35451" y="24432"/>
                    <a:pt x="35474" y="24424"/>
                  </a:cubicBezTo>
                  <a:cubicBezTo>
                    <a:pt x="35506" y="24414"/>
                    <a:pt x="35536" y="24405"/>
                    <a:pt x="35567" y="24392"/>
                  </a:cubicBezTo>
                  <a:cubicBezTo>
                    <a:pt x="35629" y="24366"/>
                    <a:pt x="35685" y="24337"/>
                    <a:pt x="35740" y="24306"/>
                  </a:cubicBezTo>
                  <a:cubicBezTo>
                    <a:pt x="35794" y="24275"/>
                    <a:pt x="35845" y="24240"/>
                    <a:pt x="35895" y="24206"/>
                  </a:cubicBezTo>
                  <a:cubicBezTo>
                    <a:pt x="36000" y="24138"/>
                    <a:pt x="36102" y="24072"/>
                    <a:pt x="36220" y="24020"/>
                  </a:cubicBezTo>
                  <a:cubicBezTo>
                    <a:pt x="36255" y="24003"/>
                    <a:pt x="36291" y="23991"/>
                    <a:pt x="36327" y="23976"/>
                  </a:cubicBezTo>
                  <a:cubicBezTo>
                    <a:pt x="36353" y="23965"/>
                    <a:pt x="36381" y="23956"/>
                    <a:pt x="36409" y="23943"/>
                  </a:cubicBezTo>
                  <a:cubicBezTo>
                    <a:pt x="36436" y="23933"/>
                    <a:pt x="36461" y="23921"/>
                    <a:pt x="36489" y="23908"/>
                  </a:cubicBezTo>
                  <a:cubicBezTo>
                    <a:pt x="36513" y="23898"/>
                    <a:pt x="36540" y="23886"/>
                    <a:pt x="36563" y="23875"/>
                  </a:cubicBezTo>
                  <a:cubicBezTo>
                    <a:pt x="36590" y="23862"/>
                    <a:pt x="36615" y="23849"/>
                    <a:pt x="36643" y="23834"/>
                  </a:cubicBezTo>
                  <a:cubicBezTo>
                    <a:pt x="36736" y="23782"/>
                    <a:pt x="36816" y="23716"/>
                    <a:pt x="36867" y="23623"/>
                  </a:cubicBezTo>
                  <a:cubicBezTo>
                    <a:pt x="36887" y="23588"/>
                    <a:pt x="36904" y="23549"/>
                    <a:pt x="36916" y="23507"/>
                  </a:cubicBezTo>
                  <a:lnTo>
                    <a:pt x="36904" y="23507"/>
                  </a:lnTo>
                  <a:cubicBezTo>
                    <a:pt x="36904" y="23507"/>
                    <a:pt x="36904" y="23508"/>
                    <a:pt x="36903" y="23508"/>
                  </a:cubicBezTo>
                  <a:lnTo>
                    <a:pt x="36903" y="23508"/>
                  </a:lnTo>
                  <a:cubicBezTo>
                    <a:pt x="36905" y="23502"/>
                    <a:pt x="36907" y="23496"/>
                    <a:pt x="36909" y="23489"/>
                  </a:cubicBezTo>
                  <a:lnTo>
                    <a:pt x="36897" y="23489"/>
                  </a:lnTo>
                  <a:cubicBezTo>
                    <a:pt x="36785" y="23599"/>
                    <a:pt x="36492" y="23676"/>
                    <a:pt x="36315" y="23746"/>
                  </a:cubicBezTo>
                  <a:cubicBezTo>
                    <a:pt x="36321" y="23738"/>
                    <a:pt x="36328" y="23730"/>
                    <a:pt x="36335" y="23722"/>
                  </a:cubicBezTo>
                  <a:cubicBezTo>
                    <a:pt x="36349" y="23705"/>
                    <a:pt x="36364" y="23690"/>
                    <a:pt x="36378" y="23676"/>
                  </a:cubicBezTo>
                  <a:cubicBezTo>
                    <a:pt x="36393" y="23664"/>
                    <a:pt x="36407" y="23646"/>
                    <a:pt x="36423" y="23630"/>
                  </a:cubicBezTo>
                  <a:cubicBezTo>
                    <a:pt x="36439" y="23617"/>
                    <a:pt x="36452" y="23601"/>
                    <a:pt x="36467" y="23585"/>
                  </a:cubicBezTo>
                  <a:cubicBezTo>
                    <a:pt x="36494" y="23549"/>
                    <a:pt x="36521" y="23511"/>
                    <a:pt x="36548" y="23475"/>
                  </a:cubicBezTo>
                  <a:cubicBezTo>
                    <a:pt x="36585" y="23428"/>
                    <a:pt x="36620" y="23382"/>
                    <a:pt x="36654" y="23334"/>
                  </a:cubicBezTo>
                  <a:cubicBezTo>
                    <a:pt x="36691" y="23287"/>
                    <a:pt x="36724" y="23242"/>
                    <a:pt x="36761" y="23194"/>
                  </a:cubicBezTo>
                  <a:cubicBezTo>
                    <a:pt x="36797" y="23149"/>
                    <a:pt x="36832" y="23101"/>
                    <a:pt x="36867" y="23055"/>
                  </a:cubicBezTo>
                  <a:cubicBezTo>
                    <a:pt x="36903" y="23007"/>
                    <a:pt x="36935" y="22960"/>
                    <a:pt x="36970" y="22911"/>
                  </a:cubicBezTo>
                  <a:cubicBezTo>
                    <a:pt x="37115" y="22701"/>
                    <a:pt x="37216" y="22444"/>
                    <a:pt x="37418" y="22291"/>
                  </a:cubicBezTo>
                  <a:cubicBezTo>
                    <a:pt x="37463" y="22255"/>
                    <a:pt x="37509" y="22222"/>
                    <a:pt x="37557" y="22188"/>
                  </a:cubicBezTo>
                  <a:cubicBezTo>
                    <a:pt x="37697" y="22083"/>
                    <a:pt x="37841" y="21982"/>
                    <a:pt x="37985" y="21886"/>
                  </a:cubicBezTo>
                  <a:cubicBezTo>
                    <a:pt x="38097" y="21812"/>
                    <a:pt x="38241" y="21749"/>
                    <a:pt x="38315" y="21640"/>
                  </a:cubicBezTo>
                  <a:lnTo>
                    <a:pt x="38298" y="21640"/>
                  </a:lnTo>
                  <a:cubicBezTo>
                    <a:pt x="38300" y="21637"/>
                    <a:pt x="38303" y="21634"/>
                    <a:pt x="38305" y="21631"/>
                  </a:cubicBezTo>
                  <a:lnTo>
                    <a:pt x="38301" y="21631"/>
                  </a:lnTo>
                  <a:cubicBezTo>
                    <a:pt x="38303" y="21628"/>
                    <a:pt x="38305" y="21626"/>
                    <a:pt x="38307" y="21623"/>
                  </a:cubicBezTo>
                  <a:lnTo>
                    <a:pt x="38265" y="21623"/>
                  </a:lnTo>
                  <a:cubicBezTo>
                    <a:pt x="38264" y="21623"/>
                    <a:pt x="38263" y="21623"/>
                    <a:pt x="38262" y="21623"/>
                  </a:cubicBezTo>
                  <a:lnTo>
                    <a:pt x="38262" y="21623"/>
                  </a:lnTo>
                  <a:lnTo>
                    <a:pt x="38262" y="21623"/>
                  </a:lnTo>
                  <a:cubicBezTo>
                    <a:pt x="38169" y="21649"/>
                    <a:pt x="38075" y="21672"/>
                    <a:pt x="37985" y="21697"/>
                  </a:cubicBezTo>
                  <a:cubicBezTo>
                    <a:pt x="37812" y="21768"/>
                    <a:pt x="37636" y="21857"/>
                    <a:pt x="37480" y="21954"/>
                  </a:cubicBezTo>
                  <a:cubicBezTo>
                    <a:pt x="37376" y="22021"/>
                    <a:pt x="37282" y="22095"/>
                    <a:pt x="37200" y="22177"/>
                  </a:cubicBezTo>
                  <a:cubicBezTo>
                    <a:pt x="37182" y="22190"/>
                    <a:pt x="37171" y="22206"/>
                    <a:pt x="37153" y="22223"/>
                  </a:cubicBezTo>
                  <a:cubicBezTo>
                    <a:pt x="37117" y="22259"/>
                    <a:pt x="37079" y="22300"/>
                    <a:pt x="37044" y="22342"/>
                  </a:cubicBezTo>
                  <a:lnTo>
                    <a:pt x="37044" y="22344"/>
                  </a:lnTo>
                  <a:cubicBezTo>
                    <a:pt x="37005" y="22392"/>
                    <a:pt x="36968" y="22441"/>
                    <a:pt x="36928" y="22492"/>
                  </a:cubicBezTo>
                  <a:cubicBezTo>
                    <a:pt x="36902" y="22528"/>
                    <a:pt x="36874" y="22568"/>
                    <a:pt x="36846" y="22608"/>
                  </a:cubicBezTo>
                  <a:cubicBezTo>
                    <a:pt x="36793" y="22684"/>
                    <a:pt x="36739" y="22764"/>
                    <a:pt x="36686" y="22845"/>
                  </a:cubicBezTo>
                  <a:cubicBezTo>
                    <a:pt x="36659" y="22887"/>
                    <a:pt x="36634" y="22928"/>
                    <a:pt x="36606" y="22969"/>
                  </a:cubicBezTo>
                  <a:cubicBezTo>
                    <a:pt x="36542" y="23066"/>
                    <a:pt x="36473" y="23154"/>
                    <a:pt x="36407" y="23245"/>
                  </a:cubicBezTo>
                  <a:cubicBezTo>
                    <a:pt x="36339" y="23337"/>
                    <a:pt x="36280" y="23433"/>
                    <a:pt x="36234" y="23545"/>
                  </a:cubicBezTo>
                  <a:lnTo>
                    <a:pt x="36234" y="23545"/>
                  </a:lnTo>
                  <a:cubicBezTo>
                    <a:pt x="36233" y="23543"/>
                    <a:pt x="36233" y="23542"/>
                    <a:pt x="36233" y="23542"/>
                  </a:cubicBezTo>
                  <a:cubicBezTo>
                    <a:pt x="36230" y="23539"/>
                    <a:pt x="36230" y="23536"/>
                    <a:pt x="36227" y="23526"/>
                  </a:cubicBezTo>
                  <a:cubicBezTo>
                    <a:pt x="36196" y="23484"/>
                    <a:pt x="36196" y="23427"/>
                    <a:pt x="36172" y="23376"/>
                  </a:cubicBezTo>
                  <a:cubicBezTo>
                    <a:pt x="36153" y="23328"/>
                    <a:pt x="36100" y="23280"/>
                    <a:pt x="36077" y="23228"/>
                  </a:cubicBezTo>
                  <a:cubicBezTo>
                    <a:pt x="36058" y="23183"/>
                    <a:pt x="36041" y="23135"/>
                    <a:pt x="36026" y="23090"/>
                  </a:cubicBezTo>
                  <a:cubicBezTo>
                    <a:pt x="36016" y="23055"/>
                    <a:pt x="36007" y="23020"/>
                    <a:pt x="35994" y="22988"/>
                  </a:cubicBezTo>
                  <a:cubicBezTo>
                    <a:pt x="35990" y="22975"/>
                    <a:pt x="35987" y="22962"/>
                    <a:pt x="35981" y="22947"/>
                  </a:cubicBezTo>
                  <a:cubicBezTo>
                    <a:pt x="35973" y="22917"/>
                    <a:pt x="35961" y="22887"/>
                    <a:pt x="35948" y="22856"/>
                  </a:cubicBezTo>
                  <a:cubicBezTo>
                    <a:pt x="35895" y="22733"/>
                    <a:pt x="35845" y="22608"/>
                    <a:pt x="35792" y="22479"/>
                  </a:cubicBezTo>
                  <a:cubicBezTo>
                    <a:pt x="35741" y="22351"/>
                    <a:pt x="35692" y="22219"/>
                    <a:pt x="35648" y="22086"/>
                  </a:cubicBezTo>
                  <a:cubicBezTo>
                    <a:pt x="35637" y="22050"/>
                    <a:pt x="35626" y="22017"/>
                    <a:pt x="35616" y="21980"/>
                  </a:cubicBezTo>
                  <a:cubicBezTo>
                    <a:pt x="35606" y="21944"/>
                    <a:pt x="35597" y="21910"/>
                    <a:pt x="35590" y="21874"/>
                  </a:cubicBezTo>
                  <a:cubicBezTo>
                    <a:pt x="35574" y="21803"/>
                    <a:pt x="35560" y="21732"/>
                    <a:pt x="35547" y="21659"/>
                  </a:cubicBezTo>
                  <a:cubicBezTo>
                    <a:pt x="35533" y="21595"/>
                    <a:pt x="35522" y="21532"/>
                    <a:pt x="35507" y="21468"/>
                  </a:cubicBezTo>
                  <a:cubicBezTo>
                    <a:pt x="35503" y="21450"/>
                    <a:pt x="35501" y="21435"/>
                    <a:pt x="35496" y="21419"/>
                  </a:cubicBezTo>
                  <a:cubicBezTo>
                    <a:pt x="35481" y="21355"/>
                    <a:pt x="35467" y="21294"/>
                    <a:pt x="35445" y="21232"/>
                  </a:cubicBezTo>
                  <a:cubicBezTo>
                    <a:pt x="35423" y="21163"/>
                    <a:pt x="35401" y="21092"/>
                    <a:pt x="35379" y="21019"/>
                  </a:cubicBezTo>
                  <a:cubicBezTo>
                    <a:pt x="35342" y="20880"/>
                    <a:pt x="35304" y="20734"/>
                    <a:pt x="35263" y="20589"/>
                  </a:cubicBezTo>
                  <a:cubicBezTo>
                    <a:pt x="35243" y="20519"/>
                    <a:pt x="35219" y="20446"/>
                    <a:pt x="35196" y="20377"/>
                  </a:cubicBezTo>
                  <a:cubicBezTo>
                    <a:pt x="35110" y="20115"/>
                    <a:pt x="35017" y="19849"/>
                    <a:pt x="34940" y="19574"/>
                  </a:cubicBezTo>
                  <a:cubicBezTo>
                    <a:pt x="34923" y="19458"/>
                    <a:pt x="34907" y="19344"/>
                    <a:pt x="34891" y="19228"/>
                  </a:cubicBezTo>
                  <a:cubicBezTo>
                    <a:pt x="34876" y="19119"/>
                    <a:pt x="34860" y="19011"/>
                    <a:pt x="34844" y="18902"/>
                  </a:cubicBezTo>
                  <a:cubicBezTo>
                    <a:pt x="34838" y="18881"/>
                    <a:pt x="34833" y="18857"/>
                    <a:pt x="34828" y="18833"/>
                  </a:cubicBezTo>
                  <a:cubicBezTo>
                    <a:pt x="34817" y="18764"/>
                    <a:pt x="34808" y="18694"/>
                    <a:pt x="34798" y="18625"/>
                  </a:cubicBezTo>
                  <a:cubicBezTo>
                    <a:pt x="34798" y="18619"/>
                    <a:pt x="34796" y="18612"/>
                    <a:pt x="34795" y="18606"/>
                  </a:cubicBezTo>
                  <a:cubicBezTo>
                    <a:pt x="34790" y="18584"/>
                    <a:pt x="34789" y="18562"/>
                    <a:pt x="34786" y="18539"/>
                  </a:cubicBezTo>
                  <a:cubicBezTo>
                    <a:pt x="34782" y="18513"/>
                    <a:pt x="34780" y="18488"/>
                    <a:pt x="34775" y="18462"/>
                  </a:cubicBezTo>
                  <a:cubicBezTo>
                    <a:pt x="34772" y="18439"/>
                    <a:pt x="34767" y="18414"/>
                    <a:pt x="34761" y="18388"/>
                  </a:cubicBezTo>
                  <a:cubicBezTo>
                    <a:pt x="34759" y="18363"/>
                    <a:pt x="34753" y="18338"/>
                    <a:pt x="34747" y="18314"/>
                  </a:cubicBezTo>
                  <a:lnTo>
                    <a:pt x="34747" y="18098"/>
                  </a:lnTo>
                  <a:cubicBezTo>
                    <a:pt x="34744" y="18087"/>
                    <a:pt x="34740" y="18072"/>
                    <a:pt x="34737" y="18053"/>
                  </a:cubicBezTo>
                  <a:cubicBezTo>
                    <a:pt x="34725" y="17988"/>
                    <a:pt x="34715" y="17898"/>
                    <a:pt x="34721" y="17834"/>
                  </a:cubicBezTo>
                  <a:cubicBezTo>
                    <a:pt x="34721" y="17828"/>
                    <a:pt x="34722" y="17821"/>
                    <a:pt x="34724" y="17815"/>
                  </a:cubicBezTo>
                  <a:cubicBezTo>
                    <a:pt x="34724" y="17810"/>
                    <a:pt x="34725" y="17805"/>
                    <a:pt x="34728" y="17800"/>
                  </a:cubicBezTo>
                  <a:cubicBezTo>
                    <a:pt x="34732" y="17774"/>
                    <a:pt x="34740" y="17742"/>
                    <a:pt x="34745" y="17713"/>
                  </a:cubicBezTo>
                  <a:cubicBezTo>
                    <a:pt x="34751" y="17684"/>
                    <a:pt x="34756" y="17653"/>
                    <a:pt x="34760" y="17624"/>
                  </a:cubicBezTo>
                  <a:lnTo>
                    <a:pt x="34760" y="17621"/>
                  </a:lnTo>
                  <a:cubicBezTo>
                    <a:pt x="34769" y="17563"/>
                    <a:pt x="34779" y="17505"/>
                    <a:pt x="34786" y="17448"/>
                  </a:cubicBezTo>
                  <a:cubicBezTo>
                    <a:pt x="34795" y="17367"/>
                    <a:pt x="34805" y="17283"/>
                    <a:pt x="34815" y="17201"/>
                  </a:cubicBezTo>
                  <a:cubicBezTo>
                    <a:pt x="34825" y="17117"/>
                    <a:pt x="34837" y="17037"/>
                    <a:pt x="34852" y="16957"/>
                  </a:cubicBezTo>
                  <a:cubicBezTo>
                    <a:pt x="34859" y="16918"/>
                    <a:pt x="34866" y="16877"/>
                    <a:pt x="34876" y="16841"/>
                  </a:cubicBezTo>
                  <a:cubicBezTo>
                    <a:pt x="34881" y="16819"/>
                    <a:pt x="34888" y="16794"/>
                    <a:pt x="34889" y="16771"/>
                  </a:cubicBezTo>
                  <a:cubicBezTo>
                    <a:pt x="34891" y="16759"/>
                    <a:pt x="34892" y="16751"/>
                    <a:pt x="34892" y="16739"/>
                  </a:cubicBezTo>
                  <a:cubicBezTo>
                    <a:pt x="34914" y="16604"/>
                    <a:pt x="34918" y="16460"/>
                    <a:pt x="34929" y="16317"/>
                  </a:cubicBezTo>
                  <a:cubicBezTo>
                    <a:pt x="34934" y="16249"/>
                    <a:pt x="34942" y="16182"/>
                    <a:pt x="34956" y="16114"/>
                  </a:cubicBezTo>
                  <a:cubicBezTo>
                    <a:pt x="34964" y="16082"/>
                    <a:pt x="34971" y="16048"/>
                    <a:pt x="34982" y="16018"/>
                  </a:cubicBezTo>
                  <a:cubicBezTo>
                    <a:pt x="34997" y="15968"/>
                    <a:pt x="35016" y="15920"/>
                    <a:pt x="35036" y="15872"/>
                  </a:cubicBezTo>
                  <a:cubicBezTo>
                    <a:pt x="35058" y="15823"/>
                    <a:pt x="35083" y="15776"/>
                    <a:pt x="35110" y="15729"/>
                  </a:cubicBezTo>
                  <a:cubicBezTo>
                    <a:pt x="35154" y="15660"/>
                    <a:pt x="35198" y="15589"/>
                    <a:pt x="35247" y="15521"/>
                  </a:cubicBezTo>
                  <a:cubicBezTo>
                    <a:pt x="35395" y="15314"/>
                    <a:pt x="35568" y="15122"/>
                    <a:pt x="35696" y="14949"/>
                  </a:cubicBezTo>
                  <a:cubicBezTo>
                    <a:pt x="35765" y="14856"/>
                    <a:pt x="35970" y="14680"/>
                    <a:pt x="35984" y="14562"/>
                  </a:cubicBezTo>
                  <a:lnTo>
                    <a:pt x="35984" y="14562"/>
                  </a:lnTo>
                  <a:cubicBezTo>
                    <a:pt x="35983" y="14563"/>
                    <a:pt x="35982" y="14563"/>
                    <a:pt x="35981" y="14563"/>
                  </a:cubicBezTo>
                  <a:lnTo>
                    <a:pt x="35981" y="14563"/>
                  </a:lnTo>
                  <a:cubicBezTo>
                    <a:pt x="35981" y="14563"/>
                    <a:pt x="35981" y="14563"/>
                    <a:pt x="35981" y="14562"/>
                  </a:cubicBezTo>
                  <a:lnTo>
                    <a:pt x="35981" y="14562"/>
                  </a:lnTo>
                  <a:cubicBezTo>
                    <a:pt x="35903" y="14565"/>
                    <a:pt x="35850" y="14599"/>
                    <a:pt x="35808" y="14635"/>
                  </a:cubicBezTo>
                  <a:cubicBezTo>
                    <a:pt x="35798" y="14648"/>
                    <a:pt x="35789" y="14656"/>
                    <a:pt x="35778" y="14667"/>
                  </a:cubicBezTo>
                  <a:lnTo>
                    <a:pt x="35749" y="14696"/>
                  </a:lnTo>
                  <a:cubicBezTo>
                    <a:pt x="35728" y="14717"/>
                    <a:pt x="35706" y="14737"/>
                    <a:pt x="35685" y="14757"/>
                  </a:cubicBezTo>
                  <a:cubicBezTo>
                    <a:pt x="35673" y="14767"/>
                    <a:pt x="35660" y="14776"/>
                    <a:pt x="35647" y="14786"/>
                  </a:cubicBezTo>
                  <a:cubicBezTo>
                    <a:pt x="35634" y="14797"/>
                    <a:pt x="35622" y="14805"/>
                    <a:pt x="35609" y="14817"/>
                  </a:cubicBezTo>
                  <a:cubicBezTo>
                    <a:pt x="35583" y="14839"/>
                    <a:pt x="35557" y="14862"/>
                    <a:pt x="35531" y="14885"/>
                  </a:cubicBezTo>
                  <a:cubicBezTo>
                    <a:pt x="35481" y="14935"/>
                    <a:pt x="35433" y="14986"/>
                    <a:pt x="35384" y="15041"/>
                  </a:cubicBezTo>
                  <a:cubicBezTo>
                    <a:pt x="35288" y="15145"/>
                    <a:pt x="35196" y="15260"/>
                    <a:pt x="35118" y="15364"/>
                  </a:cubicBezTo>
                  <a:lnTo>
                    <a:pt x="35118" y="15365"/>
                  </a:lnTo>
                  <a:cubicBezTo>
                    <a:pt x="35086" y="15409"/>
                    <a:pt x="35051" y="15451"/>
                    <a:pt x="35014" y="15494"/>
                  </a:cubicBezTo>
                  <a:lnTo>
                    <a:pt x="35014" y="15496"/>
                  </a:lnTo>
                  <a:cubicBezTo>
                    <a:pt x="34980" y="15540"/>
                    <a:pt x="34946" y="15580"/>
                    <a:pt x="34911" y="15627"/>
                  </a:cubicBezTo>
                  <a:cubicBezTo>
                    <a:pt x="34904" y="15640"/>
                    <a:pt x="34895" y="15649"/>
                    <a:pt x="34888" y="15662"/>
                  </a:cubicBezTo>
                  <a:lnTo>
                    <a:pt x="34888" y="15663"/>
                  </a:lnTo>
                  <a:cubicBezTo>
                    <a:pt x="34875" y="15682"/>
                    <a:pt x="34863" y="15698"/>
                    <a:pt x="34852" y="15717"/>
                  </a:cubicBezTo>
                  <a:cubicBezTo>
                    <a:pt x="34838" y="15734"/>
                    <a:pt x="34827" y="15753"/>
                    <a:pt x="34815" y="15771"/>
                  </a:cubicBezTo>
                  <a:cubicBezTo>
                    <a:pt x="34788" y="15822"/>
                    <a:pt x="34761" y="15874"/>
                    <a:pt x="34744" y="15935"/>
                  </a:cubicBezTo>
                  <a:cubicBezTo>
                    <a:pt x="34700" y="16063"/>
                    <a:pt x="34713" y="16194"/>
                    <a:pt x="34679" y="16339"/>
                  </a:cubicBezTo>
                  <a:cubicBezTo>
                    <a:pt x="34670" y="16375"/>
                    <a:pt x="34663" y="16415"/>
                    <a:pt x="34657" y="16453"/>
                  </a:cubicBezTo>
                  <a:cubicBezTo>
                    <a:pt x="34649" y="16490"/>
                    <a:pt x="34644" y="16528"/>
                    <a:pt x="34638" y="16569"/>
                  </a:cubicBezTo>
                  <a:cubicBezTo>
                    <a:pt x="34622" y="16698"/>
                    <a:pt x="34612" y="16831"/>
                    <a:pt x="34594" y="16960"/>
                  </a:cubicBezTo>
                  <a:lnTo>
                    <a:pt x="34594" y="16961"/>
                  </a:lnTo>
                  <a:cubicBezTo>
                    <a:pt x="34583" y="17044"/>
                    <a:pt x="34571" y="17127"/>
                    <a:pt x="34551" y="17207"/>
                  </a:cubicBezTo>
                  <a:cubicBezTo>
                    <a:pt x="34543" y="17289"/>
                    <a:pt x="34536" y="17371"/>
                    <a:pt x="34529" y="17451"/>
                  </a:cubicBezTo>
                  <a:cubicBezTo>
                    <a:pt x="34526" y="17469"/>
                    <a:pt x="34524" y="17483"/>
                    <a:pt x="34520" y="17501"/>
                  </a:cubicBezTo>
                  <a:cubicBezTo>
                    <a:pt x="34514" y="17534"/>
                    <a:pt x="34507" y="17568"/>
                    <a:pt x="34504" y="17604"/>
                  </a:cubicBezTo>
                  <a:cubicBezTo>
                    <a:pt x="34491" y="17704"/>
                    <a:pt x="34484" y="17810"/>
                    <a:pt x="34485" y="17912"/>
                  </a:cubicBezTo>
                  <a:cubicBezTo>
                    <a:pt x="34490" y="17981"/>
                    <a:pt x="34495" y="18046"/>
                    <a:pt x="34498" y="18116"/>
                  </a:cubicBezTo>
                  <a:cubicBezTo>
                    <a:pt x="34481" y="18196"/>
                    <a:pt x="34452" y="18357"/>
                    <a:pt x="34476" y="18468"/>
                  </a:cubicBezTo>
                  <a:cubicBezTo>
                    <a:pt x="34497" y="18561"/>
                    <a:pt x="34513" y="18654"/>
                    <a:pt x="34529" y="18745"/>
                  </a:cubicBezTo>
                  <a:cubicBezTo>
                    <a:pt x="34558" y="18833"/>
                    <a:pt x="34613" y="18926"/>
                    <a:pt x="34636" y="19013"/>
                  </a:cubicBezTo>
                  <a:cubicBezTo>
                    <a:pt x="34638" y="19017"/>
                    <a:pt x="34641" y="19022"/>
                    <a:pt x="34641" y="19026"/>
                  </a:cubicBezTo>
                  <a:cubicBezTo>
                    <a:pt x="34664" y="19115"/>
                    <a:pt x="34674" y="19206"/>
                    <a:pt x="34681" y="19298"/>
                  </a:cubicBezTo>
                  <a:cubicBezTo>
                    <a:pt x="34687" y="19356"/>
                    <a:pt x="34692" y="19414"/>
                    <a:pt x="34699" y="19471"/>
                  </a:cubicBezTo>
                  <a:cubicBezTo>
                    <a:pt x="34699" y="19477"/>
                    <a:pt x="34699" y="19484"/>
                    <a:pt x="34700" y="19491"/>
                  </a:cubicBezTo>
                  <a:cubicBezTo>
                    <a:pt x="34703" y="19544"/>
                    <a:pt x="34711" y="19599"/>
                    <a:pt x="34721" y="19647"/>
                  </a:cubicBezTo>
                  <a:cubicBezTo>
                    <a:pt x="34725" y="19683"/>
                    <a:pt x="34735" y="19718"/>
                    <a:pt x="34745" y="19750"/>
                  </a:cubicBezTo>
                  <a:cubicBezTo>
                    <a:pt x="34753" y="19776"/>
                    <a:pt x="34760" y="19799"/>
                    <a:pt x="34766" y="19826"/>
                  </a:cubicBezTo>
                  <a:cubicBezTo>
                    <a:pt x="34808" y="19958"/>
                    <a:pt x="34847" y="20090"/>
                    <a:pt x="34888" y="20223"/>
                  </a:cubicBezTo>
                  <a:lnTo>
                    <a:pt x="34888" y="20225"/>
                  </a:lnTo>
                  <a:cubicBezTo>
                    <a:pt x="34962" y="20470"/>
                    <a:pt x="35036" y="20715"/>
                    <a:pt x="35115" y="20957"/>
                  </a:cubicBezTo>
                  <a:cubicBezTo>
                    <a:pt x="35123" y="20984"/>
                    <a:pt x="35132" y="21011"/>
                    <a:pt x="35139" y="21034"/>
                  </a:cubicBezTo>
                  <a:cubicBezTo>
                    <a:pt x="35167" y="21114"/>
                    <a:pt x="35190" y="21197"/>
                    <a:pt x="35211" y="21279"/>
                  </a:cubicBezTo>
                  <a:cubicBezTo>
                    <a:pt x="35232" y="21362"/>
                    <a:pt x="35251" y="21447"/>
                    <a:pt x="35270" y="21531"/>
                  </a:cubicBezTo>
                  <a:cubicBezTo>
                    <a:pt x="35299" y="21657"/>
                    <a:pt x="35331" y="21783"/>
                    <a:pt x="35363" y="21906"/>
                  </a:cubicBezTo>
                  <a:cubicBezTo>
                    <a:pt x="35375" y="21945"/>
                    <a:pt x="35385" y="21988"/>
                    <a:pt x="35398" y="22028"/>
                  </a:cubicBezTo>
                  <a:cubicBezTo>
                    <a:pt x="35491" y="22328"/>
                    <a:pt x="35571" y="22592"/>
                    <a:pt x="35689" y="22860"/>
                  </a:cubicBezTo>
                  <a:cubicBezTo>
                    <a:pt x="35733" y="22963"/>
                    <a:pt x="35813" y="23056"/>
                    <a:pt x="35871" y="23149"/>
                  </a:cubicBezTo>
                  <a:cubicBezTo>
                    <a:pt x="35884" y="23184"/>
                    <a:pt x="35895" y="23219"/>
                    <a:pt x="35907" y="23257"/>
                  </a:cubicBezTo>
                  <a:cubicBezTo>
                    <a:pt x="35920" y="23293"/>
                    <a:pt x="35935" y="23328"/>
                    <a:pt x="35945" y="23364"/>
                  </a:cubicBezTo>
                  <a:cubicBezTo>
                    <a:pt x="35949" y="23372"/>
                    <a:pt x="35951" y="23380"/>
                    <a:pt x="35954" y="23389"/>
                  </a:cubicBezTo>
                  <a:cubicBezTo>
                    <a:pt x="35958" y="23398"/>
                    <a:pt x="35964" y="23409"/>
                    <a:pt x="35968" y="23420"/>
                  </a:cubicBezTo>
                  <a:cubicBezTo>
                    <a:pt x="35974" y="23434"/>
                    <a:pt x="35981" y="23453"/>
                    <a:pt x="35989" y="23469"/>
                  </a:cubicBezTo>
                  <a:cubicBezTo>
                    <a:pt x="36009" y="23513"/>
                    <a:pt x="36032" y="23564"/>
                    <a:pt x="36048" y="23614"/>
                  </a:cubicBezTo>
                  <a:cubicBezTo>
                    <a:pt x="36055" y="23635"/>
                    <a:pt x="36061" y="23657"/>
                    <a:pt x="36068" y="23674"/>
                  </a:cubicBezTo>
                  <a:cubicBezTo>
                    <a:pt x="36089" y="23745"/>
                    <a:pt x="36096" y="23811"/>
                    <a:pt x="36073" y="23846"/>
                  </a:cubicBezTo>
                  <a:cubicBezTo>
                    <a:pt x="36060" y="23856"/>
                    <a:pt x="36047" y="23865"/>
                    <a:pt x="36032" y="23873"/>
                  </a:cubicBezTo>
                  <a:cubicBezTo>
                    <a:pt x="36005" y="23891"/>
                    <a:pt x="35974" y="23901"/>
                    <a:pt x="35945" y="23917"/>
                  </a:cubicBezTo>
                  <a:cubicBezTo>
                    <a:pt x="35929" y="23924"/>
                    <a:pt x="35914" y="23931"/>
                    <a:pt x="35901" y="23940"/>
                  </a:cubicBezTo>
                  <a:cubicBezTo>
                    <a:pt x="35791" y="24016"/>
                    <a:pt x="35689" y="24096"/>
                    <a:pt x="35567" y="24161"/>
                  </a:cubicBezTo>
                  <a:cubicBezTo>
                    <a:pt x="35554" y="24168"/>
                    <a:pt x="35545" y="24174"/>
                    <a:pt x="35532" y="24180"/>
                  </a:cubicBezTo>
                  <a:cubicBezTo>
                    <a:pt x="35488" y="24203"/>
                    <a:pt x="35440" y="24224"/>
                    <a:pt x="35390" y="24241"/>
                  </a:cubicBezTo>
                  <a:cubicBezTo>
                    <a:pt x="35360" y="24251"/>
                    <a:pt x="35328" y="24259"/>
                    <a:pt x="35298" y="24267"/>
                  </a:cubicBezTo>
                  <a:lnTo>
                    <a:pt x="35295" y="24267"/>
                  </a:lnTo>
                  <a:cubicBezTo>
                    <a:pt x="35237" y="24282"/>
                    <a:pt x="35179" y="24295"/>
                    <a:pt x="35118" y="24304"/>
                  </a:cubicBezTo>
                  <a:cubicBezTo>
                    <a:pt x="35080" y="24311"/>
                    <a:pt x="35042" y="24318"/>
                    <a:pt x="35006" y="24325"/>
                  </a:cubicBezTo>
                  <a:cubicBezTo>
                    <a:pt x="34993" y="24328"/>
                    <a:pt x="34978" y="24328"/>
                    <a:pt x="34965" y="24334"/>
                  </a:cubicBezTo>
                  <a:cubicBezTo>
                    <a:pt x="34939" y="24340"/>
                    <a:pt x="34913" y="24347"/>
                    <a:pt x="34889" y="24354"/>
                  </a:cubicBezTo>
                  <a:cubicBezTo>
                    <a:pt x="34875" y="24357"/>
                    <a:pt x="34862" y="24363"/>
                    <a:pt x="34847" y="24366"/>
                  </a:cubicBezTo>
                  <a:cubicBezTo>
                    <a:pt x="34830" y="24370"/>
                    <a:pt x="34812" y="24378"/>
                    <a:pt x="34796" y="24385"/>
                  </a:cubicBezTo>
                  <a:cubicBezTo>
                    <a:pt x="34795" y="24386"/>
                    <a:pt x="34793" y="24386"/>
                    <a:pt x="34793" y="24386"/>
                  </a:cubicBezTo>
                  <a:cubicBezTo>
                    <a:pt x="34761" y="24400"/>
                    <a:pt x="34732" y="24414"/>
                    <a:pt x="34703" y="24432"/>
                  </a:cubicBezTo>
                  <a:cubicBezTo>
                    <a:pt x="34684" y="24445"/>
                    <a:pt x="34663" y="24459"/>
                    <a:pt x="34642" y="24475"/>
                  </a:cubicBezTo>
                  <a:cubicBezTo>
                    <a:pt x="34622" y="24491"/>
                    <a:pt x="34600" y="24507"/>
                    <a:pt x="34580" y="24525"/>
                  </a:cubicBezTo>
                  <a:cubicBezTo>
                    <a:pt x="34577" y="24526"/>
                    <a:pt x="34575" y="24529"/>
                    <a:pt x="34571" y="24532"/>
                  </a:cubicBezTo>
                  <a:cubicBezTo>
                    <a:pt x="34554" y="24546"/>
                    <a:pt x="34535" y="24561"/>
                    <a:pt x="34519" y="24580"/>
                  </a:cubicBezTo>
                  <a:cubicBezTo>
                    <a:pt x="34475" y="24618"/>
                    <a:pt x="34434" y="24661"/>
                    <a:pt x="34394" y="24705"/>
                  </a:cubicBezTo>
                  <a:cubicBezTo>
                    <a:pt x="34330" y="24772"/>
                    <a:pt x="34267" y="24842"/>
                    <a:pt x="34202" y="24907"/>
                  </a:cubicBezTo>
                  <a:cubicBezTo>
                    <a:pt x="34103" y="25006"/>
                    <a:pt x="33997" y="25099"/>
                    <a:pt x="33860" y="25170"/>
                  </a:cubicBezTo>
                  <a:cubicBezTo>
                    <a:pt x="33834" y="25183"/>
                    <a:pt x="33808" y="25198"/>
                    <a:pt x="33780" y="25209"/>
                  </a:cubicBezTo>
                  <a:cubicBezTo>
                    <a:pt x="33777" y="25212"/>
                    <a:pt x="33773" y="25214"/>
                    <a:pt x="33770" y="25214"/>
                  </a:cubicBezTo>
                  <a:cubicBezTo>
                    <a:pt x="33693" y="25249"/>
                    <a:pt x="33617" y="25281"/>
                    <a:pt x="33543" y="25315"/>
                  </a:cubicBezTo>
                  <a:lnTo>
                    <a:pt x="33540" y="25315"/>
                  </a:lnTo>
                  <a:cubicBezTo>
                    <a:pt x="33478" y="25345"/>
                    <a:pt x="33415" y="25377"/>
                    <a:pt x="33358" y="25416"/>
                  </a:cubicBezTo>
                  <a:cubicBezTo>
                    <a:pt x="33347" y="25425"/>
                    <a:pt x="33332" y="25433"/>
                    <a:pt x="33319" y="25442"/>
                  </a:cubicBezTo>
                  <a:cubicBezTo>
                    <a:pt x="33306" y="25454"/>
                    <a:pt x="33293" y="25462"/>
                    <a:pt x="33283" y="25471"/>
                  </a:cubicBezTo>
                  <a:cubicBezTo>
                    <a:pt x="33246" y="25503"/>
                    <a:pt x="33213" y="25536"/>
                    <a:pt x="33184" y="25576"/>
                  </a:cubicBezTo>
                  <a:cubicBezTo>
                    <a:pt x="33146" y="25630"/>
                    <a:pt x="33136" y="25701"/>
                    <a:pt x="33100" y="25757"/>
                  </a:cubicBezTo>
                  <a:cubicBezTo>
                    <a:pt x="33023" y="25877"/>
                    <a:pt x="32937" y="25976"/>
                    <a:pt x="32950" y="26162"/>
                  </a:cubicBezTo>
                  <a:cubicBezTo>
                    <a:pt x="32939" y="26161"/>
                    <a:pt x="32928" y="26161"/>
                    <a:pt x="32918" y="26161"/>
                  </a:cubicBezTo>
                  <a:cubicBezTo>
                    <a:pt x="32886" y="26161"/>
                    <a:pt x="32856" y="26163"/>
                    <a:pt x="32825" y="26166"/>
                  </a:cubicBezTo>
                  <a:cubicBezTo>
                    <a:pt x="32772" y="26169"/>
                    <a:pt x="32722" y="26176"/>
                    <a:pt x="32672" y="26186"/>
                  </a:cubicBezTo>
                  <a:cubicBezTo>
                    <a:pt x="32624" y="26195"/>
                    <a:pt x="32579" y="26205"/>
                    <a:pt x="32535" y="26218"/>
                  </a:cubicBezTo>
                  <a:cubicBezTo>
                    <a:pt x="32467" y="26239"/>
                    <a:pt x="32405" y="26261"/>
                    <a:pt x="32339" y="26282"/>
                  </a:cubicBezTo>
                  <a:cubicBezTo>
                    <a:pt x="32290" y="26298"/>
                    <a:pt x="32242" y="26313"/>
                    <a:pt x="32192" y="26326"/>
                  </a:cubicBezTo>
                  <a:cubicBezTo>
                    <a:pt x="32144" y="26340"/>
                    <a:pt x="32096" y="26354"/>
                    <a:pt x="32048" y="26368"/>
                  </a:cubicBezTo>
                  <a:cubicBezTo>
                    <a:pt x="31952" y="26394"/>
                    <a:pt x="31857" y="26420"/>
                    <a:pt x="31763" y="26451"/>
                  </a:cubicBezTo>
                  <a:cubicBezTo>
                    <a:pt x="31372" y="26547"/>
                    <a:pt x="30978" y="26646"/>
                    <a:pt x="30586" y="26742"/>
                  </a:cubicBezTo>
                  <a:lnTo>
                    <a:pt x="30584" y="26742"/>
                  </a:lnTo>
                  <a:cubicBezTo>
                    <a:pt x="30542" y="26753"/>
                    <a:pt x="30500" y="26764"/>
                    <a:pt x="30458" y="26772"/>
                  </a:cubicBezTo>
                  <a:cubicBezTo>
                    <a:pt x="30422" y="26782"/>
                    <a:pt x="30384" y="26790"/>
                    <a:pt x="30349" y="26793"/>
                  </a:cubicBezTo>
                  <a:cubicBezTo>
                    <a:pt x="30267" y="26804"/>
                    <a:pt x="30185" y="26806"/>
                    <a:pt x="30106" y="26826"/>
                  </a:cubicBezTo>
                  <a:lnTo>
                    <a:pt x="29978" y="26826"/>
                  </a:lnTo>
                  <a:cubicBezTo>
                    <a:pt x="29891" y="26845"/>
                    <a:pt x="29795" y="26853"/>
                    <a:pt x="29698" y="26853"/>
                  </a:cubicBezTo>
                  <a:lnTo>
                    <a:pt x="29698" y="26853"/>
                  </a:lnTo>
                  <a:cubicBezTo>
                    <a:pt x="29640" y="26853"/>
                    <a:pt x="29581" y="26850"/>
                    <a:pt x="29523" y="26845"/>
                  </a:cubicBezTo>
                  <a:cubicBezTo>
                    <a:pt x="29373" y="26830"/>
                    <a:pt x="29235" y="26804"/>
                    <a:pt x="29126" y="26772"/>
                  </a:cubicBezTo>
                  <a:cubicBezTo>
                    <a:pt x="29030" y="26746"/>
                    <a:pt x="28953" y="26749"/>
                    <a:pt x="28859" y="26720"/>
                  </a:cubicBezTo>
                  <a:cubicBezTo>
                    <a:pt x="28687" y="26666"/>
                    <a:pt x="28507" y="26615"/>
                    <a:pt x="28316" y="26576"/>
                  </a:cubicBezTo>
                  <a:cubicBezTo>
                    <a:pt x="28219" y="26559"/>
                    <a:pt x="28121" y="26543"/>
                    <a:pt x="28020" y="26529"/>
                  </a:cubicBezTo>
                  <a:cubicBezTo>
                    <a:pt x="27918" y="26518"/>
                    <a:pt x="27813" y="26511"/>
                    <a:pt x="27704" y="26508"/>
                  </a:cubicBezTo>
                  <a:cubicBezTo>
                    <a:pt x="27662" y="26506"/>
                    <a:pt x="27620" y="26505"/>
                    <a:pt x="27579" y="26505"/>
                  </a:cubicBezTo>
                  <a:cubicBezTo>
                    <a:pt x="27579" y="26505"/>
                    <a:pt x="27578" y="26505"/>
                    <a:pt x="27578" y="26505"/>
                  </a:cubicBezTo>
                  <a:lnTo>
                    <a:pt x="27578" y="26505"/>
                  </a:lnTo>
                  <a:cubicBezTo>
                    <a:pt x="27577" y="26505"/>
                    <a:pt x="27577" y="26505"/>
                    <a:pt x="27576" y="26505"/>
                  </a:cubicBezTo>
                  <a:cubicBezTo>
                    <a:pt x="27297" y="26505"/>
                    <a:pt x="27057" y="26542"/>
                    <a:pt x="26827" y="26591"/>
                  </a:cubicBezTo>
                  <a:cubicBezTo>
                    <a:pt x="26689" y="26620"/>
                    <a:pt x="26557" y="26655"/>
                    <a:pt x="26419" y="26691"/>
                  </a:cubicBezTo>
                  <a:cubicBezTo>
                    <a:pt x="26409" y="26695"/>
                    <a:pt x="26394" y="26695"/>
                    <a:pt x="26375" y="26697"/>
                  </a:cubicBezTo>
                  <a:cubicBezTo>
                    <a:pt x="26369" y="26698"/>
                    <a:pt x="26362" y="26700"/>
                    <a:pt x="26355" y="26700"/>
                  </a:cubicBezTo>
                  <a:cubicBezTo>
                    <a:pt x="26343" y="26700"/>
                    <a:pt x="26335" y="26703"/>
                    <a:pt x="26324" y="26704"/>
                  </a:cubicBezTo>
                  <a:cubicBezTo>
                    <a:pt x="26278" y="26707"/>
                    <a:pt x="26223" y="26714"/>
                    <a:pt x="26164" y="26719"/>
                  </a:cubicBezTo>
                  <a:cubicBezTo>
                    <a:pt x="26121" y="26721"/>
                    <a:pt x="26077" y="26726"/>
                    <a:pt x="26035" y="26727"/>
                  </a:cubicBezTo>
                  <a:cubicBezTo>
                    <a:pt x="25969" y="26732"/>
                    <a:pt x="25911" y="26736"/>
                    <a:pt x="25876" y="26736"/>
                  </a:cubicBezTo>
                  <a:lnTo>
                    <a:pt x="25876" y="26736"/>
                  </a:lnTo>
                  <a:cubicBezTo>
                    <a:pt x="25861" y="26736"/>
                    <a:pt x="25850" y="26735"/>
                    <a:pt x="25846" y="26733"/>
                  </a:cubicBezTo>
                  <a:cubicBezTo>
                    <a:pt x="25823" y="26708"/>
                    <a:pt x="25802" y="26681"/>
                    <a:pt x="25784" y="26650"/>
                  </a:cubicBezTo>
                  <a:cubicBezTo>
                    <a:pt x="25766" y="26623"/>
                    <a:pt x="25747" y="26589"/>
                    <a:pt x="25728" y="26563"/>
                  </a:cubicBezTo>
                  <a:cubicBezTo>
                    <a:pt x="25605" y="26390"/>
                    <a:pt x="25410" y="26157"/>
                    <a:pt x="25227" y="26048"/>
                  </a:cubicBezTo>
                  <a:cubicBezTo>
                    <a:pt x="25173" y="26016"/>
                    <a:pt x="25108" y="26002"/>
                    <a:pt x="25043" y="26002"/>
                  </a:cubicBezTo>
                  <a:cubicBezTo>
                    <a:pt x="25042" y="26002"/>
                    <a:pt x="25042" y="26002"/>
                    <a:pt x="25041" y="26002"/>
                  </a:cubicBezTo>
                  <a:lnTo>
                    <a:pt x="25041" y="26002"/>
                  </a:lnTo>
                  <a:cubicBezTo>
                    <a:pt x="25041" y="26002"/>
                    <a:pt x="25040" y="26002"/>
                    <a:pt x="25040" y="26002"/>
                  </a:cubicBezTo>
                  <a:cubicBezTo>
                    <a:pt x="24933" y="26002"/>
                    <a:pt x="24827" y="26042"/>
                    <a:pt x="24776" y="26114"/>
                  </a:cubicBezTo>
                  <a:cubicBezTo>
                    <a:pt x="24632" y="26311"/>
                    <a:pt x="24729" y="26511"/>
                    <a:pt x="24831" y="26671"/>
                  </a:cubicBezTo>
                  <a:cubicBezTo>
                    <a:pt x="24844" y="26691"/>
                    <a:pt x="24857" y="26711"/>
                    <a:pt x="24868" y="26729"/>
                  </a:cubicBezTo>
                  <a:lnTo>
                    <a:pt x="24871" y="26732"/>
                  </a:lnTo>
                  <a:cubicBezTo>
                    <a:pt x="24882" y="26750"/>
                    <a:pt x="24895" y="26769"/>
                    <a:pt x="24907" y="26785"/>
                  </a:cubicBezTo>
                  <a:cubicBezTo>
                    <a:pt x="24918" y="26806"/>
                    <a:pt x="24929" y="26822"/>
                    <a:pt x="24937" y="26841"/>
                  </a:cubicBezTo>
                  <a:cubicBezTo>
                    <a:pt x="24955" y="26873"/>
                    <a:pt x="25020" y="27037"/>
                    <a:pt x="25039" y="27083"/>
                  </a:cubicBezTo>
                  <a:cubicBezTo>
                    <a:pt x="25041" y="27088"/>
                    <a:pt x="25042" y="27091"/>
                    <a:pt x="25042" y="27095"/>
                  </a:cubicBezTo>
                  <a:lnTo>
                    <a:pt x="25042" y="27097"/>
                  </a:lnTo>
                  <a:lnTo>
                    <a:pt x="25044" y="27098"/>
                  </a:lnTo>
                  <a:cubicBezTo>
                    <a:pt x="25017" y="27118"/>
                    <a:pt x="24990" y="27140"/>
                    <a:pt x="24961" y="27158"/>
                  </a:cubicBezTo>
                  <a:cubicBezTo>
                    <a:pt x="24933" y="27176"/>
                    <a:pt x="24904" y="27194"/>
                    <a:pt x="24878" y="27214"/>
                  </a:cubicBezTo>
                  <a:cubicBezTo>
                    <a:pt x="24850" y="27235"/>
                    <a:pt x="24824" y="27255"/>
                    <a:pt x="24801" y="27277"/>
                  </a:cubicBezTo>
                  <a:cubicBezTo>
                    <a:pt x="24777" y="27300"/>
                    <a:pt x="24756" y="27325"/>
                    <a:pt x="24735" y="27354"/>
                  </a:cubicBezTo>
                  <a:cubicBezTo>
                    <a:pt x="24727" y="27368"/>
                    <a:pt x="24715" y="27383"/>
                    <a:pt x="24706" y="27402"/>
                  </a:cubicBezTo>
                  <a:cubicBezTo>
                    <a:pt x="24588" y="27618"/>
                    <a:pt x="24587" y="27919"/>
                    <a:pt x="24683" y="28149"/>
                  </a:cubicBezTo>
                  <a:cubicBezTo>
                    <a:pt x="24699" y="28185"/>
                    <a:pt x="24715" y="28219"/>
                    <a:pt x="24735" y="28251"/>
                  </a:cubicBezTo>
                  <a:cubicBezTo>
                    <a:pt x="24741" y="28260"/>
                    <a:pt x="24748" y="28270"/>
                    <a:pt x="24754" y="28277"/>
                  </a:cubicBezTo>
                  <a:cubicBezTo>
                    <a:pt x="24766" y="28297"/>
                    <a:pt x="24780" y="28319"/>
                    <a:pt x="24798" y="28340"/>
                  </a:cubicBezTo>
                  <a:cubicBezTo>
                    <a:pt x="24830" y="28379"/>
                    <a:pt x="24866" y="28421"/>
                    <a:pt x="24901" y="28452"/>
                  </a:cubicBezTo>
                  <a:cubicBezTo>
                    <a:pt x="24910" y="28459"/>
                    <a:pt x="24917" y="28469"/>
                    <a:pt x="24929" y="28473"/>
                  </a:cubicBezTo>
                  <a:cubicBezTo>
                    <a:pt x="24936" y="28479"/>
                    <a:pt x="24955" y="28491"/>
                    <a:pt x="24977" y="28501"/>
                  </a:cubicBezTo>
                  <a:cubicBezTo>
                    <a:pt x="24990" y="28508"/>
                    <a:pt x="25004" y="28516"/>
                    <a:pt x="25017" y="28523"/>
                  </a:cubicBezTo>
                  <a:cubicBezTo>
                    <a:pt x="25029" y="28529"/>
                    <a:pt x="25041" y="28536"/>
                    <a:pt x="25048" y="28543"/>
                  </a:cubicBezTo>
                  <a:cubicBezTo>
                    <a:pt x="25051" y="28546"/>
                    <a:pt x="25054" y="28546"/>
                    <a:pt x="25055" y="28549"/>
                  </a:cubicBezTo>
                  <a:lnTo>
                    <a:pt x="25055" y="28739"/>
                  </a:lnTo>
                  <a:cubicBezTo>
                    <a:pt x="25094" y="28800"/>
                    <a:pt x="25092" y="28892"/>
                    <a:pt x="25131" y="28953"/>
                  </a:cubicBezTo>
                  <a:cubicBezTo>
                    <a:pt x="25158" y="29000"/>
                    <a:pt x="25215" y="29081"/>
                    <a:pt x="25259" y="29113"/>
                  </a:cubicBezTo>
                  <a:cubicBezTo>
                    <a:pt x="25282" y="29132"/>
                    <a:pt x="25342" y="29154"/>
                    <a:pt x="25353" y="29178"/>
                  </a:cubicBezTo>
                  <a:lnTo>
                    <a:pt x="25353" y="29295"/>
                  </a:lnTo>
                  <a:cubicBezTo>
                    <a:pt x="25360" y="29306"/>
                    <a:pt x="25366" y="29317"/>
                    <a:pt x="25369" y="29328"/>
                  </a:cubicBezTo>
                  <a:cubicBezTo>
                    <a:pt x="25371" y="29337"/>
                    <a:pt x="25374" y="29344"/>
                    <a:pt x="25374" y="29352"/>
                  </a:cubicBezTo>
                  <a:lnTo>
                    <a:pt x="25384" y="29401"/>
                  </a:lnTo>
                  <a:cubicBezTo>
                    <a:pt x="25388" y="29415"/>
                    <a:pt x="25391" y="29431"/>
                    <a:pt x="25397" y="29445"/>
                  </a:cubicBezTo>
                  <a:cubicBezTo>
                    <a:pt x="25410" y="29474"/>
                    <a:pt x="25424" y="29504"/>
                    <a:pt x="25440" y="29538"/>
                  </a:cubicBezTo>
                  <a:cubicBezTo>
                    <a:pt x="25440" y="29538"/>
                    <a:pt x="25442" y="29538"/>
                    <a:pt x="25442" y="29539"/>
                  </a:cubicBezTo>
                  <a:cubicBezTo>
                    <a:pt x="25455" y="29562"/>
                    <a:pt x="25470" y="29588"/>
                    <a:pt x="25487" y="29612"/>
                  </a:cubicBezTo>
                  <a:cubicBezTo>
                    <a:pt x="25497" y="29625"/>
                    <a:pt x="25506" y="29635"/>
                    <a:pt x="25515" y="29648"/>
                  </a:cubicBezTo>
                  <a:cubicBezTo>
                    <a:pt x="25542" y="29684"/>
                    <a:pt x="25574" y="29719"/>
                    <a:pt x="25603" y="29748"/>
                  </a:cubicBezTo>
                  <a:cubicBezTo>
                    <a:pt x="25616" y="29757"/>
                    <a:pt x="25629" y="29767"/>
                    <a:pt x="25643" y="29778"/>
                  </a:cubicBezTo>
                  <a:cubicBezTo>
                    <a:pt x="25705" y="29825"/>
                    <a:pt x="25789" y="29873"/>
                    <a:pt x="25865" y="29904"/>
                  </a:cubicBezTo>
                  <a:cubicBezTo>
                    <a:pt x="25878" y="29910"/>
                    <a:pt x="25897" y="29917"/>
                    <a:pt x="25913" y="29919"/>
                  </a:cubicBezTo>
                  <a:cubicBezTo>
                    <a:pt x="25929" y="29923"/>
                    <a:pt x="25949" y="29924"/>
                    <a:pt x="25964" y="29930"/>
                  </a:cubicBezTo>
                  <a:cubicBezTo>
                    <a:pt x="26000" y="29937"/>
                    <a:pt x="26031" y="29948"/>
                    <a:pt x="26047" y="29969"/>
                  </a:cubicBezTo>
                  <a:cubicBezTo>
                    <a:pt x="26051" y="29975"/>
                    <a:pt x="26060" y="29984"/>
                    <a:pt x="26067" y="29997"/>
                  </a:cubicBezTo>
                  <a:cubicBezTo>
                    <a:pt x="26074" y="30006"/>
                    <a:pt x="26083" y="30017"/>
                    <a:pt x="26093" y="30028"/>
                  </a:cubicBezTo>
                  <a:cubicBezTo>
                    <a:pt x="26103" y="30041"/>
                    <a:pt x="26112" y="30055"/>
                    <a:pt x="26125" y="30071"/>
                  </a:cubicBezTo>
                  <a:lnTo>
                    <a:pt x="26125" y="30073"/>
                  </a:lnTo>
                  <a:cubicBezTo>
                    <a:pt x="26151" y="30102"/>
                    <a:pt x="26175" y="30134"/>
                    <a:pt x="26195" y="30163"/>
                  </a:cubicBezTo>
                  <a:lnTo>
                    <a:pt x="26195" y="30164"/>
                  </a:lnTo>
                  <a:cubicBezTo>
                    <a:pt x="26205" y="30179"/>
                    <a:pt x="26214" y="30192"/>
                    <a:pt x="26221" y="30203"/>
                  </a:cubicBezTo>
                  <a:cubicBezTo>
                    <a:pt x="26236" y="30228"/>
                    <a:pt x="26249" y="30244"/>
                    <a:pt x="26249" y="30250"/>
                  </a:cubicBezTo>
                  <a:cubicBezTo>
                    <a:pt x="26246" y="30262"/>
                    <a:pt x="26242" y="30276"/>
                    <a:pt x="26236" y="30288"/>
                  </a:cubicBezTo>
                  <a:cubicBezTo>
                    <a:pt x="26226" y="30313"/>
                    <a:pt x="26214" y="30339"/>
                    <a:pt x="26199" y="30361"/>
                  </a:cubicBezTo>
                  <a:cubicBezTo>
                    <a:pt x="26195" y="30374"/>
                    <a:pt x="26188" y="30384"/>
                    <a:pt x="26180" y="30395"/>
                  </a:cubicBezTo>
                  <a:cubicBezTo>
                    <a:pt x="26173" y="30411"/>
                    <a:pt x="26162" y="30424"/>
                    <a:pt x="26154" y="30440"/>
                  </a:cubicBezTo>
                  <a:cubicBezTo>
                    <a:pt x="26148" y="30451"/>
                    <a:pt x="26144" y="30461"/>
                    <a:pt x="26140" y="30470"/>
                  </a:cubicBezTo>
                  <a:lnTo>
                    <a:pt x="26144" y="30470"/>
                  </a:lnTo>
                  <a:cubicBezTo>
                    <a:pt x="26105" y="30542"/>
                    <a:pt x="26069" y="30616"/>
                    <a:pt x="26032" y="30688"/>
                  </a:cubicBezTo>
                  <a:cubicBezTo>
                    <a:pt x="26015" y="30723"/>
                    <a:pt x="25999" y="30756"/>
                    <a:pt x="25980" y="30789"/>
                  </a:cubicBezTo>
                  <a:cubicBezTo>
                    <a:pt x="25962" y="30824"/>
                    <a:pt x="25943" y="30856"/>
                    <a:pt x="25923" y="30890"/>
                  </a:cubicBezTo>
                  <a:cubicBezTo>
                    <a:pt x="25810" y="31076"/>
                    <a:pt x="25749" y="31278"/>
                    <a:pt x="25635" y="31465"/>
                  </a:cubicBezTo>
                  <a:cubicBezTo>
                    <a:pt x="25616" y="31496"/>
                    <a:pt x="25599" y="31527"/>
                    <a:pt x="25581" y="31559"/>
                  </a:cubicBezTo>
                  <a:cubicBezTo>
                    <a:pt x="25565" y="31585"/>
                    <a:pt x="25551" y="31611"/>
                    <a:pt x="25536" y="31640"/>
                  </a:cubicBezTo>
                  <a:cubicBezTo>
                    <a:pt x="25515" y="31678"/>
                    <a:pt x="25493" y="31716"/>
                    <a:pt x="25475" y="31756"/>
                  </a:cubicBezTo>
                  <a:cubicBezTo>
                    <a:pt x="25465" y="31772"/>
                    <a:pt x="25456" y="31791"/>
                    <a:pt x="25448" y="31807"/>
                  </a:cubicBezTo>
                  <a:cubicBezTo>
                    <a:pt x="25395" y="31907"/>
                    <a:pt x="25346" y="32011"/>
                    <a:pt x="25298" y="32112"/>
                  </a:cubicBezTo>
                  <a:cubicBezTo>
                    <a:pt x="25282" y="32149"/>
                    <a:pt x="25265" y="32187"/>
                    <a:pt x="25247" y="32223"/>
                  </a:cubicBezTo>
                  <a:cubicBezTo>
                    <a:pt x="25240" y="32243"/>
                    <a:pt x="25231" y="32259"/>
                    <a:pt x="25222" y="32278"/>
                  </a:cubicBezTo>
                  <a:cubicBezTo>
                    <a:pt x="25214" y="32296"/>
                    <a:pt x="25206" y="32315"/>
                    <a:pt x="25199" y="32331"/>
                  </a:cubicBezTo>
                  <a:lnTo>
                    <a:pt x="25106" y="32543"/>
                  </a:lnTo>
                  <a:cubicBezTo>
                    <a:pt x="25077" y="32614"/>
                    <a:pt x="25046" y="32685"/>
                    <a:pt x="25019" y="32755"/>
                  </a:cubicBezTo>
                  <a:cubicBezTo>
                    <a:pt x="24620" y="33764"/>
                    <a:pt x="24331" y="34856"/>
                    <a:pt x="24001" y="35952"/>
                  </a:cubicBezTo>
                  <a:cubicBezTo>
                    <a:pt x="23892" y="36317"/>
                    <a:pt x="23857" y="36702"/>
                    <a:pt x="23767" y="37085"/>
                  </a:cubicBezTo>
                  <a:cubicBezTo>
                    <a:pt x="23750" y="37144"/>
                    <a:pt x="23747" y="37207"/>
                    <a:pt x="23742" y="37267"/>
                  </a:cubicBezTo>
                  <a:cubicBezTo>
                    <a:pt x="23741" y="37299"/>
                    <a:pt x="23739" y="37328"/>
                    <a:pt x="23738" y="37360"/>
                  </a:cubicBezTo>
                  <a:cubicBezTo>
                    <a:pt x="23735" y="37389"/>
                    <a:pt x="23731" y="37419"/>
                    <a:pt x="23725" y="37448"/>
                  </a:cubicBezTo>
                  <a:cubicBezTo>
                    <a:pt x="23709" y="37528"/>
                    <a:pt x="23713" y="37640"/>
                    <a:pt x="23709" y="37740"/>
                  </a:cubicBezTo>
                  <a:cubicBezTo>
                    <a:pt x="23704" y="37813"/>
                    <a:pt x="23696" y="37880"/>
                    <a:pt x="23667" y="37922"/>
                  </a:cubicBezTo>
                  <a:cubicBezTo>
                    <a:pt x="23661" y="37934"/>
                    <a:pt x="23654" y="37943"/>
                    <a:pt x="23646" y="37948"/>
                  </a:cubicBezTo>
                  <a:cubicBezTo>
                    <a:pt x="23623" y="37967"/>
                    <a:pt x="23594" y="37982"/>
                    <a:pt x="23553" y="37982"/>
                  </a:cubicBezTo>
                  <a:cubicBezTo>
                    <a:pt x="23527" y="37959"/>
                    <a:pt x="23491" y="37959"/>
                    <a:pt x="23459" y="37938"/>
                  </a:cubicBezTo>
                  <a:cubicBezTo>
                    <a:pt x="23376" y="37887"/>
                    <a:pt x="23292" y="37825"/>
                    <a:pt x="23215" y="37767"/>
                  </a:cubicBezTo>
                  <a:cubicBezTo>
                    <a:pt x="23033" y="37633"/>
                    <a:pt x="22880" y="37464"/>
                    <a:pt x="22701" y="37328"/>
                  </a:cubicBezTo>
                  <a:lnTo>
                    <a:pt x="22328" y="36954"/>
                  </a:lnTo>
                  <a:cubicBezTo>
                    <a:pt x="22325" y="36952"/>
                    <a:pt x="22323" y="36950"/>
                    <a:pt x="22322" y="36950"/>
                  </a:cubicBezTo>
                  <a:cubicBezTo>
                    <a:pt x="22274" y="36904"/>
                    <a:pt x="22216" y="36867"/>
                    <a:pt x="22171" y="36822"/>
                  </a:cubicBezTo>
                  <a:cubicBezTo>
                    <a:pt x="22150" y="36807"/>
                    <a:pt x="22139" y="36793"/>
                    <a:pt x="22126" y="36774"/>
                  </a:cubicBezTo>
                  <a:cubicBezTo>
                    <a:pt x="22047" y="36670"/>
                    <a:pt x="21918" y="36519"/>
                    <a:pt x="21816" y="36441"/>
                  </a:cubicBezTo>
                  <a:cubicBezTo>
                    <a:pt x="21516" y="36214"/>
                    <a:pt x="21282" y="35923"/>
                    <a:pt x="21080" y="35597"/>
                  </a:cubicBezTo>
                  <a:cubicBezTo>
                    <a:pt x="21055" y="35558"/>
                    <a:pt x="21012" y="35515"/>
                    <a:pt x="20994" y="35469"/>
                  </a:cubicBezTo>
                  <a:cubicBezTo>
                    <a:pt x="20944" y="35347"/>
                    <a:pt x="20962" y="35211"/>
                    <a:pt x="20929" y="35073"/>
                  </a:cubicBezTo>
                  <a:cubicBezTo>
                    <a:pt x="20853" y="34738"/>
                    <a:pt x="20855" y="34354"/>
                    <a:pt x="20855" y="33952"/>
                  </a:cubicBezTo>
                  <a:cubicBezTo>
                    <a:pt x="20855" y="33706"/>
                    <a:pt x="20818" y="33395"/>
                    <a:pt x="20868" y="33172"/>
                  </a:cubicBezTo>
                  <a:cubicBezTo>
                    <a:pt x="20906" y="32992"/>
                    <a:pt x="20852" y="32774"/>
                    <a:pt x="20888" y="32605"/>
                  </a:cubicBezTo>
                  <a:lnTo>
                    <a:pt x="20888" y="32435"/>
                  </a:lnTo>
                  <a:cubicBezTo>
                    <a:pt x="20914" y="32315"/>
                    <a:pt x="20906" y="32158"/>
                    <a:pt x="20932" y="32040"/>
                  </a:cubicBezTo>
                  <a:cubicBezTo>
                    <a:pt x="20936" y="32012"/>
                    <a:pt x="20942" y="31985"/>
                    <a:pt x="20946" y="31955"/>
                  </a:cubicBezTo>
                  <a:cubicBezTo>
                    <a:pt x="20954" y="31905"/>
                    <a:pt x="20958" y="31854"/>
                    <a:pt x="20962" y="31803"/>
                  </a:cubicBezTo>
                  <a:cubicBezTo>
                    <a:pt x="20968" y="31720"/>
                    <a:pt x="20971" y="31638"/>
                    <a:pt x="20978" y="31556"/>
                  </a:cubicBezTo>
                  <a:cubicBezTo>
                    <a:pt x="20980" y="31547"/>
                    <a:pt x="20980" y="31538"/>
                    <a:pt x="20983" y="31529"/>
                  </a:cubicBezTo>
                  <a:cubicBezTo>
                    <a:pt x="20986" y="31502"/>
                    <a:pt x="20987" y="31474"/>
                    <a:pt x="20993" y="31447"/>
                  </a:cubicBezTo>
                  <a:cubicBezTo>
                    <a:pt x="20997" y="31420"/>
                    <a:pt x="21002" y="31394"/>
                    <a:pt x="21007" y="31367"/>
                  </a:cubicBezTo>
                  <a:cubicBezTo>
                    <a:pt x="21021" y="31256"/>
                    <a:pt x="21029" y="31146"/>
                    <a:pt x="21038" y="31035"/>
                  </a:cubicBezTo>
                  <a:cubicBezTo>
                    <a:pt x="21064" y="30928"/>
                    <a:pt x="21082" y="30821"/>
                    <a:pt x="21099" y="30711"/>
                  </a:cubicBezTo>
                  <a:cubicBezTo>
                    <a:pt x="21101" y="30702"/>
                    <a:pt x="21102" y="30691"/>
                    <a:pt x="21102" y="30683"/>
                  </a:cubicBezTo>
                  <a:cubicBezTo>
                    <a:pt x="21103" y="30664"/>
                    <a:pt x="21106" y="30643"/>
                    <a:pt x="21109" y="30622"/>
                  </a:cubicBezTo>
                  <a:cubicBezTo>
                    <a:pt x="21114" y="30602"/>
                    <a:pt x="21115" y="30584"/>
                    <a:pt x="21117" y="30566"/>
                  </a:cubicBezTo>
                  <a:cubicBezTo>
                    <a:pt x="21121" y="30531"/>
                    <a:pt x="21125" y="30499"/>
                    <a:pt x="21130" y="30465"/>
                  </a:cubicBezTo>
                  <a:cubicBezTo>
                    <a:pt x="21131" y="30454"/>
                    <a:pt x="21133" y="30439"/>
                    <a:pt x="21133" y="30427"/>
                  </a:cubicBezTo>
                  <a:cubicBezTo>
                    <a:pt x="21135" y="30407"/>
                    <a:pt x="21137" y="30391"/>
                    <a:pt x="21138" y="30371"/>
                  </a:cubicBezTo>
                  <a:cubicBezTo>
                    <a:pt x="21166" y="30158"/>
                    <a:pt x="21195" y="29946"/>
                    <a:pt x="21249" y="29743"/>
                  </a:cubicBezTo>
                  <a:cubicBezTo>
                    <a:pt x="21269" y="29663"/>
                    <a:pt x="21290" y="29581"/>
                    <a:pt x="21306" y="29498"/>
                  </a:cubicBezTo>
                  <a:cubicBezTo>
                    <a:pt x="21313" y="29465"/>
                    <a:pt x="21320" y="29430"/>
                    <a:pt x="21326" y="29394"/>
                  </a:cubicBezTo>
                  <a:cubicBezTo>
                    <a:pt x="21333" y="29356"/>
                    <a:pt x="21340" y="29315"/>
                    <a:pt x="21348" y="29277"/>
                  </a:cubicBezTo>
                  <a:cubicBezTo>
                    <a:pt x="21351" y="29257"/>
                    <a:pt x="21355" y="29240"/>
                    <a:pt x="21358" y="29221"/>
                  </a:cubicBezTo>
                  <a:cubicBezTo>
                    <a:pt x="21361" y="29213"/>
                    <a:pt x="21362" y="29206"/>
                    <a:pt x="21362" y="29200"/>
                  </a:cubicBezTo>
                  <a:cubicBezTo>
                    <a:pt x="21370" y="29164"/>
                    <a:pt x="21377" y="29126"/>
                    <a:pt x="21384" y="29091"/>
                  </a:cubicBezTo>
                  <a:cubicBezTo>
                    <a:pt x="21387" y="29072"/>
                    <a:pt x="21391" y="29055"/>
                    <a:pt x="21397" y="29036"/>
                  </a:cubicBezTo>
                  <a:cubicBezTo>
                    <a:pt x="21415" y="28943"/>
                    <a:pt x="21436" y="28851"/>
                    <a:pt x="21463" y="28760"/>
                  </a:cubicBezTo>
                  <a:cubicBezTo>
                    <a:pt x="21487" y="28674"/>
                    <a:pt x="21509" y="28587"/>
                    <a:pt x="21531" y="28498"/>
                  </a:cubicBezTo>
                  <a:cubicBezTo>
                    <a:pt x="21537" y="28478"/>
                    <a:pt x="21543" y="28459"/>
                    <a:pt x="21545" y="28437"/>
                  </a:cubicBezTo>
                  <a:cubicBezTo>
                    <a:pt x="21551" y="28421"/>
                    <a:pt x="21557" y="28405"/>
                    <a:pt x="21559" y="28386"/>
                  </a:cubicBezTo>
                  <a:cubicBezTo>
                    <a:pt x="21564" y="28369"/>
                    <a:pt x="21569" y="28350"/>
                    <a:pt x="21572" y="28331"/>
                  </a:cubicBezTo>
                  <a:cubicBezTo>
                    <a:pt x="21598" y="28222"/>
                    <a:pt x="21624" y="28114"/>
                    <a:pt x="21647" y="28005"/>
                  </a:cubicBezTo>
                  <a:cubicBezTo>
                    <a:pt x="21673" y="27895"/>
                    <a:pt x="21698" y="27781"/>
                    <a:pt x="21721" y="27671"/>
                  </a:cubicBezTo>
                  <a:cubicBezTo>
                    <a:pt x="21748" y="27560"/>
                    <a:pt x="21771" y="27448"/>
                    <a:pt x="21794" y="27338"/>
                  </a:cubicBezTo>
                  <a:cubicBezTo>
                    <a:pt x="21798" y="27325"/>
                    <a:pt x="21800" y="27310"/>
                    <a:pt x="21804" y="27300"/>
                  </a:cubicBezTo>
                  <a:cubicBezTo>
                    <a:pt x="21823" y="27201"/>
                    <a:pt x="21848" y="27104"/>
                    <a:pt x="21870" y="27008"/>
                  </a:cubicBezTo>
                  <a:cubicBezTo>
                    <a:pt x="21873" y="26987"/>
                    <a:pt x="21877" y="26969"/>
                    <a:pt x="21881" y="26951"/>
                  </a:cubicBezTo>
                  <a:cubicBezTo>
                    <a:pt x="21886" y="26931"/>
                    <a:pt x="21891" y="26909"/>
                    <a:pt x="21894" y="26892"/>
                  </a:cubicBezTo>
                  <a:cubicBezTo>
                    <a:pt x="21899" y="26871"/>
                    <a:pt x="21903" y="26852"/>
                    <a:pt x="21907" y="26835"/>
                  </a:cubicBezTo>
                  <a:cubicBezTo>
                    <a:pt x="21954" y="26633"/>
                    <a:pt x="22003" y="26435"/>
                    <a:pt x="22059" y="26237"/>
                  </a:cubicBezTo>
                  <a:cubicBezTo>
                    <a:pt x="22070" y="26144"/>
                    <a:pt x="22085" y="26053"/>
                    <a:pt x="22099" y="25958"/>
                  </a:cubicBezTo>
                  <a:cubicBezTo>
                    <a:pt x="22185" y="25644"/>
                    <a:pt x="22223" y="25281"/>
                    <a:pt x="22303" y="24965"/>
                  </a:cubicBezTo>
                  <a:cubicBezTo>
                    <a:pt x="22331" y="24865"/>
                    <a:pt x="22342" y="24764"/>
                    <a:pt x="22352" y="24664"/>
                  </a:cubicBezTo>
                  <a:cubicBezTo>
                    <a:pt x="22357" y="24639"/>
                    <a:pt x="22358" y="24616"/>
                    <a:pt x="22361" y="24590"/>
                  </a:cubicBezTo>
                  <a:cubicBezTo>
                    <a:pt x="22367" y="24541"/>
                    <a:pt x="22374" y="24493"/>
                    <a:pt x="22383" y="24442"/>
                  </a:cubicBezTo>
                  <a:cubicBezTo>
                    <a:pt x="22387" y="24429"/>
                    <a:pt x="22389" y="24416"/>
                    <a:pt x="22393" y="24402"/>
                  </a:cubicBezTo>
                  <a:cubicBezTo>
                    <a:pt x="22395" y="24391"/>
                    <a:pt x="22396" y="24379"/>
                    <a:pt x="22402" y="24366"/>
                  </a:cubicBezTo>
                  <a:cubicBezTo>
                    <a:pt x="22445" y="24141"/>
                    <a:pt x="22490" y="23918"/>
                    <a:pt x="22534" y="23693"/>
                  </a:cubicBezTo>
                  <a:cubicBezTo>
                    <a:pt x="22578" y="23469"/>
                    <a:pt x="22623" y="23244"/>
                    <a:pt x="22666" y="23020"/>
                  </a:cubicBezTo>
                  <a:cubicBezTo>
                    <a:pt x="22693" y="22847"/>
                    <a:pt x="22717" y="22671"/>
                    <a:pt x="22743" y="22496"/>
                  </a:cubicBezTo>
                  <a:cubicBezTo>
                    <a:pt x="22771" y="22163"/>
                    <a:pt x="22800" y="21833"/>
                    <a:pt x="22826" y="21502"/>
                  </a:cubicBezTo>
                  <a:lnTo>
                    <a:pt x="22826" y="21246"/>
                  </a:lnTo>
                  <a:cubicBezTo>
                    <a:pt x="22868" y="21054"/>
                    <a:pt x="22838" y="20787"/>
                    <a:pt x="22838" y="20576"/>
                  </a:cubicBezTo>
                  <a:cubicBezTo>
                    <a:pt x="22838" y="20414"/>
                    <a:pt x="22858" y="20212"/>
                    <a:pt x="22826" y="20073"/>
                  </a:cubicBezTo>
                  <a:cubicBezTo>
                    <a:pt x="22823" y="19974"/>
                    <a:pt x="22819" y="19876"/>
                    <a:pt x="22816" y="19779"/>
                  </a:cubicBezTo>
                  <a:cubicBezTo>
                    <a:pt x="22812" y="19682"/>
                    <a:pt x="22809" y="19583"/>
                    <a:pt x="22805" y="19487"/>
                  </a:cubicBezTo>
                  <a:cubicBezTo>
                    <a:pt x="22802" y="19474"/>
                    <a:pt x="22802" y="19459"/>
                    <a:pt x="22797" y="19445"/>
                  </a:cubicBezTo>
                  <a:cubicBezTo>
                    <a:pt x="22794" y="19418"/>
                    <a:pt x="22794" y="19391"/>
                    <a:pt x="22793" y="19362"/>
                  </a:cubicBezTo>
                  <a:cubicBezTo>
                    <a:pt x="22789" y="19289"/>
                    <a:pt x="22789" y="19215"/>
                    <a:pt x="22773" y="19144"/>
                  </a:cubicBezTo>
                  <a:cubicBezTo>
                    <a:pt x="22735" y="18972"/>
                    <a:pt x="22722" y="18786"/>
                    <a:pt x="22703" y="18606"/>
                  </a:cubicBezTo>
                  <a:cubicBezTo>
                    <a:pt x="22698" y="18553"/>
                    <a:pt x="22691" y="18497"/>
                    <a:pt x="22684" y="18446"/>
                  </a:cubicBezTo>
                  <a:cubicBezTo>
                    <a:pt x="22677" y="18394"/>
                    <a:pt x="22666" y="18338"/>
                    <a:pt x="22656" y="18289"/>
                  </a:cubicBezTo>
                  <a:cubicBezTo>
                    <a:pt x="22649" y="18206"/>
                    <a:pt x="22643" y="18125"/>
                    <a:pt x="22636" y="18042"/>
                  </a:cubicBezTo>
                  <a:cubicBezTo>
                    <a:pt x="22636" y="18037"/>
                    <a:pt x="22634" y="18030"/>
                    <a:pt x="22634" y="18023"/>
                  </a:cubicBezTo>
                  <a:cubicBezTo>
                    <a:pt x="22607" y="17896"/>
                    <a:pt x="22621" y="17755"/>
                    <a:pt x="22592" y="17617"/>
                  </a:cubicBezTo>
                  <a:cubicBezTo>
                    <a:pt x="22531" y="17337"/>
                    <a:pt x="22540" y="16976"/>
                    <a:pt x="22540" y="16653"/>
                  </a:cubicBezTo>
                  <a:cubicBezTo>
                    <a:pt x="22543" y="16438"/>
                    <a:pt x="22546" y="16220"/>
                    <a:pt x="22550" y="16003"/>
                  </a:cubicBezTo>
                  <a:cubicBezTo>
                    <a:pt x="22560" y="15967"/>
                    <a:pt x="22565" y="15931"/>
                    <a:pt x="22570" y="15894"/>
                  </a:cubicBezTo>
                  <a:cubicBezTo>
                    <a:pt x="22576" y="15858"/>
                    <a:pt x="22582" y="15820"/>
                    <a:pt x="22584" y="15785"/>
                  </a:cubicBezTo>
                  <a:cubicBezTo>
                    <a:pt x="22597" y="15676"/>
                    <a:pt x="22600" y="15567"/>
                    <a:pt x="22608" y="15457"/>
                  </a:cubicBezTo>
                  <a:cubicBezTo>
                    <a:pt x="22611" y="15429"/>
                    <a:pt x="22613" y="15403"/>
                    <a:pt x="22616" y="15374"/>
                  </a:cubicBezTo>
                  <a:cubicBezTo>
                    <a:pt x="22620" y="15355"/>
                    <a:pt x="22620" y="15335"/>
                    <a:pt x="22623" y="15314"/>
                  </a:cubicBezTo>
                  <a:cubicBezTo>
                    <a:pt x="22627" y="15294"/>
                    <a:pt x="22629" y="15275"/>
                    <a:pt x="22633" y="15255"/>
                  </a:cubicBezTo>
                  <a:cubicBezTo>
                    <a:pt x="22640" y="15214"/>
                    <a:pt x="22648" y="15176"/>
                    <a:pt x="22658" y="15137"/>
                  </a:cubicBezTo>
                  <a:cubicBezTo>
                    <a:pt x="22674" y="15076"/>
                    <a:pt x="22687" y="15018"/>
                    <a:pt x="22701" y="14959"/>
                  </a:cubicBezTo>
                  <a:cubicBezTo>
                    <a:pt x="22730" y="14843"/>
                    <a:pt x="22759" y="14731"/>
                    <a:pt x="22787" y="14616"/>
                  </a:cubicBezTo>
                  <a:cubicBezTo>
                    <a:pt x="22861" y="14334"/>
                    <a:pt x="22940" y="14065"/>
                    <a:pt x="23052" y="13811"/>
                  </a:cubicBezTo>
                  <a:cubicBezTo>
                    <a:pt x="23132" y="13625"/>
                    <a:pt x="23222" y="13444"/>
                    <a:pt x="23316" y="13269"/>
                  </a:cubicBezTo>
                  <a:cubicBezTo>
                    <a:pt x="23321" y="13255"/>
                    <a:pt x="23328" y="13247"/>
                    <a:pt x="23335" y="13234"/>
                  </a:cubicBezTo>
                  <a:cubicBezTo>
                    <a:pt x="23360" y="13190"/>
                    <a:pt x="23385" y="13145"/>
                    <a:pt x="23411" y="13101"/>
                  </a:cubicBezTo>
                  <a:cubicBezTo>
                    <a:pt x="23428" y="13068"/>
                    <a:pt x="23447" y="13037"/>
                    <a:pt x="23465" y="13007"/>
                  </a:cubicBezTo>
                  <a:cubicBezTo>
                    <a:pt x="23515" y="12921"/>
                    <a:pt x="23566" y="12835"/>
                    <a:pt x="23619" y="12754"/>
                  </a:cubicBezTo>
                  <a:cubicBezTo>
                    <a:pt x="23648" y="12706"/>
                    <a:pt x="23677" y="12659"/>
                    <a:pt x="23706" y="12610"/>
                  </a:cubicBezTo>
                  <a:cubicBezTo>
                    <a:pt x="23738" y="12563"/>
                    <a:pt x="23768" y="12514"/>
                    <a:pt x="23799" y="12466"/>
                  </a:cubicBezTo>
                  <a:cubicBezTo>
                    <a:pt x="23830" y="12419"/>
                    <a:pt x="23876" y="12386"/>
                    <a:pt x="23895" y="12326"/>
                  </a:cubicBezTo>
                  <a:lnTo>
                    <a:pt x="23883" y="12326"/>
                  </a:lnTo>
                  <a:cubicBezTo>
                    <a:pt x="23884" y="12323"/>
                    <a:pt x="23885" y="12320"/>
                    <a:pt x="23886" y="12316"/>
                  </a:cubicBezTo>
                  <a:lnTo>
                    <a:pt x="23884" y="12316"/>
                  </a:lnTo>
                  <a:cubicBezTo>
                    <a:pt x="23884" y="12316"/>
                    <a:pt x="23885" y="12315"/>
                    <a:pt x="23885" y="12315"/>
                  </a:cubicBezTo>
                  <a:lnTo>
                    <a:pt x="23867" y="12315"/>
                  </a:lnTo>
                  <a:lnTo>
                    <a:pt x="23867" y="12312"/>
                  </a:lnTo>
                  <a:cubicBezTo>
                    <a:pt x="23838" y="12345"/>
                    <a:pt x="23803" y="12373"/>
                    <a:pt x="23767" y="12396"/>
                  </a:cubicBezTo>
                  <a:cubicBezTo>
                    <a:pt x="23745" y="12414"/>
                    <a:pt x="23722" y="12430"/>
                    <a:pt x="23700" y="12449"/>
                  </a:cubicBezTo>
                  <a:cubicBezTo>
                    <a:pt x="23687" y="12457"/>
                    <a:pt x="23678" y="12466"/>
                    <a:pt x="23665" y="12476"/>
                  </a:cubicBezTo>
                  <a:cubicBezTo>
                    <a:pt x="23654" y="12486"/>
                    <a:pt x="23645" y="12494"/>
                    <a:pt x="23636" y="12505"/>
                  </a:cubicBezTo>
                  <a:cubicBezTo>
                    <a:pt x="23632" y="12508"/>
                    <a:pt x="23625" y="12515"/>
                    <a:pt x="23622" y="12521"/>
                  </a:cubicBezTo>
                  <a:cubicBezTo>
                    <a:pt x="23617" y="12524"/>
                    <a:pt x="23613" y="12531"/>
                    <a:pt x="23609" y="12536"/>
                  </a:cubicBezTo>
                  <a:cubicBezTo>
                    <a:pt x="23555" y="12610"/>
                    <a:pt x="23498" y="12683"/>
                    <a:pt x="23440" y="12757"/>
                  </a:cubicBezTo>
                  <a:cubicBezTo>
                    <a:pt x="23383" y="12832"/>
                    <a:pt x="23326" y="12906"/>
                    <a:pt x="23270" y="12984"/>
                  </a:cubicBezTo>
                  <a:cubicBezTo>
                    <a:pt x="23274" y="12987"/>
                    <a:pt x="23279" y="12990"/>
                    <a:pt x="23283" y="12993"/>
                  </a:cubicBezTo>
                  <a:lnTo>
                    <a:pt x="23283" y="12993"/>
                  </a:lnTo>
                  <a:cubicBezTo>
                    <a:pt x="23282" y="12994"/>
                    <a:pt x="23281" y="12995"/>
                    <a:pt x="23280" y="12997"/>
                  </a:cubicBezTo>
                  <a:cubicBezTo>
                    <a:pt x="23252" y="13033"/>
                    <a:pt x="23226" y="13069"/>
                    <a:pt x="23201" y="13106"/>
                  </a:cubicBezTo>
                  <a:cubicBezTo>
                    <a:pt x="23174" y="13145"/>
                    <a:pt x="23145" y="13183"/>
                    <a:pt x="23117" y="13222"/>
                  </a:cubicBezTo>
                  <a:cubicBezTo>
                    <a:pt x="23065" y="13299"/>
                    <a:pt x="23014" y="13379"/>
                    <a:pt x="22963" y="13459"/>
                  </a:cubicBezTo>
                  <a:cubicBezTo>
                    <a:pt x="22932" y="13511"/>
                    <a:pt x="22903" y="13562"/>
                    <a:pt x="22874" y="13615"/>
                  </a:cubicBezTo>
                  <a:lnTo>
                    <a:pt x="22868" y="13626"/>
                  </a:lnTo>
                  <a:cubicBezTo>
                    <a:pt x="22845" y="13673"/>
                    <a:pt x="22822" y="13721"/>
                    <a:pt x="22797" y="13770"/>
                  </a:cubicBezTo>
                  <a:cubicBezTo>
                    <a:pt x="22713" y="13949"/>
                    <a:pt x="22634" y="14135"/>
                    <a:pt x="22557" y="14324"/>
                  </a:cubicBezTo>
                  <a:cubicBezTo>
                    <a:pt x="22546" y="14356"/>
                    <a:pt x="22531" y="14391"/>
                    <a:pt x="22521" y="14424"/>
                  </a:cubicBezTo>
                  <a:cubicBezTo>
                    <a:pt x="22509" y="14458"/>
                    <a:pt x="22499" y="14493"/>
                    <a:pt x="22489" y="14526"/>
                  </a:cubicBezTo>
                  <a:cubicBezTo>
                    <a:pt x="22488" y="14529"/>
                    <a:pt x="22485" y="14535"/>
                    <a:pt x="22485" y="14538"/>
                  </a:cubicBezTo>
                  <a:cubicBezTo>
                    <a:pt x="22458" y="14638"/>
                    <a:pt x="22437" y="14738"/>
                    <a:pt x="22416" y="14842"/>
                  </a:cubicBezTo>
                  <a:cubicBezTo>
                    <a:pt x="22396" y="14951"/>
                    <a:pt x="22376" y="15064"/>
                    <a:pt x="22357" y="15177"/>
                  </a:cubicBezTo>
                  <a:cubicBezTo>
                    <a:pt x="22342" y="15271"/>
                    <a:pt x="22325" y="15364"/>
                    <a:pt x="22306" y="15458"/>
                  </a:cubicBezTo>
                  <a:lnTo>
                    <a:pt x="22284" y="15561"/>
                  </a:lnTo>
                  <a:cubicBezTo>
                    <a:pt x="22274" y="15669"/>
                    <a:pt x="22269" y="15774"/>
                    <a:pt x="22262" y="15881"/>
                  </a:cubicBezTo>
                  <a:cubicBezTo>
                    <a:pt x="22172" y="16282"/>
                    <a:pt x="22249" y="16854"/>
                    <a:pt x="22249" y="17281"/>
                  </a:cubicBezTo>
                  <a:lnTo>
                    <a:pt x="22240" y="17281"/>
                  </a:lnTo>
                  <a:cubicBezTo>
                    <a:pt x="22208" y="17242"/>
                    <a:pt x="22133" y="17198"/>
                    <a:pt x="22037" y="17165"/>
                  </a:cubicBezTo>
                  <a:cubicBezTo>
                    <a:pt x="22022" y="17159"/>
                    <a:pt x="22009" y="17153"/>
                    <a:pt x="21993" y="17150"/>
                  </a:cubicBezTo>
                  <a:cubicBezTo>
                    <a:pt x="21983" y="17146"/>
                    <a:pt x="21973" y="17145"/>
                    <a:pt x="21961" y="17140"/>
                  </a:cubicBezTo>
                  <a:cubicBezTo>
                    <a:pt x="21954" y="17137"/>
                    <a:pt x="21945" y="17136"/>
                    <a:pt x="21937" y="17132"/>
                  </a:cubicBezTo>
                  <a:cubicBezTo>
                    <a:pt x="21902" y="17123"/>
                    <a:pt x="21867" y="17114"/>
                    <a:pt x="21829" y="17108"/>
                  </a:cubicBezTo>
                  <a:cubicBezTo>
                    <a:pt x="21828" y="17107"/>
                    <a:pt x="21826" y="17107"/>
                    <a:pt x="21822" y="17107"/>
                  </a:cubicBezTo>
                  <a:cubicBezTo>
                    <a:pt x="21793" y="17101"/>
                    <a:pt x="21762" y="17095"/>
                    <a:pt x="21732" y="17094"/>
                  </a:cubicBezTo>
                  <a:cubicBezTo>
                    <a:pt x="21726" y="17092"/>
                    <a:pt x="21720" y="17089"/>
                    <a:pt x="21714" y="17089"/>
                  </a:cubicBezTo>
                  <a:cubicBezTo>
                    <a:pt x="21678" y="17088"/>
                    <a:pt x="21643" y="17086"/>
                    <a:pt x="21610" y="17086"/>
                  </a:cubicBezTo>
                  <a:cubicBezTo>
                    <a:pt x="21589" y="17086"/>
                    <a:pt x="21569" y="17087"/>
                    <a:pt x="21550" y="17088"/>
                  </a:cubicBezTo>
                  <a:cubicBezTo>
                    <a:pt x="21528" y="17092"/>
                    <a:pt x="21506" y="17094"/>
                    <a:pt x="21487" y="17100"/>
                  </a:cubicBezTo>
                  <a:cubicBezTo>
                    <a:pt x="21467" y="17102"/>
                    <a:pt x="21449" y="17107"/>
                    <a:pt x="21429" y="17110"/>
                  </a:cubicBezTo>
                  <a:cubicBezTo>
                    <a:pt x="21391" y="17116"/>
                    <a:pt x="21354" y="17121"/>
                    <a:pt x="21313" y="17124"/>
                  </a:cubicBezTo>
                  <a:cubicBezTo>
                    <a:pt x="21292" y="17126"/>
                    <a:pt x="21274" y="17129"/>
                    <a:pt x="21253" y="17129"/>
                  </a:cubicBezTo>
                  <a:cubicBezTo>
                    <a:pt x="21121" y="17140"/>
                    <a:pt x="20986" y="17146"/>
                    <a:pt x="20859" y="17172"/>
                  </a:cubicBezTo>
                  <a:lnTo>
                    <a:pt x="20622" y="17172"/>
                  </a:lnTo>
                  <a:cubicBezTo>
                    <a:pt x="20573" y="17182"/>
                    <a:pt x="20498" y="17188"/>
                    <a:pt x="20424" y="17188"/>
                  </a:cubicBezTo>
                  <a:cubicBezTo>
                    <a:pt x="20355" y="17188"/>
                    <a:pt x="20286" y="17183"/>
                    <a:pt x="20238" y="17172"/>
                  </a:cubicBezTo>
                  <a:cubicBezTo>
                    <a:pt x="20125" y="17168"/>
                    <a:pt x="20010" y="17166"/>
                    <a:pt x="19897" y="17161"/>
                  </a:cubicBezTo>
                  <a:cubicBezTo>
                    <a:pt x="19878" y="17158"/>
                    <a:pt x="19853" y="17155"/>
                    <a:pt x="19834" y="17152"/>
                  </a:cubicBezTo>
                  <a:cubicBezTo>
                    <a:pt x="19756" y="17139"/>
                    <a:pt x="19677" y="17129"/>
                    <a:pt x="19597" y="17117"/>
                  </a:cubicBezTo>
                  <a:cubicBezTo>
                    <a:pt x="19546" y="17104"/>
                    <a:pt x="19497" y="17092"/>
                    <a:pt x="19445" y="17079"/>
                  </a:cubicBezTo>
                  <a:cubicBezTo>
                    <a:pt x="19441" y="17078"/>
                    <a:pt x="19436" y="17077"/>
                    <a:pt x="19432" y="17076"/>
                  </a:cubicBezTo>
                  <a:lnTo>
                    <a:pt x="19432" y="17076"/>
                  </a:lnTo>
                  <a:cubicBezTo>
                    <a:pt x="19435" y="17075"/>
                    <a:pt x="19438" y="17074"/>
                    <a:pt x="19440" y="17073"/>
                  </a:cubicBezTo>
                  <a:cubicBezTo>
                    <a:pt x="19407" y="17066"/>
                    <a:pt x="19375" y="17059"/>
                    <a:pt x="19340" y="17052"/>
                  </a:cubicBezTo>
                  <a:lnTo>
                    <a:pt x="19340" y="17052"/>
                  </a:lnTo>
                  <a:cubicBezTo>
                    <a:pt x="19340" y="17052"/>
                    <a:pt x="19340" y="17052"/>
                    <a:pt x="19340" y="17052"/>
                  </a:cubicBezTo>
                  <a:cubicBezTo>
                    <a:pt x="19171" y="17014"/>
                    <a:pt x="19001" y="16983"/>
                    <a:pt x="18831" y="16953"/>
                  </a:cubicBezTo>
                  <a:lnTo>
                    <a:pt x="18831" y="16953"/>
                  </a:lnTo>
                  <a:cubicBezTo>
                    <a:pt x="18831" y="16953"/>
                    <a:pt x="18831" y="16953"/>
                    <a:pt x="18831" y="16953"/>
                  </a:cubicBezTo>
                  <a:cubicBezTo>
                    <a:pt x="18761" y="16940"/>
                    <a:pt x="18696" y="16927"/>
                    <a:pt x="18627" y="16916"/>
                  </a:cubicBezTo>
                  <a:lnTo>
                    <a:pt x="18627" y="16916"/>
                  </a:lnTo>
                  <a:cubicBezTo>
                    <a:pt x="18628" y="16918"/>
                    <a:pt x="18628" y="16919"/>
                    <a:pt x="18628" y="16920"/>
                  </a:cubicBezTo>
                  <a:lnTo>
                    <a:pt x="18628" y="16920"/>
                  </a:lnTo>
                  <a:cubicBezTo>
                    <a:pt x="18574" y="16911"/>
                    <a:pt x="18519" y="16900"/>
                    <a:pt x="18465" y="16892"/>
                  </a:cubicBezTo>
                  <a:cubicBezTo>
                    <a:pt x="18402" y="16881"/>
                    <a:pt x="18338" y="16870"/>
                    <a:pt x="18276" y="16860"/>
                  </a:cubicBezTo>
                  <a:cubicBezTo>
                    <a:pt x="18120" y="16832"/>
                    <a:pt x="17966" y="16801"/>
                    <a:pt x="17810" y="16768"/>
                  </a:cubicBezTo>
                  <a:cubicBezTo>
                    <a:pt x="17727" y="16751"/>
                    <a:pt x="17640" y="16732"/>
                    <a:pt x="17559" y="16711"/>
                  </a:cubicBezTo>
                  <a:cubicBezTo>
                    <a:pt x="17320" y="16685"/>
                    <a:pt x="17081" y="16656"/>
                    <a:pt x="16842" y="16628"/>
                  </a:cubicBezTo>
                  <a:cubicBezTo>
                    <a:pt x="16766" y="16608"/>
                    <a:pt x="16688" y="16592"/>
                    <a:pt x="16609" y="16576"/>
                  </a:cubicBezTo>
                  <a:cubicBezTo>
                    <a:pt x="16557" y="16565"/>
                    <a:pt x="16502" y="16556"/>
                    <a:pt x="16448" y="16547"/>
                  </a:cubicBezTo>
                  <a:cubicBezTo>
                    <a:pt x="16397" y="16535"/>
                    <a:pt x="16348" y="16527"/>
                    <a:pt x="16295" y="16519"/>
                  </a:cubicBezTo>
                  <a:cubicBezTo>
                    <a:pt x="16293" y="16519"/>
                    <a:pt x="16290" y="16519"/>
                    <a:pt x="16288" y="16518"/>
                  </a:cubicBezTo>
                  <a:lnTo>
                    <a:pt x="16288" y="16518"/>
                  </a:lnTo>
                  <a:lnTo>
                    <a:pt x="16288" y="16506"/>
                  </a:lnTo>
                  <a:cubicBezTo>
                    <a:pt x="16058" y="16469"/>
                    <a:pt x="15830" y="16434"/>
                    <a:pt x="15605" y="16394"/>
                  </a:cubicBezTo>
                  <a:cubicBezTo>
                    <a:pt x="15602" y="16395"/>
                    <a:pt x="15599" y="16395"/>
                    <a:pt x="15596" y="16395"/>
                  </a:cubicBezTo>
                  <a:cubicBezTo>
                    <a:pt x="15565" y="16395"/>
                    <a:pt x="15536" y="16388"/>
                    <a:pt x="15504" y="16383"/>
                  </a:cubicBezTo>
                  <a:lnTo>
                    <a:pt x="15504" y="16383"/>
                  </a:lnTo>
                  <a:cubicBezTo>
                    <a:pt x="15504" y="16383"/>
                    <a:pt x="15504" y="16383"/>
                    <a:pt x="15504" y="16383"/>
                  </a:cubicBezTo>
                  <a:cubicBezTo>
                    <a:pt x="15374" y="16358"/>
                    <a:pt x="15247" y="16330"/>
                    <a:pt x="15124" y="16300"/>
                  </a:cubicBezTo>
                  <a:cubicBezTo>
                    <a:pt x="15087" y="16291"/>
                    <a:pt x="15051" y="16280"/>
                    <a:pt x="15015" y="16271"/>
                  </a:cubicBezTo>
                  <a:cubicBezTo>
                    <a:pt x="14977" y="16259"/>
                    <a:pt x="14937" y="16249"/>
                    <a:pt x="14901" y="16236"/>
                  </a:cubicBezTo>
                  <a:cubicBezTo>
                    <a:pt x="14814" y="16220"/>
                    <a:pt x="14730" y="16201"/>
                    <a:pt x="14645" y="16184"/>
                  </a:cubicBezTo>
                  <a:cubicBezTo>
                    <a:pt x="14562" y="16156"/>
                    <a:pt x="14479" y="16133"/>
                    <a:pt x="14395" y="16111"/>
                  </a:cubicBezTo>
                  <a:cubicBezTo>
                    <a:pt x="14341" y="16096"/>
                    <a:pt x="14286" y="16083"/>
                    <a:pt x="14232" y="16067"/>
                  </a:cubicBezTo>
                  <a:cubicBezTo>
                    <a:pt x="14163" y="16047"/>
                    <a:pt x="14091" y="16029"/>
                    <a:pt x="14020" y="16009"/>
                  </a:cubicBezTo>
                  <a:cubicBezTo>
                    <a:pt x="14000" y="16003"/>
                    <a:pt x="13978" y="15996"/>
                    <a:pt x="13959" y="15989"/>
                  </a:cubicBezTo>
                  <a:cubicBezTo>
                    <a:pt x="13931" y="15983"/>
                    <a:pt x="13905" y="15974"/>
                    <a:pt x="13879" y="15964"/>
                  </a:cubicBezTo>
                  <a:cubicBezTo>
                    <a:pt x="13840" y="15952"/>
                    <a:pt x="13802" y="15939"/>
                    <a:pt x="13767" y="15928"/>
                  </a:cubicBezTo>
                  <a:cubicBezTo>
                    <a:pt x="13760" y="15923"/>
                    <a:pt x="13751" y="15922"/>
                    <a:pt x="13742" y="15918"/>
                  </a:cubicBezTo>
                  <a:cubicBezTo>
                    <a:pt x="13715" y="15907"/>
                    <a:pt x="13680" y="15900"/>
                    <a:pt x="13642" y="15891"/>
                  </a:cubicBezTo>
                  <a:lnTo>
                    <a:pt x="13641" y="15891"/>
                  </a:lnTo>
                  <a:cubicBezTo>
                    <a:pt x="13617" y="15884"/>
                    <a:pt x="13591" y="15878"/>
                    <a:pt x="13568" y="15871"/>
                  </a:cubicBezTo>
                  <a:cubicBezTo>
                    <a:pt x="13542" y="15865"/>
                    <a:pt x="13518" y="15858"/>
                    <a:pt x="13495" y="15851"/>
                  </a:cubicBezTo>
                  <a:cubicBezTo>
                    <a:pt x="13460" y="15841"/>
                    <a:pt x="13430" y="15829"/>
                    <a:pt x="13406" y="15815"/>
                  </a:cubicBezTo>
                  <a:lnTo>
                    <a:pt x="13406" y="15815"/>
                  </a:lnTo>
                  <a:cubicBezTo>
                    <a:pt x="13400" y="15811"/>
                    <a:pt x="13394" y="15807"/>
                    <a:pt x="13389" y="15803"/>
                  </a:cubicBezTo>
                  <a:cubicBezTo>
                    <a:pt x="13386" y="15800"/>
                    <a:pt x="13382" y="15795"/>
                    <a:pt x="13379" y="15791"/>
                  </a:cubicBezTo>
                  <a:cubicBezTo>
                    <a:pt x="13389" y="15781"/>
                    <a:pt x="13401" y="15772"/>
                    <a:pt x="13409" y="15763"/>
                  </a:cubicBezTo>
                  <a:cubicBezTo>
                    <a:pt x="13420" y="15750"/>
                    <a:pt x="13431" y="15742"/>
                    <a:pt x="13440" y="15729"/>
                  </a:cubicBezTo>
                  <a:cubicBezTo>
                    <a:pt x="13498" y="15660"/>
                    <a:pt x="13540" y="15566"/>
                    <a:pt x="13590" y="15493"/>
                  </a:cubicBezTo>
                  <a:cubicBezTo>
                    <a:pt x="13609" y="15464"/>
                    <a:pt x="13627" y="15435"/>
                    <a:pt x="13642" y="15407"/>
                  </a:cubicBezTo>
                  <a:cubicBezTo>
                    <a:pt x="13649" y="15393"/>
                    <a:pt x="13658" y="15378"/>
                    <a:pt x="13664" y="15364"/>
                  </a:cubicBezTo>
                  <a:cubicBezTo>
                    <a:pt x="13689" y="15320"/>
                    <a:pt x="13707" y="15279"/>
                    <a:pt x="13723" y="15239"/>
                  </a:cubicBezTo>
                  <a:lnTo>
                    <a:pt x="13725" y="15239"/>
                  </a:lnTo>
                  <a:cubicBezTo>
                    <a:pt x="13737" y="15217"/>
                    <a:pt x="13745" y="15195"/>
                    <a:pt x="13751" y="15170"/>
                  </a:cubicBezTo>
                  <a:cubicBezTo>
                    <a:pt x="13761" y="15151"/>
                    <a:pt x="13769" y="15127"/>
                    <a:pt x="13774" y="15105"/>
                  </a:cubicBezTo>
                  <a:cubicBezTo>
                    <a:pt x="13789" y="15061"/>
                    <a:pt x="13802" y="15015"/>
                    <a:pt x="13816" y="14967"/>
                  </a:cubicBezTo>
                  <a:cubicBezTo>
                    <a:pt x="13844" y="14872"/>
                    <a:pt x="13869" y="14767"/>
                    <a:pt x="13899" y="14650"/>
                  </a:cubicBezTo>
                  <a:cubicBezTo>
                    <a:pt x="13910" y="14573"/>
                    <a:pt x="13914" y="14500"/>
                    <a:pt x="13921" y="14424"/>
                  </a:cubicBezTo>
                  <a:cubicBezTo>
                    <a:pt x="13928" y="14391"/>
                    <a:pt x="13936" y="14349"/>
                    <a:pt x="13942" y="14305"/>
                  </a:cubicBezTo>
                  <a:cubicBezTo>
                    <a:pt x="13946" y="14266"/>
                    <a:pt x="13950" y="14222"/>
                    <a:pt x="13953" y="14174"/>
                  </a:cubicBezTo>
                  <a:cubicBezTo>
                    <a:pt x="13953" y="14158"/>
                    <a:pt x="13955" y="14138"/>
                    <a:pt x="13955" y="14121"/>
                  </a:cubicBezTo>
                  <a:cubicBezTo>
                    <a:pt x="13956" y="14061"/>
                    <a:pt x="13955" y="13997"/>
                    <a:pt x="13950" y="13942"/>
                  </a:cubicBezTo>
                  <a:lnTo>
                    <a:pt x="13950" y="13939"/>
                  </a:lnTo>
                  <a:cubicBezTo>
                    <a:pt x="13947" y="13897"/>
                    <a:pt x="13943" y="13859"/>
                    <a:pt x="13936" y="13825"/>
                  </a:cubicBezTo>
                  <a:cubicBezTo>
                    <a:pt x="13933" y="13792"/>
                    <a:pt x="13933" y="13757"/>
                    <a:pt x="13928" y="13724"/>
                  </a:cubicBezTo>
                  <a:lnTo>
                    <a:pt x="13928" y="13721"/>
                  </a:lnTo>
                  <a:cubicBezTo>
                    <a:pt x="13927" y="13684"/>
                    <a:pt x="13926" y="13647"/>
                    <a:pt x="13926" y="13612"/>
                  </a:cubicBezTo>
                  <a:cubicBezTo>
                    <a:pt x="13921" y="13593"/>
                    <a:pt x="13918" y="13577"/>
                    <a:pt x="13912" y="13559"/>
                  </a:cubicBezTo>
                  <a:cubicBezTo>
                    <a:pt x="13904" y="13523"/>
                    <a:pt x="13896" y="13487"/>
                    <a:pt x="13889" y="13452"/>
                  </a:cubicBezTo>
                  <a:cubicBezTo>
                    <a:pt x="13876" y="13399"/>
                    <a:pt x="13866" y="13346"/>
                    <a:pt x="13851" y="13298"/>
                  </a:cubicBezTo>
                  <a:cubicBezTo>
                    <a:pt x="13841" y="13264"/>
                    <a:pt x="13831" y="13232"/>
                    <a:pt x="13818" y="13205"/>
                  </a:cubicBezTo>
                  <a:cubicBezTo>
                    <a:pt x="13797" y="13155"/>
                    <a:pt x="13791" y="13109"/>
                    <a:pt x="13754" y="13083"/>
                  </a:cubicBezTo>
                  <a:lnTo>
                    <a:pt x="13754" y="13083"/>
                  </a:lnTo>
                  <a:cubicBezTo>
                    <a:pt x="13741" y="13073"/>
                    <a:pt x="13725" y="13065"/>
                    <a:pt x="13703" y="13061"/>
                  </a:cubicBezTo>
                  <a:lnTo>
                    <a:pt x="13703" y="13081"/>
                  </a:lnTo>
                  <a:cubicBezTo>
                    <a:pt x="13667" y="13141"/>
                    <a:pt x="13721" y="13407"/>
                    <a:pt x="13735" y="13478"/>
                  </a:cubicBezTo>
                  <a:cubicBezTo>
                    <a:pt x="13738" y="13559"/>
                    <a:pt x="13742" y="13642"/>
                    <a:pt x="13745" y="13722"/>
                  </a:cubicBezTo>
                  <a:cubicBezTo>
                    <a:pt x="13751" y="13742"/>
                    <a:pt x="13754" y="13764"/>
                    <a:pt x="13758" y="13790"/>
                  </a:cubicBezTo>
                  <a:cubicBezTo>
                    <a:pt x="13761" y="13814"/>
                    <a:pt x="13764" y="13841"/>
                    <a:pt x="13766" y="13866"/>
                  </a:cubicBezTo>
                  <a:cubicBezTo>
                    <a:pt x="13774" y="13982"/>
                    <a:pt x="13773" y="14122"/>
                    <a:pt x="13764" y="14251"/>
                  </a:cubicBezTo>
                  <a:cubicBezTo>
                    <a:pt x="13761" y="14273"/>
                    <a:pt x="13760" y="14295"/>
                    <a:pt x="13760" y="14314"/>
                  </a:cubicBezTo>
                  <a:cubicBezTo>
                    <a:pt x="13754" y="14382"/>
                    <a:pt x="13745" y="14446"/>
                    <a:pt x="13737" y="14499"/>
                  </a:cubicBezTo>
                  <a:cubicBezTo>
                    <a:pt x="13732" y="14515"/>
                    <a:pt x="13731" y="14529"/>
                    <a:pt x="13728" y="14544"/>
                  </a:cubicBezTo>
                  <a:cubicBezTo>
                    <a:pt x="13710" y="14606"/>
                    <a:pt x="13696" y="14667"/>
                    <a:pt x="13684" y="14728"/>
                  </a:cubicBezTo>
                  <a:cubicBezTo>
                    <a:pt x="13648" y="14882"/>
                    <a:pt x="13613" y="15031"/>
                    <a:pt x="13553" y="15164"/>
                  </a:cubicBezTo>
                  <a:cubicBezTo>
                    <a:pt x="13540" y="15191"/>
                    <a:pt x="13527" y="15217"/>
                    <a:pt x="13513" y="15240"/>
                  </a:cubicBezTo>
                  <a:cubicBezTo>
                    <a:pt x="13510" y="15249"/>
                    <a:pt x="13507" y="15255"/>
                    <a:pt x="13502" y="15260"/>
                  </a:cubicBezTo>
                  <a:cubicBezTo>
                    <a:pt x="13404" y="15419"/>
                    <a:pt x="13270" y="15553"/>
                    <a:pt x="13161" y="15698"/>
                  </a:cubicBezTo>
                  <a:cubicBezTo>
                    <a:pt x="13056" y="15836"/>
                    <a:pt x="12914" y="16005"/>
                    <a:pt x="12722" y="16051"/>
                  </a:cubicBezTo>
                  <a:cubicBezTo>
                    <a:pt x="12707" y="16055"/>
                    <a:pt x="12690" y="16056"/>
                    <a:pt x="12672" y="16056"/>
                  </a:cubicBezTo>
                  <a:cubicBezTo>
                    <a:pt x="12506" y="16056"/>
                    <a:pt x="12225" y="15919"/>
                    <a:pt x="12136" y="15880"/>
                  </a:cubicBezTo>
                  <a:cubicBezTo>
                    <a:pt x="12073" y="15852"/>
                    <a:pt x="12009" y="15827"/>
                    <a:pt x="11947" y="15806"/>
                  </a:cubicBezTo>
                  <a:cubicBezTo>
                    <a:pt x="11919" y="15792"/>
                    <a:pt x="11892" y="15784"/>
                    <a:pt x="11862" y="15772"/>
                  </a:cubicBezTo>
                  <a:lnTo>
                    <a:pt x="11697" y="15714"/>
                  </a:lnTo>
                  <a:cubicBezTo>
                    <a:pt x="11692" y="15713"/>
                    <a:pt x="11685" y="15711"/>
                    <a:pt x="11679" y="15711"/>
                  </a:cubicBezTo>
                  <a:cubicBezTo>
                    <a:pt x="11680" y="15712"/>
                    <a:pt x="11681" y="15712"/>
                    <a:pt x="11682" y="15713"/>
                  </a:cubicBezTo>
                  <a:lnTo>
                    <a:pt x="11682" y="15713"/>
                  </a:lnTo>
                  <a:cubicBezTo>
                    <a:pt x="11658" y="15706"/>
                    <a:pt x="11637" y="15699"/>
                    <a:pt x="11615" y="15692"/>
                  </a:cubicBezTo>
                  <a:cubicBezTo>
                    <a:pt x="11496" y="15667"/>
                    <a:pt x="11375" y="15640"/>
                    <a:pt x="11256" y="15612"/>
                  </a:cubicBezTo>
                  <a:cubicBezTo>
                    <a:pt x="11215" y="15603"/>
                    <a:pt x="11178" y="15595"/>
                    <a:pt x="11137" y="15585"/>
                  </a:cubicBezTo>
                  <a:cubicBezTo>
                    <a:pt x="11115" y="15580"/>
                    <a:pt x="11093" y="15569"/>
                    <a:pt x="11074" y="15561"/>
                  </a:cubicBezTo>
                  <a:cubicBezTo>
                    <a:pt x="11063" y="15558"/>
                    <a:pt x="11054" y="15551"/>
                    <a:pt x="11041" y="15547"/>
                  </a:cubicBezTo>
                  <a:cubicBezTo>
                    <a:pt x="11021" y="15538"/>
                    <a:pt x="10999" y="15526"/>
                    <a:pt x="10977" y="15519"/>
                  </a:cubicBezTo>
                  <a:cubicBezTo>
                    <a:pt x="10965" y="15516"/>
                    <a:pt x="10955" y="15515"/>
                    <a:pt x="10944" y="15510"/>
                  </a:cubicBezTo>
                  <a:lnTo>
                    <a:pt x="10944" y="15509"/>
                  </a:lnTo>
                  <a:cubicBezTo>
                    <a:pt x="10941" y="15508"/>
                    <a:pt x="10941" y="15505"/>
                    <a:pt x="10939" y="15503"/>
                  </a:cubicBezTo>
                  <a:cubicBezTo>
                    <a:pt x="10938" y="15494"/>
                    <a:pt x="10936" y="15486"/>
                    <a:pt x="10933" y="15478"/>
                  </a:cubicBezTo>
                  <a:cubicBezTo>
                    <a:pt x="10977" y="15471"/>
                    <a:pt x="11018" y="15451"/>
                    <a:pt x="11056" y="15423"/>
                  </a:cubicBezTo>
                  <a:cubicBezTo>
                    <a:pt x="11067" y="15416"/>
                    <a:pt x="11076" y="15407"/>
                    <a:pt x="11086" y="15396"/>
                  </a:cubicBezTo>
                  <a:cubicBezTo>
                    <a:pt x="11104" y="15380"/>
                    <a:pt x="11121" y="15362"/>
                    <a:pt x="11137" y="15342"/>
                  </a:cubicBezTo>
                  <a:cubicBezTo>
                    <a:pt x="11151" y="15321"/>
                    <a:pt x="11165" y="15304"/>
                    <a:pt x="11179" y="15282"/>
                  </a:cubicBezTo>
                  <a:cubicBezTo>
                    <a:pt x="11183" y="15275"/>
                    <a:pt x="11191" y="15268"/>
                    <a:pt x="11194" y="15257"/>
                  </a:cubicBezTo>
                  <a:cubicBezTo>
                    <a:pt x="11236" y="15189"/>
                    <a:pt x="11268" y="15112"/>
                    <a:pt x="11295" y="15051"/>
                  </a:cubicBezTo>
                  <a:lnTo>
                    <a:pt x="11295" y="15050"/>
                  </a:lnTo>
                  <a:cubicBezTo>
                    <a:pt x="11310" y="15009"/>
                    <a:pt x="11329" y="14970"/>
                    <a:pt x="11345" y="14927"/>
                  </a:cubicBezTo>
                  <a:cubicBezTo>
                    <a:pt x="11346" y="14923"/>
                    <a:pt x="11348" y="14920"/>
                    <a:pt x="11348" y="14916"/>
                  </a:cubicBezTo>
                  <a:cubicBezTo>
                    <a:pt x="11351" y="14916"/>
                    <a:pt x="11351" y="14916"/>
                    <a:pt x="11348" y="14913"/>
                  </a:cubicBezTo>
                  <a:cubicBezTo>
                    <a:pt x="11359" y="14887"/>
                    <a:pt x="11368" y="14862"/>
                    <a:pt x="11375" y="14836"/>
                  </a:cubicBezTo>
                  <a:cubicBezTo>
                    <a:pt x="11384" y="14817"/>
                    <a:pt x="11391" y="14792"/>
                    <a:pt x="11399" y="14770"/>
                  </a:cubicBezTo>
                  <a:lnTo>
                    <a:pt x="11399" y="14769"/>
                  </a:lnTo>
                  <a:lnTo>
                    <a:pt x="11399" y="14767"/>
                  </a:lnTo>
                  <a:cubicBezTo>
                    <a:pt x="11412" y="14730"/>
                    <a:pt x="11423" y="14690"/>
                    <a:pt x="11434" y="14651"/>
                  </a:cubicBezTo>
                  <a:cubicBezTo>
                    <a:pt x="11447" y="14613"/>
                    <a:pt x="11455" y="14573"/>
                    <a:pt x="11467" y="14533"/>
                  </a:cubicBezTo>
                  <a:cubicBezTo>
                    <a:pt x="11530" y="14269"/>
                    <a:pt x="11570" y="13977"/>
                    <a:pt x="11563" y="13687"/>
                  </a:cubicBezTo>
                  <a:cubicBezTo>
                    <a:pt x="11563" y="13658"/>
                    <a:pt x="11561" y="13628"/>
                    <a:pt x="11559" y="13599"/>
                  </a:cubicBezTo>
                  <a:cubicBezTo>
                    <a:pt x="11557" y="13571"/>
                    <a:pt x="11556" y="13546"/>
                    <a:pt x="11554" y="13519"/>
                  </a:cubicBezTo>
                  <a:lnTo>
                    <a:pt x="11554" y="13510"/>
                  </a:lnTo>
                  <a:cubicBezTo>
                    <a:pt x="11548" y="13436"/>
                    <a:pt x="11537" y="13360"/>
                    <a:pt x="11525" y="13287"/>
                  </a:cubicBezTo>
                  <a:cubicBezTo>
                    <a:pt x="11519" y="13255"/>
                    <a:pt x="11512" y="13225"/>
                    <a:pt x="11505" y="13193"/>
                  </a:cubicBezTo>
                  <a:cubicBezTo>
                    <a:pt x="11498" y="13159"/>
                    <a:pt x="11489" y="13125"/>
                    <a:pt x="11477" y="13091"/>
                  </a:cubicBezTo>
                  <a:cubicBezTo>
                    <a:pt x="11439" y="12966"/>
                    <a:pt x="11431" y="12854"/>
                    <a:pt x="11370" y="12749"/>
                  </a:cubicBezTo>
                  <a:cubicBezTo>
                    <a:pt x="11348" y="12712"/>
                    <a:pt x="11325" y="12674"/>
                    <a:pt x="11295" y="12638"/>
                  </a:cubicBezTo>
                  <a:cubicBezTo>
                    <a:pt x="11268" y="12601"/>
                    <a:pt x="11242" y="12568"/>
                    <a:pt x="11207" y="12537"/>
                  </a:cubicBezTo>
                  <a:cubicBezTo>
                    <a:pt x="11144" y="12476"/>
                    <a:pt x="11069" y="12421"/>
                    <a:pt x="10984" y="12386"/>
                  </a:cubicBezTo>
                  <a:cubicBezTo>
                    <a:pt x="10958" y="12383"/>
                    <a:pt x="10930" y="12376"/>
                    <a:pt x="10903" y="12371"/>
                  </a:cubicBezTo>
                  <a:lnTo>
                    <a:pt x="10762" y="12345"/>
                  </a:lnTo>
                  <a:cubicBezTo>
                    <a:pt x="10781" y="12345"/>
                    <a:pt x="10800" y="12345"/>
                    <a:pt x="10820" y="12342"/>
                  </a:cubicBezTo>
                  <a:cubicBezTo>
                    <a:pt x="10858" y="12339"/>
                    <a:pt x="10893" y="12334"/>
                    <a:pt x="10926" y="12331"/>
                  </a:cubicBezTo>
                  <a:cubicBezTo>
                    <a:pt x="10945" y="12327"/>
                    <a:pt x="10964" y="12325"/>
                    <a:pt x="10982" y="12322"/>
                  </a:cubicBezTo>
                  <a:lnTo>
                    <a:pt x="10982" y="12322"/>
                  </a:lnTo>
                  <a:cubicBezTo>
                    <a:pt x="10981" y="12323"/>
                    <a:pt x="10981" y="12323"/>
                    <a:pt x="10980" y="12323"/>
                  </a:cubicBezTo>
                  <a:lnTo>
                    <a:pt x="10980" y="12323"/>
                  </a:lnTo>
                  <a:cubicBezTo>
                    <a:pt x="10981" y="12323"/>
                    <a:pt x="10983" y="12323"/>
                    <a:pt x="10984" y="12323"/>
                  </a:cubicBezTo>
                  <a:lnTo>
                    <a:pt x="10984" y="12323"/>
                  </a:lnTo>
                  <a:cubicBezTo>
                    <a:pt x="10983" y="12323"/>
                    <a:pt x="10982" y="12323"/>
                    <a:pt x="10982" y="12323"/>
                  </a:cubicBezTo>
                  <a:lnTo>
                    <a:pt x="10982" y="12323"/>
                  </a:lnTo>
                  <a:cubicBezTo>
                    <a:pt x="10998" y="12322"/>
                    <a:pt x="11016" y="12319"/>
                    <a:pt x="11034" y="12316"/>
                  </a:cubicBezTo>
                  <a:cubicBezTo>
                    <a:pt x="11040" y="12316"/>
                    <a:pt x="11047" y="12315"/>
                    <a:pt x="11054" y="12312"/>
                  </a:cubicBezTo>
                  <a:cubicBezTo>
                    <a:pt x="11066" y="12312"/>
                    <a:pt x="11074" y="12310"/>
                    <a:pt x="11088" y="12309"/>
                  </a:cubicBezTo>
                  <a:cubicBezTo>
                    <a:pt x="11096" y="12309"/>
                    <a:pt x="11105" y="12307"/>
                    <a:pt x="11114" y="12305"/>
                  </a:cubicBezTo>
                  <a:cubicBezTo>
                    <a:pt x="11118" y="12305"/>
                    <a:pt x="11124" y="12305"/>
                    <a:pt x="11127" y="12303"/>
                  </a:cubicBezTo>
                  <a:lnTo>
                    <a:pt x="11143" y="12303"/>
                  </a:lnTo>
                  <a:cubicBezTo>
                    <a:pt x="11163" y="12302"/>
                    <a:pt x="11182" y="12302"/>
                    <a:pt x="11204" y="12302"/>
                  </a:cubicBezTo>
                  <a:cubicBezTo>
                    <a:pt x="11363" y="12302"/>
                    <a:pt x="11525" y="12318"/>
                    <a:pt x="11680" y="12318"/>
                  </a:cubicBezTo>
                  <a:cubicBezTo>
                    <a:pt x="11751" y="12318"/>
                    <a:pt x="11820" y="12315"/>
                    <a:pt x="11887" y="12305"/>
                  </a:cubicBezTo>
                  <a:cubicBezTo>
                    <a:pt x="11911" y="12302"/>
                    <a:pt x="11936" y="12298"/>
                    <a:pt x="11960" y="12291"/>
                  </a:cubicBezTo>
                  <a:lnTo>
                    <a:pt x="11960" y="12291"/>
                  </a:lnTo>
                  <a:cubicBezTo>
                    <a:pt x="11961" y="12291"/>
                    <a:pt x="11963" y="12290"/>
                    <a:pt x="11964" y="12290"/>
                  </a:cubicBezTo>
                  <a:lnTo>
                    <a:pt x="11964" y="12290"/>
                  </a:lnTo>
                  <a:cubicBezTo>
                    <a:pt x="11981" y="12287"/>
                    <a:pt x="11998" y="12282"/>
                    <a:pt x="12017" y="12277"/>
                  </a:cubicBezTo>
                  <a:lnTo>
                    <a:pt x="12017" y="12277"/>
                  </a:lnTo>
                  <a:cubicBezTo>
                    <a:pt x="12019" y="12276"/>
                    <a:pt x="12022" y="12276"/>
                    <a:pt x="12024" y="12275"/>
                  </a:cubicBezTo>
                  <a:lnTo>
                    <a:pt x="12024" y="12275"/>
                  </a:lnTo>
                  <a:cubicBezTo>
                    <a:pt x="12044" y="12271"/>
                    <a:pt x="12067" y="12264"/>
                    <a:pt x="12092" y="12257"/>
                  </a:cubicBezTo>
                  <a:lnTo>
                    <a:pt x="12094" y="12257"/>
                  </a:lnTo>
                  <a:cubicBezTo>
                    <a:pt x="12131" y="12246"/>
                    <a:pt x="12174" y="12236"/>
                    <a:pt x="12216" y="12225"/>
                  </a:cubicBezTo>
                  <a:lnTo>
                    <a:pt x="12217" y="12225"/>
                  </a:lnTo>
                  <a:cubicBezTo>
                    <a:pt x="12219" y="12224"/>
                    <a:pt x="12221" y="12224"/>
                    <a:pt x="12223" y="12223"/>
                  </a:cubicBezTo>
                  <a:lnTo>
                    <a:pt x="12223" y="12223"/>
                  </a:lnTo>
                  <a:cubicBezTo>
                    <a:pt x="12224" y="12223"/>
                    <a:pt x="12224" y="12223"/>
                    <a:pt x="12225" y="12223"/>
                  </a:cubicBezTo>
                  <a:lnTo>
                    <a:pt x="12225" y="12223"/>
                  </a:lnTo>
                  <a:cubicBezTo>
                    <a:pt x="12354" y="12190"/>
                    <a:pt x="12496" y="12163"/>
                    <a:pt x="12614" y="12163"/>
                  </a:cubicBezTo>
                  <a:cubicBezTo>
                    <a:pt x="12652" y="12163"/>
                    <a:pt x="12688" y="12166"/>
                    <a:pt x="12720" y="12172"/>
                  </a:cubicBezTo>
                  <a:cubicBezTo>
                    <a:pt x="12835" y="12198"/>
                    <a:pt x="12957" y="12193"/>
                    <a:pt x="13065" y="12225"/>
                  </a:cubicBezTo>
                  <a:cubicBezTo>
                    <a:pt x="13103" y="12238"/>
                    <a:pt x="13142" y="12252"/>
                    <a:pt x="13181" y="12267"/>
                  </a:cubicBezTo>
                  <a:cubicBezTo>
                    <a:pt x="13233" y="12286"/>
                    <a:pt x="13287" y="12303"/>
                    <a:pt x="13338" y="12325"/>
                  </a:cubicBezTo>
                  <a:cubicBezTo>
                    <a:pt x="13338" y="12325"/>
                    <a:pt x="13338" y="12326"/>
                    <a:pt x="13341" y="12326"/>
                  </a:cubicBezTo>
                  <a:cubicBezTo>
                    <a:pt x="13379" y="12341"/>
                    <a:pt x="13417" y="12354"/>
                    <a:pt x="13457" y="12370"/>
                  </a:cubicBezTo>
                  <a:cubicBezTo>
                    <a:pt x="13486" y="12382"/>
                    <a:pt x="13517" y="12392"/>
                    <a:pt x="13546" y="12402"/>
                  </a:cubicBezTo>
                  <a:cubicBezTo>
                    <a:pt x="13575" y="12412"/>
                    <a:pt x="13606" y="12421"/>
                    <a:pt x="13635" y="12431"/>
                  </a:cubicBezTo>
                  <a:cubicBezTo>
                    <a:pt x="13643" y="12434"/>
                    <a:pt x="13654" y="12435"/>
                    <a:pt x="13662" y="12438"/>
                  </a:cubicBezTo>
                  <a:cubicBezTo>
                    <a:pt x="13671" y="12441"/>
                    <a:pt x="13683" y="12443"/>
                    <a:pt x="13691" y="12447"/>
                  </a:cubicBezTo>
                  <a:cubicBezTo>
                    <a:pt x="13735" y="12460"/>
                    <a:pt x="13779" y="12472"/>
                    <a:pt x="13824" y="12483"/>
                  </a:cubicBezTo>
                  <a:cubicBezTo>
                    <a:pt x="13862" y="12493"/>
                    <a:pt x="13908" y="12497"/>
                    <a:pt x="13953" y="12497"/>
                  </a:cubicBezTo>
                  <a:cubicBezTo>
                    <a:pt x="14005" y="12497"/>
                    <a:pt x="14056" y="12491"/>
                    <a:pt x="14091" y="12483"/>
                  </a:cubicBezTo>
                  <a:cubicBezTo>
                    <a:pt x="14164" y="12467"/>
                    <a:pt x="14229" y="12467"/>
                    <a:pt x="14295" y="12467"/>
                  </a:cubicBezTo>
                  <a:cubicBezTo>
                    <a:pt x="14325" y="12467"/>
                    <a:pt x="14355" y="12467"/>
                    <a:pt x="14385" y="12466"/>
                  </a:cubicBezTo>
                  <a:lnTo>
                    <a:pt x="14385" y="12466"/>
                  </a:lnTo>
                  <a:cubicBezTo>
                    <a:pt x="14353" y="12468"/>
                    <a:pt x="14322" y="12468"/>
                    <a:pt x="14290" y="12469"/>
                  </a:cubicBezTo>
                  <a:cubicBezTo>
                    <a:pt x="14346" y="12469"/>
                    <a:pt x="14402" y="12469"/>
                    <a:pt x="14458" y="12458"/>
                  </a:cubicBezTo>
                  <a:lnTo>
                    <a:pt x="14458" y="12458"/>
                  </a:lnTo>
                  <a:cubicBezTo>
                    <a:pt x="14468" y="12457"/>
                    <a:pt x="14477" y="12455"/>
                    <a:pt x="14487" y="12453"/>
                  </a:cubicBezTo>
                  <a:cubicBezTo>
                    <a:pt x="14498" y="12450"/>
                    <a:pt x="14508" y="12447"/>
                    <a:pt x="14519" y="12444"/>
                  </a:cubicBezTo>
                  <a:lnTo>
                    <a:pt x="14519" y="12444"/>
                  </a:lnTo>
                  <a:cubicBezTo>
                    <a:pt x="14544" y="12438"/>
                    <a:pt x="14570" y="12433"/>
                    <a:pt x="14596" y="12427"/>
                  </a:cubicBezTo>
                  <a:lnTo>
                    <a:pt x="14596" y="12427"/>
                  </a:lnTo>
                  <a:cubicBezTo>
                    <a:pt x="14591" y="12428"/>
                    <a:pt x="14587" y="12429"/>
                    <a:pt x="14582" y="12429"/>
                  </a:cubicBezTo>
                  <a:lnTo>
                    <a:pt x="14582" y="12429"/>
                  </a:lnTo>
                  <a:cubicBezTo>
                    <a:pt x="14588" y="12428"/>
                    <a:pt x="14594" y="12427"/>
                    <a:pt x="14600" y="12425"/>
                  </a:cubicBezTo>
                  <a:lnTo>
                    <a:pt x="14602" y="12425"/>
                  </a:lnTo>
                  <a:cubicBezTo>
                    <a:pt x="14676" y="12409"/>
                    <a:pt x="14750" y="12398"/>
                    <a:pt x="14828" y="12390"/>
                  </a:cubicBezTo>
                  <a:cubicBezTo>
                    <a:pt x="14863" y="12388"/>
                    <a:pt x="14898" y="12386"/>
                    <a:pt x="14934" y="12386"/>
                  </a:cubicBezTo>
                  <a:cubicBezTo>
                    <a:pt x="14949" y="12386"/>
                    <a:pt x="14964" y="12387"/>
                    <a:pt x="14980" y="12387"/>
                  </a:cubicBezTo>
                  <a:lnTo>
                    <a:pt x="15140" y="12387"/>
                  </a:lnTo>
                  <a:cubicBezTo>
                    <a:pt x="15287" y="12420"/>
                    <a:pt x="15460" y="12428"/>
                    <a:pt x="15638" y="12428"/>
                  </a:cubicBezTo>
                  <a:cubicBezTo>
                    <a:pt x="15836" y="12428"/>
                    <a:pt x="16041" y="12418"/>
                    <a:pt x="16230" y="12418"/>
                  </a:cubicBezTo>
                  <a:lnTo>
                    <a:pt x="16602" y="12418"/>
                  </a:lnTo>
                  <a:cubicBezTo>
                    <a:pt x="16747" y="12450"/>
                    <a:pt x="16912" y="12455"/>
                    <a:pt x="17082" y="12455"/>
                  </a:cubicBezTo>
                  <a:cubicBezTo>
                    <a:pt x="17143" y="12455"/>
                    <a:pt x="17205" y="12455"/>
                    <a:pt x="17267" y="12454"/>
                  </a:cubicBezTo>
                  <a:cubicBezTo>
                    <a:pt x="17299" y="12454"/>
                    <a:pt x="17332" y="12454"/>
                    <a:pt x="17363" y="12453"/>
                  </a:cubicBezTo>
                  <a:lnTo>
                    <a:pt x="17453" y="12453"/>
                  </a:lnTo>
                  <a:cubicBezTo>
                    <a:pt x="17422" y="12453"/>
                    <a:pt x="17390" y="12453"/>
                    <a:pt x="17358" y="12454"/>
                  </a:cubicBezTo>
                  <a:lnTo>
                    <a:pt x="17518" y="12454"/>
                  </a:lnTo>
                  <a:cubicBezTo>
                    <a:pt x="17496" y="12453"/>
                    <a:pt x="17475" y="12453"/>
                    <a:pt x="17453" y="12453"/>
                  </a:cubicBezTo>
                  <a:lnTo>
                    <a:pt x="17522" y="12453"/>
                  </a:lnTo>
                  <a:cubicBezTo>
                    <a:pt x="17544" y="12454"/>
                    <a:pt x="17568" y="12454"/>
                    <a:pt x="17591" y="12454"/>
                  </a:cubicBezTo>
                  <a:cubicBezTo>
                    <a:pt x="17639" y="12455"/>
                    <a:pt x="17689" y="12457"/>
                    <a:pt x="17737" y="12457"/>
                  </a:cubicBezTo>
                  <a:cubicBezTo>
                    <a:pt x="17810" y="12457"/>
                    <a:pt x="17881" y="12454"/>
                    <a:pt x="17940" y="12441"/>
                  </a:cubicBezTo>
                  <a:lnTo>
                    <a:pt x="18185" y="12441"/>
                  </a:lnTo>
                  <a:cubicBezTo>
                    <a:pt x="18441" y="12419"/>
                    <a:pt x="18699" y="12399"/>
                    <a:pt x="18955" y="12377"/>
                  </a:cubicBezTo>
                  <a:cubicBezTo>
                    <a:pt x="19029" y="12360"/>
                    <a:pt x="19103" y="12341"/>
                    <a:pt x="19176" y="12325"/>
                  </a:cubicBezTo>
                  <a:cubicBezTo>
                    <a:pt x="19177" y="12324"/>
                    <a:pt x="19179" y="12324"/>
                    <a:pt x="19181" y="12324"/>
                  </a:cubicBezTo>
                  <a:lnTo>
                    <a:pt x="19181" y="12324"/>
                  </a:lnTo>
                  <a:cubicBezTo>
                    <a:pt x="19181" y="12324"/>
                    <a:pt x="19181" y="12324"/>
                    <a:pt x="19181" y="12323"/>
                  </a:cubicBezTo>
                  <a:cubicBezTo>
                    <a:pt x="19200" y="12319"/>
                    <a:pt x="19218" y="12314"/>
                    <a:pt x="19236" y="12310"/>
                  </a:cubicBezTo>
                  <a:lnTo>
                    <a:pt x="19236" y="12310"/>
                  </a:lnTo>
                  <a:cubicBezTo>
                    <a:pt x="19354" y="12280"/>
                    <a:pt x="19471" y="12250"/>
                    <a:pt x="19585" y="12220"/>
                  </a:cubicBezTo>
                  <a:lnTo>
                    <a:pt x="19585" y="12220"/>
                  </a:lnTo>
                  <a:cubicBezTo>
                    <a:pt x="19592" y="12219"/>
                    <a:pt x="19599" y="12217"/>
                    <a:pt x="19607" y="12215"/>
                  </a:cubicBezTo>
                  <a:lnTo>
                    <a:pt x="19607" y="12215"/>
                  </a:lnTo>
                  <a:cubicBezTo>
                    <a:pt x="19745" y="12181"/>
                    <a:pt x="19881" y="12148"/>
                    <a:pt x="20017" y="12111"/>
                  </a:cubicBezTo>
                  <a:lnTo>
                    <a:pt x="20017" y="12111"/>
                  </a:lnTo>
                  <a:cubicBezTo>
                    <a:pt x="20021" y="12109"/>
                    <a:pt x="20026" y="12108"/>
                    <a:pt x="20030" y="12107"/>
                  </a:cubicBezTo>
                  <a:lnTo>
                    <a:pt x="20030" y="12107"/>
                  </a:lnTo>
                  <a:cubicBezTo>
                    <a:pt x="20239" y="12055"/>
                    <a:pt x="20453" y="12003"/>
                    <a:pt x="20673" y="11953"/>
                  </a:cubicBezTo>
                  <a:cubicBezTo>
                    <a:pt x="20683" y="11948"/>
                    <a:pt x="20692" y="11948"/>
                    <a:pt x="20701" y="11947"/>
                  </a:cubicBezTo>
                  <a:cubicBezTo>
                    <a:pt x="20730" y="11941"/>
                    <a:pt x="20760" y="11938"/>
                    <a:pt x="20795" y="11934"/>
                  </a:cubicBezTo>
                  <a:cubicBezTo>
                    <a:pt x="20840" y="11930"/>
                    <a:pt x="20887" y="11928"/>
                    <a:pt x="20935" y="11928"/>
                  </a:cubicBezTo>
                  <a:cubicBezTo>
                    <a:pt x="20987" y="11928"/>
                    <a:pt x="21039" y="11930"/>
                    <a:pt x="21086" y="11934"/>
                  </a:cubicBezTo>
                  <a:cubicBezTo>
                    <a:pt x="21109" y="11937"/>
                    <a:pt x="21131" y="11938"/>
                    <a:pt x="21153" y="11940"/>
                  </a:cubicBezTo>
                  <a:cubicBezTo>
                    <a:pt x="21155" y="11941"/>
                    <a:pt x="21157" y="11941"/>
                    <a:pt x="21160" y="11942"/>
                  </a:cubicBezTo>
                  <a:lnTo>
                    <a:pt x="21160" y="11942"/>
                  </a:lnTo>
                  <a:cubicBezTo>
                    <a:pt x="21156" y="11941"/>
                    <a:pt x="21152" y="11940"/>
                    <a:pt x="21149" y="11940"/>
                  </a:cubicBezTo>
                  <a:lnTo>
                    <a:pt x="21149" y="11940"/>
                  </a:lnTo>
                  <a:cubicBezTo>
                    <a:pt x="21159" y="11944"/>
                    <a:pt x="21167" y="11944"/>
                    <a:pt x="21179" y="11945"/>
                  </a:cubicBezTo>
                  <a:lnTo>
                    <a:pt x="21207" y="11951"/>
                  </a:lnTo>
                  <a:cubicBezTo>
                    <a:pt x="21196" y="11949"/>
                    <a:pt x="21184" y="11946"/>
                    <a:pt x="21172" y="11944"/>
                  </a:cubicBezTo>
                  <a:lnTo>
                    <a:pt x="21172" y="11944"/>
                  </a:lnTo>
                  <a:cubicBezTo>
                    <a:pt x="21176" y="11945"/>
                    <a:pt x="21179" y="11945"/>
                    <a:pt x="21183" y="11945"/>
                  </a:cubicBezTo>
                  <a:lnTo>
                    <a:pt x="21211" y="11951"/>
                  </a:lnTo>
                  <a:cubicBezTo>
                    <a:pt x="21324" y="11954"/>
                    <a:pt x="21438" y="11956"/>
                    <a:pt x="21553" y="11960"/>
                  </a:cubicBezTo>
                  <a:cubicBezTo>
                    <a:pt x="21653" y="11981"/>
                    <a:pt x="21779" y="11991"/>
                    <a:pt x="21910" y="11991"/>
                  </a:cubicBezTo>
                  <a:cubicBezTo>
                    <a:pt x="21953" y="11991"/>
                    <a:pt x="21996" y="11990"/>
                    <a:pt x="22040" y="11988"/>
                  </a:cubicBezTo>
                  <a:cubicBezTo>
                    <a:pt x="22075" y="11985"/>
                    <a:pt x="22110" y="11983"/>
                    <a:pt x="22142" y="11982"/>
                  </a:cubicBezTo>
                  <a:cubicBezTo>
                    <a:pt x="22171" y="11980"/>
                    <a:pt x="22200" y="11977"/>
                    <a:pt x="22227" y="11975"/>
                  </a:cubicBezTo>
                  <a:cubicBezTo>
                    <a:pt x="22230" y="11975"/>
                    <a:pt x="22236" y="11973"/>
                    <a:pt x="22240" y="11973"/>
                  </a:cubicBezTo>
                  <a:cubicBezTo>
                    <a:pt x="22332" y="11961"/>
                    <a:pt x="22416" y="11945"/>
                    <a:pt x="22482" y="11929"/>
                  </a:cubicBezTo>
                  <a:cubicBezTo>
                    <a:pt x="22527" y="11916"/>
                    <a:pt x="22572" y="11902"/>
                    <a:pt x="22614" y="11887"/>
                  </a:cubicBezTo>
                  <a:cubicBezTo>
                    <a:pt x="22641" y="11878"/>
                    <a:pt x="22667" y="11869"/>
                    <a:pt x="22693" y="11859"/>
                  </a:cubicBezTo>
                  <a:lnTo>
                    <a:pt x="22693" y="11859"/>
                  </a:lnTo>
                  <a:cubicBezTo>
                    <a:pt x="22744" y="11841"/>
                    <a:pt x="22794" y="11821"/>
                    <a:pt x="22844" y="11802"/>
                  </a:cubicBezTo>
                  <a:cubicBezTo>
                    <a:pt x="22882" y="11786"/>
                    <a:pt x="22919" y="11768"/>
                    <a:pt x="22956" y="11751"/>
                  </a:cubicBezTo>
                  <a:cubicBezTo>
                    <a:pt x="22992" y="11735"/>
                    <a:pt x="23030" y="11716"/>
                    <a:pt x="23065" y="11698"/>
                  </a:cubicBezTo>
                  <a:cubicBezTo>
                    <a:pt x="23354" y="11556"/>
                    <a:pt x="23622" y="11389"/>
                    <a:pt x="23912" y="11249"/>
                  </a:cubicBezTo>
                  <a:cubicBezTo>
                    <a:pt x="23960" y="11225"/>
                    <a:pt x="24008" y="11203"/>
                    <a:pt x="24056" y="11182"/>
                  </a:cubicBezTo>
                  <a:lnTo>
                    <a:pt x="24056" y="11182"/>
                  </a:lnTo>
                  <a:cubicBezTo>
                    <a:pt x="24080" y="11171"/>
                    <a:pt x="24104" y="11161"/>
                    <a:pt x="24128" y="11152"/>
                  </a:cubicBezTo>
                  <a:cubicBezTo>
                    <a:pt x="24164" y="11137"/>
                    <a:pt x="24205" y="11123"/>
                    <a:pt x="24244" y="11108"/>
                  </a:cubicBezTo>
                  <a:cubicBezTo>
                    <a:pt x="24244" y="11108"/>
                    <a:pt x="24244" y="11107"/>
                    <a:pt x="24244" y="11107"/>
                  </a:cubicBezTo>
                  <a:lnTo>
                    <a:pt x="24244" y="11107"/>
                  </a:lnTo>
                  <a:cubicBezTo>
                    <a:pt x="24246" y="11107"/>
                    <a:pt x="24248" y="11106"/>
                    <a:pt x="24250" y="11105"/>
                  </a:cubicBezTo>
                  <a:cubicBezTo>
                    <a:pt x="24264" y="11099"/>
                    <a:pt x="24277" y="11092"/>
                    <a:pt x="24293" y="11089"/>
                  </a:cubicBezTo>
                  <a:cubicBezTo>
                    <a:pt x="24331" y="11076"/>
                    <a:pt x="24370" y="11062"/>
                    <a:pt x="24410" y="11051"/>
                  </a:cubicBezTo>
                  <a:cubicBezTo>
                    <a:pt x="24431" y="11046"/>
                    <a:pt x="24453" y="11038"/>
                    <a:pt x="24477" y="11034"/>
                  </a:cubicBezTo>
                  <a:cubicBezTo>
                    <a:pt x="24510" y="11027"/>
                    <a:pt x="24545" y="11019"/>
                    <a:pt x="24577" y="11015"/>
                  </a:cubicBezTo>
                  <a:cubicBezTo>
                    <a:pt x="24612" y="11009"/>
                    <a:pt x="24644" y="11003"/>
                    <a:pt x="24677" y="11002"/>
                  </a:cubicBezTo>
                  <a:cubicBezTo>
                    <a:pt x="24706" y="11000"/>
                    <a:pt x="24737" y="10998"/>
                    <a:pt x="24766" y="10996"/>
                  </a:cubicBezTo>
                  <a:cubicBezTo>
                    <a:pt x="24804" y="10995"/>
                    <a:pt x="24846" y="10993"/>
                    <a:pt x="24887" y="10993"/>
                  </a:cubicBezTo>
                  <a:cubicBezTo>
                    <a:pt x="24894" y="10993"/>
                    <a:pt x="24901" y="10993"/>
                    <a:pt x="24908" y="10993"/>
                  </a:cubicBezTo>
                  <a:cubicBezTo>
                    <a:pt x="25217" y="10993"/>
                    <a:pt x="25548" y="11040"/>
                    <a:pt x="25851" y="11040"/>
                  </a:cubicBezTo>
                  <a:cubicBezTo>
                    <a:pt x="25927" y="11040"/>
                    <a:pt x="26002" y="11037"/>
                    <a:pt x="26074" y="11030"/>
                  </a:cubicBezTo>
                  <a:cubicBezTo>
                    <a:pt x="26144" y="11024"/>
                    <a:pt x="26210" y="11011"/>
                    <a:pt x="26271" y="10996"/>
                  </a:cubicBezTo>
                  <a:cubicBezTo>
                    <a:pt x="26314" y="10983"/>
                    <a:pt x="26356" y="10971"/>
                    <a:pt x="26396" y="10954"/>
                  </a:cubicBezTo>
                  <a:lnTo>
                    <a:pt x="26396" y="10966"/>
                  </a:lnTo>
                  <a:cubicBezTo>
                    <a:pt x="26323" y="11015"/>
                    <a:pt x="26265" y="11091"/>
                    <a:pt x="26212" y="11171"/>
                  </a:cubicBezTo>
                  <a:cubicBezTo>
                    <a:pt x="26191" y="11204"/>
                    <a:pt x="26169" y="11235"/>
                    <a:pt x="26148" y="11264"/>
                  </a:cubicBezTo>
                  <a:cubicBezTo>
                    <a:pt x="26146" y="11271"/>
                    <a:pt x="26140" y="11280"/>
                    <a:pt x="26134" y="11285"/>
                  </a:cubicBezTo>
                  <a:cubicBezTo>
                    <a:pt x="26131" y="11293"/>
                    <a:pt x="26125" y="11300"/>
                    <a:pt x="26119" y="11307"/>
                  </a:cubicBezTo>
                  <a:cubicBezTo>
                    <a:pt x="26074" y="11368"/>
                    <a:pt x="26031" y="11437"/>
                    <a:pt x="25987" y="11502"/>
                  </a:cubicBezTo>
                  <a:cubicBezTo>
                    <a:pt x="25858" y="11701"/>
                    <a:pt x="25741" y="11916"/>
                    <a:pt x="25615" y="12120"/>
                  </a:cubicBezTo>
                  <a:cubicBezTo>
                    <a:pt x="25600" y="12146"/>
                    <a:pt x="25586" y="12172"/>
                    <a:pt x="25573" y="12200"/>
                  </a:cubicBezTo>
                  <a:cubicBezTo>
                    <a:pt x="25548" y="12252"/>
                    <a:pt x="25523" y="12306"/>
                    <a:pt x="25499" y="12360"/>
                  </a:cubicBezTo>
                  <a:cubicBezTo>
                    <a:pt x="25486" y="12386"/>
                    <a:pt x="25471" y="12412"/>
                    <a:pt x="25455" y="12440"/>
                  </a:cubicBezTo>
                  <a:cubicBezTo>
                    <a:pt x="25419" y="12502"/>
                    <a:pt x="25371" y="12572"/>
                    <a:pt x="25326" y="12651"/>
                  </a:cubicBezTo>
                  <a:lnTo>
                    <a:pt x="25326" y="12652"/>
                  </a:lnTo>
                  <a:cubicBezTo>
                    <a:pt x="25315" y="12672"/>
                    <a:pt x="25302" y="12694"/>
                    <a:pt x="25291" y="12717"/>
                  </a:cubicBezTo>
                  <a:cubicBezTo>
                    <a:pt x="25288" y="12731"/>
                    <a:pt x="25281" y="12741"/>
                    <a:pt x="25275" y="12754"/>
                  </a:cubicBezTo>
                  <a:cubicBezTo>
                    <a:pt x="25266" y="12777"/>
                    <a:pt x="25259" y="12800"/>
                    <a:pt x="25250" y="12827"/>
                  </a:cubicBezTo>
                  <a:cubicBezTo>
                    <a:pt x="25224" y="12909"/>
                    <a:pt x="25217" y="13000"/>
                    <a:pt x="25240" y="13091"/>
                  </a:cubicBezTo>
                  <a:cubicBezTo>
                    <a:pt x="25266" y="13110"/>
                    <a:pt x="25289" y="13127"/>
                    <a:pt x="25315" y="13145"/>
                  </a:cubicBezTo>
                  <a:cubicBezTo>
                    <a:pt x="25368" y="13145"/>
                    <a:pt x="25406" y="13141"/>
                    <a:pt x="25440" y="13130"/>
                  </a:cubicBezTo>
                  <a:cubicBezTo>
                    <a:pt x="25458" y="13125"/>
                    <a:pt x="25477" y="13117"/>
                    <a:pt x="25493" y="13110"/>
                  </a:cubicBezTo>
                  <a:cubicBezTo>
                    <a:pt x="25502" y="13106"/>
                    <a:pt x="25509" y="13101"/>
                    <a:pt x="25519" y="13097"/>
                  </a:cubicBezTo>
                  <a:cubicBezTo>
                    <a:pt x="25535" y="13090"/>
                    <a:pt x="25552" y="13081"/>
                    <a:pt x="25571" y="13069"/>
                  </a:cubicBezTo>
                  <a:cubicBezTo>
                    <a:pt x="25592" y="13059"/>
                    <a:pt x="25609" y="13050"/>
                    <a:pt x="25631" y="13043"/>
                  </a:cubicBezTo>
                  <a:cubicBezTo>
                    <a:pt x="25651" y="13036"/>
                    <a:pt x="25672" y="13029"/>
                    <a:pt x="25691" y="13018"/>
                  </a:cubicBezTo>
                  <a:cubicBezTo>
                    <a:pt x="25711" y="13014"/>
                    <a:pt x="25733" y="13007"/>
                    <a:pt x="25753" y="13000"/>
                  </a:cubicBezTo>
                  <a:cubicBezTo>
                    <a:pt x="25797" y="12986"/>
                    <a:pt x="25839" y="12978"/>
                    <a:pt x="25885" y="12970"/>
                  </a:cubicBezTo>
                  <a:cubicBezTo>
                    <a:pt x="25957" y="12959"/>
                    <a:pt x="26031" y="12956"/>
                    <a:pt x="26115" y="12953"/>
                  </a:cubicBezTo>
                  <a:lnTo>
                    <a:pt x="26117" y="12953"/>
                  </a:lnTo>
                  <a:cubicBezTo>
                    <a:pt x="26122" y="12960"/>
                    <a:pt x="26130" y="12968"/>
                    <a:pt x="26134" y="12973"/>
                  </a:cubicBezTo>
                  <a:cubicBezTo>
                    <a:pt x="26138" y="12979"/>
                    <a:pt x="26146" y="12986"/>
                    <a:pt x="26151" y="12989"/>
                  </a:cubicBezTo>
                  <a:cubicBezTo>
                    <a:pt x="26183" y="13024"/>
                    <a:pt x="26211" y="13050"/>
                    <a:pt x="26212" y="13133"/>
                  </a:cubicBezTo>
                  <a:cubicBezTo>
                    <a:pt x="26178" y="13184"/>
                    <a:pt x="26159" y="13237"/>
                    <a:pt x="26134" y="13290"/>
                  </a:cubicBezTo>
                  <a:cubicBezTo>
                    <a:pt x="26125" y="13312"/>
                    <a:pt x="26115" y="13331"/>
                    <a:pt x="26103" y="13350"/>
                  </a:cubicBezTo>
                  <a:cubicBezTo>
                    <a:pt x="26096" y="13360"/>
                    <a:pt x="26090" y="13370"/>
                    <a:pt x="26083" y="13378"/>
                  </a:cubicBezTo>
                  <a:cubicBezTo>
                    <a:pt x="26064" y="13404"/>
                    <a:pt x="26044" y="13430"/>
                    <a:pt x="26023" y="13453"/>
                  </a:cubicBezTo>
                  <a:cubicBezTo>
                    <a:pt x="25962" y="13530"/>
                    <a:pt x="25894" y="13603"/>
                    <a:pt x="25824" y="13673"/>
                  </a:cubicBezTo>
                  <a:cubicBezTo>
                    <a:pt x="25731" y="13767"/>
                    <a:pt x="25637" y="13862"/>
                    <a:pt x="25558" y="13966"/>
                  </a:cubicBezTo>
                  <a:cubicBezTo>
                    <a:pt x="25480" y="14073"/>
                    <a:pt x="25392" y="14171"/>
                    <a:pt x="25305" y="14269"/>
                  </a:cubicBezTo>
                  <a:cubicBezTo>
                    <a:pt x="25221" y="14369"/>
                    <a:pt x="25134" y="14469"/>
                    <a:pt x="25057" y="14574"/>
                  </a:cubicBezTo>
                  <a:cubicBezTo>
                    <a:pt x="24984" y="14674"/>
                    <a:pt x="24923" y="14775"/>
                    <a:pt x="24857" y="14877"/>
                  </a:cubicBezTo>
                  <a:cubicBezTo>
                    <a:pt x="24836" y="14913"/>
                    <a:pt x="24814" y="14945"/>
                    <a:pt x="24789" y="14980"/>
                  </a:cubicBezTo>
                  <a:cubicBezTo>
                    <a:pt x="24597" y="15272"/>
                    <a:pt x="24385" y="15577"/>
                    <a:pt x="24277" y="15954"/>
                  </a:cubicBezTo>
                  <a:cubicBezTo>
                    <a:pt x="24266" y="15995"/>
                    <a:pt x="24257" y="16038"/>
                    <a:pt x="24250" y="16085"/>
                  </a:cubicBezTo>
                  <a:cubicBezTo>
                    <a:pt x="24226" y="16288"/>
                    <a:pt x="24258" y="16522"/>
                    <a:pt x="24308" y="16681"/>
                  </a:cubicBezTo>
                  <a:cubicBezTo>
                    <a:pt x="24366" y="16864"/>
                    <a:pt x="24397" y="17027"/>
                    <a:pt x="24469" y="17194"/>
                  </a:cubicBezTo>
                  <a:cubicBezTo>
                    <a:pt x="24516" y="17307"/>
                    <a:pt x="24574" y="17421"/>
                    <a:pt x="24629" y="17533"/>
                  </a:cubicBezTo>
                  <a:cubicBezTo>
                    <a:pt x="24684" y="17645"/>
                    <a:pt x="24741" y="17757"/>
                    <a:pt x="24789" y="17867"/>
                  </a:cubicBezTo>
                  <a:cubicBezTo>
                    <a:pt x="24939" y="18204"/>
                    <a:pt x="25094" y="18529"/>
                    <a:pt x="25250" y="18853"/>
                  </a:cubicBezTo>
                  <a:cubicBezTo>
                    <a:pt x="25353" y="19071"/>
                    <a:pt x="25455" y="19288"/>
                    <a:pt x="25555" y="19509"/>
                  </a:cubicBezTo>
                  <a:cubicBezTo>
                    <a:pt x="25592" y="19593"/>
                    <a:pt x="25629" y="19674"/>
                    <a:pt x="25664" y="19762"/>
                  </a:cubicBezTo>
                  <a:cubicBezTo>
                    <a:pt x="25701" y="19844"/>
                    <a:pt x="25737" y="19932"/>
                    <a:pt x="25769" y="20018"/>
                  </a:cubicBezTo>
                  <a:cubicBezTo>
                    <a:pt x="25805" y="20103"/>
                    <a:pt x="25839" y="20191"/>
                    <a:pt x="25869" y="20279"/>
                  </a:cubicBezTo>
                  <a:cubicBezTo>
                    <a:pt x="25885" y="20323"/>
                    <a:pt x="25901" y="20371"/>
                    <a:pt x="25919" y="20414"/>
                  </a:cubicBezTo>
                  <a:cubicBezTo>
                    <a:pt x="25933" y="20458"/>
                    <a:pt x="25949" y="20505"/>
                    <a:pt x="25964" y="20548"/>
                  </a:cubicBezTo>
                  <a:cubicBezTo>
                    <a:pt x="25974" y="20576"/>
                    <a:pt x="25981" y="20603"/>
                    <a:pt x="25989" y="20632"/>
                  </a:cubicBezTo>
                  <a:cubicBezTo>
                    <a:pt x="26047" y="20830"/>
                    <a:pt x="26073" y="21044"/>
                    <a:pt x="26124" y="21255"/>
                  </a:cubicBezTo>
                  <a:cubicBezTo>
                    <a:pt x="26147" y="21349"/>
                    <a:pt x="26137" y="21447"/>
                    <a:pt x="26156" y="21534"/>
                  </a:cubicBezTo>
                  <a:cubicBezTo>
                    <a:pt x="26176" y="21617"/>
                    <a:pt x="26166" y="22101"/>
                    <a:pt x="26146" y="22163"/>
                  </a:cubicBezTo>
                  <a:cubicBezTo>
                    <a:pt x="26137" y="22190"/>
                    <a:pt x="26103" y="22220"/>
                    <a:pt x="26090" y="22241"/>
                  </a:cubicBezTo>
                  <a:cubicBezTo>
                    <a:pt x="26009" y="22374"/>
                    <a:pt x="25945" y="22518"/>
                    <a:pt x="25868" y="22646"/>
                  </a:cubicBezTo>
                  <a:cubicBezTo>
                    <a:pt x="25848" y="22682"/>
                    <a:pt x="25824" y="22716"/>
                    <a:pt x="25804" y="22755"/>
                  </a:cubicBezTo>
                  <a:cubicBezTo>
                    <a:pt x="25766" y="22825"/>
                    <a:pt x="25725" y="22901"/>
                    <a:pt x="25688" y="22975"/>
                  </a:cubicBezTo>
                  <a:cubicBezTo>
                    <a:pt x="25667" y="23013"/>
                    <a:pt x="25651" y="23050"/>
                    <a:pt x="25631" y="23091"/>
                  </a:cubicBezTo>
                  <a:cubicBezTo>
                    <a:pt x="25595" y="23167"/>
                    <a:pt x="25563" y="23244"/>
                    <a:pt x="25528" y="23322"/>
                  </a:cubicBezTo>
                  <a:cubicBezTo>
                    <a:pt x="25493" y="23398"/>
                    <a:pt x="25462" y="23478"/>
                    <a:pt x="25427" y="23556"/>
                  </a:cubicBezTo>
                  <a:cubicBezTo>
                    <a:pt x="25417" y="23584"/>
                    <a:pt x="25404" y="23614"/>
                    <a:pt x="25395" y="23649"/>
                  </a:cubicBezTo>
                  <a:cubicBezTo>
                    <a:pt x="25384" y="23681"/>
                    <a:pt x="25374" y="23716"/>
                    <a:pt x="25363" y="23754"/>
                  </a:cubicBezTo>
                  <a:cubicBezTo>
                    <a:pt x="25353" y="23790"/>
                    <a:pt x="25344" y="23831"/>
                    <a:pt x="25337" y="23872"/>
                  </a:cubicBezTo>
                  <a:cubicBezTo>
                    <a:pt x="25327" y="23912"/>
                    <a:pt x="25320" y="23956"/>
                    <a:pt x="25313" y="24000"/>
                  </a:cubicBezTo>
                  <a:cubicBezTo>
                    <a:pt x="25295" y="24109"/>
                    <a:pt x="25282" y="24224"/>
                    <a:pt x="25273" y="24341"/>
                  </a:cubicBezTo>
                  <a:cubicBezTo>
                    <a:pt x="25265" y="24495"/>
                    <a:pt x="25265" y="24650"/>
                    <a:pt x="25276" y="24792"/>
                  </a:cubicBezTo>
                  <a:cubicBezTo>
                    <a:pt x="25286" y="24868"/>
                    <a:pt x="25297" y="24940"/>
                    <a:pt x="25313" y="25009"/>
                  </a:cubicBezTo>
                  <a:cubicBezTo>
                    <a:pt x="25327" y="25076"/>
                    <a:pt x="25330" y="25135"/>
                    <a:pt x="25331" y="25198"/>
                  </a:cubicBezTo>
                  <a:cubicBezTo>
                    <a:pt x="25334" y="25227"/>
                    <a:pt x="25334" y="25256"/>
                    <a:pt x="25339" y="25285"/>
                  </a:cubicBezTo>
                  <a:cubicBezTo>
                    <a:pt x="25342" y="25314"/>
                    <a:pt x="25346" y="25343"/>
                    <a:pt x="25355" y="25372"/>
                  </a:cubicBezTo>
                  <a:cubicBezTo>
                    <a:pt x="25465" y="25731"/>
                    <a:pt x="25589" y="26101"/>
                    <a:pt x="25741" y="26420"/>
                  </a:cubicBezTo>
                  <a:lnTo>
                    <a:pt x="25741" y="26422"/>
                  </a:lnTo>
                  <a:lnTo>
                    <a:pt x="25753" y="26422"/>
                  </a:lnTo>
                  <a:lnTo>
                    <a:pt x="25753" y="26387"/>
                  </a:lnTo>
                  <a:cubicBezTo>
                    <a:pt x="25717" y="26333"/>
                    <a:pt x="25737" y="26247"/>
                    <a:pt x="25720" y="26175"/>
                  </a:cubicBezTo>
                  <a:cubicBezTo>
                    <a:pt x="25676" y="25993"/>
                    <a:pt x="25676" y="25769"/>
                    <a:pt x="25635" y="25577"/>
                  </a:cubicBezTo>
                  <a:lnTo>
                    <a:pt x="25635" y="25417"/>
                  </a:lnTo>
                  <a:cubicBezTo>
                    <a:pt x="25600" y="25257"/>
                    <a:pt x="25616" y="25068"/>
                    <a:pt x="25581" y="24916"/>
                  </a:cubicBezTo>
                  <a:cubicBezTo>
                    <a:pt x="25577" y="24890"/>
                    <a:pt x="25573" y="24859"/>
                    <a:pt x="25570" y="24823"/>
                  </a:cubicBezTo>
                  <a:cubicBezTo>
                    <a:pt x="25567" y="24808"/>
                    <a:pt x="25567" y="24792"/>
                    <a:pt x="25565" y="24776"/>
                  </a:cubicBezTo>
                  <a:cubicBezTo>
                    <a:pt x="25560" y="24685"/>
                    <a:pt x="25558" y="24573"/>
                    <a:pt x="25563" y="24466"/>
                  </a:cubicBezTo>
                  <a:cubicBezTo>
                    <a:pt x="25563" y="24443"/>
                    <a:pt x="25564" y="24420"/>
                    <a:pt x="25565" y="24398"/>
                  </a:cubicBezTo>
                  <a:cubicBezTo>
                    <a:pt x="25570" y="24354"/>
                    <a:pt x="25571" y="24311"/>
                    <a:pt x="25577" y="24272"/>
                  </a:cubicBezTo>
                  <a:lnTo>
                    <a:pt x="25577" y="24263"/>
                  </a:lnTo>
                  <a:cubicBezTo>
                    <a:pt x="25580" y="24234"/>
                    <a:pt x="25581" y="24206"/>
                    <a:pt x="25587" y="24184"/>
                  </a:cubicBezTo>
                  <a:cubicBezTo>
                    <a:pt x="25592" y="24173"/>
                    <a:pt x="25592" y="24158"/>
                    <a:pt x="25595" y="24148"/>
                  </a:cubicBezTo>
                  <a:cubicBezTo>
                    <a:pt x="25599" y="24131"/>
                    <a:pt x="25602" y="24115"/>
                    <a:pt x="25606" y="24096"/>
                  </a:cubicBezTo>
                  <a:cubicBezTo>
                    <a:pt x="25611" y="24061"/>
                    <a:pt x="25618" y="24030"/>
                    <a:pt x="25622" y="23995"/>
                  </a:cubicBezTo>
                  <a:cubicBezTo>
                    <a:pt x="25625" y="23965"/>
                    <a:pt x="25631" y="23934"/>
                    <a:pt x="25635" y="23904"/>
                  </a:cubicBezTo>
                  <a:cubicBezTo>
                    <a:pt x="25643" y="23870"/>
                    <a:pt x="25647" y="23840"/>
                    <a:pt x="25654" y="23811"/>
                  </a:cubicBezTo>
                  <a:cubicBezTo>
                    <a:pt x="25659" y="23795"/>
                    <a:pt x="25664" y="23780"/>
                    <a:pt x="25669" y="23763"/>
                  </a:cubicBezTo>
                  <a:cubicBezTo>
                    <a:pt x="25730" y="23578"/>
                    <a:pt x="25810" y="23396"/>
                    <a:pt x="25898" y="23223"/>
                  </a:cubicBezTo>
                  <a:cubicBezTo>
                    <a:pt x="25926" y="23171"/>
                    <a:pt x="25951" y="23122"/>
                    <a:pt x="25980" y="23072"/>
                  </a:cubicBezTo>
                  <a:cubicBezTo>
                    <a:pt x="26007" y="23024"/>
                    <a:pt x="26037" y="22976"/>
                    <a:pt x="26064" y="22930"/>
                  </a:cubicBezTo>
                  <a:cubicBezTo>
                    <a:pt x="26080" y="22902"/>
                    <a:pt x="26093" y="22876"/>
                    <a:pt x="26108" y="22850"/>
                  </a:cubicBezTo>
                  <a:cubicBezTo>
                    <a:pt x="26146" y="22770"/>
                    <a:pt x="26176" y="22687"/>
                    <a:pt x="26224" y="22610"/>
                  </a:cubicBezTo>
                  <a:cubicBezTo>
                    <a:pt x="26461" y="22220"/>
                    <a:pt x="26624" y="21759"/>
                    <a:pt x="26867" y="21370"/>
                  </a:cubicBezTo>
                  <a:cubicBezTo>
                    <a:pt x="26894" y="21326"/>
                    <a:pt x="26923" y="21282"/>
                    <a:pt x="26953" y="21239"/>
                  </a:cubicBezTo>
                  <a:cubicBezTo>
                    <a:pt x="27012" y="21156"/>
                    <a:pt x="27078" y="21072"/>
                    <a:pt x="27143" y="20990"/>
                  </a:cubicBezTo>
                  <a:lnTo>
                    <a:pt x="27143" y="20989"/>
                  </a:lnTo>
                  <a:cubicBezTo>
                    <a:pt x="27178" y="20947"/>
                    <a:pt x="27208" y="20906"/>
                    <a:pt x="27239" y="20867"/>
                  </a:cubicBezTo>
                  <a:cubicBezTo>
                    <a:pt x="27249" y="20855"/>
                    <a:pt x="27258" y="20846"/>
                    <a:pt x="27267" y="20837"/>
                  </a:cubicBezTo>
                  <a:cubicBezTo>
                    <a:pt x="27287" y="20817"/>
                    <a:pt x="27310" y="20801"/>
                    <a:pt x="27331" y="20779"/>
                  </a:cubicBezTo>
                  <a:cubicBezTo>
                    <a:pt x="27341" y="20768"/>
                    <a:pt x="27351" y="20759"/>
                    <a:pt x="27358" y="20750"/>
                  </a:cubicBezTo>
                  <a:cubicBezTo>
                    <a:pt x="27380" y="20717"/>
                    <a:pt x="27399" y="20685"/>
                    <a:pt x="27413" y="20651"/>
                  </a:cubicBezTo>
                  <a:cubicBezTo>
                    <a:pt x="27432" y="20619"/>
                    <a:pt x="27447" y="20585"/>
                    <a:pt x="27461" y="20553"/>
                  </a:cubicBezTo>
                  <a:cubicBezTo>
                    <a:pt x="27492" y="20483"/>
                    <a:pt x="27521" y="20419"/>
                    <a:pt x="27562" y="20353"/>
                  </a:cubicBezTo>
                  <a:cubicBezTo>
                    <a:pt x="27613" y="20270"/>
                    <a:pt x="27661" y="20186"/>
                    <a:pt x="27710" y="20102"/>
                  </a:cubicBezTo>
                  <a:cubicBezTo>
                    <a:pt x="27854" y="19849"/>
                    <a:pt x="27994" y="19590"/>
                    <a:pt x="28151" y="19340"/>
                  </a:cubicBezTo>
                  <a:cubicBezTo>
                    <a:pt x="28271" y="19145"/>
                    <a:pt x="28453" y="18982"/>
                    <a:pt x="28588" y="18795"/>
                  </a:cubicBezTo>
                  <a:cubicBezTo>
                    <a:pt x="28684" y="18662"/>
                    <a:pt x="28777" y="18524"/>
                    <a:pt x="28863" y="18383"/>
                  </a:cubicBezTo>
                  <a:cubicBezTo>
                    <a:pt x="28907" y="18315"/>
                    <a:pt x="28952" y="18244"/>
                    <a:pt x="28995" y="18171"/>
                  </a:cubicBezTo>
                  <a:cubicBezTo>
                    <a:pt x="29039" y="18103"/>
                    <a:pt x="29081" y="18031"/>
                    <a:pt x="29125" y="17960"/>
                  </a:cubicBezTo>
                  <a:cubicBezTo>
                    <a:pt x="29151" y="17917"/>
                    <a:pt x="29176" y="17873"/>
                    <a:pt x="29199" y="17828"/>
                  </a:cubicBezTo>
                  <a:cubicBezTo>
                    <a:pt x="29270" y="17696"/>
                    <a:pt x="29328" y="17558"/>
                    <a:pt x="29391" y="17414"/>
                  </a:cubicBezTo>
                  <a:cubicBezTo>
                    <a:pt x="29476" y="17217"/>
                    <a:pt x="29570" y="17022"/>
                    <a:pt x="29660" y="16826"/>
                  </a:cubicBezTo>
                  <a:cubicBezTo>
                    <a:pt x="29753" y="16630"/>
                    <a:pt x="29849" y="16434"/>
                    <a:pt x="29939" y="16236"/>
                  </a:cubicBezTo>
                  <a:cubicBezTo>
                    <a:pt x="30145" y="15785"/>
                    <a:pt x="30440" y="15362"/>
                    <a:pt x="30644" y="14901"/>
                  </a:cubicBezTo>
                  <a:lnTo>
                    <a:pt x="30644" y="14900"/>
                  </a:lnTo>
                  <a:cubicBezTo>
                    <a:pt x="30775" y="14603"/>
                    <a:pt x="30907" y="14310"/>
                    <a:pt x="31039" y="14011"/>
                  </a:cubicBezTo>
                  <a:cubicBezTo>
                    <a:pt x="31172" y="13713"/>
                    <a:pt x="31305" y="13415"/>
                    <a:pt x="31433" y="13116"/>
                  </a:cubicBezTo>
                  <a:cubicBezTo>
                    <a:pt x="31630" y="12658"/>
                    <a:pt x="31801" y="12207"/>
                    <a:pt x="32000" y="11756"/>
                  </a:cubicBezTo>
                  <a:cubicBezTo>
                    <a:pt x="32280" y="11128"/>
                    <a:pt x="32615" y="10521"/>
                    <a:pt x="32857" y="9855"/>
                  </a:cubicBezTo>
                  <a:cubicBezTo>
                    <a:pt x="33021" y="9404"/>
                    <a:pt x="32989" y="9064"/>
                    <a:pt x="32761" y="8721"/>
                  </a:cubicBezTo>
                  <a:cubicBezTo>
                    <a:pt x="32732" y="8676"/>
                    <a:pt x="32706" y="8613"/>
                    <a:pt x="32666" y="8572"/>
                  </a:cubicBezTo>
                  <a:cubicBezTo>
                    <a:pt x="32661" y="8565"/>
                    <a:pt x="32653" y="8559"/>
                    <a:pt x="32646" y="8552"/>
                  </a:cubicBezTo>
                  <a:cubicBezTo>
                    <a:pt x="32637" y="8546"/>
                    <a:pt x="32630" y="8540"/>
                    <a:pt x="32623" y="8538"/>
                  </a:cubicBezTo>
                  <a:lnTo>
                    <a:pt x="32623" y="8635"/>
                  </a:lnTo>
                  <a:cubicBezTo>
                    <a:pt x="32643" y="8667"/>
                    <a:pt x="32637" y="8712"/>
                    <a:pt x="32653" y="8751"/>
                  </a:cubicBezTo>
                  <a:cubicBezTo>
                    <a:pt x="32704" y="8878"/>
                    <a:pt x="32770" y="8997"/>
                    <a:pt x="32793" y="9148"/>
                  </a:cubicBezTo>
                  <a:lnTo>
                    <a:pt x="32783" y="9148"/>
                  </a:lnTo>
                  <a:lnTo>
                    <a:pt x="32783" y="9139"/>
                  </a:lnTo>
                  <a:cubicBezTo>
                    <a:pt x="32725" y="9078"/>
                    <a:pt x="32690" y="9003"/>
                    <a:pt x="32643" y="8936"/>
                  </a:cubicBezTo>
                  <a:cubicBezTo>
                    <a:pt x="32643" y="8936"/>
                    <a:pt x="32643" y="8933"/>
                    <a:pt x="32640" y="8933"/>
                  </a:cubicBezTo>
                  <a:cubicBezTo>
                    <a:pt x="32604" y="8881"/>
                    <a:pt x="32563" y="8834"/>
                    <a:pt x="32522" y="8785"/>
                  </a:cubicBezTo>
                  <a:cubicBezTo>
                    <a:pt x="32479" y="8735"/>
                    <a:pt x="32435" y="8686"/>
                    <a:pt x="32397" y="8635"/>
                  </a:cubicBezTo>
                  <a:cubicBezTo>
                    <a:pt x="32367" y="8591"/>
                    <a:pt x="32325" y="8552"/>
                    <a:pt x="32281" y="8510"/>
                  </a:cubicBezTo>
                  <a:cubicBezTo>
                    <a:pt x="32268" y="8495"/>
                    <a:pt x="32253" y="8482"/>
                    <a:pt x="32239" y="8466"/>
                  </a:cubicBezTo>
                  <a:cubicBezTo>
                    <a:pt x="32182" y="8410"/>
                    <a:pt x="32131" y="8350"/>
                    <a:pt x="32107" y="8279"/>
                  </a:cubicBezTo>
                  <a:close/>
                  <a:moveTo>
                    <a:pt x="37655" y="28213"/>
                  </a:moveTo>
                  <a:lnTo>
                    <a:pt x="37655" y="28254"/>
                  </a:lnTo>
                  <a:cubicBezTo>
                    <a:pt x="37633" y="28289"/>
                    <a:pt x="37634" y="28337"/>
                    <a:pt x="37637" y="28388"/>
                  </a:cubicBezTo>
                  <a:cubicBezTo>
                    <a:pt x="37637" y="28399"/>
                    <a:pt x="37639" y="28409"/>
                    <a:pt x="37639" y="28421"/>
                  </a:cubicBezTo>
                  <a:cubicBezTo>
                    <a:pt x="37639" y="28434"/>
                    <a:pt x="37637" y="28449"/>
                    <a:pt x="37634" y="28463"/>
                  </a:cubicBezTo>
                  <a:lnTo>
                    <a:pt x="37634" y="28470"/>
                  </a:lnTo>
                  <a:cubicBezTo>
                    <a:pt x="37634" y="28478"/>
                    <a:pt x="37634" y="28485"/>
                    <a:pt x="37633" y="28491"/>
                  </a:cubicBezTo>
                  <a:cubicBezTo>
                    <a:pt x="37630" y="28513"/>
                    <a:pt x="37626" y="28534"/>
                    <a:pt x="37623" y="28559"/>
                  </a:cubicBezTo>
                  <a:cubicBezTo>
                    <a:pt x="37611" y="28673"/>
                    <a:pt x="37626" y="28811"/>
                    <a:pt x="37642" y="28918"/>
                  </a:cubicBezTo>
                  <a:lnTo>
                    <a:pt x="37642" y="28923"/>
                  </a:lnTo>
                  <a:cubicBezTo>
                    <a:pt x="37655" y="28988"/>
                    <a:pt x="37663" y="29053"/>
                    <a:pt x="37678" y="29117"/>
                  </a:cubicBezTo>
                  <a:cubicBezTo>
                    <a:pt x="37691" y="29184"/>
                    <a:pt x="37704" y="29250"/>
                    <a:pt x="37717" y="29314"/>
                  </a:cubicBezTo>
                  <a:cubicBezTo>
                    <a:pt x="37800" y="29693"/>
                    <a:pt x="37909" y="30049"/>
                    <a:pt x="38047" y="30387"/>
                  </a:cubicBezTo>
                  <a:cubicBezTo>
                    <a:pt x="38156" y="30648"/>
                    <a:pt x="38210" y="30910"/>
                    <a:pt x="38316" y="31166"/>
                  </a:cubicBezTo>
                  <a:cubicBezTo>
                    <a:pt x="38433" y="31449"/>
                    <a:pt x="38549" y="31733"/>
                    <a:pt x="38665" y="32015"/>
                  </a:cubicBezTo>
                  <a:cubicBezTo>
                    <a:pt x="38781" y="32294"/>
                    <a:pt x="38899" y="32575"/>
                    <a:pt x="39021" y="32854"/>
                  </a:cubicBezTo>
                  <a:cubicBezTo>
                    <a:pt x="39148" y="33142"/>
                    <a:pt x="39431" y="33642"/>
                    <a:pt x="39319" y="34106"/>
                  </a:cubicBezTo>
                  <a:cubicBezTo>
                    <a:pt x="39210" y="34572"/>
                    <a:pt x="39000" y="34881"/>
                    <a:pt x="38752" y="35205"/>
                  </a:cubicBezTo>
                  <a:cubicBezTo>
                    <a:pt x="38693" y="35289"/>
                    <a:pt x="38613" y="35375"/>
                    <a:pt x="38531" y="35452"/>
                  </a:cubicBezTo>
                  <a:cubicBezTo>
                    <a:pt x="38498" y="35484"/>
                    <a:pt x="38465" y="35513"/>
                    <a:pt x="38431" y="35541"/>
                  </a:cubicBezTo>
                  <a:cubicBezTo>
                    <a:pt x="38415" y="35555"/>
                    <a:pt x="38399" y="35567"/>
                    <a:pt x="38380" y="35580"/>
                  </a:cubicBezTo>
                  <a:cubicBezTo>
                    <a:pt x="38344" y="35618"/>
                    <a:pt x="38312" y="35656"/>
                    <a:pt x="38273" y="35696"/>
                  </a:cubicBezTo>
                  <a:lnTo>
                    <a:pt x="38273" y="35698"/>
                  </a:lnTo>
                  <a:cubicBezTo>
                    <a:pt x="38241" y="35724"/>
                    <a:pt x="38212" y="35749"/>
                    <a:pt x="38178" y="35775"/>
                  </a:cubicBezTo>
                  <a:cubicBezTo>
                    <a:pt x="38118" y="35827"/>
                    <a:pt x="38057" y="35881"/>
                    <a:pt x="37995" y="35932"/>
                  </a:cubicBezTo>
                  <a:lnTo>
                    <a:pt x="37993" y="35932"/>
                  </a:lnTo>
                  <a:cubicBezTo>
                    <a:pt x="37973" y="35949"/>
                    <a:pt x="37956" y="35965"/>
                    <a:pt x="37935" y="35978"/>
                  </a:cubicBezTo>
                  <a:lnTo>
                    <a:pt x="37934" y="35980"/>
                  </a:lnTo>
                  <a:cubicBezTo>
                    <a:pt x="37921" y="35990"/>
                    <a:pt x="37912" y="36000"/>
                    <a:pt x="37897" y="36007"/>
                  </a:cubicBezTo>
                  <a:cubicBezTo>
                    <a:pt x="37871" y="36025"/>
                    <a:pt x="37850" y="36044"/>
                    <a:pt x="37825" y="36060"/>
                  </a:cubicBezTo>
                  <a:cubicBezTo>
                    <a:pt x="37784" y="36087"/>
                    <a:pt x="37745" y="36116"/>
                    <a:pt x="37703" y="36143"/>
                  </a:cubicBezTo>
                  <a:cubicBezTo>
                    <a:pt x="37623" y="36198"/>
                    <a:pt x="37538" y="36249"/>
                    <a:pt x="37457" y="36300"/>
                  </a:cubicBezTo>
                  <a:lnTo>
                    <a:pt x="37332" y="36375"/>
                  </a:lnTo>
                  <a:cubicBezTo>
                    <a:pt x="37296" y="36400"/>
                    <a:pt x="37255" y="36419"/>
                    <a:pt x="37216" y="36445"/>
                  </a:cubicBezTo>
                  <a:cubicBezTo>
                    <a:pt x="37136" y="36490"/>
                    <a:pt x="37057" y="36538"/>
                    <a:pt x="36979" y="36586"/>
                  </a:cubicBezTo>
                  <a:cubicBezTo>
                    <a:pt x="36870" y="36656"/>
                    <a:pt x="36758" y="36720"/>
                    <a:pt x="36644" y="36785"/>
                  </a:cubicBezTo>
                  <a:cubicBezTo>
                    <a:pt x="36547" y="36841"/>
                    <a:pt x="36446" y="36897"/>
                    <a:pt x="36345" y="36950"/>
                  </a:cubicBezTo>
                  <a:cubicBezTo>
                    <a:pt x="36141" y="37059"/>
                    <a:pt x="35935" y="37163"/>
                    <a:pt x="35721" y="37259"/>
                  </a:cubicBezTo>
                  <a:cubicBezTo>
                    <a:pt x="35615" y="37309"/>
                    <a:pt x="35507" y="37355"/>
                    <a:pt x="35398" y="37400"/>
                  </a:cubicBezTo>
                  <a:cubicBezTo>
                    <a:pt x="35283" y="37454"/>
                    <a:pt x="35169" y="37499"/>
                    <a:pt x="35051" y="37543"/>
                  </a:cubicBezTo>
                  <a:cubicBezTo>
                    <a:pt x="35030" y="37553"/>
                    <a:pt x="35007" y="37560"/>
                    <a:pt x="34987" y="37566"/>
                  </a:cubicBezTo>
                  <a:cubicBezTo>
                    <a:pt x="34885" y="37607"/>
                    <a:pt x="34782" y="37645"/>
                    <a:pt x="34679" y="37679"/>
                  </a:cubicBezTo>
                  <a:cubicBezTo>
                    <a:pt x="34597" y="37708"/>
                    <a:pt x="34513" y="37738"/>
                    <a:pt x="34427" y="37762"/>
                  </a:cubicBezTo>
                  <a:cubicBezTo>
                    <a:pt x="34330" y="37796"/>
                    <a:pt x="34231" y="37825"/>
                    <a:pt x="34135" y="37854"/>
                  </a:cubicBezTo>
                  <a:cubicBezTo>
                    <a:pt x="34097" y="37866"/>
                    <a:pt x="34056" y="37877"/>
                    <a:pt x="34018" y="37887"/>
                  </a:cubicBezTo>
                  <a:cubicBezTo>
                    <a:pt x="33918" y="37915"/>
                    <a:pt x="33815" y="37940"/>
                    <a:pt x="33712" y="37957"/>
                  </a:cubicBezTo>
                  <a:cubicBezTo>
                    <a:pt x="33674" y="37964"/>
                    <a:pt x="33635" y="37970"/>
                    <a:pt x="33595" y="37976"/>
                  </a:cubicBezTo>
                  <a:cubicBezTo>
                    <a:pt x="33518" y="37988"/>
                    <a:pt x="33443" y="37996"/>
                    <a:pt x="33364" y="38007"/>
                  </a:cubicBezTo>
                  <a:cubicBezTo>
                    <a:pt x="33322" y="38009"/>
                    <a:pt x="33281" y="38015"/>
                    <a:pt x="33238" y="38018"/>
                  </a:cubicBezTo>
                  <a:cubicBezTo>
                    <a:pt x="33075" y="38037"/>
                    <a:pt x="32911" y="38055"/>
                    <a:pt x="32739" y="38081"/>
                  </a:cubicBezTo>
                  <a:cubicBezTo>
                    <a:pt x="32614" y="38101"/>
                    <a:pt x="32469" y="38101"/>
                    <a:pt x="32325" y="38105"/>
                  </a:cubicBezTo>
                  <a:cubicBezTo>
                    <a:pt x="32184" y="38110"/>
                    <a:pt x="32040" y="38117"/>
                    <a:pt x="31915" y="38145"/>
                  </a:cubicBezTo>
                  <a:cubicBezTo>
                    <a:pt x="31912" y="38145"/>
                    <a:pt x="31910" y="38145"/>
                    <a:pt x="31904" y="38146"/>
                  </a:cubicBezTo>
                  <a:cubicBezTo>
                    <a:pt x="31902" y="38146"/>
                    <a:pt x="31900" y="38148"/>
                    <a:pt x="31896" y="38148"/>
                  </a:cubicBezTo>
                  <a:cubicBezTo>
                    <a:pt x="31889" y="38149"/>
                    <a:pt x="31883" y="38152"/>
                    <a:pt x="31875" y="38152"/>
                  </a:cubicBezTo>
                  <a:cubicBezTo>
                    <a:pt x="31868" y="38152"/>
                    <a:pt x="31861" y="38152"/>
                    <a:pt x="31853" y="38152"/>
                  </a:cubicBezTo>
                  <a:cubicBezTo>
                    <a:pt x="31813" y="38152"/>
                    <a:pt x="31771" y="38149"/>
                    <a:pt x="31733" y="38149"/>
                  </a:cubicBezTo>
                  <a:cubicBezTo>
                    <a:pt x="31709" y="38149"/>
                    <a:pt x="31687" y="38150"/>
                    <a:pt x="31669" y="38155"/>
                  </a:cubicBezTo>
                  <a:lnTo>
                    <a:pt x="31314" y="38155"/>
                  </a:lnTo>
                  <a:cubicBezTo>
                    <a:pt x="31290" y="38160"/>
                    <a:pt x="31263" y="38162"/>
                    <a:pt x="31234" y="38162"/>
                  </a:cubicBezTo>
                  <a:cubicBezTo>
                    <a:pt x="31184" y="38162"/>
                    <a:pt x="31129" y="38157"/>
                    <a:pt x="31075" y="38157"/>
                  </a:cubicBezTo>
                  <a:cubicBezTo>
                    <a:pt x="31040" y="38157"/>
                    <a:pt x="31005" y="38159"/>
                    <a:pt x="30973" y="38166"/>
                  </a:cubicBezTo>
                  <a:cubicBezTo>
                    <a:pt x="30883" y="38186"/>
                    <a:pt x="30783" y="38195"/>
                    <a:pt x="30680" y="38195"/>
                  </a:cubicBezTo>
                  <a:cubicBezTo>
                    <a:pt x="30407" y="38195"/>
                    <a:pt x="30116" y="38131"/>
                    <a:pt x="29956" y="38017"/>
                  </a:cubicBezTo>
                  <a:cubicBezTo>
                    <a:pt x="29847" y="37937"/>
                    <a:pt x="29760" y="37828"/>
                    <a:pt x="29684" y="37708"/>
                  </a:cubicBezTo>
                  <a:cubicBezTo>
                    <a:pt x="29647" y="37650"/>
                    <a:pt x="29610" y="37586"/>
                    <a:pt x="29574" y="37527"/>
                  </a:cubicBezTo>
                  <a:cubicBezTo>
                    <a:pt x="29539" y="37466"/>
                    <a:pt x="29504" y="37400"/>
                    <a:pt x="29466" y="37345"/>
                  </a:cubicBezTo>
                  <a:cubicBezTo>
                    <a:pt x="29287" y="37059"/>
                    <a:pt x="29084" y="36699"/>
                    <a:pt x="28953" y="36383"/>
                  </a:cubicBezTo>
                  <a:cubicBezTo>
                    <a:pt x="28892" y="36234"/>
                    <a:pt x="28893" y="36074"/>
                    <a:pt x="28847" y="35913"/>
                  </a:cubicBezTo>
                  <a:cubicBezTo>
                    <a:pt x="28725" y="35488"/>
                    <a:pt x="28654" y="35049"/>
                    <a:pt x="28514" y="34631"/>
                  </a:cubicBezTo>
                  <a:cubicBezTo>
                    <a:pt x="28306" y="34010"/>
                    <a:pt x="28100" y="33412"/>
                    <a:pt x="27874" y="32826"/>
                  </a:cubicBezTo>
                  <a:cubicBezTo>
                    <a:pt x="27807" y="32652"/>
                    <a:pt x="27738" y="32479"/>
                    <a:pt x="27666" y="32309"/>
                  </a:cubicBezTo>
                  <a:lnTo>
                    <a:pt x="27666" y="32307"/>
                  </a:lnTo>
                  <a:cubicBezTo>
                    <a:pt x="27611" y="32165"/>
                    <a:pt x="27550" y="32025"/>
                    <a:pt x="27489" y="31886"/>
                  </a:cubicBezTo>
                  <a:cubicBezTo>
                    <a:pt x="27476" y="31858"/>
                    <a:pt x="27464" y="31832"/>
                    <a:pt x="27453" y="31806"/>
                  </a:cubicBezTo>
                  <a:cubicBezTo>
                    <a:pt x="27453" y="31801"/>
                    <a:pt x="27450" y="31801"/>
                    <a:pt x="27448" y="31800"/>
                  </a:cubicBezTo>
                  <a:lnTo>
                    <a:pt x="27416" y="31723"/>
                  </a:lnTo>
                  <a:cubicBezTo>
                    <a:pt x="27390" y="31665"/>
                    <a:pt x="27363" y="31607"/>
                    <a:pt x="27338" y="31551"/>
                  </a:cubicBezTo>
                  <a:cubicBezTo>
                    <a:pt x="27242" y="31338"/>
                    <a:pt x="27144" y="31130"/>
                    <a:pt x="27048" y="30913"/>
                  </a:cubicBezTo>
                  <a:cubicBezTo>
                    <a:pt x="27035" y="30885"/>
                    <a:pt x="27021" y="30856"/>
                    <a:pt x="27006" y="30827"/>
                  </a:cubicBezTo>
                  <a:cubicBezTo>
                    <a:pt x="26990" y="30800"/>
                    <a:pt x="26973" y="30769"/>
                    <a:pt x="26958" y="30740"/>
                  </a:cubicBezTo>
                  <a:cubicBezTo>
                    <a:pt x="26945" y="30720"/>
                    <a:pt x="26937" y="30701"/>
                    <a:pt x="26925" y="30680"/>
                  </a:cubicBezTo>
                  <a:cubicBezTo>
                    <a:pt x="26915" y="30660"/>
                    <a:pt x="26905" y="30643"/>
                    <a:pt x="26897" y="30621"/>
                  </a:cubicBezTo>
                  <a:cubicBezTo>
                    <a:pt x="26889" y="30600"/>
                    <a:pt x="26881" y="30580"/>
                    <a:pt x="26875" y="30560"/>
                  </a:cubicBezTo>
                  <a:lnTo>
                    <a:pt x="26919" y="30560"/>
                  </a:lnTo>
                  <a:cubicBezTo>
                    <a:pt x="26934" y="30570"/>
                    <a:pt x="26955" y="30579"/>
                    <a:pt x="26982" y="30584"/>
                  </a:cubicBezTo>
                  <a:cubicBezTo>
                    <a:pt x="27002" y="30589"/>
                    <a:pt x="27031" y="30593"/>
                    <a:pt x="27060" y="30596"/>
                  </a:cubicBezTo>
                  <a:cubicBezTo>
                    <a:pt x="27091" y="30600"/>
                    <a:pt x="27123" y="30600"/>
                    <a:pt x="27159" y="30602"/>
                  </a:cubicBezTo>
                  <a:cubicBezTo>
                    <a:pt x="27203" y="30604"/>
                    <a:pt x="27248" y="30604"/>
                    <a:pt x="27291" y="30604"/>
                  </a:cubicBezTo>
                  <a:cubicBezTo>
                    <a:pt x="27349" y="30604"/>
                    <a:pt x="27403" y="30603"/>
                    <a:pt x="27442" y="30603"/>
                  </a:cubicBezTo>
                  <a:cubicBezTo>
                    <a:pt x="27496" y="30603"/>
                    <a:pt x="27550" y="30602"/>
                    <a:pt x="27605" y="30599"/>
                  </a:cubicBezTo>
                  <a:cubicBezTo>
                    <a:pt x="27643" y="30595"/>
                    <a:pt x="27684" y="30593"/>
                    <a:pt x="27722" y="30587"/>
                  </a:cubicBezTo>
                  <a:cubicBezTo>
                    <a:pt x="27770" y="30582"/>
                    <a:pt x="27819" y="30574"/>
                    <a:pt x="27867" y="30567"/>
                  </a:cubicBezTo>
                  <a:cubicBezTo>
                    <a:pt x="27896" y="30564"/>
                    <a:pt x="27925" y="30558"/>
                    <a:pt x="27954" y="30555"/>
                  </a:cubicBezTo>
                  <a:cubicBezTo>
                    <a:pt x="27999" y="30548"/>
                    <a:pt x="28044" y="30536"/>
                    <a:pt x="28088" y="30528"/>
                  </a:cubicBezTo>
                  <a:cubicBezTo>
                    <a:pt x="28159" y="30509"/>
                    <a:pt x="28229" y="30491"/>
                    <a:pt x="28295" y="30470"/>
                  </a:cubicBezTo>
                  <a:lnTo>
                    <a:pt x="28319" y="30470"/>
                  </a:lnTo>
                  <a:cubicBezTo>
                    <a:pt x="28341" y="30462"/>
                    <a:pt x="28363" y="30455"/>
                    <a:pt x="28386" y="30446"/>
                  </a:cubicBezTo>
                  <a:cubicBezTo>
                    <a:pt x="28406" y="30439"/>
                    <a:pt x="28428" y="30429"/>
                    <a:pt x="28446" y="30420"/>
                  </a:cubicBezTo>
                  <a:cubicBezTo>
                    <a:pt x="28453" y="30417"/>
                    <a:pt x="28460" y="30414"/>
                    <a:pt x="28466" y="30411"/>
                  </a:cubicBezTo>
                  <a:cubicBezTo>
                    <a:pt x="28481" y="30406"/>
                    <a:pt x="28495" y="30398"/>
                    <a:pt x="28510" y="30391"/>
                  </a:cubicBezTo>
                  <a:lnTo>
                    <a:pt x="28553" y="30369"/>
                  </a:lnTo>
                  <a:cubicBezTo>
                    <a:pt x="28577" y="30356"/>
                    <a:pt x="28598" y="30346"/>
                    <a:pt x="28620" y="30333"/>
                  </a:cubicBezTo>
                  <a:cubicBezTo>
                    <a:pt x="28800" y="30224"/>
                    <a:pt x="28960" y="30097"/>
                    <a:pt x="29110" y="29959"/>
                  </a:cubicBezTo>
                  <a:cubicBezTo>
                    <a:pt x="29200" y="29876"/>
                    <a:pt x="29285" y="29792"/>
                    <a:pt x="29369" y="29700"/>
                  </a:cubicBezTo>
                  <a:cubicBezTo>
                    <a:pt x="29439" y="29613"/>
                    <a:pt x="29506" y="29523"/>
                    <a:pt x="29572" y="29436"/>
                  </a:cubicBezTo>
                  <a:cubicBezTo>
                    <a:pt x="29584" y="29433"/>
                    <a:pt x="29593" y="29431"/>
                    <a:pt x="29602" y="29430"/>
                  </a:cubicBezTo>
                  <a:cubicBezTo>
                    <a:pt x="29612" y="29429"/>
                    <a:pt x="29622" y="29426"/>
                    <a:pt x="29631" y="29424"/>
                  </a:cubicBezTo>
                  <a:cubicBezTo>
                    <a:pt x="29649" y="29421"/>
                    <a:pt x="29670" y="29417"/>
                    <a:pt x="29689" y="29414"/>
                  </a:cubicBezTo>
                  <a:cubicBezTo>
                    <a:pt x="29902" y="29344"/>
                    <a:pt x="30151" y="29328"/>
                    <a:pt x="30385" y="29264"/>
                  </a:cubicBezTo>
                  <a:cubicBezTo>
                    <a:pt x="30433" y="29251"/>
                    <a:pt x="30481" y="29240"/>
                    <a:pt x="30532" y="29226"/>
                  </a:cubicBezTo>
                  <a:cubicBezTo>
                    <a:pt x="30624" y="29206"/>
                    <a:pt x="30712" y="29186"/>
                    <a:pt x="30808" y="29168"/>
                  </a:cubicBezTo>
                  <a:cubicBezTo>
                    <a:pt x="30829" y="29164"/>
                    <a:pt x="30845" y="29163"/>
                    <a:pt x="30864" y="29160"/>
                  </a:cubicBezTo>
                  <a:cubicBezTo>
                    <a:pt x="30951" y="29142"/>
                    <a:pt x="31044" y="29131"/>
                    <a:pt x="31135" y="29117"/>
                  </a:cubicBezTo>
                  <a:cubicBezTo>
                    <a:pt x="31148" y="29116"/>
                    <a:pt x="31163" y="29113"/>
                    <a:pt x="31178" y="29113"/>
                  </a:cubicBezTo>
                  <a:cubicBezTo>
                    <a:pt x="31259" y="29103"/>
                    <a:pt x="31343" y="29094"/>
                    <a:pt x="31425" y="29087"/>
                  </a:cubicBezTo>
                  <a:cubicBezTo>
                    <a:pt x="31620" y="29068"/>
                    <a:pt x="31817" y="29055"/>
                    <a:pt x="32019" y="29046"/>
                  </a:cubicBezTo>
                  <a:cubicBezTo>
                    <a:pt x="32088" y="29043"/>
                    <a:pt x="32153" y="29043"/>
                    <a:pt x="32223" y="29039"/>
                  </a:cubicBezTo>
                  <a:cubicBezTo>
                    <a:pt x="32360" y="29036"/>
                    <a:pt x="32498" y="29033"/>
                    <a:pt x="32636" y="29030"/>
                  </a:cubicBezTo>
                  <a:cubicBezTo>
                    <a:pt x="32704" y="29030"/>
                    <a:pt x="32775" y="29030"/>
                    <a:pt x="32847" y="29029"/>
                  </a:cubicBezTo>
                  <a:cubicBezTo>
                    <a:pt x="33079" y="29029"/>
                    <a:pt x="33312" y="29029"/>
                    <a:pt x="33542" y="29030"/>
                  </a:cubicBezTo>
                  <a:lnTo>
                    <a:pt x="33542" y="29023"/>
                  </a:lnTo>
                  <a:lnTo>
                    <a:pt x="33941" y="29023"/>
                  </a:lnTo>
                  <a:cubicBezTo>
                    <a:pt x="33947" y="29106"/>
                    <a:pt x="34000" y="29133"/>
                    <a:pt x="34026" y="29192"/>
                  </a:cubicBezTo>
                  <a:cubicBezTo>
                    <a:pt x="34075" y="29301"/>
                    <a:pt x="34093" y="29392"/>
                    <a:pt x="34187" y="29447"/>
                  </a:cubicBezTo>
                  <a:cubicBezTo>
                    <a:pt x="34245" y="29483"/>
                    <a:pt x="34315" y="29496"/>
                    <a:pt x="34390" y="29496"/>
                  </a:cubicBezTo>
                  <a:cubicBezTo>
                    <a:pt x="34435" y="29496"/>
                    <a:pt x="34481" y="29491"/>
                    <a:pt x="34527" y="29484"/>
                  </a:cubicBezTo>
                  <a:cubicBezTo>
                    <a:pt x="34545" y="29481"/>
                    <a:pt x="34564" y="29479"/>
                    <a:pt x="34580" y="29475"/>
                  </a:cubicBezTo>
                  <a:cubicBezTo>
                    <a:pt x="34600" y="29472"/>
                    <a:pt x="34617" y="29468"/>
                    <a:pt x="34638" y="29462"/>
                  </a:cubicBezTo>
                  <a:cubicBezTo>
                    <a:pt x="34722" y="29443"/>
                    <a:pt x="34799" y="29418"/>
                    <a:pt x="34860" y="29405"/>
                  </a:cubicBezTo>
                  <a:cubicBezTo>
                    <a:pt x="34869" y="29401"/>
                    <a:pt x="34876" y="29401"/>
                    <a:pt x="34885" y="29399"/>
                  </a:cubicBezTo>
                  <a:lnTo>
                    <a:pt x="34889" y="29399"/>
                  </a:lnTo>
                  <a:cubicBezTo>
                    <a:pt x="34901" y="29395"/>
                    <a:pt x="34914" y="29395"/>
                    <a:pt x="34926" y="29395"/>
                  </a:cubicBezTo>
                  <a:cubicBezTo>
                    <a:pt x="34940" y="29394"/>
                    <a:pt x="34952" y="29394"/>
                    <a:pt x="34966" y="29392"/>
                  </a:cubicBezTo>
                  <a:cubicBezTo>
                    <a:pt x="35006" y="29392"/>
                    <a:pt x="35042" y="29391"/>
                    <a:pt x="35074" y="29385"/>
                  </a:cubicBezTo>
                  <a:lnTo>
                    <a:pt x="35552" y="29385"/>
                  </a:lnTo>
                  <a:cubicBezTo>
                    <a:pt x="35610" y="29372"/>
                    <a:pt x="35669" y="29362"/>
                    <a:pt x="35725" y="29350"/>
                  </a:cubicBezTo>
                  <a:cubicBezTo>
                    <a:pt x="35781" y="29340"/>
                    <a:pt x="35836" y="29330"/>
                    <a:pt x="35887" y="29315"/>
                  </a:cubicBezTo>
                  <a:cubicBezTo>
                    <a:pt x="35946" y="29301"/>
                    <a:pt x="36005" y="29279"/>
                    <a:pt x="36055" y="29242"/>
                  </a:cubicBezTo>
                  <a:cubicBezTo>
                    <a:pt x="36195" y="29152"/>
                    <a:pt x="36252" y="29010"/>
                    <a:pt x="36324" y="28848"/>
                  </a:cubicBezTo>
                  <a:cubicBezTo>
                    <a:pt x="36457" y="28835"/>
                    <a:pt x="36590" y="28776"/>
                    <a:pt x="36699" y="28731"/>
                  </a:cubicBezTo>
                  <a:cubicBezTo>
                    <a:pt x="36723" y="28722"/>
                    <a:pt x="36746" y="28712"/>
                    <a:pt x="36772" y="28703"/>
                  </a:cubicBezTo>
                  <a:cubicBezTo>
                    <a:pt x="36791" y="28696"/>
                    <a:pt x="36813" y="28689"/>
                    <a:pt x="36833" y="28681"/>
                  </a:cubicBezTo>
                  <a:cubicBezTo>
                    <a:pt x="36875" y="28667"/>
                    <a:pt x="36915" y="28652"/>
                    <a:pt x="36955" y="28638"/>
                  </a:cubicBezTo>
                  <a:cubicBezTo>
                    <a:pt x="36976" y="28630"/>
                    <a:pt x="36995" y="28625"/>
                    <a:pt x="37015" y="28616"/>
                  </a:cubicBezTo>
                  <a:cubicBezTo>
                    <a:pt x="37035" y="28609"/>
                    <a:pt x="37056" y="28600"/>
                    <a:pt x="37075" y="28593"/>
                  </a:cubicBezTo>
                  <a:cubicBezTo>
                    <a:pt x="37095" y="28585"/>
                    <a:pt x="37114" y="28577"/>
                    <a:pt x="37133" y="28566"/>
                  </a:cubicBezTo>
                  <a:cubicBezTo>
                    <a:pt x="37172" y="28550"/>
                    <a:pt x="37210" y="28530"/>
                    <a:pt x="37246" y="28508"/>
                  </a:cubicBezTo>
                  <a:cubicBezTo>
                    <a:pt x="37264" y="28497"/>
                    <a:pt x="37282" y="28485"/>
                    <a:pt x="37298" y="28472"/>
                  </a:cubicBezTo>
                  <a:cubicBezTo>
                    <a:pt x="37325" y="28454"/>
                    <a:pt x="37351" y="28436"/>
                    <a:pt x="37376" y="28418"/>
                  </a:cubicBezTo>
                  <a:cubicBezTo>
                    <a:pt x="37400" y="28398"/>
                    <a:pt x="37426" y="28380"/>
                    <a:pt x="37451" y="28360"/>
                  </a:cubicBezTo>
                  <a:cubicBezTo>
                    <a:pt x="37485" y="28334"/>
                    <a:pt x="37517" y="28308"/>
                    <a:pt x="37551" y="28283"/>
                  </a:cubicBezTo>
                  <a:cubicBezTo>
                    <a:pt x="37572" y="28267"/>
                    <a:pt x="37594" y="28252"/>
                    <a:pt x="37615" y="28238"/>
                  </a:cubicBezTo>
                  <a:cubicBezTo>
                    <a:pt x="37620" y="28235"/>
                    <a:pt x="37627" y="28228"/>
                    <a:pt x="37634" y="28225"/>
                  </a:cubicBezTo>
                  <a:cubicBezTo>
                    <a:pt x="37640" y="28222"/>
                    <a:pt x="37647" y="28216"/>
                    <a:pt x="37655" y="28213"/>
                  </a:cubicBezTo>
                  <a:close/>
                  <a:moveTo>
                    <a:pt x="25750" y="31832"/>
                  </a:moveTo>
                  <a:cubicBezTo>
                    <a:pt x="25834" y="31910"/>
                    <a:pt x="26028" y="31907"/>
                    <a:pt x="26154" y="31939"/>
                  </a:cubicBezTo>
                  <a:cubicBezTo>
                    <a:pt x="26342" y="31990"/>
                    <a:pt x="26554" y="32002"/>
                    <a:pt x="26763" y="32047"/>
                  </a:cubicBezTo>
                  <a:cubicBezTo>
                    <a:pt x="26805" y="32056"/>
                    <a:pt x="26847" y="32060"/>
                    <a:pt x="26889" y="32060"/>
                  </a:cubicBezTo>
                  <a:cubicBezTo>
                    <a:pt x="27020" y="32060"/>
                    <a:pt x="27154" y="32027"/>
                    <a:pt x="27277" y="32027"/>
                  </a:cubicBezTo>
                  <a:cubicBezTo>
                    <a:pt x="27285" y="32108"/>
                    <a:pt x="27331" y="32194"/>
                    <a:pt x="27368" y="32272"/>
                  </a:cubicBezTo>
                  <a:cubicBezTo>
                    <a:pt x="27374" y="32285"/>
                    <a:pt x="27380" y="32293"/>
                    <a:pt x="27383" y="32306"/>
                  </a:cubicBezTo>
                  <a:lnTo>
                    <a:pt x="27351" y="32306"/>
                  </a:lnTo>
                  <a:cubicBezTo>
                    <a:pt x="27342" y="32296"/>
                    <a:pt x="27329" y="32290"/>
                    <a:pt x="27316" y="32285"/>
                  </a:cubicBezTo>
                  <a:cubicBezTo>
                    <a:pt x="27303" y="32280"/>
                    <a:pt x="27288" y="32272"/>
                    <a:pt x="27272" y="32269"/>
                  </a:cubicBezTo>
                  <a:cubicBezTo>
                    <a:pt x="27256" y="32265"/>
                    <a:pt x="27242" y="32261"/>
                    <a:pt x="27223" y="32258"/>
                  </a:cubicBezTo>
                  <a:cubicBezTo>
                    <a:pt x="27205" y="32255"/>
                    <a:pt x="27187" y="32252"/>
                    <a:pt x="27169" y="32249"/>
                  </a:cubicBezTo>
                  <a:cubicBezTo>
                    <a:pt x="27114" y="32242"/>
                    <a:pt x="27051" y="32237"/>
                    <a:pt x="26987" y="32237"/>
                  </a:cubicBezTo>
                  <a:cubicBezTo>
                    <a:pt x="26974" y="32237"/>
                    <a:pt x="26960" y="32237"/>
                    <a:pt x="26946" y="32237"/>
                  </a:cubicBezTo>
                  <a:cubicBezTo>
                    <a:pt x="26863" y="32237"/>
                    <a:pt x="26779" y="32240"/>
                    <a:pt x="26710" y="32240"/>
                  </a:cubicBezTo>
                  <a:cubicBezTo>
                    <a:pt x="26698" y="32240"/>
                    <a:pt x="26689" y="32240"/>
                    <a:pt x="26678" y="32237"/>
                  </a:cubicBezTo>
                  <a:cubicBezTo>
                    <a:pt x="26646" y="32236"/>
                    <a:pt x="26607" y="32233"/>
                    <a:pt x="26571" y="32233"/>
                  </a:cubicBezTo>
                  <a:cubicBezTo>
                    <a:pt x="26531" y="32233"/>
                    <a:pt x="26494" y="32237"/>
                    <a:pt x="26473" y="32249"/>
                  </a:cubicBezTo>
                  <a:cubicBezTo>
                    <a:pt x="26532" y="32255"/>
                    <a:pt x="26589" y="32267"/>
                    <a:pt x="26644" y="32285"/>
                  </a:cubicBezTo>
                  <a:cubicBezTo>
                    <a:pt x="26681" y="32296"/>
                    <a:pt x="26714" y="32309"/>
                    <a:pt x="26749" y="32322"/>
                  </a:cubicBezTo>
                  <a:cubicBezTo>
                    <a:pt x="26785" y="32333"/>
                    <a:pt x="26819" y="32349"/>
                    <a:pt x="26849" y="32361"/>
                  </a:cubicBezTo>
                  <a:cubicBezTo>
                    <a:pt x="26867" y="32367"/>
                    <a:pt x="26886" y="32374"/>
                    <a:pt x="26900" y="32380"/>
                  </a:cubicBezTo>
                  <a:cubicBezTo>
                    <a:pt x="27010" y="32413"/>
                    <a:pt x="27141" y="32430"/>
                    <a:pt x="27275" y="32430"/>
                  </a:cubicBezTo>
                  <a:cubicBezTo>
                    <a:pt x="27328" y="32430"/>
                    <a:pt x="27381" y="32427"/>
                    <a:pt x="27434" y="32422"/>
                  </a:cubicBezTo>
                  <a:lnTo>
                    <a:pt x="27437" y="32422"/>
                  </a:lnTo>
                  <a:cubicBezTo>
                    <a:pt x="27451" y="32495"/>
                    <a:pt x="27480" y="32576"/>
                    <a:pt x="27512" y="32658"/>
                  </a:cubicBezTo>
                  <a:cubicBezTo>
                    <a:pt x="27572" y="32797"/>
                    <a:pt x="27645" y="32943"/>
                    <a:pt x="27693" y="33055"/>
                  </a:cubicBezTo>
                  <a:cubicBezTo>
                    <a:pt x="27768" y="33233"/>
                    <a:pt x="27836" y="33415"/>
                    <a:pt x="27903" y="33603"/>
                  </a:cubicBezTo>
                  <a:cubicBezTo>
                    <a:pt x="27967" y="33786"/>
                    <a:pt x="28033" y="33969"/>
                    <a:pt x="28100" y="34154"/>
                  </a:cubicBezTo>
                  <a:cubicBezTo>
                    <a:pt x="28183" y="34424"/>
                    <a:pt x="28265" y="34695"/>
                    <a:pt x="28345" y="34966"/>
                  </a:cubicBezTo>
                  <a:cubicBezTo>
                    <a:pt x="28382" y="35105"/>
                    <a:pt x="28377" y="35211"/>
                    <a:pt x="28419" y="35340"/>
                  </a:cubicBezTo>
                  <a:cubicBezTo>
                    <a:pt x="28514" y="35628"/>
                    <a:pt x="28594" y="35936"/>
                    <a:pt x="28687" y="36215"/>
                  </a:cubicBezTo>
                  <a:cubicBezTo>
                    <a:pt x="28694" y="36236"/>
                    <a:pt x="28699" y="36258"/>
                    <a:pt x="28704" y="36278"/>
                  </a:cubicBezTo>
                  <a:cubicBezTo>
                    <a:pt x="28712" y="36305"/>
                    <a:pt x="28720" y="36330"/>
                    <a:pt x="28726" y="36358"/>
                  </a:cubicBezTo>
                  <a:cubicBezTo>
                    <a:pt x="28731" y="36372"/>
                    <a:pt x="28734" y="36388"/>
                    <a:pt x="28738" y="36404"/>
                  </a:cubicBezTo>
                  <a:cubicBezTo>
                    <a:pt x="28750" y="36451"/>
                    <a:pt x="28761" y="36497"/>
                    <a:pt x="28777" y="36542"/>
                  </a:cubicBezTo>
                  <a:cubicBezTo>
                    <a:pt x="28782" y="36560"/>
                    <a:pt x="28789" y="36572"/>
                    <a:pt x="28796" y="36589"/>
                  </a:cubicBezTo>
                  <a:cubicBezTo>
                    <a:pt x="28825" y="36662"/>
                    <a:pt x="28856" y="36731"/>
                    <a:pt x="28888" y="36801"/>
                  </a:cubicBezTo>
                  <a:cubicBezTo>
                    <a:pt x="28957" y="36941"/>
                    <a:pt x="29030" y="37078"/>
                    <a:pt x="29106" y="37208"/>
                  </a:cubicBezTo>
                  <a:cubicBezTo>
                    <a:pt x="29145" y="37274"/>
                    <a:pt x="29183" y="37338"/>
                    <a:pt x="29222" y="37400"/>
                  </a:cubicBezTo>
                  <a:cubicBezTo>
                    <a:pt x="29270" y="37477"/>
                    <a:pt x="29315" y="37557"/>
                    <a:pt x="29360" y="37633"/>
                  </a:cubicBezTo>
                  <a:cubicBezTo>
                    <a:pt x="29365" y="37639"/>
                    <a:pt x="29367" y="37646"/>
                    <a:pt x="29372" y="37653"/>
                  </a:cubicBezTo>
                  <a:cubicBezTo>
                    <a:pt x="29392" y="37687"/>
                    <a:pt x="29411" y="37717"/>
                    <a:pt x="29431" y="37752"/>
                  </a:cubicBezTo>
                  <a:cubicBezTo>
                    <a:pt x="29455" y="37788"/>
                    <a:pt x="29481" y="37828"/>
                    <a:pt x="29506" y="37863"/>
                  </a:cubicBezTo>
                  <a:cubicBezTo>
                    <a:pt x="29519" y="37883"/>
                    <a:pt x="29532" y="37899"/>
                    <a:pt x="29545" y="37916"/>
                  </a:cubicBezTo>
                  <a:cubicBezTo>
                    <a:pt x="29571" y="37953"/>
                    <a:pt x="29597" y="37988"/>
                    <a:pt x="29628" y="38021"/>
                  </a:cubicBezTo>
                  <a:cubicBezTo>
                    <a:pt x="29641" y="38037"/>
                    <a:pt x="29655" y="38050"/>
                    <a:pt x="29670" y="38066"/>
                  </a:cubicBezTo>
                  <a:cubicBezTo>
                    <a:pt x="29712" y="38110"/>
                    <a:pt x="29756" y="38149"/>
                    <a:pt x="29804" y="38185"/>
                  </a:cubicBezTo>
                  <a:cubicBezTo>
                    <a:pt x="29825" y="38203"/>
                    <a:pt x="29850" y="38220"/>
                    <a:pt x="29875" y="38235"/>
                  </a:cubicBezTo>
                  <a:cubicBezTo>
                    <a:pt x="29924" y="38264"/>
                    <a:pt x="29984" y="38290"/>
                    <a:pt x="30054" y="38309"/>
                  </a:cubicBezTo>
                  <a:cubicBezTo>
                    <a:pt x="30077" y="38316"/>
                    <a:pt x="30100" y="38322"/>
                    <a:pt x="30123" y="38328"/>
                  </a:cubicBezTo>
                  <a:cubicBezTo>
                    <a:pt x="30153" y="38337"/>
                    <a:pt x="30185" y="38342"/>
                    <a:pt x="30217" y="38348"/>
                  </a:cubicBezTo>
                  <a:cubicBezTo>
                    <a:pt x="30257" y="38353"/>
                    <a:pt x="30298" y="38360"/>
                    <a:pt x="30342" y="38366"/>
                  </a:cubicBezTo>
                  <a:cubicBezTo>
                    <a:pt x="30355" y="38370"/>
                    <a:pt x="30363" y="38370"/>
                    <a:pt x="30378" y="38370"/>
                  </a:cubicBezTo>
                  <a:cubicBezTo>
                    <a:pt x="30429" y="38373"/>
                    <a:pt x="30483" y="38379"/>
                    <a:pt x="30535" y="38382"/>
                  </a:cubicBezTo>
                  <a:cubicBezTo>
                    <a:pt x="30593" y="38387"/>
                    <a:pt x="30653" y="38389"/>
                    <a:pt x="30711" y="38393"/>
                  </a:cubicBezTo>
                  <a:cubicBezTo>
                    <a:pt x="30738" y="38395"/>
                    <a:pt x="30769" y="38395"/>
                    <a:pt x="30798" y="38395"/>
                  </a:cubicBezTo>
                  <a:cubicBezTo>
                    <a:pt x="30858" y="38396"/>
                    <a:pt x="30916" y="38396"/>
                    <a:pt x="30973" y="38396"/>
                  </a:cubicBezTo>
                  <a:cubicBezTo>
                    <a:pt x="31029" y="38399"/>
                    <a:pt x="31086" y="38399"/>
                    <a:pt x="31138" y="38399"/>
                  </a:cubicBezTo>
                  <a:cubicBezTo>
                    <a:pt x="31162" y="38399"/>
                    <a:pt x="31188" y="38399"/>
                    <a:pt x="31214" y="38401"/>
                  </a:cubicBezTo>
                  <a:cubicBezTo>
                    <a:pt x="31286" y="38402"/>
                    <a:pt x="31364" y="38406"/>
                    <a:pt x="31439" y="38406"/>
                  </a:cubicBezTo>
                  <a:cubicBezTo>
                    <a:pt x="31480" y="38406"/>
                    <a:pt x="31520" y="38405"/>
                    <a:pt x="31558" y="38402"/>
                  </a:cubicBezTo>
                  <a:cubicBezTo>
                    <a:pt x="31596" y="38399"/>
                    <a:pt x="31631" y="38396"/>
                    <a:pt x="31662" y="38389"/>
                  </a:cubicBezTo>
                  <a:cubicBezTo>
                    <a:pt x="31900" y="38380"/>
                    <a:pt x="32140" y="38374"/>
                    <a:pt x="32377" y="38367"/>
                  </a:cubicBezTo>
                  <a:cubicBezTo>
                    <a:pt x="32436" y="38354"/>
                    <a:pt x="32498" y="38352"/>
                    <a:pt x="32561" y="38352"/>
                  </a:cubicBezTo>
                  <a:cubicBezTo>
                    <a:pt x="32583" y="38352"/>
                    <a:pt x="32606" y="38352"/>
                    <a:pt x="32628" y="38352"/>
                  </a:cubicBezTo>
                  <a:cubicBezTo>
                    <a:pt x="32695" y="38352"/>
                    <a:pt x="32762" y="38350"/>
                    <a:pt x="32826" y="38335"/>
                  </a:cubicBezTo>
                  <a:cubicBezTo>
                    <a:pt x="32866" y="38326"/>
                    <a:pt x="32902" y="38319"/>
                    <a:pt x="32943" y="38315"/>
                  </a:cubicBezTo>
                  <a:cubicBezTo>
                    <a:pt x="32980" y="38306"/>
                    <a:pt x="33021" y="38300"/>
                    <a:pt x="33059" y="38294"/>
                  </a:cubicBezTo>
                  <a:cubicBezTo>
                    <a:pt x="33095" y="38292"/>
                    <a:pt x="33132" y="38284"/>
                    <a:pt x="33168" y="38283"/>
                  </a:cubicBezTo>
                  <a:cubicBezTo>
                    <a:pt x="33278" y="38270"/>
                    <a:pt x="33387" y="38261"/>
                    <a:pt x="33494" y="38249"/>
                  </a:cubicBezTo>
                  <a:cubicBezTo>
                    <a:pt x="33530" y="38246"/>
                    <a:pt x="33566" y="38242"/>
                    <a:pt x="33603" y="38236"/>
                  </a:cubicBezTo>
                  <a:cubicBezTo>
                    <a:pt x="33633" y="38232"/>
                    <a:pt x="33664" y="38228"/>
                    <a:pt x="33696" y="38222"/>
                  </a:cubicBezTo>
                  <a:cubicBezTo>
                    <a:pt x="33771" y="38212"/>
                    <a:pt x="33844" y="38196"/>
                    <a:pt x="33917" y="38175"/>
                  </a:cubicBezTo>
                  <a:cubicBezTo>
                    <a:pt x="34360" y="38050"/>
                    <a:pt x="34783" y="37941"/>
                    <a:pt x="35179" y="37770"/>
                  </a:cubicBezTo>
                  <a:cubicBezTo>
                    <a:pt x="35356" y="37694"/>
                    <a:pt x="35539" y="37615"/>
                    <a:pt x="35724" y="37535"/>
                  </a:cubicBezTo>
                  <a:cubicBezTo>
                    <a:pt x="35738" y="37528"/>
                    <a:pt x="35754" y="37519"/>
                    <a:pt x="35772" y="37512"/>
                  </a:cubicBezTo>
                  <a:cubicBezTo>
                    <a:pt x="35805" y="37493"/>
                    <a:pt x="35837" y="37476"/>
                    <a:pt x="35872" y="37458"/>
                  </a:cubicBezTo>
                  <a:cubicBezTo>
                    <a:pt x="35888" y="37454"/>
                    <a:pt x="35907" y="37444"/>
                    <a:pt x="35925" y="37440"/>
                  </a:cubicBezTo>
                  <a:lnTo>
                    <a:pt x="35925" y="37458"/>
                  </a:lnTo>
                  <a:cubicBezTo>
                    <a:pt x="35885" y="37519"/>
                    <a:pt x="35910" y="37631"/>
                    <a:pt x="35913" y="37704"/>
                  </a:cubicBezTo>
                  <a:cubicBezTo>
                    <a:pt x="35917" y="37829"/>
                    <a:pt x="35939" y="37941"/>
                    <a:pt x="35978" y="38043"/>
                  </a:cubicBezTo>
                  <a:cubicBezTo>
                    <a:pt x="36009" y="38132"/>
                    <a:pt x="36051" y="38213"/>
                    <a:pt x="36095" y="38280"/>
                  </a:cubicBezTo>
                  <a:lnTo>
                    <a:pt x="36114" y="38280"/>
                  </a:lnTo>
                  <a:lnTo>
                    <a:pt x="36114" y="38258"/>
                  </a:lnTo>
                  <a:cubicBezTo>
                    <a:pt x="36121" y="38249"/>
                    <a:pt x="36127" y="38239"/>
                    <a:pt x="36128" y="38226"/>
                  </a:cubicBezTo>
                  <a:cubicBezTo>
                    <a:pt x="36140" y="38178"/>
                    <a:pt x="36128" y="38113"/>
                    <a:pt x="36114" y="38060"/>
                  </a:cubicBezTo>
                  <a:cubicBezTo>
                    <a:pt x="36111" y="38047"/>
                    <a:pt x="36109" y="38037"/>
                    <a:pt x="36105" y="38024"/>
                  </a:cubicBezTo>
                  <a:cubicBezTo>
                    <a:pt x="36102" y="38014"/>
                    <a:pt x="36098" y="38002"/>
                    <a:pt x="36092" y="37993"/>
                  </a:cubicBezTo>
                  <a:cubicBezTo>
                    <a:pt x="36080" y="37957"/>
                    <a:pt x="36066" y="37919"/>
                    <a:pt x="36051" y="37884"/>
                  </a:cubicBezTo>
                  <a:cubicBezTo>
                    <a:pt x="36023" y="37815"/>
                    <a:pt x="35994" y="37745"/>
                    <a:pt x="35973" y="37669"/>
                  </a:cubicBezTo>
                  <a:cubicBezTo>
                    <a:pt x="35951" y="37595"/>
                    <a:pt x="35936" y="37517"/>
                    <a:pt x="35932" y="37428"/>
                  </a:cubicBezTo>
                  <a:cubicBezTo>
                    <a:pt x="36271" y="37281"/>
                    <a:pt x="36586" y="37098"/>
                    <a:pt x="36894" y="36916"/>
                  </a:cubicBezTo>
                  <a:lnTo>
                    <a:pt x="36894" y="36968"/>
                  </a:lnTo>
                  <a:cubicBezTo>
                    <a:pt x="36880" y="36995"/>
                    <a:pt x="36874" y="37025"/>
                    <a:pt x="36874" y="37060"/>
                  </a:cubicBezTo>
                  <a:cubicBezTo>
                    <a:pt x="36870" y="37094"/>
                    <a:pt x="36870" y="37128"/>
                    <a:pt x="36862" y="37162"/>
                  </a:cubicBezTo>
                  <a:cubicBezTo>
                    <a:pt x="36843" y="37229"/>
                    <a:pt x="36833" y="37300"/>
                    <a:pt x="36823" y="37373"/>
                  </a:cubicBezTo>
                  <a:cubicBezTo>
                    <a:pt x="36819" y="37396"/>
                    <a:pt x="36817" y="37421"/>
                    <a:pt x="36814" y="37447"/>
                  </a:cubicBezTo>
                  <a:cubicBezTo>
                    <a:pt x="36810" y="37493"/>
                    <a:pt x="36801" y="37543"/>
                    <a:pt x="36794" y="37592"/>
                  </a:cubicBezTo>
                  <a:cubicBezTo>
                    <a:pt x="36790" y="37617"/>
                    <a:pt x="36787" y="37643"/>
                    <a:pt x="36781" y="37668"/>
                  </a:cubicBezTo>
                  <a:cubicBezTo>
                    <a:pt x="36781" y="37672"/>
                    <a:pt x="36779" y="37674"/>
                    <a:pt x="36779" y="37677"/>
                  </a:cubicBezTo>
                  <a:cubicBezTo>
                    <a:pt x="36774" y="37697"/>
                    <a:pt x="36768" y="37722"/>
                    <a:pt x="36765" y="37739"/>
                  </a:cubicBezTo>
                  <a:cubicBezTo>
                    <a:pt x="36683" y="38053"/>
                    <a:pt x="36625" y="38370"/>
                    <a:pt x="36547" y="38671"/>
                  </a:cubicBezTo>
                  <a:cubicBezTo>
                    <a:pt x="36521" y="38771"/>
                    <a:pt x="36494" y="38872"/>
                    <a:pt x="36462" y="38968"/>
                  </a:cubicBezTo>
                  <a:cubicBezTo>
                    <a:pt x="36458" y="38994"/>
                    <a:pt x="36451" y="39017"/>
                    <a:pt x="36439" y="39039"/>
                  </a:cubicBezTo>
                  <a:cubicBezTo>
                    <a:pt x="36419" y="39096"/>
                    <a:pt x="36401" y="39149"/>
                    <a:pt x="36380" y="39205"/>
                  </a:cubicBezTo>
                  <a:cubicBezTo>
                    <a:pt x="36324" y="39337"/>
                    <a:pt x="36272" y="39456"/>
                    <a:pt x="36220" y="39578"/>
                  </a:cubicBezTo>
                  <a:cubicBezTo>
                    <a:pt x="36205" y="39622"/>
                    <a:pt x="36191" y="39664"/>
                    <a:pt x="36176" y="39708"/>
                  </a:cubicBezTo>
                  <a:lnTo>
                    <a:pt x="35494" y="39708"/>
                  </a:lnTo>
                  <a:cubicBezTo>
                    <a:pt x="32893" y="39732"/>
                    <a:pt x="30295" y="39758"/>
                    <a:pt x="27694" y="39782"/>
                  </a:cubicBezTo>
                  <a:cubicBezTo>
                    <a:pt x="27706" y="39456"/>
                    <a:pt x="27636" y="39193"/>
                    <a:pt x="27525" y="38969"/>
                  </a:cubicBezTo>
                  <a:cubicBezTo>
                    <a:pt x="27496" y="38911"/>
                    <a:pt x="27466" y="38857"/>
                    <a:pt x="27432" y="38805"/>
                  </a:cubicBezTo>
                  <a:cubicBezTo>
                    <a:pt x="27410" y="38770"/>
                    <a:pt x="27387" y="38735"/>
                    <a:pt x="27364" y="38703"/>
                  </a:cubicBezTo>
                  <a:cubicBezTo>
                    <a:pt x="27259" y="38555"/>
                    <a:pt x="27142" y="38424"/>
                    <a:pt x="27018" y="38293"/>
                  </a:cubicBezTo>
                  <a:cubicBezTo>
                    <a:pt x="26982" y="38257"/>
                    <a:pt x="26947" y="38219"/>
                    <a:pt x="26913" y="38184"/>
                  </a:cubicBezTo>
                  <a:cubicBezTo>
                    <a:pt x="26739" y="38001"/>
                    <a:pt x="26564" y="37816"/>
                    <a:pt x="26435" y="37601"/>
                  </a:cubicBezTo>
                  <a:cubicBezTo>
                    <a:pt x="26410" y="37562"/>
                    <a:pt x="26388" y="37519"/>
                    <a:pt x="26369" y="37472"/>
                  </a:cubicBezTo>
                  <a:cubicBezTo>
                    <a:pt x="26358" y="37447"/>
                    <a:pt x="26348" y="37419"/>
                    <a:pt x="26339" y="37390"/>
                  </a:cubicBezTo>
                  <a:cubicBezTo>
                    <a:pt x="26336" y="37384"/>
                    <a:pt x="26335" y="37380"/>
                    <a:pt x="26335" y="37376"/>
                  </a:cubicBezTo>
                  <a:cubicBezTo>
                    <a:pt x="26322" y="37344"/>
                    <a:pt x="26313" y="37307"/>
                    <a:pt x="26304" y="37272"/>
                  </a:cubicBezTo>
                  <a:cubicBezTo>
                    <a:pt x="26303" y="37271"/>
                    <a:pt x="26303" y="37268"/>
                    <a:pt x="26303" y="37268"/>
                  </a:cubicBezTo>
                  <a:cubicBezTo>
                    <a:pt x="26291" y="37235"/>
                    <a:pt x="26284" y="37200"/>
                    <a:pt x="26276" y="37163"/>
                  </a:cubicBezTo>
                  <a:cubicBezTo>
                    <a:pt x="26268" y="37125"/>
                    <a:pt x="26260" y="37086"/>
                    <a:pt x="26255" y="37047"/>
                  </a:cubicBezTo>
                  <a:cubicBezTo>
                    <a:pt x="26242" y="36968"/>
                    <a:pt x="26233" y="36889"/>
                    <a:pt x="26227" y="36803"/>
                  </a:cubicBezTo>
                  <a:cubicBezTo>
                    <a:pt x="26226" y="36795"/>
                    <a:pt x="26226" y="36787"/>
                    <a:pt x="26226" y="36777"/>
                  </a:cubicBezTo>
                  <a:cubicBezTo>
                    <a:pt x="26223" y="36743"/>
                    <a:pt x="26220" y="36708"/>
                    <a:pt x="26220" y="36676"/>
                  </a:cubicBezTo>
                  <a:cubicBezTo>
                    <a:pt x="26210" y="36403"/>
                    <a:pt x="26233" y="36122"/>
                    <a:pt x="26288" y="35882"/>
                  </a:cubicBezTo>
                  <a:lnTo>
                    <a:pt x="26320" y="35391"/>
                  </a:lnTo>
                  <a:lnTo>
                    <a:pt x="26310" y="35391"/>
                  </a:lnTo>
                  <a:lnTo>
                    <a:pt x="26310" y="35411"/>
                  </a:lnTo>
                  <a:cubicBezTo>
                    <a:pt x="26290" y="35435"/>
                    <a:pt x="26276" y="35471"/>
                    <a:pt x="26263" y="35507"/>
                  </a:cubicBezTo>
                  <a:cubicBezTo>
                    <a:pt x="26259" y="35526"/>
                    <a:pt x="26253" y="35544"/>
                    <a:pt x="26246" y="35563"/>
                  </a:cubicBezTo>
                  <a:cubicBezTo>
                    <a:pt x="26242" y="35580"/>
                    <a:pt x="26239" y="35599"/>
                    <a:pt x="26233" y="35615"/>
                  </a:cubicBezTo>
                  <a:lnTo>
                    <a:pt x="26220" y="35615"/>
                  </a:lnTo>
                  <a:cubicBezTo>
                    <a:pt x="26208" y="35311"/>
                    <a:pt x="26102" y="35017"/>
                    <a:pt x="26016" y="34772"/>
                  </a:cubicBezTo>
                  <a:cubicBezTo>
                    <a:pt x="25928" y="34497"/>
                    <a:pt x="25861" y="34244"/>
                    <a:pt x="25752" y="33989"/>
                  </a:cubicBezTo>
                  <a:cubicBezTo>
                    <a:pt x="25689" y="33848"/>
                    <a:pt x="25592" y="33703"/>
                    <a:pt x="25548" y="33552"/>
                  </a:cubicBezTo>
                  <a:lnTo>
                    <a:pt x="25536" y="33552"/>
                  </a:lnTo>
                  <a:lnTo>
                    <a:pt x="25536" y="33582"/>
                  </a:lnTo>
                  <a:cubicBezTo>
                    <a:pt x="25570" y="33636"/>
                    <a:pt x="25557" y="33719"/>
                    <a:pt x="25579" y="33786"/>
                  </a:cubicBezTo>
                  <a:cubicBezTo>
                    <a:pt x="25592" y="33825"/>
                    <a:pt x="25602" y="33864"/>
                    <a:pt x="25615" y="33907"/>
                  </a:cubicBezTo>
                  <a:cubicBezTo>
                    <a:pt x="25635" y="33975"/>
                    <a:pt x="25651" y="34046"/>
                    <a:pt x="25673" y="34119"/>
                  </a:cubicBezTo>
                  <a:cubicBezTo>
                    <a:pt x="25686" y="34168"/>
                    <a:pt x="25702" y="34219"/>
                    <a:pt x="25718" y="34269"/>
                  </a:cubicBezTo>
                  <a:cubicBezTo>
                    <a:pt x="25786" y="34469"/>
                    <a:pt x="25868" y="34686"/>
                    <a:pt x="25932" y="34888"/>
                  </a:cubicBezTo>
                  <a:cubicBezTo>
                    <a:pt x="25973" y="35012"/>
                    <a:pt x="25990" y="35121"/>
                    <a:pt x="26038" y="35240"/>
                  </a:cubicBezTo>
                  <a:cubicBezTo>
                    <a:pt x="26089" y="35362"/>
                    <a:pt x="26164" y="35509"/>
                    <a:pt x="26201" y="35637"/>
                  </a:cubicBezTo>
                  <a:cubicBezTo>
                    <a:pt x="26218" y="35708"/>
                    <a:pt x="26093" y="36069"/>
                    <a:pt x="26071" y="36148"/>
                  </a:cubicBezTo>
                  <a:cubicBezTo>
                    <a:pt x="25978" y="36476"/>
                    <a:pt x="25965" y="37038"/>
                    <a:pt x="26071" y="37355"/>
                  </a:cubicBezTo>
                  <a:cubicBezTo>
                    <a:pt x="26087" y="37409"/>
                    <a:pt x="26108" y="37456"/>
                    <a:pt x="26125" y="37505"/>
                  </a:cubicBezTo>
                  <a:cubicBezTo>
                    <a:pt x="26147" y="37557"/>
                    <a:pt x="26172" y="37607"/>
                    <a:pt x="26198" y="37656"/>
                  </a:cubicBezTo>
                  <a:cubicBezTo>
                    <a:pt x="26208" y="37675"/>
                    <a:pt x="26218" y="37695"/>
                    <a:pt x="26230" y="37713"/>
                  </a:cubicBezTo>
                  <a:cubicBezTo>
                    <a:pt x="26256" y="37762"/>
                    <a:pt x="26285" y="37810"/>
                    <a:pt x="26317" y="37855"/>
                  </a:cubicBezTo>
                  <a:cubicBezTo>
                    <a:pt x="26369" y="37931"/>
                    <a:pt x="26423" y="38007"/>
                    <a:pt x="26481" y="38075"/>
                  </a:cubicBezTo>
                  <a:cubicBezTo>
                    <a:pt x="26506" y="38104"/>
                    <a:pt x="26529" y="38132"/>
                    <a:pt x="26553" y="38159"/>
                  </a:cubicBezTo>
                  <a:cubicBezTo>
                    <a:pt x="26717" y="38348"/>
                    <a:pt x="26894" y="38523"/>
                    <a:pt x="27056" y="38720"/>
                  </a:cubicBezTo>
                  <a:cubicBezTo>
                    <a:pt x="27080" y="38748"/>
                    <a:pt x="27104" y="38779"/>
                    <a:pt x="27126" y="38806"/>
                  </a:cubicBezTo>
                  <a:cubicBezTo>
                    <a:pt x="27149" y="38835"/>
                    <a:pt x="27171" y="38866"/>
                    <a:pt x="27192" y="38896"/>
                  </a:cubicBezTo>
                  <a:cubicBezTo>
                    <a:pt x="27325" y="39085"/>
                    <a:pt x="27365" y="39301"/>
                    <a:pt x="27448" y="39548"/>
                  </a:cubicBezTo>
                  <a:cubicBezTo>
                    <a:pt x="27476" y="39631"/>
                    <a:pt x="27541" y="39689"/>
                    <a:pt x="27556" y="39783"/>
                  </a:cubicBezTo>
                  <a:lnTo>
                    <a:pt x="22682" y="39827"/>
                  </a:lnTo>
                  <a:lnTo>
                    <a:pt x="22671" y="39817"/>
                  </a:lnTo>
                  <a:cubicBezTo>
                    <a:pt x="22653" y="39612"/>
                    <a:pt x="22634" y="39402"/>
                    <a:pt x="22618" y="39194"/>
                  </a:cubicBezTo>
                  <a:lnTo>
                    <a:pt x="22618" y="38748"/>
                  </a:lnTo>
                  <a:cubicBezTo>
                    <a:pt x="22610" y="38696"/>
                    <a:pt x="22610" y="38399"/>
                    <a:pt x="22629" y="38267"/>
                  </a:cubicBezTo>
                  <a:cubicBezTo>
                    <a:pt x="22649" y="38124"/>
                    <a:pt x="22636" y="37988"/>
                    <a:pt x="22618" y="37852"/>
                  </a:cubicBezTo>
                  <a:cubicBezTo>
                    <a:pt x="22614" y="37809"/>
                    <a:pt x="22610" y="37762"/>
                    <a:pt x="22604" y="37719"/>
                  </a:cubicBezTo>
                  <a:cubicBezTo>
                    <a:pt x="22602" y="37700"/>
                    <a:pt x="22600" y="37675"/>
                    <a:pt x="22600" y="37656"/>
                  </a:cubicBezTo>
                  <a:cubicBezTo>
                    <a:pt x="22600" y="37634"/>
                    <a:pt x="22598" y="37613"/>
                    <a:pt x="22598" y="37591"/>
                  </a:cubicBezTo>
                  <a:lnTo>
                    <a:pt x="22607" y="37591"/>
                  </a:lnTo>
                  <a:cubicBezTo>
                    <a:pt x="22650" y="37650"/>
                    <a:pt x="22719" y="37697"/>
                    <a:pt x="22781" y="37739"/>
                  </a:cubicBezTo>
                  <a:cubicBezTo>
                    <a:pt x="22802" y="37755"/>
                    <a:pt x="22825" y="37768"/>
                    <a:pt x="22844" y="37783"/>
                  </a:cubicBezTo>
                  <a:cubicBezTo>
                    <a:pt x="22887" y="37816"/>
                    <a:pt x="22931" y="37852"/>
                    <a:pt x="22976" y="37889"/>
                  </a:cubicBezTo>
                  <a:cubicBezTo>
                    <a:pt x="23020" y="37925"/>
                    <a:pt x="23062" y="37964"/>
                    <a:pt x="23108" y="38001"/>
                  </a:cubicBezTo>
                  <a:cubicBezTo>
                    <a:pt x="23199" y="38072"/>
                    <a:pt x="23290" y="38140"/>
                    <a:pt x="23402" y="38190"/>
                  </a:cubicBezTo>
                  <a:cubicBezTo>
                    <a:pt x="23428" y="38201"/>
                    <a:pt x="23462" y="38212"/>
                    <a:pt x="23497" y="38217"/>
                  </a:cubicBezTo>
                  <a:cubicBezTo>
                    <a:pt x="23536" y="38226"/>
                    <a:pt x="23578" y="38230"/>
                    <a:pt x="23616" y="38230"/>
                  </a:cubicBezTo>
                  <a:cubicBezTo>
                    <a:pt x="23630" y="38230"/>
                    <a:pt x="23643" y="38226"/>
                    <a:pt x="23657" y="38226"/>
                  </a:cubicBezTo>
                  <a:cubicBezTo>
                    <a:pt x="23671" y="38225"/>
                    <a:pt x="23687" y="38223"/>
                    <a:pt x="23700" y="38220"/>
                  </a:cubicBezTo>
                  <a:cubicBezTo>
                    <a:pt x="23736" y="38212"/>
                    <a:pt x="23768" y="38198"/>
                    <a:pt x="23795" y="38181"/>
                  </a:cubicBezTo>
                  <a:cubicBezTo>
                    <a:pt x="23806" y="38169"/>
                    <a:pt x="23819" y="38161"/>
                    <a:pt x="23828" y="38150"/>
                  </a:cubicBezTo>
                  <a:cubicBezTo>
                    <a:pt x="23883" y="38097"/>
                    <a:pt x="23911" y="38037"/>
                    <a:pt x="23923" y="37969"/>
                  </a:cubicBezTo>
                  <a:cubicBezTo>
                    <a:pt x="23927" y="37956"/>
                    <a:pt x="23928" y="37941"/>
                    <a:pt x="23933" y="37927"/>
                  </a:cubicBezTo>
                  <a:cubicBezTo>
                    <a:pt x="23936" y="37911"/>
                    <a:pt x="23937" y="37893"/>
                    <a:pt x="23940" y="37879"/>
                  </a:cubicBezTo>
                  <a:cubicBezTo>
                    <a:pt x="23944" y="37826"/>
                    <a:pt x="23950" y="37770"/>
                    <a:pt x="23959" y="37711"/>
                  </a:cubicBezTo>
                  <a:cubicBezTo>
                    <a:pt x="23962" y="37703"/>
                    <a:pt x="23963" y="37693"/>
                    <a:pt x="23963" y="37685"/>
                  </a:cubicBezTo>
                  <a:cubicBezTo>
                    <a:pt x="23966" y="37661"/>
                    <a:pt x="23971" y="37637"/>
                    <a:pt x="23976" y="37614"/>
                  </a:cubicBezTo>
                  <a:cubicBezTo>
                    <a:pt x="23994" y="37537"/>
                    <a:pt x="24003" y="37463"/>
                    <a:pt x="24014" y="37384"/>
                  </a:cubicBezTo>
                  <a:cubicBezTo>
                    <a:pt x="24017" y="37348"/>
                    <a:pt x="24023" y="37309"/>
                    <a:pt x="24027" y="37271"/>
                  </a:cubicBezTo>
                  <a:cubicBezTo>
                    <a:pt x="24036" y="37194"/>
                    <a:pt x="24042" y="37118"/>
                    <a:pt x="24049" y="37041"/>
                  </a:cubicBezTo>
                  <a:cubicBezTo>
                    <a:pt x="24061" y="36925"/>
                    <a:pt x="24075" y="36814"/>
                    <a:pt x="24103" y="36705"/>
                  </a:cubicBezTo>
                  <a:cubicBezTo>
                    <a:pt x="24180" y="36384"/>
                    <a:pt x="24253" y="36061"/>
                    <a:pt x="24328" y="35744"/>
                  </a:cubicBezTo>
                  <a:cubicBezTo>
                    <a:pt x="24394" y="35545"/>
                    <a:pt x="24453" y="35346"/>
                    <a:pt x="24514" y="35145"/>
                  </a:cubicBezTo>
                  <a:cubicBezTo>
                    <a:pt x="24574" y="34946"/>
                    <a:pt x="24632" y="34748"/>
                    <a:pt x="24692" y="34548"/>
                  </a:cubicBezTo>
                  <a:cubicBezTo>
                    <a:pt x="24812" y="34149"/>
                    <a:pt x="24933" y="33760"/>
                    <a:pt x="25077" y="33382"/>
                  </a:cubicBezTo>
                  <a:cubicBezTo>
                    <a:pt x="25202" y="33047"/>
                    <a:pt x="25324" y="32729"/>
                    <a:pt x="25461" y="32419"/>
                  </a:cubicBezTo>
                  <a:cubicBezTo>
                    <a:pt x="25488" y="32358"/>
                    <a:pt x="25528" y="32198"/>
                    <a:pt x="25586" y="32146"/>
                  </a:cubicBezTo>
                  <a:cubicBezTo>
                    <a:pt x="25593" y="32140"/>
                    <a:pt x="25600" y="32134"/>
                    <a:pt x="25609" y="32133"/>
                  </a:cubicBezTo>
                  <a:cubicBezTo>
                    <a:pt x="25621" y="32143"/>
                    <a:pt x="25631" y="32155"/>
                    <a:pt x="25645" y="32163"/>
                  </a:cubicBezTo>
                  <a:cubicBezTo>
                    <a:pt x="25666" y="32176"/>
                    <a:pt x="25689" y="32185"/>
                    <a:pt x="25715" y="32191"/>
                  </a:cubicBezTo>
                  <a:cubicBezTo>
                    <a:pt x="25723" y="32194"/>
                    <a:pt x="25731" y="32194"/>
                    <a:pt x="25743" y="32197"/>
                  </a:cubicBezTo>
                  <a:cubicBezTo>
                    <a:pt x="25811" y="32211"/>
                    <a:pt x="25898" y="32208"/>
                    <a:pt x="25978" y="32216"/>
                  </a:cubicBezTo>
                  <a:cubicBezTo>
                    <a:pt x="25999" y="32219"/>
                    <a:pt x="26021" y="32220"/>
                    <a:pt x="26038" y="32227"/>
                  </a:cubicBezTo>
                  <a:cubicBezTo>
                    <a:pt x="26051" y="32229"/>
                    <a:pt x="26066" y="32233"/>
                    <a:pt x="26082" y="32236"/>
                  </a:cubicBezTo>
                  <a:cubicBezTo>
                    <a:pt x="26086" y="32237"/>
                    <a:pt x="26087" y="32237"/>
                    <a:pt x="26092" y="32240"/>
                  </a:cubicBezTo>
                  <a:cubicBezTo>
                    <a:pt x="26108" y="32243"/>
                    <a:pt x="26122" y="32245"/>
                    <a:pt x="26137" y="32245"/>
                  </a:cubicBezTo>
                  <a:cubicBezTo>
                    <a:pt x="26151" y="32245"/>
                    <a:pt x="26166" y="32243"/>
                    <a:pt x="26176" y="32237"/>
                  </a:cubicBezTo>
                  <a:lnTo>
                    <a:pt x="26173" y="32237"/>
                  </a:lnTo>
                  <a:cubicBezTo>
                    <a:pt x="26137" y="32235"/>
                    <a:pt x="26102" y="32226"/>
                    <a:pt x="26070" y="32214"/>
                  </a:cubicBezTo>
                  <a:cubicBezTo>
                    <a:pt x="26034" y="32206"/>
                    <a:pt x="26002" y="32191"/>
                    <a:pt x="25971" y="32178"/>
                  </a:cubicBezTo>
                  <a:cubicBezTo>
                    <a:pt x="25939" y="32163"/>
                    <a:pt x="25910" y="32149"/>
                    <a:pt x="25878" y="32133"/>
                  </a:cubicBezTo>
                  <a:cubicBezTo>
                    <a:pt x="25849" y="32115"/>
                    <a:pt x="25818" y="32102"/>
                    <a:pt x="25791" y="32089"/>
                  </a:cubicBezTo>
                  <a:cubicBezTo>
                    <a:pt x="25757" y="32076"/>
                    <a:pt x="25714" y="32069"/>
                    <a:pt x="25677" y="32054"/>
                  </a:cubicBezTo>
                  <a:cubicBezTo>
                    <a:pt x="25664" y="32048"/>
                    <a:pt x="25650" y="32040"/>
                    <a:pt x="25643" y="32031"/>
                  </a:cubicBezTo>
                  <a:cubicBezTo>
                    <a:pt x="25637" y="32027"/>
                    <a:pt x="25631" y="32021"/>
                    <a:pt x="25629" y="32014"/>
                  </a:cubicBezTo>
                  <a:cubicBezTo>
                    <a:pt x="25643" y="32002"/>
                    <a:pt x="25650" y="31987"/>
                    <a:pt x="25657" y="31967"/>
                  </a:cubicBezTo>
                  <a:cubicBezTo>
                    <a:pt x="25670" y="31939"/>
                    <a:pt x="25677" y="31910"/>
                    <a:pt x="25692" y="31886"/>
                  </a:cubicBezTo>
                  <a:cubicBezTo>
                    <a:pt x="25704" y="31859"/>
                    <a:pt x="25723" y="31839"/>
                    <a:pt x="25750" y="31832"/>
                  </a:cubicBezTo>
                  <a:close/>
                  <a:moveTo>
                    <a:pt x="26722" y="1"/>
                  </a:moveTo>
                  <a:cubicBezTo>
                    <a:pt x="26486" y="1"/>
                    <a:pt x="26289" y="176"/>
                    <a:pt x="26364" y="422"/>
                  </a:cubicBezTo>
                  <a:cubicBezTo>
                    <a:pt x="26380" y="474"/>
                    <a:pt x="26422" y="525"/>
                    <a:pt x="26449" y="570"/>
                  </a:cubicBezTo>
                  <a:lnTo>
                    <a:pt x="26406" y="570"/>
                  </a:lnTo>
                  <a:cubicBezTo>
                    <a:pt x="26372" y="547"/>
                    <a:pt x="26322" y="538"/>
                    <a:pt x="26264" y="538"/>
                  </a:cubicBezTo>
                  <a:cubicBezTo>
                    <a:pt x="26105" y="538"/>
                    <a:pt x="25891" y="606"/>
                    <a:pt x="25827" y="634"/>
                  </a:cubicBezTo>
                  <a:cubicBezTo>
                    <a:pt x="25650" y="710"/>
                    <a:pt x="25509" y="855"/>
                    <a:pt x="25326" y="934"/>
                  </a:cubicBezTo>
                  <a:cubicBezTo>
                    <a:pt x="24927" y="1095"/>
                    <a:pt x="24562" y="896"/>
                    <a:pt x="24395" y="1339"/>
                  </a:cubicBezTo>
                  <a:cubicBezTo>
                    <a:pt x="24372" y="1400"/>
                    <a:pt x="24341" y="1536"/>
                    <a:pt x="24365" y="1639"/>
                  </a:cubicBezTo>
                  <a:cubicBezTo>
                    <a:pt x="24446" y="1999"/>
                    <a:pt x="24671" y="2206"/>
                    <a:pt x="24984" y="2334"/>
                  </a:cubicBezTo>
                  <a:cubicBezTo>
                    <a:pt x="25080" y="2374"/>
                    <a:pt x="25189" y="2393"/>
                    <a:pt x="25294" y="2418"/>
                  </a:cubicBezTo>
                  <a:cubicBezTo>
                    <a:pt x="25346" y="2431"/>
                    <a:pt x="25414" y="2411"/>
                    <a:pt x="25442" y="2452"/>
                  </a:cubicBezTo>
                  <a:cubicBezTo>
                    <a:pt x="25294" y="2641"/>
                    <a:pt x="25638" y="2831"/>
                    <a:pt x="25666" y="2923"/>
                  </a:cubicBezTo>
                  <a:cubicBezTo>
                    <a:pt x="25615" y="2976"/>
                    <a:pt x="25603" y="3062"/>
                    <a:pt x="25570" y="3136"/>
                  </a:cubicBezTo>
                  <a:cubicBezTo>
                    <a:pt x="25515" y="3261"/>
                    <a:pt x="25454" y="3397"/>
                    <a:pt x="25388" y="3520"/>
                  </a:cubicBezTo>
                  <a:cubicBezTo>
                    <a:pt x="25164" y="3951"/>
                    <a:pt x="24889" y="4358"/>
                    <a:pt x="24767" y="4875"/>
                  </a:cubicBezTo>
                  <a:cubicBezTo>
                    <a:pt x="24731" y="5023"/>
                    <a:pt x="24788" y="5179"/>
                    <a:pt x="24831" y="5260"/>
                  </a:cubicBezTo>
                  <a:cubicBezTo>
                    <a:pt x="24843" y="5274"/>
                    <a:pt x="24852" y="5281"/>
                    <a:pt x="24865" y="5292"/>
                  </a:cubicBezTo>
                  <a:cubicBezTo>
                    <a:pt x="24860" y="5361"/>
                    <a:pt x="24855" y="5428"/>
                    <a:pt x="24852" y="5496"/>
                  </a:cubicBezTo>
                  <a:cubicBezTo>
                    <a:pt x="24869" y="5612"/>
                    <a:pt x="24888" y="5724"/>
                    <a:pt x="24904" y="5838"/>
                  </a:cubicBezTo>
                  <a:cubicBezTo>
                    <a:pt x="24916" y="5871"/>
                    <a:pt x="24952" y="5939"/>
                    <a:pt x="24948" y="5977"/>
                  </a:cubicBezTo>
                  <a:cubicBezTo>
                    <a:pt x="24940" y="6038"/>
                    <a:pt x="24888" y="6128"/>
                    <a:pt x="24865" y="6181"/>
                  </a:cubicBezTo>
                  <a:cubicBezTo>
                    <a:pt x="24799" y="6310"/>
                    <a:pt x="24745" y="6426"/>
                    <a:pt x="24650" y="6522"/>
                  </a:cubicBezTo>
                  <a:cubicBezTo>
                    <a:pt x="24477" y="6695"/>
                    <a:pt x="24324" y="6735"/>
                    <a:pt x="24266" y="7034"/>
                  </a:cubicBezTo>
                  <a:cubicBezTo>
                    <a:pt x="24232" y="7206"/>
                    <a:pt x="24415" y="7475"/>
                    <a:pt x="24501" y="7536"/>
                  </a:cubicBezTo>
                  <a:cubicBezTo>
                    <a:pt x="24593" y="7604"/>
                    <a:pt x="24698" y="7629"/>
                    <a:pt x="24757" y="7728"/>
                  </a:cubicBezTo>
                  <a:cubicBezTo>
                    <a:pt x="24889" y="7943"/>
                    <a:pt x="24680" y="8055"/>
                    <a:pt x="24705" y="8274"/>
                  </a:cubicBezTo>
                  <a:cubicBezTo>
                    <a:pt x="24724" y="8447"/>
                    <a:pt x="24817" y="8574"/>
                    <a:pt x="24939" y="8647"/>
                  </a:cubicBezTo>
                  <a:cubicBezTo>
                    <a:pt x="24773" y="8993"/>
                    <a:pt x="25041" y="9148"/>
                    <a:pt x="25122" y="9397"/>
                  </a:cubicBezTo>
                  <a:cubicBezTo>
                    <a:pt x="25206" y="9654"/>
                    <a:pt x="25153" y="9957"/>
                    <a:pt x="25282" y="10166"/>
                  </a:cubicBezTo>
                  <a:cubicBezTo>
                    <a:pt x="25444" y="10430"/>
                    <a:pt x="25808" y="10538"/>
                    <a:pt x="26211" y="10538"/>
                  </a:cubicBezTo>
                  <a:cubicBezTo>
                    <a:pt x="26380" y="10538"/>
                    <a:pt x="26556" y="10519"/>
                    <a:pt x="26726" y="10484"/>
                  </a:cubicBezTo>
                  <a:lnTo>
                    <a:pt x="26726" y="10497"/>
                  </a:lnTo>
                  <a:cubicBezTo>
                    <a:pt x="26643" y="10557"/>
                    <a:pt x="26609" y="10718"/>
                    <a:pt x="26489" y="10731"/>
                  </a:cubicBezTo>
                  <a:cubicBezTo>
                    <a:pt x="26408" y="10788"/>
                    <a:pt x="26193" y="10813"/>
                    <a:pt x="25991" y="10813"/>
                  </a:cubicBezTo>
                  <a:cubicBezTo>
                    <a:pt x="25861" y="10813"/>
                    <a:pt x="25736" y="10803"/>
                    <a:pt x="25657" y="10784"/>
                  </a:cubicBezTo>
                  <a:cubicBezTo>
                    <a:pt x="25580" y="10781"/>
                    <a:pt x="25500" y="10778"/>
                    <a:pt x="25420" y="10775"/>
                  </a:cubicBezTo>
                  <a:cubicBezTo>
                    <a:pt x="25293" y="10747"/>
                    <a:pt x="25143" y="10735"/>
                    <a:pt x="24988" y="10735"/>
                  </a:cubicBezTo>
                  <a:cubicBezTo>
                    <a:pt x="24820" y="10735"/>
                    <a:pt x="24646" y="10749"/>
                    <a:pt x="24491" y="10775"/>
                  </a:cubicBezTo>
                  <a:cubicBezTo>
                    <a:pt x="24415" y="10788"/>
                    <a:pt x="24341" y="10804"/>
                    <a:pt x="24273" y="10825"/>
                  </a:cubicBezTo>
                  <a:cubicBezTo>
                    <a:pt x="24221" y="10836"/>
                    <a:pt x="24171" y="10854"/>
                    <a:pt x="24128" y="10871"/>
                  </a:cubicBezTo>
                  <a:cubicBezTo>
                    <a:pt x="23864" y="10980"/>
                    <a:pt x="23610" y="11112"/>
                    <a:pt x="23379" y="11255"/>
                  </a:cubicBezTo>
                  <a:cubicBezTo>
                    <a:pt x="23289" y="11312"/>
                    <a:pt x="23193" y="11338"/>
                    <a:pt x="23101" y="11393"/>
                  </a:cubicBezTo>
                  <a:cubicBezTo>
                    <a:pt x="22927" y="11501"/>
                    <a:pt x="22746" y="11633"/>
                    <a:pt x="22534" y="11694"/>
                  </a:cubicBezTo>
                  <a:cubicBezTo>
                    <a:pt x="22413" y="11729"/>
                    <a:pt x="22190" y="11758"/>
                    <a:pt x="21993" y="11758"/>
                  </a:cubicBezTo>
                  <a:cubicBezTo>
                    <a:pt x="21910" y="11758"/>
                    <a:pt x="21835" y="11755"/>
                    <a:pt x="21771" y="11739"/>
                  </a:cubicBezTo>
                  <a:cubicBezTo>
                    <a:pt x="21768" y="11739"/>
                    <a:pt x="21765" y="11739"/>
                    <a:pt x="21762" y="11738"/>
                  </a:cubicBezTo>
                  <a:lnTo>
                    <a:pt x="21762" y="11738"/>
                  </a:lnTo>
                  <a:cubicBezTo>
                    <a:pt x="21761" y="11738"/>
                    <a:pt x="21761" y="11738"/>
                    <a:pt x="21761" y="11738"/>
                  </a:cubicBezTo>
                  <a:cubicBezTo>
                    <a:pt x="21760" y="11738"/>
                    <a:pt x="21760" y="11738"/>
                    <a:pt x="21759" y="11738"/>
                  </a:cubicBezTo>
                  <a:lnTo>
                    <a:pt x="21759" y="11738"/>
                  </a:lnTo>
                  <a:cubicBezTo>
                    <a:pt x="21757" y="11737"/>
                    <a:pt x="21755" y="11737"/>
                    <a:pt x="21753" y="11736"/>
                  </a:cubicBezTo>
                  <a:cubicBezTo>
                    <a:pt x="21615" y="11730"/>
                    <a:pt x="21474" y="11727"/>
                    <a:pt x="21336" y="11723"/>
                  </a:cubicBezTo>
                  <a:cubicBezTo>
                    <a:pt x="21261" y="11707"/>
                    <a:pt x="21100" y="11689"/>
                    <a:pt x="20965" y="11689"/>
                  </a:cubicBezTo>
                  <a:cubicBezTo>
                    <a:pt x="20906" y="11689"/>
                    <a:pt x="20851" y="11692"/>
                    <a:pt x="20811" y="11701"/>
                  </a:cubicBezTo>
                  <a:cubicBezTo>
                    <a:pt x="20702" y="11727"/>
                    <a:pt x="20580" y="11716"/>
                    <a:pt x="20470" y="11745"/>
                  </a:cubicBezTo>
                  <a:cubicBezTo>
                    <a:pt x="20201" y="11818"/>
                    <a:pt x="19929" y="11890"/>
                    <a:pt x="19668" y="11969"/>
                  </a:cubicBezTo>
                  <a:cubicBezTo>
                    <a:pt x="19456" y="12033"/>
                    <a:pt x="19228" y="12053"/>
                    <a:pt x="19017" y="12107"/>
                  </a:cubicBezTo>
                  <a:cubicBezTo>
                    <a:pt x="18752" y="12177"/>
                    <a:pt x="18450" y="12120"/>
                    <a:pt x="18172" y="12184"/>
                  </a:cubicBezTo>
                  <a:lnTo>
                    <a:pt x="17648" y="12184"/>
                  </a:lnTo>
                  <a:cubicBezTo>
                    <a:pt x="17631" y="12180"/>
                    <a:pt x="17593" y="12171"/>
                    <a:pt x="17560" y="12171"/>
                  </a:cubicBezTo>
                  <a:cubicBezTo>
                    <a:pt x="17552" y="12171"/>
                    <a:pt x="17545" y="12171"/>
                    <a:pt x="17538" y="12172"/>
                  </a:cubicBezTo>
                  <a:cubicBezTo>
                    <a:pt x="17472" y="12186"/>
                    <a:pt x="17363" y="12192"/>
                    <a:pt x="17245" y="12192"/>
                  </a:cubicBezTo>
                  <a:cubicBezTo>
                    <a:pt x="17065" y="12192"/>
                    <a:pt x="16861" y="12177"/>
                    <a:pt x="16746" y="12152"/>
                  </a:cubicBezTo>
                  <a:cubicBezTo>
                    <a:pt x="16646" y="12149"/>
                    <a:pt x="16550" y="12145"/>
                    <a:pt x="16448" y="12142"/>
                  </a:cubicBezTo>
                  <a:cubicBezTo>
                    <a:pt x="16325" y="12114"/>
                    <a:pt x="16140" y="12105"/>
                    <a:pt x="15953" y="12105"/>
                  </a:cubicBezTo>
                  <a:cubicBezTo>
                    <a:pt x="15785" y="12105"/>
                    <a:pt x="15616" y="12112"/>
                    <a:pt x="15487" y="12120"/>
                  </a:cubicBezTo>
                  <a:cubicBezTo>
                    <a:pt x="15308" y="12130"/>
                    <a:pt x="15115" y="12177"/>
                    <a:pt x="14952" y="12216"/>
                  </a:cubicBezTo>
                  <a:lnTo>
                    <a:pt x="14795" y="12216"/>
                  </a:lnTo>
                  <a:cubicBezTo>
                    <a:pt x="14658" y="12223"/>
                    <a:pt x="14523" y="12229"/>
                    <a:pt x="14389" y="12236"/>
                  </a:cubicBezTo>
                  <a:cubicBezTo>
                    <a:pt x="14312" y="12253"/>
                    <a:pt x="14187" y="12266"/>
                    <a:pt x="14070" y="12266"/>
                  </a:cubicBezTo>
                  <a:cubicBezTo>
                    <a:pt x="13997" y="12266"/>
                    <a:pt x="13928" y="12261"/>
                    <a:pt x="13875" y="12249"/>
                  </a:cubicBezTo>
                  <a:cubicBezTo>
                    <a:pt x="13667" y="12200"/>
                    <a:pt x="13482" y="12127"/>
                    <a:pt x="13299" y="12068"/>
                  </a:cubicBezTo>
                  <a:cubicBezTo>
                    <a:pt x="13188" y="12031"/>
                    <a:pt x="13095" y="12024"/>
                    <a:pt x="12978" y="11992"/>
                  </a:cubicBezTo>
                  <a:cubicBezTo>
                    <a:pt x="12888" y="11965"/>
                    <a:pt x="12740" y="11934"/>
                    <a:pt x="12601" y="11934"/>
                  </a:cubicBezTo>
                  <a:cubicBezTo>
                    <a:pt x="12550" y="11934"/>
                    <a:pt x="12501" y="11938"/>
                    <a:pt x="12456" y="11948"/>
                  </a:cubicBezTo>
                  <a:cubicBezTo>
                    <a:pt x="12245" y="11995"/>
                    <a:pt x="12035" y="12020"/>
                    <a:pt x="11833" y="12065"/>
                  </a:cubicBezTo>
                  <a:lnTo>
                    <a:pt x="11621" y="12065"/>
                  </a:lnTo>
                  <a:cubicBezTo>
                    <a:pt x="11554" y="12065"/>
                    <a:pt x="11489" y="12062"/>
                    <a:pt x="11422" y="12060"/>
                  </a:cubicBezTo>
                  <a:cubicBezTo>
                    <a:pt x="11346" y="12057"/>
                    <a:pt x="11270" y="12052"/>
                    <a:pt x="11196" y="12052"/>
                  </a:cubicBezTo>
                  <a:cubicBezTo>
                    <a:pt x="11179" y="12052"/>
                    <a:pt x="11162" y="12053"/>
                    <a:pt x="11146" y="12053"/>
                  </a:cubicBezTo>
                  <a:cubicBezTo>
                    <a:pt x="11051" y="12055"/>
                    <a:pt x="10958" y="12063"/>
                    <a:pt x="10872" y="12087"/>
                  </a:cubicBezTo>
                  <a:cubicBezTo>
                    <a:pt x="10769" y="12116"/>
                    <a:pt x="10651" y="12181"/>
                    <a:pt x="10595" y="12258"/>
                  </a:cubicBezTo>
                  <a:cubicBezTo>
                    <a:pt x="10545" y="12325"/>
                    <a:pt x="10558" y="12390"/>
                    <a:pt x="10445" y="12398"/>
                  </a:cubicBezTo>
                  <a:cubicBezTo>
                    <a:pt x="10408" y="12374"/>
                    <a:pt x="10357" y="12370"/>
                    <a:pt x="10303" y="12370"/>
                  </a:cubicBezTo>
                  <a:cubicBezTo>
                    <a:pt x="10279" y="12370"/>
                    <a:pt x="10254" y="12371"/>
                    <a:pt x="10230" y="12371"/>
                  </a:cubicBezTo>
                  <a:cubicBezTo>
                    <a:pt x="10197" y="12371"/>
                    <a:pt x="10164" y="12369"/>
                    <a:pt x="10135" y="12363"/>
                  </a:cubicBezTo>
                  <a:cubicBezTo>
                    <a:pt x="10098" y="12355"/>
                    <a:pt x="10058" y="12353"/>
                    <a:pt x="10017" y="12353"/>
                  </a:cubicBezTo>
                  <a:cubicBezTo>
                    <a:pt x="9961" y="12353"/>
                    <a:pt x="9903" y="12357"/>
                    <a:pt x="9844" y="12357"/>
                  </a:cubicBezTo>
                  <a:cubicBezTo>
                    <a:pt x="9794" y="12357"/>
                    <a:pt x="9745" y="12354"/>
                    <a:pt x="9696" y="12344"/>
                  </a:cubicBezTo>
                  <a:cubicBezTo>
                    <a:pt x="9649" y="12334"/>
                    <a:pt x="9580" y="12328"/>
                    <a:pt x="9511" y="12328"/>
                  </a:cubicBezTo>
                  <a:cubicBezTo>
                    <a:pt x="9483" y="12328"/>
                    <a:pt x="9454" y="12329"/>
                    <a:pt x="9427" y="12331"/>
                  </a:cubicBezTo>
                  <a:cubicBezTo>
                    <a:pt x="9384" y="12332"/>
                    <a:pt x="9344" y="12338"/>
                    <a:pt x="9311" y="12344"/>
                  </a:cubicBezTo>
                  <a:lnTo>
                    <a:pt x="8350" y="12344"/>
                  </a:lnTo>
                  <a:cubicBezTo>
                    <a:pt x="8274" y="12360"/>
                    <a:pt x="8185" y="12364"/>
                    <a:pt x="8093" y="12364"/>
                  </a:cubicBezTo>
                  <a:cubicBezTo>
                    <a:pt x="7957" y="12364"/>
                    <a:pt x="7812" y="12354"/>
                    <a:pt x="7687" y="12354"/>
                  </a:cubicBezTo>
                  <a:cubicBezTo>
                    <a:pt x="7525" y="12354"/>
                    <a:pt x="7346" y="12365"/>
                    <a:pt x="7174" y="12365"/>
                  </a:cubicBezTo>
                  <a:cubicBezTo>
                    <a:pt x="7037" y="12365"/>
                    <a:pt x="6905" y="12358"/>
                    <a:pt x="6791" y="12332"/>
                  </a:cubicBezTo>
                  <a:cubicBezTo>
                    <a:pt x="6752" y="12324"/>
                    <a:pt x="6714" y="12322"/>
                    <a:pt x="6678" y="12322"/>
                  </a:cubicBezTo>
                  <a:cubicBezTo>
                    <a:pt x="6654" y="12322"/>
                    <a:pt x="6631" y="12323"/>
                    <a:pt x="6608" y="12323"/>
                  </a:cubicBezTo>
                  <a:cubicBezTo>
                    <a:pt x="6569" y="12323"/>
                    <a:pt x="6531" y="12321"/>
                    <a:pt x="6490" y="12310"/>
                  </a:cubicBezTo>
                  <a:cubicBezTo>
                    <a:pt x="6138" y="12228"/>
                    <a:pt x="5875" y="12137"/>
                    <a:pt x="5625" y="11959"/>
                  </a:cubicBezTo>
                  <a:cubicBezTo>
                    <a:pt x="5608" y="11945"/>
                    <a:pt x="5589" y="11932"/>
                    <a:pt x="5573" y="11916"/>
                  </a:cubicBezTo>
                  <a:cubicBezTo>
                    <a:pt x="5502" y="11864"/>
                    <a:pt x="5436" y="11802"/>
                    <a:pt x="5369" y="11743"/>
                  </a:cubicBezTo>
                  <a:cubicBezTo>
                    <a:pt x="5317" y="11697"/>
                    <a:pt x="5265" y="11650"/>
                    <a:pt x="5208" y="11607"/>
                  </a:cubicBezTo>
                  <a:cubicBezTo>
                    <a:pt x="5174" y="11570"/>
                    <a:pt x="5143" y="11537"/>
                    <a:pt x="5112" y="11498"/>
                  </a:cubicBezTo>
                  <a:cubicBezTo>
                    <a:pt x="4996" y="11410"/>
                    <a:pt x="4890" y="11307"/>
                    <a:pt x="4802" y="11189"/>
                  </a:cubicBezTo>
                  <a:lnTo>
                    <a:pt x="4621" y="11008"/>
                  </a:lnTo>
                  <a:cubicBezTo>
                    <a:pt x="4455" y="10788"/>
                    <a:pt x="4295" y="10529"/>
                    <a:pt x="4075" y="10368"/>
                  </a:cubicBezTo>
                  <a:cubicBezTo>
                    <a:pt x="3828" y="10182"/>
                    <a:pt x="3542" y="10058"/>
                    <a:pt x="3252" y="9909"/>
                  </a:cubicBezTo>
                  <a:cubicBezTo>
                    <a:pt x="3085" y="9821"/>
                    <a:pt x="2909" y="9720"/>
                    <a:pt x="2720" y="9651"/>
                  </a:cubicBezTo>
                  <a:cubicBezTo>
                    <a:pt x="2707" y="9648"/>
                    <a:pt x="2699" y="9644"/>
                    <a:pt x="2685" y="9640"/>
                  </a:cubicBezTo>
                  <a:cubicBezTo>
                    <a:pt x="2642" y="9627"/>
                    <a:pt x="2579" y="9615"/>
                    <a:pt x="2515" y="9613"/>
                  </a:cubicBezTo>
                  <a:cubicBezTo>
                    <a:pt x="2502" y="9613"/>
                    <a:pt x="2490" y="9613"/>
                    <a:pt x="2477" y="9613"/>
                  </a:cubicBezTo>
                  <a:cubicBezTo>
                    <a:pt x="2424" y="9613"/>
                    <a:pt x="2373" y="9617"/>
                    <a:pt x="2332" y="9628"/>
                  </a:cubicBezTo>
                  <a:cubicBezTo>
                    <a:pt x="2298" y="9636"/>
                    <a:pt x="2230" y="9673"/>
                    <a:pt x="2185" y="9673"/>
                  </a:cubicBezTo>
                  <a:cubicBezTo>
                    <a:pt x="2180" y="9673"/>
                    <a:pt x="2176" y="9672"/>
                    <a:pt x="2172" y="9672"/>
                  </a:cubicBezTo>
                  <a:cubicBezTo>
                    <a:pt x="2126" y="9658"/>
                    <a:pt x="2060" y="9605"/>
                    <a:pt x="2011" y="9586"/>
                  </a:cubicBezTo>
                  <a:cubicBezTo>
                    <a:pt x="1945" y="9559"/>
                    <a:pt x="1830" y="9545"/>
                    <a:pt x="1718" y="9545"/>
                  </a:cubicBezTo>
                  <a:cubicBezTo>
                    <a:pt x="1642" y="9545"/>
                    <a:pt x="1568" y="9551"/>
                    <a:pt x="1509" y="9564"/>
                  </a:cubicBezTo>
                  <a:cubicBezTo>
                    <a:pt x="1483" y="9572"/>
                    <a:pt x="1441" y="9590"/>
                    <a:pt x="1401" y="9590"/>
                  </a:cubicBezTo>
                  <a:cubicBezTo>
                    <a:pt x="1390" y="9590"/>
                    <a:pt x="1380" y="9589"/>
                    <a:pt x="1370" y="9586"/>
                  </a:cubicBezTo>
                  <a:cubicBezTo>
                    <a:pt x="1313" y="9570"/>
                    <a:pt x="1243" y="9513"/>
                    <a:pt x="1188" y="9490"/>
                  </a:cubicBezTo>
                  <a:cubicBezTo>
                    <a:pt x="1127" y="9465"/>
                    <a:pt x="1045" y="9438"/>
                    <a:pt x="952" y="9410"/>
                  </a:cubicBezTo>
                  <a:cubicBezTo>
                    <a:pt x="890" y="9392"/>
                    <a:pt x="820" y="9375"/>
                    <a:pt x="749" y="9363"/>
                  </a:cubicBezTo>
                  <a:cubicBezTo>
                    <a:pt x="659" y="9347"/>
                    <a:pt x="567" y="9336"/>
                    <a:pt x="479" y="9336"/>
                  </a:cubicBezTo>
                  <a:cubicBezTo>
                    <a:pt x="272" y="9336"/>
                    <a:pt x="92" y="9396"/>
                    <a:pt x="42" y="9576"/>
                  </a:cubicBezTo>
                  <a:cubicBezTo>
                    <a:pt x="0" y="9724"/>
                    <a:pt x="100" y="9829"/>
                    <a:pt x="150" y="9895"/>
                  </a:cubicBezTo>
                  <a:cubicBezTo>
                    <a:pt x="304" y="10108"/>
                    <a:pt x="526" y="10226"/>
                    <a:pt x="749" y="10362"/>
                  </a:cubicBezTo>
                  <a:cubicBezTo>
                    <a:pt x="785" y="10384"/>
                    <a:pt x="820" y="10406"/>
                    <a:pt x="855" y="10429"/>
                  </a:cubicBezTo>
                  <a:cubicBezTo>
                    <a:pt x="890" y="10451"/>
                    <a:pt x="922" y="10476"/>
                    <a:pt x="952" y="10499"/>
                  </a:cubicBezTo>
                  <a:cubicBezTo>
                    <a:pt x="1631" y="10986"/>
                    <a:pt x="1992" y="11626"/>
                    <a:pt x="2395" y="12399"/>
                  </a:cubicBezTo>
                  <a:cubicBezTo>
                    <a:pt x="2431" y="12469"/>
                    <a:pt x="2472" y="12534"/>
                    <a:pt x="2514" y="12603"/>
                  </a:cubicBezTo>
                  <a:cubicBezTo>
                    <a:pt x="2557" y="12674"/>
                    <a:pt x="2598" y="12744"/>
                    <a:pt x="2630" y="12816"/>
                  </a:cubicBezTo>
                  <a:cubicBezTo>
                    <a:pt x="2681" y="12930"/>
                    <a:pt x="2762" y="13191"/>
                    <a:pt x="2683" y="13318"/>
                  </a:cubicBezTo>
                  <a:cubicBezTo>
                    <a:pt x="2646" y="13378"/>
                    <a:pt x="2584" y="13411"/>
                    <a:pt x="2514" y="13444"/>
                  </a:cubicBezTo>
                  <a:cubicBezTo>
                    <a:pt x="2462" y="13471"/>
                    <a:pt x="2409" y="13490"/>
                    <a:pt x="2363" y="13520"/>
                  </a:cubicBezTo>
                  <a:cubicBezTo>
                    <a:pt x="2099" y="13679"/>
                    <a:pt x="1771" y="13788"/>
                    <a:pt x="1530" y="13968"/>
                  </a:cubicBezTo>
                  <a:cubicBezTo>
                    <a:pt x="1275" y="14160"/>
                    <a:pt x="1243" y="14584"/>
                    <a:pt x="1518" y="14781"/>
                  </a:cubicBezTo>
                  <a:cubicBezTo>
                    <a:pt x="1645" y="14873"/>
                    <a:pt x="1793" y="14906"/>
                    <a:pt x="1948" y="14906"/>
                  </a:cubicBezTo>
                  <a:cubicBezTo>
                    <a:pt x="2136" y="14906"/>
                    <a:pt x="2333" y="14857"/>
                    <a:pt x="2514" y="14805"/>
                  </a:cubicBezTo>
                  <a:cubicBezTo>
                    <a:pt x="2585" y="14785"/>
                    <a:pt x="2653" y="14763"/>
                    <a:pt x="2717" y="14746"/>
                  </a:cubicBezTo>
                  <a:cubicBezTo>
                    <a:pt x="2739" y="14740"/>
                    <a:pt x="2760" y="14733"/>
                    <a:pt x="2780" y="14727"/>
                  </a:cubicBezTo>
                  <a:cubicBezTo>
                    <a:pt x="3021" y="14658"/>
                    <a:pt x="3306" y="14690"/>
                    <a:pt x="3572" y="14631"/>
                  </a:cubicBezTo>
                  <a:lnTo>
                    <a:pt x="3817" y="14631"/>
                  </a:lnTo>
                  <a:cubicBezTo>
                    <a:pt x="3886" y="14624"/>
                    <a:pt x="3958" y="14618"/>
                    <a:pt x="4024" y="14610"/>
                  </a:cubicBezTo>
                  <a:cubicBezTo>
                    <a:pt x="4091" y="14603"/>
                    <a:pt x="4157" y="14596"/>
                    <a:pt x="4222" y="14592"/>
                  </a:cubicBezTo>
                  <a:cubicBezTo>
                    <a:pt x="4245" y="14586"/>
                    <a:pt x="4272" y="14578"/>
                    <a:pt x="4295" y="14571"/>
                  </a:cubicBezTo>
                  <a:cubicBezTo>
                    <a:pt x="4548" y="14501"/>
                    <a:pt x="4805" y="14405"/>
                    <a:pt x="5045" y="14334"/>
                  </a:cubicBezTo>
                  <a:cubicBezTo>
                    <a:pt x="5129" y="14326"/>
                    <a:pt x="5217" y="14320"/>
                    <a:pt x="5302" y="14312"/>
                  </a:cubicBezTo>
                  <a:cubicBezTo>
                    <a:pt x="5321" y="14310"/>
                    <a:pt x="5343" y="14304"/>
                    <a:pt x="5368" y="14298"/>
                  </a:cubicBezTo>
                  <a:cubicBezTo>
                    <a:pt x="5427" y="14286"/>
                    <a:pt x="5500" y="14275"/>
                    <a:pt x="5571" y="14272"/>
                  </a:cubicBezTo>
                  <a:cubicBezTo>
                    <a:pt x="5589" y="14270"/>
                    <a:pt x="5606" y="14269"/>
                    <a:pt x="5624" y="14269"/>
                  </a:cubicBezTo>
                  <a:cubicBezTo>
                    <a:pt x="5660" y="14269"/>
                    <a:pt x="5695" y="14273"/>
                    <a:pt x="5727" y="14282"/>
                  </a:cubicBezTo>
                  <a:cubicBezTo>
                    <a:pt x="5766" y="14290"/>
                    <a:pt x="5810" y="14291"/>
                    <a:pt x="5854" y="14291"/>
                  </a:cubicBezTo>
                  <a:cubicBezTo>
                    <a:pt x="5875" y="14291"/>
                    <a:pt x="5896" y="14291"/>
                    <a:pt x="5917" y="14291"/>
                  </a:cubicBezTo>
                  <a:cubicBezTo>
                    <a:pt x="5966" y="14291"/>
                    <a:pt x="6015" y="14292"/>
                    <a:pt x="6060" y="14302"/>
                  </a:cubicBezTo>
                  <a:lnTo>
                    <a:pt x="6830" y="14420"/>
                  </a:lnTo>
                  <a:cubicBezTo>
                    <a:pt x="7246" y="14520"/>
                    <a:pt x="7662" y="14621"/>
                    <a:pt x="8081" y="14720"/>
                  </a:cubicBezTo>
                  <a:cubicBezTo>
                    <a:pt x="8625" y="14898"/>
                    <a:pt x="9163" y="15074"/>
                    <a:pt x="9683" y="15265"/>
                  </a:cubicBezTo>
                  <a:cubicBezTo>
                    <a:pt x="9836" y="15320"/>
                    <a:pt x="10010" y="15349"/>
                    <a:pt x="10163" y="15393"/>
                  </a:cubicBezTo>
                  <a:cubicBezTo>
                    <a:pt x="10231" y="15406"/>
                    <a:pt x="10298" y="15414"/>
                    <a:pt x="10366" y="15423"/>
                  </a:cubicBezTo>
                  <a:cubicBezTo>
                    <a:pt x="10417" y="15444"/>
                    <a:pt x="10471" y="15503"/>
                    <a:pt x="10518" y="15532"/>
                  </a:cubicBezTo>
                  <a:cubicBezTo>
                    <a:pt x="10650" y="15617"/>
                    <a:pt x="10800" y="15698"/>
                    <a:pt x="10944" y="15758"/>
                  </a:cubicBezTo>
                  <a:cubicBezTo>
                    <a:pt x="11112" y="15827"/>
                    <a:pt x="11295" y="15829"/>
                    <a:pt x="11477" y="15886"/>
                  </a:cubicBezTo>
                  <a:cubicBezTo>
                    <a:pt x="11514" y="15896"/>
                    <a:pt x="11550" y="15907"/>
                    <a:pt x="11586" y="15919"/>
                  </a:cubicBezTo>
                  <a:cubicBezTo>
                    <a:pt x="11736" y="15965"/>
                    <a:pt x="11881" y="16018"/>
                    <a:pt x="12024" y="16077"/>
                  </a:cubicBezTo>
                  <a:cubicBezTo>
                    <a:pt x="12078" y="16098"/>
                    <a:pt x="12165" y="16140"/>
                    <a:pt x="12267" y="16179"/>
                  </a:cubicBezTo>
                  <a:cubicBezTo>
                    <a:pt x="12397" y="16232"/>
                    <a:pt x="12549" y="16280"/>
                    <a:pt x="12674" y="16280"/>
                  </a:cubicBezTo>
                  <a:cubicBezTo>
                    <a:pt x="12705" y="16280"/>
                    <a:pt x="12734" y="16277"/>
                    <a:pt x="12761" y="16271"/>
                  </a:cubicBezTo>
                  <a:cubicBezTo>
                    <a:pt x="12887" y="16236"/>
                    <a:pt x="12998" y="16169"/>
                    <a:pt x="13092" y="16098"/>
                  </a:cubicBezTo>
                  <a:cubicBezTo>
                    <a:pt x="13146" y="16057"/>
                    <a:pt x="13164" y="15987"/>
                    <a:pt x="13242" y="15970"/>
                  </a:cubicBezTo>
                  <a:cubicBezTo>
                    <a:pt x="13347" y="16047"/>
                    <a:pt x="13564" y="16072"/>
                    <a:pt x="13702" y="16120"/>
                  </a:cubicBezTo>
                  <a:cubicBezTo>
                    <a:pt x="13878" y="16178"/>
                    <a:pt x="14077" y="16243"/>
                    <a:pt x="14258" y="16300"/>
                  </a:cubicBezTo>
                  <a:cubicBezTo>
                    <a:pt x="14413" y="16351"/>
                    <a:pt x="14555" y="16358"/>
                    <a:pt x="14705" y="16406"/>
                  </a:cubicBezTo>
                  <a:cubicBezTo>
                    <a:pt x="15190" y="16565"/>
                    <a:pt x="15737" y="16652"/>
                    <a:pt x="16276" y="16758"/>
                  </a:cubicBezTo>
                  <a:cubicBezTo>
                    <a:pt x="16327" y="16767"/>
                    <a:pt x="16377" y="16777"/>
                    <a:pt x="16426" y="16787"/>
                  </a:cubicBezTo>
                  <a:cubicBezTo>
                    <a:pt x="16566" y="16813"/>
                    <a:pt x="16705" y="16845"/>
                    <a:pt x="16842" y="16877"/>
                  </a:cubicBezTo>
                  <a:lnTo>
                    <a:pt x="17527" y="16961"/>
                  </a:lnTo>
                  <a:cubicBezTo>
                    <a:pt x="17838" y="17037"/>
                    <a:pt x="18167" y="17079"/>
                    <a:pt x="18479" y="17148"/>
                  </a:cubicBezTo>
                  <a:cubicBezTo>
                    <a:pt x="18533" y="17161"/>
                    <a:pt x="18585" y="17172"/>
                    <a:pt x="18636" y="17187"/>
                  </a:cubicBezTo>
                  <a:lnTo>
                    <a:pt x="18638" y="17187"/>
                  </a:lnTo>
                  <a:cubicBezTo>
                    <a:pt x="18638" y="17187"/>
                    <a:pt x="18638" y="17188"/>
                    <a:pt x="18638" y="17188"/>
                  </a:cubicBezTo>
                  <a:lnTo>
                    <a:pt x="18642" y="17188"/>
                  </a:lnTo>
                  <a:cubicBezTo>
                    <a:pt x="18739" y="17214"/>
                    <a:pt x="18838" y="17229"/>
                    <a:pt x="18936" y="17241"/>
                  </a:cubicBezTo>
                  <a:cubicBezTo>
                    <a:pt x="18937" y="17240"/>
                    <a:pt x="18938" y="17240"/>
                    <a:pt x="18939" y="17240"/>
                  </a:cubicBezTo>
                  <a:lnTo>
                    <a:pt x="18939" y="17240"/>
                  </a:lnTo>
                  <a:cubicBezTo>
                    <a:pt x="19041" y="17254"/>
                    <a:pt x="19141" y="17267"/>
                    <a:pt x="19235" y="17291"/>
                  </a:cubicBezTo>
                  <a:cubicBezTo>
                    <a:pt x="19283" y="17305"/>
                    <a:pt x="19330" y="17312"/>
                    <a:pt x="19379" y="17319"/>
                  </a:cubicBezTo>
                  <a:lnTo>
                    <a:pt x="19381" y="17319"/>
                  </a:lnTo>
                  <a:cubicBezTo>
                    <a:pt x="19543" y="17344"/>
                    <a:pt x="19705" y="17350"/>
                    <a:pt x="19868" y="17387"/>
                  </a:cubicBezTo>
                  <a:cubicBezTo>
                    <a:pt x="19934" y="17402"/>
                    <a:pt x="20077" y="17409"/>
                    <a:pt x="20221" y="17409"/>
                  </a:cubicBezTo>
                  <a:cubicBezTo>
                    <a:pt x="20369" y="17409"/>
                    <a:pt x="20518" y="17401"/>
                    <a:pt x="20584" y="17387"/>
                  </a:cubicBezTo>
                  <a:cubicBezTo>
                    <a:pt x="20688" y="17384"/>
                    <a:pt x="20789" y="17379"/>
                    <a:pt x="20893" y="17376"/>
                  </a:cubicBezTo>
                  <a:cubicBezTo>
                    <a:pt x="21122" y="17345"/>
                    <a:pt x="21349" y="17312"/>
                    <a:pt x="21576" y="17281"/>
                  </a:cubicBezTo>
                  <a:cubicBezTo>
                    <a:pt x="21608" y="17274"/>
                    <a:pt x="21642" y="17270"/>
                    <a:pt x="21679" y="17270"/>
                  </a:cubicBezTo>
                  <a:cubicBezTo>
                    <a:pt x="21927" y="17270"/>
                    <a:pt x="22252" y="17432"/>
                    <a:pt x="22262" y="17579"/>
                  </a:cubicBezTo>
                  <a:cubicBezTo>
                    <a:pt x="22299" y="17893"/>
                    <a:pt x="22332" y="18206"/>
                    <a:pt x="22368" y="18520"/>
                  </a:cubicBezTo>
                  <a:cubicBezTo>
                    <a:pt x="22445" y="18851"/>
                    <a:pt x="22422" y="19235"/>
                    <a:pt x="22496" y="19578"/>
                  </a:cubicBezTo>
                  <a:cubicBezTo>
                    <a:pt x="22499" y="19711"/>
                    <a:pt x="22505" y="19840"/>
                    <a:pt x="22509" y="19972"/>
                  </a:cubicBezTo>
                  <a:cubicBezTo>
                    <a:pt x="22538" y="20112"/>
                    <a:pt x="22489" y="20301"/>
                    <a:pt x="22520" y="20454"/>
                  </a:cubicBezTo>
                  <a:cubicBezTo>
                    <a:pt x="22541" y="20560"/>
                    <a:pt x="22543" y="20763"/>
                    <a:pt x="22520" y="20871"/>
                  </a:cubicBezTo>
                  <a:cubicBezTo>
                    <a:pt x="22517" y="21092"/>
                    <a:pt x="22514" y="21311"/>
                    <a:pt x="22509" y="21534"/>
                  </a:cubicBezTo>
                  <a:cubicBezTo>
                    <a:pt x="22482" y="21867"/>
                    <a:pt x="22451" y="22197"/>
                    <a:pt x="22424" y="22528"/>
                  </a:cubicBezTo>
                  <a:cubicBezTo>
                    <a:pt x="22354" y="22824"/>
                    <a:pt x="22299" y="23142"/>
                    <a:pt x="22220" y="23447"/>
                  </a:cubicBezTo>
                  <a:cubicBezTo>
                    <a:pt x="22176" y="23628"/>
                    <a:pt x="22176" y="23821"/>
                    <a:pt x="22136" y="23991"/>
                  </a:cubicBezTo>
                  <a:cubicBezTo>
                    <a:pt x="22133" y="24043"/>
                    <a:pt x="22128" y="24099"/>
                    <a:pt x="22126" y="24152"/>
                  </a:cubicBezTo>
                  <a:cubicBezTo>
                    <a:pt x="22062" y="24413"/>
                    <a:pt x="22066" y="24689"/>
                    <a:pt x="21996" y="24952"/>
                  </a:cubicBezTo>
                  <a:cubicBezTo>
                    <a:pt x="21913" y="25368"/>
                    <a:pt x="21830" y="25787"/>
                    <a:pt x="21750" y="26202"/>
                  </a:cubicBezTo>
                  <a:cubicBezTo>
                    <a:pt x="21695" y="26404"/>
                    <a:pt x="21641" y="26608"/>
                    <a:pt x="21595" y="26813"/>
                  </a:cubicBezTo>
                  <a:cubicBezTo>
                    <a:pt x="21591" y="26832"/>
                    <a:pt x="21588" y="26849"/>
                    <a:pt x="21582" y="26870"/>
                  </a:cubicBezTo>
                  <a:cubicBezTo>
                    <a:pt x="21576" y="26890"/>
                    <a:pt x="21572" y="26913"/>
                    <a:pt x="21567" y="26935"/>
                  </a:cubicBezTo>
                  <a:cubicBezTo>
                    <a:pt x="21567" y="26936"/>
                    <a:pt x="21567" y="26937"/>
                    <a:pt x="21566" y="26938"/>
                  </a:cubicBezTo>
                  <a:lnTo>
                    <a:pt x="21566" y="26938"/>
                  </a:lnTo>
                  <a:cubicBezTo>
                    <a:pt x="21566" y="26938"/>
                    <a:pt x="21566" y="26938"/>
                    <a:pt x="21566" y="26938"/>
                  </a:cubicBezTo>
                  <a:cubicBezTo>
                    <a:pt x="21560" y="26957"/>
                    <a:pt x="21557" y="26974"/>
                    <a:pt x="21553" y="26995"/>
                  </a:cubicBezTo>
                  <a:cubicBezTo>
                    <a:pt x="21451" y="27440"/>
                    <a:pt x="21356" y="27890"/>
                    <a:pt x="21243" y="28332"/>
                  </a:cubicBezTo>
                  <a:cubicBezTo>
                    <a:pt x="21239" y="28353"/>
                    <a:pt x="21231" y="28369"/>
                    <a:pt x="21228" y="28389"/>
                  </a:cubicBezTo>
                  <a:cubicBezTo>
                    <a:pt x="21229" y="28389"/>
                    <a:pt x="21229" y="28389"/>
                    <a:pt x="21229" y="28389"/>
                  </a:cubicBezTo>
                  <a:lnTo>
                    <a:pt x="21229" y="28389"/>
                  </a:lnTo>
                  <a:cubicBezTo>
                    <a:pt x="21225" y="28406"/>
                    <a:pt x="21219" y="28421"/>
                    <a:pt x="21215" y="28436"/>
                  </a:cubicBezTo>
                  <a:cubicBezTo>
                    <a:pt x="21215" y="28437"/>
                    <a:pt x="21215" y="28439"/>
                    <a:pt x="21214" y="28441"/>
                  </a:cubicBezTo>
                  <a:lnTo>
                    <a:pt x="21214" y="28441"/>
                  </a:lnTo>
                  <a:cubicBezTo>
                    <a:pt x="21213" y="28441"/>
                    <a:pt x="21212" y="28441"/>
                    <a:pt x="21211" y="28441"/>
                  </a:cubicBezTo>
                  <a:cubicBezTo>
                    <a:pt x="21208" y="28462"/>
                    <a:pt x="21202" y="28482"/>
                    <a:pt x="21197" y="28501"/>
                  </a:cubicBezTo>
                  <a:cubicBezTo>
                    <a:pt x="21188" y="28533"/>
                    <a:pt x="21181" y="28562"/>
                    <a:pt x="21172" y="28593"/>
                  </a:cubicBezTo>
                  <a:cubicBezTo>
                    <a:pt x="21131" y="28737"/>
                    <a:pt x="21105" y="28883"/>
                    <a:pt x="21077" y="29029"/>
                  </a:cubicBezTo>
                  <a:cubicBezTo>
                    <a:pt x="21073" y="29049"/>
                    <a:pt x="21070" y="29065"/>
                    <a:pt x="21066" y="29085"/>
                  </a:cubicBezTo>
                  <a:lnTo>
                    <a:pt x="21066" y="29085"/>
                  </a:lnTo>
                  <a:cubicBezTo>
                    <a:pt x="21066" y="29086"/>
                    <a:pt x="21066" y="29086"/>
                    <a:pt x="21066" y="29087"/>
                  </a:cubicBezTo>
                  <a:lnTo>
                    <a:pt x="21068" y="29087"/>
                  </a:lnTo>
                  <a:lnTo>
                    <a:pt x="21042" y="29210"/>
                  </a:lnTo>
                  <a:cubicBezTo>
                    <a:pt x="21042" y="29211"/>
                    <a:pt x="21042" y="29212"/>
                    <a:pt x="21042" y="29213"/>
                  </a:cubicBezTo>
                  <a:lnTo>
                    <a:pt x="21039" y="29213"/>
                  </a:lnTo>
                  <a:cubicBezTo>
                    <a:pt x="21039" y="29213"/>
                    <a:pt x="21039" y="29213"/>
                    <a:pt x="21039" y="29213"/>
                  </a:cubicBezTo>
                  <a:lnTo>
                    <a:pt x="21039" y="29213"/>
                  </a:lnTo>
                  <a:cubicBezTo>
                    <a:pt x="21035" y="29232"/>
                    <a:pt x="21032" y="29250"/>
                    <a:pt x="21026" y="29270"/>
                  </a:cubicBezTo>
                  <a:cubicBezTo>
                    <a:pt x="21021" y="29299"/>
                    <a:pt x="21013" y="29330"/>
                    <a:pt x="21005" y="29362"/>
                  </a:cubicBezTo>
                  <a:cubicBezTo>
                    <a:pt x="21003" y="29371"/>
                    <a:pt x="21001" y="29381"/>
                    <a:pt x="20999" y="29390"/>
                  </a:cubicBezTo>
                  <a:lnTo>
                    <a:pt x="20999" y="29390"/>
                  </a:lnTo>
                  <a:cubicBezTo>
                    <a:pt x="20935" y="29715"/>
                    <a:pt x="20872" y="30037"/>
                    <a:pt x="20811" y="30363"/>
                  </a:cubicBezTo>
                  <a:lnTo>
                    <a:pt x="20811" y="30366"/>
                  </a:lnTo>
                  <a:lnTo>
                    <a:pt x="20807" y="30420"/>
                  </a:lnTo>
                  <a:lnTo>
                    <a:pt x="20809" y="30420"/>
                  </a:lnTo>
                  <a:cubicBezTo>
                    <a:pt x="20808" y="30431"/>
                    <a:pt x="20807" y="30443"/>
                    <a:pt x="20807" y="30455"/>
                  </a:cubicBezTo>
                  <a:cubicBezTo>
                    <a:pt x="20802" y="30490"/>
                    <a:pt x="20798" y="30522"/>
                    <a:pt x="20794" y="30555"/>
                  </a:cubicBezTo>
                  <a:lnTo>
                    <a:pt x="20788" y="30609"/>
                  </a:lnTo>
                  <a:cubicBezTo>
                    <a:pt x="20787" y="30622"/>
                    <a:pt x="20785" y="30637"/>
                    <a:pt x="20785" y="30650"/>
                  </a:cubicBezTo>
                  <a:lnTo>
                    <a:pt x="20781" y="30672"/>
                  </a:lnTo>
                  <a:cubicBezTo>
                    <a:pt x="20717" y="30948"/>
                    <a:pt x="20707" y="31247"/>
                    <a:pt x="20673" y="31544"/>
                  </a:cubicBezTo>
                  <a:cubicBezTo>
                    <a:pt x="20666" y="31627"/>
                    <a:pt x="20654" y="31708"/>
                    <a:pt x="20641" y="31791"/>
                  </a:cubicBezTo>
                  <a:cubicBezTo>
                    <a:pt x="20634" y="31838"/>
                    <a:pt x="20625" y="31883"/>
                    <a:pt x="20613" y="31931"/>
                  </a:cubicBezTo>
                  <a:cubicBezTo>
                    <a:pt x="20574" y="32108"/>
                    <a:pt x="20608" y="32297"/>
                    <a:pt x="20570" y="32464"/>
                  </a:cubicBezTo>
                  <a:lnTo>
                    <a:pt x="20570" y="32645"/>
                  </a:lnTo>
                  <a:cubicBezTo>
                    <a:pt x="20525" y="32863"/>
                    <a:pt x="20589" y="33151"/>
                    <a:pt x="20539" y="33372"/>
                  </a:cubicBezTo>
                  <a:cubicBezTo>
                    <a:pt x="20520" y="33449"/>
                    <a:pt x="20538" y="33579"/>
                    <a:pt x="20550" y="33640"/>
                  </a:cubicBezTo>
                  <a:lnTo>
                    <a:pt x="20550" y="33917"/>
                  </a:lnTo>
                  <a:cubicBezTo>
                    <a:pt x="20579" y="34046"/>
                    <a:pt x="20570" y="34186"/>
                    <a:pt x="20605" y="34322"/>
                  </a:cubicBezTo>
                  <a:cubicBezTo>
                    <a:pt x="20619" y="34391"/>
                    <a:pt x="20677" y="34565"/>
                    <a:pt x="20647" y="34623"/>
                  </a:cubicBezTo>
                  <a:cubicBezTo>
                    <a:pt x="20643" y="34600"/>
                    <a:pt x="20643" y="34602"/>
                    <a:pt x="20635" y="34591"/>
                  </a:cubicBezTo>
                  <a:lnTo>
                    <a:pt x="20635" y="34591"/>
                  </a:lnTo>
                  <a:cubicBezTo>
                    <a:pt x="20643" y="34757"/>
                    <a:pt x="20685" y="34933"/>
                    <a:pt x="20720" y="35084"/>
                  </a:cubicBezTo>
                  <a:cubicBezTo>
                    <a:pt x="20723" y="35129"/>
                    <a:pt x="20727" y="35176"/>
                    <a:pt x="20731" y="35224"/>
                  </a:cubicBezTo>
                  <a:cubicBezTo>
                    <a:pt x="20787" y="35436"/>
                    <a:pt x="20810" y="35661"/>
                    <a:pt x="20891" y="35852"/>
                  </a:cubicBezTo>
                  <a:cubicBezTo>
                    <a:pt x="20986" y="36074"/>
                    <a:pt x="21160" y="36220"/>
                    <a:pt x="21320" y="36378"/>
                  </a:cubicBezTo>
                  <a:cubicBezTo>
                    <a:pt x="21374" y="36433"/>
                    <a:pt x="21428" y="36494"/>
                    <a:pt x="21480" y="36550"/>
                  </a:cubicBezTo>
                  <a:cubicBezTo>
                    <a:pt x="21637" y="36669"/>
                    <a:pt x="21788" y="36817"/>
                    <a:pt x="21929" y="36955"/>
                  </a:cubicBezTo>
                  <a:cubicBezTo>
                    <a:pt x="21986" y="37015"/>
                    <a:pt x="22043" y="37076"/>
                    <a:pt x="22098" y="37137"/>
                  </a:cubicBezTo>
                  <a:cubicBezTo>
                    <a:pt x="22124" y="37157"/>
                    <a:pt x="22168" y="37188"/>
                    <a:pt x="22211" y="37223"/>
                  </a:cubicBezTo>
                  <a:cubicBezTo>
                    <a:pt x="22280" y="37280"/>
                    <a:pt x="22349" y="37349"/>
                    <a:pt x="22355" y="37405"/>
                  </a:cubicBezTo>
                  <a:cubicBezTo>
                    <a:pt x="22428" y="37521"/>
                    <a:pt x="22415" y="38044"/>
                    <a:pt x="22389" y="38217"/>
                  </a:cubicBezTo>
                  <a:lnTo>
                    <a:pt x="22389" y="38409"/>
                  </a:lnTo>
                  <a:cubicBezTo>
                    <a:pt x="22367" y="38511"/>
                    <a:pt x="22377" y="38664"/>
                    <a:pt x="22377" y="38784"/>
                  </a:cubicBezTo>
                  <a:lnTo>
                    <a:pt x="22377" y="38854"/>
                  </a:lnTo>
                  <a:cubicBezTo>
                    <a:pt x="22374" y="39090"/>
                    <a:pt x="22365" y="39334"/>
                    <a:pt x="22409" y="39533"/>
                  </a:cubicBezTo>
                  <a:cubicBezTo>
                    <a:pt x="22450" y="39719"/>
                    <a:pt x="22425" y="39907"/>
                    <a:pt x="22461" y="40057"/>
                  </a:cubicBezTo>
                  <a:cubicBezTo>
                    <a:pt x="22489" y="40074"/>
                    <a:pt x="22515" y="40110"/>
                    <a:pt x="22547" y="40122"/>
                  </a:cubicBezTo>
                  <a:lnTo>
                    <a:pt x="23338" y="40122"/>
                  </a:lnTo>
                  <a:cubicBezTo>
                    <a:pt x="23406" y="40107"/>
                    <a:pt x="23502" y="40103"/>
                    <a:pt x="23607" y="40103"/>
                  </a:cubicBezTo>
                  <a:cubicBezTo>
                    <a:pt x="23746" y="40103"/>
                    <a:pt x="23901" y="40110"/>
                    <a:pt x="24023" y="40110"/>
                  </a:cubicBezTo>
                  <a:cubicBezTo>
                    <a:pt x="24437" y="40107"/>
                    <a:pt x="24856" y="40102"/>
                    <a:pt x="25273" y="40097"/>
                  </a:cubicBezTo>
                  <a:lnTo>
                    <a:pt x="25852" y="40097"/>
                  </a:lnTo>
                  <a:cubicBezTo>
                    <a:pt x="25919" y="40083"/>
                    <a:pt x="26013" y="40079"/>
                    <a:pt x="26116" y="40079"/>
                  </a:cubicBezTo>
                  <a:cubicBezTo>
                    <a:pt x="26259" y="40079"/>
                    <a:pt x="26419" y="40087"/>
                    <a:pt x="26545" y="40087"/>
                  </a:cubicBezTo>
                  <a:cubicBezTo>
                    <a:pt x="26961" y="40083"/>
                    <a:pt x="27380" y="40080"/>
                    <a:pt x="27796" y="40075"/>
                  </a:cubicBezTo>
                  <a:lnTo>
                    <a:pt x="28393" y="40075"/>
                  </a:lnTo>
                  <a:cubicBezTo>
                    <a:pt x="28477" y="40056"/>
                    <a:pt x="28587" y="40050"/>
                    <a:pt x="28706" y="40050"/>
                  </a:cubicBezTo>
                  <a:cubicBezTo>
                    <a:pt x="28895" y="40050"/>
                    <a:pt x="29105" y="40065"/>
                    <a:pt x="29258" y="40065"/>
                  </a:cubicBezTo>
                  <a:cubicBezTo>
                    <a:pt x="29757" y="40061"/>
                    <a:pt x="30257" y="40058"/>
                    <a:pt x="30756" y="40052"/>
                  </a:cubicBezTo>
                  <a:cubicBezTo>
                    <a:pt x="31329" y="40046"/>
                    <a:pt x="31902" y="40039"/>
                    <a:pt x="32476" y="40032"/>
                  </a:cubicBezTo>
                  <a:cubicBezTo>
                    <a:pt x="32654" y="40032"/>
                    <a:pt x="32886" y="40045"/>
                    <a:pt x="33093" y="40045"/>
                  </a:cubicBezTo>
                  <a:cubicBezTo>
                    <a:pt x="33225" y="40045"/>
                    <a:pt x="33347" y="40040"/>
                    <a:pt x="33437" y="40022"/>
                  </a:cubicBezTo>
                  <a:lnTo>
                    <a:pt x="34357" y="40022"/>
                  </a:lnTo>
                  <a:cubicBezTo>
                    <a:pt x="34410" y="40022"/>
                    <a:pt x="34470" y="40024"/>
                    <a:pt x="34528" y="40024"/>
                  </a:cubicBezTo>
                  <a:cubicBezTo>
                    <a:pt x="34591" y="40024"/>
                    <a:pt x="34652" y="40021"/>
                    <a:pt x="34699" y="40010"/>
                  </a:cubicBezTo>
                  <a:lnTo>
                    <a:pt x="35756" y="40010"/>
                  </a:lnTo>
                  <a:cubicBezTo>
                    <a:pt x="35807" y="40010"/>
                    <a:pt x="35885" y="39998"/>
                    <a:pt x="35926" y="39998"/>
                  </a:cubicBezTo>
                  <a:cubicBezTo>
                    <a:pt x="35931" y="39998"/>
                    <a:pt x="35934" y="39998"/>
                    <a:pt x="35938" y="39998"/>
                  </a:cubicBezTo>
                  <a:cubicBezTo>
                    <a:pt x="36001" y="40005"/>
                    <a:pt x="36126" y="40012"/>
                    <a:pt x="36214" y="40012"/>
                  </a:cubicBezTo>
                  <a:cubicBezTo>
                    <a:pt x="36240" y="40012"/>
                    <a:pt x="36262" y="40011"/>
                    <a:pt x="36279" y="40010"/>
                  </a:cubicBezTo>
                  <a:cubicBezTo>
                    <a:pt x="36374" y="39856"/>
                    <a:pt x="36407" y="39649"/>
                    <a:pt x="36483" y="39465"/>
                  </a:cubicBezTo>
                  <a:cubicBezTo>
                    <a:pt x="36604" y="39173"/>
                    <a:pt x="36699" y="38851"/>
                    <a:pt x="36803" y="38537"/>
                  </a:cubicBezTo>
                  <a:cubicBezTo>
                    <a:pt x="36855" y="38292"/>
                    <a:pt x="36910" y="38043"/>
                    <a:pt x="36964" y="37799"/>
                  </a:cubicBezTo>
                  <a:cubicBezTo>
                    <a:pt x="36984" y="37720"/>
                    <a:pt x="37000" y="37639"/>
                    <a:pt x="37012" y="37557"/>
                  </a:cubicBezTo>
                  <a:cubicBezTo>
                    <a:pt x="37037" y="37390"/>
                    <a:pt x="37051" y="37219"/>
                    <a:pt x="37092" y="37063"/>
                  </a:cubicBezTo>
                  <a:cubicBezTo>
                    <a:pt x="37117" y="36967"/>
                    <a:pt x="37095" y="36833"/>
                    <a:pt x="37144" y="36763"/>
                  </a:cubicBezTo>
                  <a:cubicBezTo>
                    <a:pt x="37224" y="36688"/>
                    <a:pt x="37339" y="36652"/>
                    <a:pt x="37432" y="36590"/>
                  </a:cubicBezTo>
                  <a:cubicBezTo>
                    <a:pt x="37610" y="36480"/>
                    <a:pt x="37790" y="36358"/>
                    <a:pt x="37963" y="36234"/>
                  </a:cubicBezTo>
                  <a:cubicBezTo>
                    <a:pt x="37972" y="36228"/>
                    <a:pt x="37979" y="36221"/>
                    <a:pt x="37989" y="36215"/>
                  </a:cubicBezTo>
                  <a:cubicBezTo>
                    <a:pt x="38134" y="36114"/>
                    <a:pt x="38255" y="35971"/>
                    <a:pt x="38395" y="35864"/>
                  </a:cubicBezTo>
                  <a:cubicBezTo>
                    <a:pt x="38784" y="35567"/>
                    <a:pt x="39225" y="35007"/>
                    <a:pt x="39428" y="34526"/>
                  </a:cubicBezTo>
                  <a:cubicBezTo>
                    <a:pt x="39478" y="34415"/>
                    <a:pt x="39506" y="34286"/>
                    <a:pt x="39537" y="34164"/>
                  </a:cubicBezTo>
                  <a:cubicBezTo>
                    <a:pt x="39591" y="33965"/>
                    <a:pt x="39565" y="33649"/>
                    <a:pt x="39519" y="33479"/>
                  </a:cubicBezTo>
                  <a:cubicBezTo>
                    <a:pt x="39385" y="33014"/>
                    <a:pt x="39213" y="32645"/>
                    <a:pt x="39036" y="32237"/>
                  </a:cubicBezTo>
                  <a:cubicBezTo>
                    <a:pt x="38614" y="31269"/>
                    <a:pt x="38251" y="30273"/>
                    <a:pt x="37945" y="29193"/>
                  </a:cubicBezTo>
                  <a:cubicBezTo>
                    <a:pt x="37884" y="28965"/>
                    <a:pt x="37893" y="28718"/>
                    <a:pt x="37841" y="28478"/>
                  </a:cubicBezTo>
                  <a:cubicBezTo>
                    <a:pt x="37810" y="28343"/>
                    <a:pt x="37854" y="28172"/>
                    <a:pt x="37829" y="28050"/>
                  </a:cubicBezTo>
                  <a:cubicBezTo>
                    <a:pt x="37902" y="28004"/>
                    <a:pt x="37963" y="27928"/>
                    <a:pt x="38033" y="27877"/>
                  </a:cubicBezTo>
                  <a:cubicBezTo>
                    <a:pt x="38226" y="27739"/>
                    <a:pt x="38443" y="27611"/>
                    <a:pt x="38672" y="27514"/>
                  </a:cubicBezTo>
                  <a:cubicBezTo>
                    <a:pt x="38867" y="27434"/>
                    <a:pt x="39078" y="27434"/>
                    <a:pt x="39303" y="27374"/>
                  </a:cubicBezTo>
                  <a:cubicBezTo>
                    <a:pt x="39540" y="27315"/>
                    <a:pt x="39774" y="27271"/>
                    <a:pt x="39978" y="27184"/>
                  </a:cubicBezTo>
                  <a:cubicBezTo>
                    <a:pt x="40103" y="27127"/>
                    <a:pt x="40224" y="27035"/>
                    <a:pt x="40330" y="26958"/>
                  </a:cubicBezTo>
                  <a:cubicBezTo>
                    <a:pt x="40589" y="26777"/>
                    <a:pt x="40846" y="26589"/>
                    <a:pt x="41035" y="26339"/>
                  </a:cubicBezTo>
                  <a:cubicBezTo>
                    <a:pt x="41119" y="26226"/>
                    <a:pt x="41237" y="26143"/>
                    <a:pt x="41323" y="26028"/>
                  </a:cubicBezTo>
                  <a:cubicBezTo>
                    <a:pt x="41398" y="25958"/>
                    <a:pt x="41471" y="25888"/>
                    <a:pt x="41548" y="25816"/>
                  </a:cubicBezTo>
                  <a:cubicBezTo>
                    <a:pt x="41736" y="25628"/>
                    <a:pt x="41936" y="25401"/>
                    <a:pt x="42050" y="25145"/>
                  </a:cubicBezTo>
                  <a:cubicBezTo>
                    <a:pt x="42117" y="24994"/>
                    <a:pt x="42146" y="24827"/>
                    <a:pt x="42189" y="24651"/>
                  </a:cubicBezTo>
                  <a:cubicBezTo>
                    <a:pt x="42255" y="24368"/>
                    <a:pt x="42204" y="23943"/>
                    <a:pt x="42140" y="23696"/>
                  </a:cubicBezTo>
                  <a:cubicBezTo>
                    <a:pt x="42066" y="23398"/>
                    <a:pt x="42044" y="23129"/>
                    <a:pt x="41936" y="22873"/>
                  </a:cubicBezTo>
                  <a:cubicBezTo>
                    <a:pt x="41776" y="22486"/>
                    <a:pt x="41571" y="22137"/>
                    <a:pt x="41413" y="21752"/>
                  </a:cubicBezTo>
                  <a:cubicBezTo>
                    <a:pt x="41292" y="21455"/>
                    <a:pt x="41297" y="21106"/>
                    <a:pt x="41209" y="20769"/>
                  </a:cubicBezTo>
                  <a:cubicBezTo>
                    <a:pt x="41063" y="20202"/>
                    <a:pt x="40994" y="19594"/>
                    <a:pt x="40814" y="19058"/>
                  </a:cubicBezTo>
                  <a:cubicBezTo>
                    <a:pt x="40650" y="18569"/>
                    <a:pt x="40456" y="18081"/>
                    <a:pt x="40205" y="17669"/>
                  </a:cubicBezTo>
                  <a:cubicBezTo>
                    <a:pt x="40168" y="17608"/>
                    <a:pt x="40157" y="17539"/>
                    <a:pt x="40121" y="17478"/>
                  </a:cubicBezTo>
                  <a:cubicBezTo>
                    <a:pt x="39927" y="17159"/>
                    <a:pt x="39709" y="16781"/>
                    <a:pt x="39565" y="16431"/>
                  </a:cubicBezTo>
                  <a:cubicBezTo>
                    <a:pt x="39369" y="15957"/>
                    <a:pt x="39251" y="15462"/>
                    <a:pt x="39106" y="14946"/>
                  </a:cubicBezTo>
                  <a:cubicBezTo>
                    <a:pt x="39013" y="14621"/>
                    <a:pt x="39014" y="14248"/>
                    <a:pt x="38892" y="13952"/>
                  </a:cubicBezTo>
                  <a:cubicBezTo>
                    <a:pt x="38824" y="13790"/>
                    <a:pt x="38723" y="13647"/>
                    <a:pt x="38623" y="13514"/>
                  </a:cubicBezTo>
                  <a:cubicBezTo>
                    <a:pt x="38565" y="13436"/>
                    <a:pt x="38476" y="13359"/>
                    <a:pt x="38398" y="13301"/>
                  </a:cubicBezTo>
                  <a:lnTo>
                    <a:pt x="38219" y="13122"/>
                  </a:lnTo>
                  <a:cubicBezTo>
                    <a:pt x="37966" y="12930"/>
                    <a:pt x="37729" y="12729"/>
                    <a:pt x="37471" y="12543"/>
                  </a:cubicBezTo>
                  <a:cubicBezTo>
                    <a:pt x="37319" y="12434"/>
                    <a:pt x="37175" y="12300"/>
                    <a:pt x="37021" y="12191"/>
                  </a:cubicBezTo>
                  <a:cubicBezTo>
                    <a:pt x="36438" y="11778"/>
                    <a:pt x="35865" y="11351"/>
                    <a:pt x="35282" y="10941"/>
                  </a:cubicBezTo>
                  <a:cubicBezTo>
                    <a:pt x="35154" y="10851"/>
                    <a:pt x="35022" y="10766"/>
                    <a:pt x="34889" y="10683"/>
                  </a:cubicBezTo>
                  <a:cubicBezTo>
                    <a:pt x="34805" y="10631"/>
                    <a:pt x="34724" y="10580"/>
                    <a:pt x="34642" y="10529"/>
                  </a:cubicBezTo>
                  <a:cubicBezTo>
                    <a:pt x="34551" y="10476"/>
                    <a:pt x="34462" y="10420"/>
                    <a:pt x="34373" y="10364"/>
                  </a:cubicBezTo>
                  <a:cubicBezTo>
                    <a:pt x="34303" y="10320"/>
                    <a:pt x="34069" y="10228"/>
                    <a:pt x="34042" y="10160"/>
                  </a:cubicBezTo>
                  <a:cubicBezTo>
                    <a:pt x="34004" y="10100"/>
                    <a:pt x="34013" y="10012"/>
                    <a:pt x="33989" y="9938"/>
                  </a:cubicBezTo>
                  <a:cubicBezTo>
                    <a:pt x="33944" y="9789"/>
                    <a:pt x="33896" y="9644"/>
                    <a:pt x="33850" y="9499"/>
                  </a:cubicBezTo>
                  <a:cubicBezTo>
                    <a:pt x="33829" y="9446"/>
                    <a:pt x="33806" y="9400"/>
                    <a:pt x="33780" y="9350"/>
                  </a:cubicBezTo>
                  <a:cubicBezTo>
                    <a:pt x="33712" y="9212"/>
                    <a:pt x="33629" y="9089"/>
                    <a:pt x="33545" y="8968"/>
                  </a:cubicBezTo>
                  <a:cubicBezTo>
                    <a:pt x="33545" y="8966"/>
                    <a:pt x="33542" y="8966"/>
                    <a:pt x="33542" y="8965"/>
                  </a:cubicBezTo>
                  <a:cubicBezTo>
                    <a:pt x="33431" y="8812"/>
                    <a:pt x="33313" y="8668"/>
                    <a:pt x="33198" y="8514"/>
                  </a:cubicBezTo>
                  <a:cubicBezTo>
                    <a:pt x="33101" y="8383"/>
                    <a:pt x="32977" y="8196"/>
                    <a:pt x="32825" y="8130"/>
                  </a:cubicBezTo>
                  <a:cubicBezTo>
                    <a:pt x="32786" y="8113"/>
                    <a:pt x="32723" y="8106"/>
                    <a:pt x="32661" y="8106"/>
                  </a:cubicBezTo>
                  <a:cubicBezTo>
                    <a:pt x="32611" y="8106"/>
                    <a:pt x="32561" y="8110"/>
                    <a:pt x="32524" y="8117"/>
                  </a:cubicBezTo>
                  <a:cubicBezTo>
                    <a:pt x="32370" y="8114"/>
                    <a:pt x="32217" y="8110"/>
                    <a:pt x="32064" y="8107"/>
                  </a:cubicBezTo>
                  <a:cubicBezTo>
                    <a:pt x="32051" y="7627"/>
                    <a:pt x="32287" y="7358"/>
                    <a:pt x="32428" y="7025"/>
                  </a:cubicBezTo>
                  <a:cubicBezTo>
                    <a:pt x="32470" y="6931"/>
                    <a:pt x="32528" y="6633"/>
                    <a:pt x="32631" y="6620"/>
                  </a:cubicBezTo>
                  <a:cubicBezTo>
                    <a:pt x="32679" y="6655"/>
                    <a:pt x="32749" y="6647"/>
                    <a:pt x="32813" y="6663"/>
                  </a:cubicBezTo>
                  <a:cubicBezTo>
                    <a:pt x="32851" y="6673"/>
                    <a:pt x="32887" y="6678"/>
                    <a:pt x="32919" y="6678"/>
                  </a:cubicBezTo>
                  <a:cubicBezTo>
                    <a:pt x="33252" y="6678"/>
                    <a:pt x="33302" y="6199"/>
                    <a:pt x="33251" y="5841"/>
                  </a:cubicBezTo>
                  <a:cubicBezTo>
                    <a:pt x="33228" y="5685"/>
                    <a:pt x="33273" y="5548"/>
                    <a:pt x="33271" y="5383"/>
                  </a:cubicBezTo>
                  <a:lnTo>
                    <a:pt x="33283" y="5383"/>
                  </a:lnTo>
                  <a:cubicBezTo>
                    <a:pt x="33329" y="5460"/>
                    <a:pt x="33418" y="5508"/>
                    <a:pt x="33542" y="5511"/>
                  </a:cubicBezTo>
                  <a:lnTo>
                    <a:pt x="33552" y="5511"/>
                  </a:lnTo>
                  <a:cubicBezTo>
                    <a:pt x="33620" y="5454"/>
                    <a:pt x="33693" y="5431"/>
                    <a:pt x="33731" y="5338"/>
                  </a:cubicBezTo>
                  <a:cubicBezTo>
                    <a:pt x="33758" y="5271"/>
                    <a:pt x="33774" y="5166"/>
                    <a:pt x="33780" y="5053"/>
                  </a:cubicBezTo>
                  <a:cubicBezTo>
                    <a:pt x="33784" y="4973"/>
                    <a:pt x="33784" y="4885"/>
                    <a:pt x="33780" y="4801"/>
                  </a:cubicBezTo>
                  <a:cubicBezTo>
                    <a:pt x="33774" y="4669"/>
                    <a:pt x="33760" y="4547"/>
                    <a:pt x="33742" y="4464"/>
                  </a:cubicBezTo>
                  <a:cubicBezTo>
                    <a:pt x="33715" y="4330"/>
                    <a:pt x="33752" y="4221"/>
                    <a:pt x="33780" y="4109"/>
                  </a:cubicBezTo>
                  <a:cubicBezTo>
                    <a:pt x="33802" y="4023"/>
                    <a:pt x="33818" y="3935"/>
                    <a:pt x="33795" y="3831"/>
                  </a:cubicBezTo>
                  <a:cubicBezTo>
                    <a:pt x="33792" y="3811"/>
                    <a:pt x="33784" y="3791"/>
                    <a:pt x="33780" y="3770"/>
                  </a:cubicBezTo>
                  <a:cubicBezTo>
                    <a:pt x="33736" y="3622"/>
                    <a:pt x="33672" y="3520"/>
                    <a:pt x="33604" y="3402"/>
                  </a:cubicBezTo>
                  <a:cubicBezTo>
                    <a:pt x="33735" y="3334"/>
                    <a:pt x="33722" y="3123"/>
                    <a:pt x="33646" y="3007"/>
                  </a:cubicBezTo>
                  <a:cubicBezTo>
                    <a:pt x="33619" y="2968"/>
                    <a:pt x="33585" y="2927"/>
                    <a:pt x="33545" y="2889"/>
                  </a:cubicBezTo>
                  <a:cubicBezTo>
                    <a:pt x="33545" y="2889"/>
                    <a:pt x="33542" y="2889"/>
                    <a:pt x="33542" y="2888"/>
                  </a:cubicBezTo>
                  <a:cubicBezTo>
                    <a:pt x="33399" y="2755"/>
                    <a:pt x="33178" y="2651"/>
                    <a:pt x="32960" y="2642"/>
                  </a:cubicBezTo>
                  <a:cubicBezTo>
                    <a:pt x="32973" y="2571"/>
                    <a:pt x="33007" y="2504"/>
                    <a:pt x="33025" y="2430"/>
                  </a:cubicBezTo>
                  <a:cubicBezTo>
                    <a:pt x="33053" y="2315"/>
                    <a:pt x="33018" y="2156"/>
                    <a:pt x="32995" y="2076"/>
                  </a:cubicBezTo>
                  <a:cubicBezTo>
                    <a:pt x="32908" y="1791"/>
                    <a:pt x="32822" y="1495"/>
                    <a:pt x="32610" y="1341"/>
                  </a:cubicBezTo>
                  <a:cubicBezTo>
                    <a:pt x="32567" y="1309"/>
                    <a:pt x="32476" y="1250"/>
                    <a:pt x="32392" y="1250"/>
                  </a:cubicBezTo>
                  <a:cubicBezTo>
                    <a:pt x="32379" y="1250"/>
                    <a:pt x="32366" y="1252"/>
                    <a:pt x="32354" y="1255"/>
                  </a:cubicBezTo>
                  <a:cubicBezTo>
                    <a:pt x="32310" y="1267"/>
                    <a:pt x="32192" y="1352"/>
                    <a:pt x="32192" y="1352"/>
                  </a:cubicBezTo>
                  <a:cubicBezTo>
                    <a:pt x="32150" y="1310"/>
                    <a:pt x="32131" y="1252"/>
                    <a:pt x="32095" y="1203"/>
                  </a:cubicBezTo>
                  <a:cubicBezTo>
                    <a:pt x="32037" y="1121"/>
                    <a:pt x="31960" y="1044"/>
                    <a:pt x="31891" y="967"/>
                  </a:cubicBezTo>
                  <a:cubicBezTo>
                    <a:pt x="31731" y="778"/>
                    <a:pt x="31433" y="630"/>
                    <a:pt x="31164" y="535"/>
                  </a:cubicBezTo>
                  <a:lnTo>
                    <a:pt x="31163" y="535"/>
                  </a:lnTo>
                  <a:cubicBezTo>
                    <a:pt x="31146" y="531"/>
                    <a:pt x="31128" y="524"/>
                    <a:pt x="31111" y="518"/>
                  </a:cubicBezTo>
                  <a:cubicBezTo>
                    <a:pt x="31087" y="511"/>
                    <a:pt x="31061" y="503"/>
                    <a:pt x="31037" y="496"/>
                  </a:cubicBezTo>
                  <a:cubicBezTo>
                    <a:pt x="30818" y="439"/>
                    <a:pt x="30581" y="434"/>
                    <a:pt x="30342" y="380"/>
                  </a:cubicBezTo>
                  <a:lnTo>
                    <a:pt x="29943" y="368"/>
                  </a:lnTo>
                  <a:cubicBezTo>
                    <a:pt x="29894" y="358"/>
                    <a:pt x="29822" y="353"/>
                    <a:pt x="29749" y="353"/>
                  </a:cubicBezTo>
                  <a:cubicBezTo>
                    <a:pt x="29682" y="353"/>
                    <a:pt x="29616" y="358"/>
                    <a:pt x="29570" y="368"/>
                  </a:cubicBezTo>
                  <a:lnTo>
                    <a:pt x="29333" y="368"/>
                  </a:lnTo>
                  <a:cubicBezTo>
                    <a:pt x="29168" y="406"/>
                    <a:pt x="28984" y="411"/>
                    <a:pt x="28797" y="411"/>
                  </a:cubicBezTo>
                  <a:cubicBezTo>
                    <a:pt x="28716" y="411"/>
                    <a:pt x="28634" y="410"/>
                    <a:pt x="28553" y="410"/>
                  </a:cubicBezTo>
                  <a:lnTo>
                    <a:pt x="28201" y="410"/>
                  </a:lnTo>
                  <a:cubicBezTo>
                    <a:pt x="28020" y="371"/>
                    <a:pt x="27839" y="368"/>
                    <a:pt x="27678" y="316"/>
                  </a:cubicBezTo>
                  <a:cubicBezTo>
                    <a:pt x="27399" y="223"/>
                    <a:pt x="27143" y="92"/>
                    <a:pt x="26843" y="16"/>
                  </a:cubicBezTo>
                  <a:cubicBezTo>
                    <a:pt x="26802" y="6"/>
                    <a:pt x="26761" y="1"/>
                    <a:pt x="267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1"/>
            <p:cNvSpPr/>
            <p:nvPr/>
          </p:nvSpPr>
          <p:spPr>
            <a:xfrm>
              <a:off x="1541707" y="1061129"/>
              <a:ext cx="879614" cy="840400"/>
            </a:xfrm>
            <a:custGeom>
              <a:rect b="b" l="l" r="r" t="t"/>
              <a:pathLst>
                <a:path extrusionOk="0" h="29704" w="31090">
                  <a:moveTo>
                    <a:pt x="22795" y="3580"/>
                  </a:moveTo>
                  <a:lnTo>
                    <a:pt x="22795" y="3599"/>
                  </a:lnTo>
                  <a:lnTo>
                    <a:pt x="22782" y="3599"/>
                  </a:lnTo>
                  <a:cubicBezTo>
                    <a:pt x="22789" y="3581"/>
                    <a:pt x="22786" y="3589"/>
                    <a:pt x="22795" y="3580"/>
                  </a:cubicBezTo>
                  <a:close/>
                  <a:moveTo>
                    <a:pt x="24483" y="4430"/>
                  </a:moveTo>
                  <a:lnTo>
                    <a:pt x="24483" y="4430"/>
                  </a:lnTo>
                  <a:cubicBezTo>
                    <a:pt x="24476" y="4449"/>
                    <a:pt x="24480" y="4442"/>
                    <a:pt x="24473" y="4452"/>
                  </a:cubicBezTo>
                  <a:lnTo>
                    <a:pt x="24473" y="4462"/>
                  </a:lnTo>
                  <a:lnTo>
                    <a:pt x="24460" y="4462"/>
                  </a:lnTo>
                  <a:cubicBezTo>
                    <a:pt x="24461" y="4459"/>
                    <a:pt x="24464" y="4456"/>
                    <a:pt x="24464" y="4455"/>
                  </a:cubicBezTo>
                  <a:cubicBezTo>
                    <a:pt x="24465" y="4449"/>
                    <a:pt x="24465" y="4446"/>
                    <a:pt x="24467" y="4445"/>
                  </a:cubicBezTo>
                  <a:cubicBezTo>
                    <a:pt x="24467" y="4442"/>
                    <a:pt x="24468" y="4440"/>
                    <a:pt x="24471" y="4440"/>
                  </a:cubicBezTo>
                  <a:cubicBezTo>
                    <a:pt x="24471" y="4439"/>
                    <a:pt x="24473" y="4439"/>
                    <a:pt x="24474" y="4438"/>
                  </a:cubicBezTo>
                  <a:cubicBezTo>
                    <a:pt x="24476" y="4435"/>
                    <a:pt x="24478" y="4433"/>
                    <a:pt x="24483" y="4430"/>
                  </a:cubicBezTo>
                  <a:close/>
                  <a:moveTo>
                    <a:pt x="22024" y="3631"/>
                  </a:moveTo>
                  <a:cubicBezTo>
                    <a:pt x="22024" y="3632"/>
                    <a:pt x="22024" y="3632"/>
                    <a:pt x="22026" y="3634"/>
                  </a:cubicBezTo>
                  <a:cubicBezTo>
                    <a:pt x="22030" y="3647"/>
                    <a:pt x="22032" y="3660"/>
                    <a:pt x="22036" y="3671"/>
                  </a:cubicBezTo>
                  <a:cubicBezTo>
                    <a:pt x="22048" y="3709"/>
                    <a:pt x="22062" y="3746"/>
                    <a:pt x="22082" y="3780"/>
                  </a:cubicBezTo>
                  <a:cubicBezTo>
                    <a:pt x="22095" y="3805"/>
                    <a:pt x="22109" y="3828"/>
                    <a:pt x="22119" y="3852"/>
                  </a:cubicBezTo>
                  <a:cubicBezTo>
                    <a:pt x="22132" y="3873"/>
                    <a:pt x="22145" y="3895"/>
                    <a:pt x="22154" y="3919"/>
                  </a:cubicBezTo>
                  <a:lnTo>
                    <a:pt x="22154" y="3920"/>
                  </a:lnTo>
                  <a:cubicBezTo>
                    <a:pt x="22165" y="3948"/>
                    <a:pt x="22177" y="3977"/>
                    <a:pt x="22186" y="4004"/>
                  </a:cubicBezTo>
                  <a:cubicBezTo>
                    <a:pt x="22203" y="4049"/>
                    <a:pt x="22213" y="4097"/>
                    <a:pt x="22229" y="4142"/>
                  </a:cubicBezTo>
                  <a:cubicBezTo>
                    <a:pt x="22237" y="4167"/>
                    <a:pt x="22244" y="4192"/>
                    <a:pt x="22255" y="4217"/>
                  </a:cubicBezTo>
                  <a:cubicBezTo>
                    <a:pt x="22258" y="4231"/>
                    <a:pt x="22266" y="4246"/>
                    <a:pt x="22271" y="4260"/>
                  </a:cubicBezTo>
                  <a:cubicBezTo>
                    <a:pt x="22353" y="4456"/>
                    <a:pt x="22458" y="4698"/>
                    <a:pt x="22439" y="4970"/>
                  </a:cubicBezTo>
                  <a:lnTo>
                    <a:pt x="22433" y="5029"/>
                  </a:lnTo>
                  <a:lnTo>
                    <a:pt x="22421" y="5029"/>
                  </a:lnTo>
                  <a:cubicBezTo>
                    <a:pt x="22388" y="4894"/>
                    <a:pt x="22319" y="4760"/>
                    <a:pt x="22271" y="4632"/>
                  </a:cubicBezTo>
                  <a:cubicBezTo>
                    <a:pt x="22196" y="4427"/>
                    <a:pt x="22171" y="4222"/>
                    <a:pt x="22101" y="4013"/>
                  </a:cubicBezTo>
                  <a:cubicBezTo>
                    <a:pt x="22097" y="4007"/>
                    <a:pt x="22095" y="3999"/>
                    <a:pt x="22091" y="3988"/>
                  </a:cubicBezTo>
                  <a:cubicBezTo>
                    <a:pt x="22088" y="3977"/>
                    <a:pt x="22084" y="3967"/>
                    <a:pt x="22079" y="3952"/>
                  </a:cubicBezTo>
                  <a:cubicBezTo>
                    <a:pt x="22077" y="3942"/>
                    <a:pt x="22075" y="3933"/>
                    <a:pt x="22072" y="3924"/>
                  </a:cubicBezTo>
                  <a:cubicBezTo>
                    <a:pt x="22068" y="3911"/>
                    <a:pt x="22062" y="3898"/>
                    <a:pt x="22059" y="3884"/>
                  </a:cubicBezTo>
                  <a:cubicBezTo>
                    <a:pt x="22055" y="3872"/>
                    <a:pt x="22052" y="3859"/>
                    <a:pt x="22048" y="3847"/>
                  </a:cubicBezTo>
                  <a:cubicBezTo>
                    <a:pt x="22045" y="3836"/>
                    <a:pt x="22040" y="3821"/>
                    <a:pt x="22039" y="3808"/>
                  </a:cubicBezTo>
                  <a:cubicBezTo>
                    <a:pt x="22037" y="3807"/>
                    <a:pt x="22037" y="3805"/>
                    <a:pt x="22037" y="3805"/>
                  </a:cubicBezTo>
                  <a:lnTo>
                    <a:pt x="22026" y="3756"/>
                  </a:lnTo>
                  <a:cubicBezTo>
                    <a:pt x="22023" y="3741"/>
                    <a:pt x="22021" y="3727"/>
                    <a:pt x="22018" y="3712"/>
                  </a:cubicBezTo>
                  <a:cubicBezTo>
                    <a:pt x="22016" y="3674"/>
                    <a:pt x="22016" y="3644"/>
                    <a:pt x="22024" y="3631"/>
                  </a:cubicBezTo>
                  <a:close/>
                  <a:moveTo>
                    <a:pt x="22016" y="4443"/>
                  </a:moveTo>
                  <a:cubicBezTo>
                    <a:pt x="22046" y="4647"/>
                    <a:pt x="22181" y="4922"/>
                    <a:pt x="22101" y="5154"/>
                  </a:cubicBezTo>
                  <a:cubicBezTo>
                    <a:pt x="22095" y="5175"/>
                    <a:pt x="22085" y="5195"/>
                    <a:pt x="22075" y="5215"/>
                  </a:cubicBezTo>
                  <a:cubicBezTo>
                    <a:pt x="22069" y="5226"/>
                    <a:pt x="22062" y="5234"/>
                    <a:pt x="22056" y="5243"/>
                  </a:cubicBezTo>
                  <a:cubicBezTo>
                    <a:pt x="22053" y="5242"/>
                    <a:pt x="22049" y="5240"/>
                    <a:pt x="22046" y="5234"/>
                  </a:cubicBezTo>
                  <a:cubicBezTo>
                    <a:pt x="22040" y="5231"/>
                    <a:pt x="22037" y="5227"/>
                    <a:pt x="22033" y="5223"/>
                  </a:cubicBezTo>
                  <a:cubicBezTo>
                    <a:pt x="22029" y="5213"/>
                    <a:pt x="22021" y="5201"/>
                    <a:pt x="22014" y="5183"/>
                  </a:cubicBezTo>
                  <a:cubicBezTo>
                    <a:pt x="22010" y="5179"/>
                    <a:pt x="22010" y="5172"/>
                    <a:pt x="22008" y="5166"/>
                  </a:cubicBezTo>
                  <a:cubicBezTo>
                    <a:pt x="22007" y="5162"/>
                    <a:pt x="22004" y="5159"/>
                    <a:pt x="22004" y="5154"/>
                  </a:cubicBezTo>
                  <a:cubicBezTo>
                    <a:pt x="22000" y="5143"/>
                    <a:pt x="21995" y="5128"/>
                    <a:pt x="21992" y="5114"/>
                  </a:cubicBezTo>
                  <a:cubicBezTo>
                    <a:pt x="21988" y="5096"/>
                    <a:pt x="21985" y="5080"/>
                    <a:pt x="21981" y="5061"/>
                  </a:cubicBezTo>
                  <a:cubicBezTo>
                    <a:pt x="21979" y="5050"/>
                    <a:pt x="21978" y="5038"/>
                    <a:pt x="21973" y="5025"/>
                  </a:cubicBezTo>
                  <a:cubicBezTo>
                    <a:pt x="21972" y="5013"/>
                    <a:pt x="21970" y="5000"/>
                    <a:pt x="21970" y="4987"/>
                  </a:cubicBezTo>
                  <a:cubicBezTo>
                    <a:pt x="21966" y="4976"/>
                    <a:pt x="21966" y="4961"/>
                    <a:pt x="21965" y="4948"/>
                  </a:cubicBezTo>
                  <a:cubicBezTo>
                    <a:pt x="21963" y="4935"/>
                    <a:pt x="21960" y="4920"/>
                    <a:pt x="21960" y="4906"/>
                  </a:cubicBezTo>
                  <a:cubicBezTo>
                    <a:pt x="21959" y="4885"/>
                    <a:pt x="21957" y="4862"/>
                    <a:pt x="21957" y="4842"/>
                  </a:cubicBezTo>
                  <a:cubicBezTo>
                    <a:pt x="21956" y="4813"/>
                    <a:pt x="21953" y="4782"/>
                    <a:pt x="21953" y="4755"/>
                  </a:cubicBezTo>
                  <a:cubicBezTo>
                    <a:pt x="21956" y="4608"/>
                    <a:pt x="21973" y="4477"/>
                    <a:pt x="22016" y="4443"/>
                  </a:cubicBezTo>
                  <a:close/>
                  <a:moveTo>
                    <a:pt x="24095" y="4112"/>
                  </a:moveTo>
                  <a:cubicBezTo>
                    <a:pt x="24076" y="4134"/>
                    <a:pt x="24060" y="4156"/>
                    <a:pt x="24045" y="4180"/>
                  </a:cubicBezTo>
                  <a:cubicBezTo>
                    <a:pt x="24038" y="4193"/>
                    <a:pt x="24031" y="4205"/>
                    <a:pt x="24023" y="4217"/>
                  </a:cubicBezTo>
                  <a:cubicBezTo>
                    <a:pt x="24020" y="4228"/>
                    <a:pt x="24013" y="4243"/>
                    <a:pt x="24007" y="4256"/>
                  </a:cubicBezTo>
                  <a:cubicBezTo>
                    <a:pt x="23988" y="4289"/>
                    <a:pt x="23972" y="4324"/>
                    <a:pt x="23959" y="4362"/>
                  </a:cubicBezTo>
                  <a:cubicBezTo>
                    <a:pt x="23945" y="4398"/>
                    <a:pt x="23933" y="4439"/>
                    <a:pt x="23919" y="4478"/>
                  </a:cubicBezTo>
                  <a:cubicBezTo>
                    <a:pt x="23862" y="4659"/>
                    <a:pt x="23826" y="4861"/>
                    <a:pt x="23778" y="5041"/>
                  </a:cubicBezTo>
                  <a:lnTo>
                    <a:pt x="23778" y="5042"/>
                  </a:lnTo>
                  <a:cubicBezTo>
                    <a:pt x="23776" y="5051"/>
                    <a:pt x="23775" y="5066"/>
                    <a:pt x="23770" y="5082"/>
                  </a:cubicBezTo>
                  <a:cubicBezTo>
                    <a:pt x="23769" y="5092"/>
                    <a:pt x="23767" y="5102"/>
                    <a:pt x="23767" y="5111"/>
                  </a:cubicBezTo>
                  <a:cubicBezTo>
                    <a:pt x="23763" y="5131"/>
                    <a:pt x="23763" y="5151"/>
                    <a:pt x="23760" y="5172"/>
                  </a:cubicBezTo>
                  <a:lnTo>
                    <a:pt x="23760" y="5368"/>
                  </a:lnTo>
                  <a:lnTo>
                    <a:pt x="23760" y="5371"/>
                  </a:lnTo>
                  <a:cubicBezTo>
                    <a:pt x="23763" y="5380"/>
                    <a:pt x="23766" y="5390"/>
                    <a:pt x="23769" y="5393"/>
                  </a:cubicBezTo>
                  <a:lnTo>
                    <a:pt x="23769" y="5426"/>
                  </a:lnTo>
                  <a:lnTo>
                    <a:pt x="23756" y="5426"/>
                  </a:lnTo>
                  <a:cubicBezTo>
                    <a:pt x="23753" y="5406"/>
                    <a:pt x="23746" y="5384"/>
                    <a:pt x="23740" y="5364"/>
                  </a:cubicBezTo>
                  <a:cubicBezTo>
                    <a:pt x="23727" y="5320"/>
                    <a:pt x="23712" y="5281"/>
                    <a:pt x="23701" y="5234"/>
                  </a:cubicBezTo>
                  <a:cubicBezTo>
                    <a:pt x="23695" y="5215"/>
                    <a:pt x="23688" y="5191"/>
                    <a:pt x="23682" y="5169"/>
                  </a:cubicBezTo>
                  <a:cubicBezTo>
                    <a:pt x="23679" y="5154"/>
                    <a:pt x="23679" y="5140"/>
                    <a:pt x="23674" y="5124"/>
                  </a:cubicBezTo>
                  <a:cubicBezTo>
                    <a:pt x="23667" y="5050"/>
                    <a:pt x="23679" y="4968"/>
                    <a:pt x="23695" y="4900"/>
                  </a:cubicBezTo>
                  <a:cubicBezTo>
                    <a:pt x="23702" y="4869"/>
                    <a:pt x="23709" y="4840"/>
                    <a:pt x="23715" y="4817"/>
                  </a:cubicBezTo>
                  <a:cubicBezTo>
                    <a:pt x="23730" y="4759"/>
                    <a:pt x="23744" y="4704"/>
                    <a:pt x="23759" y="4651"/>
                  </a:cubicBezTo>
                  <a:cubicBezTo>
                    <a:pt x="23769" y="4615"/>
                    <a:pt x="23781" y="4580"/>
                    <a:pt x="23792" y="4547"/>
                  </a:cubicBezTo>
                  <a:cubicBezTo>
                    <a:pt x="23805" y="4512"/>
                    <a:pt x="23817" y="4478"/>
                    <a:pt x="23829" y="4446"/>
                  </a:cubicBezTo>
                  <a:cubicBezTo>
                    <a:pt x="23842" y="4413"/>
                    <a:pt x="23856" y="4382"/>
                    <a:pt x="23872" y="4352"/>
                  </a:cubicBezTo>
                  <a:cubicBezTo>
                    <a:pt x="23890" y="4321"/>
                    <a:pt x="23907" y="4292"/>
                    <a:pt x="23926" y="4260"/>
                  </a:cubicBezTo>
                  <a:cubicBezTo>
                    <a:pt x="23945" y="4230"/>
                    <a:pt x="23977" y="4201"/>
                    <a:pt x="24003" y="4176"/>
                  </a:cubicBezTo>
                  <a:cubicBezTo>
                    <a:pt x="24025" y="4156"/>
                    <a:pt x="24047" y="4134"/>
                    <a:pt x="24064" y="4112"/>
                  </a:cubicBezTo>
                  <a:close/>
                  <a:moveTo>
                    <a:pt x="24856" y="4721"/>
                  </a:moveTo>
                  <a:lnTo>
                    <a:pt x="24856" y="4721"/>
                  </a:lnTo>
                  <a:cubicBezTo>
                    <a:pt x="24839" y="4747"/>
                    <a:pt x="24820" y="4775"/>
                    <a:pt x="24798" y="4801"/>
                  </a:cubicBezTo>
                  <a:cubicBezTo>
                    <a:pt x="24778" y="4827"/>
                    <a:pt x="24756" y="4853"/>
                    <a:pt x="24740" y="4881"/>
                  </a:cubicBezTo>
                  <a:cubicBezTo>
                    <a:pt x="24726" y="4904"/>
                    <a:pt x="24713" y="4928"/>
                    <a:pt x="24699" y="4955"/>
                  </a:cubicBezTo>
                  <a:cubicBezTo>
                    <a:pt x="24689" y="4976"/>
                    <a:pt x="24679" y="4993"/>
                    <a:pt x="24672" y="5015"/>
                  </a:cubicBezTo>
                  <a:cubicBezTo>
                    <a:pt x="24646" y="5074"/>
                    <a:pt x="24619" y="5140"/>
                    <a:pt x="24592" y="5202"/>
                  </a:cubicBezTo>
                  <a:cubicBezTo>
                    <a:pt x="24545" y="5311"/>
                    <a:pt x="24490" y="5415"/>
                    <a:pt x="24407" y="5480"/>
                  </a:cubicBezTo>
                  <a:lnTo>
                    <a:pt x="24407" y="5502"/>
                  </a:lnTo>
                  <a:lnTo>
                    <a:pt x="24396" y="5502"/>
                  </a:lnTo>
                  <a:lnTo>
                    <a:pt x="24396" y="5500"/>
                  </a:lnTo>
                  <a:cubicBezTo>
                    <a:pt x="24400" y="5474"/>
                    <a:pt x="24406" y="5449"/>
                    <a:pt x="24410" y="5426"/>
                  </a:cubicBezTo>
                  <a:cubicBezTo>
                    <a:pt x="24414" y="5412"/>
                    <a:pt x="24416" y="5399"/>
                    <a:pt x="24422" y="5384"/>
                  </a:cubicBezTo>
                  <a:cubicBezTo>
                    <a:pt x="24442" y="5307"/>
                    <a:pt x="24474" y="5237"/>
                    <a:pt x="24509" y="5172"/>
                  </a:cubicBezTo>
                  <a:cubicBezTo>
                    <a:pt x="24522" y="5150"/>
                    <a:pt x="24532" y="5128"/>
                    <a:pt x="24545" y="5106"/>
                  </a:cubicBezTo>
                  <a:cubicBezTo>
                    <a:pt x="24563" y="5077"/>
                    <a:pt x="24582" y="5048"/>
                    <a:pt x="24599" y="5021"/>
                  </a:cubicBezTo>
                  <a:cubicBezTo>
                    <a:pt x="24619" y="4993"/>
                    <a:pt x="24638" y="4964"/>
                    <a:pt x="24657" y="4936"/>
                  </a:cubicBezTo>
                  <a:cubicBezTo>
                    <a:pt x="24675" y="4914"/>
                    <a:pt x="24689" y="4893"/>
                    <a:pt x="24705" y="4869"/>
                  </a:cubicBezTo>
                  <a:cubicBezTo>
                    <a:pt x="24726" y="4842"/>
                    <a:pt x="24742" y="4816"/>
                    <a:pt x="24762" y="4789"/>
                  </a:cubicBezTo>
                  <a:cubicBezTo>
                    <a:pt x="24766" y="4781"/>
                    <a:pt x="24774" y="4772"/>
                    <a:pt x="24781" y="4765"/>
                  </a:cubicBezTo>
                  <a:cubicBezTo>
                    <a:pt x="24785" y="4760"/>
                    <a:pt x="24791" y="4755"/>
                    <a:pt x="24795" y="4752"/>
                  </a:cubicBezTo>
                  <a:cubicBezTo>
                    <a:pt x="24801" y="4746"/>
                    <a:pt x="24808" y="4740"/>
                    <a:pt x="24816" y="4739"/>
                  </a:cubicBezTo>
                  <a:cubicBezTo>
                    <a:pt x="24822" y="4736"/>
                    <a:pt x="24829" y="4731"/>
                    <a:pt x="24836" y="4728"/>
                  </a:cubicBezTo>
                  <a:cubicBezTo>
                    <a:pt x="24842" y="4724"/>
                    <a:pt x="24849" y="4723"/>
                    <a:pt x="24856" y="4721"/>
                  </a:cubicBezTo>
                  <a:close/>
                  <a:moveTo>
                    <a:pt x="10601" y="5851"/>
                  </a:moveTo>
                  <a:lnTo>
                    <a:pt x="10620" y="5855"/>
                  </a:lnTo>
                  <a:cubicBezTo>
                    <a:pt x="10615" y="5858"/>
                    <a:pt x="10617" y="5858"/>
                    <a:pt x="10610" y="5859"/>
                  </a:cubicBezTo>
                  <a:cubicBezTo>
                    <a:pt x="10608" y="5862"/>
                    <a:pt x="10605" y="5864"/>
                    <a:pt x="10601" y="5864"/>
                  </a:cubicBezTo>
                  <a:lnTo>
                    <a:pt x="10601" y="5862"/>
                  </a:lnTo>
                  <a:lnTo>
                    <a:pt x="10598" y="5862"/>
                  </a:lnTo>
                  <a:lnTo>
                    <a:pt x="10598" y="5852"/>
                  </a:lnTo>
                  <a:lnTo>
                    <a:pt x="10601" y="5852"/>
                  </a:lnTo>
                  <a:lnTo>
                    <a:pt x="10601" y="5851"/>
                  </a:lnTo>
                  <a:close/>
                  <a:moveTo>
                    <a:pt x="24460" y="4462"/>
                  </a:moveTo>
                  <a:lnTo>
                    <a:pt x="24460" y="4462"/>
                  </a:lnTo>
                  <a:cubicBezTo>
                    <a:pt x="24410" y="4638"/>
                    <a:pt x="24318" y="4819"/>
                    <a:pt x="24256" y="4997"/>
                  </a:cubicBezTo>
                  <a:cubicBezTo>
                    <a:pt x="24243" y="5044"/>
                    <a:pt x="24233" y="5087"/>
                    <a:pt x="24221" y="5131"/>
                  </a:cubicBezTo>
                  <a:cubicBezTo>
                    <a:pt x="24209" y="5186"/>
                    <a:pt x="24199" y="5240"/>
                    <a:pt x="24188" y="5297"/>
                  </a:cubicBezTo>
                  <a:cubicBezTo>
                    <a:pt x="24182" y="5332"/>
                    <a:pt x="24175" y="5364"/>
                    <a:pt x="24167" y="5397"/>
                  </a:cubicBezTo>
                  <a:cubicBezTo>
                    <a:pt x="24156" y="5441"/>
                    <a:pt x="24147" y="5487"/>
                    <a:pt x="24131" y="5531"/>
                  </a:cubicBezTo>
                  <a:cubicBezTo>
                    <a:pt x="24118" y="5567"/>
                    <a:pt x="24108" y="5605"/>
                    <a:pt x="24095" y="5646"/>
                  </a:cubicBezTo>
                  <a:cubicBezTo>
                    <a:pt x="24087" y="5666"/>
                    <a:pt x="24082" y="5684"/>
                    <a:pt x="24074" y="5705"/>
                  </a:cubicBezTo>
                  <a:cubicBezTo>
                    <a:pt x="24071" y="5717"/>
                    <a:pt x="24068" y="5726"/>
                    <a:pt x="24066" y="5736"/>
                  </a:cubicBezTo>
                  <a:cubicBezTo>
                    <a:pt x="24061" y="5750"/>
                    <a:pt x="24057" y="5765"/>
                    <a:pt x="24052" y="5780"/>
                  </a:cubicBezTo>
                  <a:cubicBezTo>
                    <a:pt x="24047" y="5807"/>
                    <a:pt x="24039" y="5833"/>
                    <a:pt x="24038" y="5859"/>
                  </a:cubicBezTo>
                  <a:cubicBezTo>
                    <a:pt x="24038" y="5865"/>
                    <a:pt x="24038" y="5873"/>
                    <a:pt x="24036" y="5878"/>
                  </a:cubicBezTo>
                  <a:cubicBezTo>
                    <a:pt x="24035" y="5891"/>
                    <a:pt x="24032" y="5902"/>
                    <a:pt x="24032" y="5915"/>
                  </a:cubicBezTo>
                  <a:lnTo>
                    <a:pt x="24032" y="5918"/>
                  </a:lnTo>
                  <a:cubicBezTo>
                    <a:pt x="24031" y="5915"/>
                    <a:pt x="24029" y="5913"/>
                    <a:pt x="24029" y="5909"/>
                  </a:cubicBezTo>
                  <a:cubicBezTo>
                    <a:pt x="24025" y="5903"/>
                    <a:pt x="24025" y="5896"/>
                    <a:pt x="24023" y="5889"/>
                  </a:cubicBezTo>
                  <a:cubicBezTo>
                    <a:pt x="24016" y="5848"/>
                    <a:pt x="24016" y="5778"/>
                    <a:pt x="24020" y="5707"/>
                  </a:cubicBezTo>
                  <a:cubicBezTo>
                    <a:pt x="24022" y="5647"/>
                    <a:pt x="24028" y="5589"/>
                    <a:pt x="24032" y="5550"/>
                  </a:cubicBezTo>
                  <a:cubicBezTo>
                    <a:pt x="24036" y="5529"/>
                    <a:pt x="24038" y="5513"/>
                    <a:pt x="24042" y="5502"/>
                  </a:cubicBezTo>
                  <a:lnTo>
                    <a:pt x="24042" y="5500"/>
                  </a:lnTo>
                  <a:cubicBezTo>
                    <a:pt x="24060" y="5428"/>
                    <a:pt x="24079" y="5356"/>
                    <a:pt x="24098" y="5288"/>
                  </a:cubicBezTo>
                  <a:cubicBezTo>
                    <a:pt x="24111" y="5234"/>
                    <a:pt x="24125" y="5183"/>
                    <a:pt x="24141" y="5135"/>
                  </a:cubicBezTo>
                  <a:cubicBezTo>
                    <a:pt x="24156" y="5085"/>
                    <a:pt x="24173" y="5035"/>
                    <a:pt x="24189" y="4986"/>
                  </a:cubicBezTo>
                  <a:cubicBezTo>
                    <a:pt x="24212" y="4922"/>
                    <a:pt x="24236" y="4859"/>
                    <a:pt x="24265" y="4798"/>
                  </a:cubicBezTo>
                  <a:cubicBezTo>
                    <a:pt x="24278" y="4768"/>
                    <a:pt x="24292" y="4739"/>
                    <a:pt x="24308" y="4709"/>
                  </a:cubicBezTo>
                  <a:lnTo>
                    <a:pt x="24326" y="4677"/>
                  </a:lnTo>
                  <a:cubicBezTo>
                    <a:pt x="24329" y="4664"/>
                    <a:pt x="24336" y="4656"/>
                    <a:pt x="24342" y="4643"/>
                  </a:cubicBezTo>
                  <a:cubicBezTo>
                    <a:pt x="24345" y="4631"/>
                    <a:pt x="24352" y="4621"/>
                    <a:pt x="24356" y="4608"/>
                  </a:cubicBezTo>
                  <a:lnTo>
                    <a:pt x="24356" y="4606"/>
                  </a:lnTo>
                  <a:cubicBezTo>
                    <a:pt x="24366" y="4584"/>
                    <a:pt x="24377" y="4563"/>
                    <a:pt x="24391" y="4542"/>
                  </a:cubicBezTo>
                  <a:lnTo>
                    <a:pt x="24391" y="4541"/>
                  </a:lnTo>
                  <a:cubicBezTo>
                    <a:pt x="24403" y="4520"/>
                    <a:pt x="24417" y="4500"/>
                    <a:pt x="24435" y="4484"/>
                  </a:cubicBezTo>
                  <a:cubicBezTo>
                    <a:pt x="24442" y="4477"/>
                    <a:pt x="24451" y="4470"/>
                    <a:pt x="24460" y="4462"/>
                  </a:cubicBezTo>
                  <a:close/>
                  <a:moveTo>
                    <a:pt x="11136" y="5532"/>
                  </a:moveTo>
                  <a:cubicBezTo>
                    <a:pt x="11127" y="5551"/>
                    <a:pt x="11121" y="5570"/>
                    <a:pt x="11119" y="5589"/>
                  </a:cubicBezTo>
                  <a:cubicBezTo>
                    <a:pt x="11113" y="5607"/>
                    <a:pt x="11107" y="5625"/>
                    <a:pt x="11104" y="5643"/>
                  </a:cubicBezTo>
                  <a:cubicBezTo>
                    <a:pt x="11092" y="5682"/>
                    <a:pt x="11084" y="5721"/>
                    <a:pt x="11078" y="5764"/>
                  </a:cubicBezTo>
                  <a:cubicBezTo>
                    <a:pt x="11072" y="5797"/>
                    <a:pt x="11068" y="5829"/>
                    <a:pt x="11066" y="5861"/>
                  </a:cubicBezTo>
                  <a:cubicBezTo>
                    <a:pt x="11062" y="5880"/>
                    <a:pt x="11060" y="5897"/>
                    <a:pt x="11056" y="5915"/>
                  </a:cubicBezTo>
                  <a:cubicBezTo>
                    <a:pt x="11053" y="5947"/>
                    <a:pt x="11052" y="5980"/>
                    <a:pt x="11047" y="6012"/>
                  </a:cubicBezTo>
                  <a:lnTo>
                    <a:pt x="11031" y="6220"/>
                  </a:lnTo>
                  <a:cubicBezTo>
                    <a:pt x="11027" y="6267"/>
                    <a:pt x="11024" y="6315"/>
                    <a:pt x="11018" y="6361"/>
                  </a:cubicBezTo>
                  <a:lnTo>
                    <a:pt x="11018" y="6364"/>
                  </a:lnTo>
                  <a:cubicBezTo>
                    <a:pt x="11015" y="6400"/>
                    <a:pt x="11011" y="6432"/>
                    <a:pt x="11005" y="6467"/>
                  </a:cubicBezTo>
                  <a:cubicBezTo>
                    <a:pt x="11005" y="6474"/>
                    <a:pt x="11004" y="6482"/>
                    <a:pt x="11002" y="6489"/>
                  </a:cubicBezTo>
                  <a:cubicBezTo>
                    <a:pt x="11001" y="6505"/>
                    <a:pt x="10998" y="6521"/>
                    <a:pt x="10995" y="6536"/>
                  </a:cubicBezTo>
                  <a:cubicBezTo>
                    <a:pt x="10995" y="6540"/>
                    <a:pt x="10995" y="6540"/>
                    <a:pt x="10993" y="6543"/>
                  </a:cubicBezTo>
                  <a:cubicBezTo>
                    <a:pt x="10989" y="6578"/>
                    <a:pt x="10982" y="6610"/>
                    <a:pt x="10975" y="6643"/>
                  </a:cubicBezTo>
                  <a:cubicBezTo>
                    <a:pt x="10943" y="6790"/>
                    <a:pt x="10988" y="7046"/>
                    <a:pt x="10922" y="7155"/>
                  </a:cubicBezTo>
                  <a:lnTo>
                    <a:pt x="10922" y="7263"/>
                  </a:lnTo>
                  <a:lnTo>
                    <a:pt x="10911" y="7263"/>
                  </a:lnTo>
                  <a:cubicBezTo>
                    <a:pt x="10866" y="7152"/>
                    <a:pt x="10841" y="7027"/>
                    <a:pt x="10829" y="6892"/>
                  </a:cubicBezTo>
                  <a:cubicBezTo>
                    <a:pt x="10823" y="6791"/>
                    <a:pt x="10823" y="6687"/>
                    <a:pt x="10831" y="6581"/>
                  </a:cubicBezTo>
                  <a:cubicBezTo>
                    <a:pt x="10835" y="6547"/>
                    <a:pt x="10836" y="6512"/>
                    <a:pt x="10842" y="6477"/>
                  </a:cubicBezTo>
                  <a:cubicBezTo>
                    <a:pt x="10845" y="6451"/>
                    <a:pt x="10848" y="6419"/>
                    <a:pt x="10852" y="6393"/>
                  </a:cubicBezTo>
                  <a:cubicBezTo>
                    <a:pt x="10863" y="6331"/>
                    <a:pt x="10873" y="6269"/>
                    <a:pt x="10884" y="6208"/>
                  </a:cubicBezTo>
                  <a:cubicBezTo>
                    <a:pt x="10889" y="6179"/>
                    <a:pt x="10896" y="6149"/>
                    <a:pt x="10903" y="6120"/>
                  </a:cubicBezTo>
                  <a:cubicBezTo>
                    <a:pt x="10906" y="6112"/>
                    <a:pt x="10908" y="6105"/>
                    <a:pt x="10908" y="6099"/>
                  </a:cubicBezTo>
                  <a:cubicBezTo>
                    <a:pt x="10915" y="6073"/>
                    <a:pt x="10919" y="6047"/>
                    <a:pt x="10927" y="6019"/>
                  </a:cubicBezTo>
                  <a:cubicBezTo>
                    <a:pt x="10940" y="5979"/>
                    <a:pt x="10948" y="5937"/>
                    <a:pt x="10961" y="5899"/>
                  </a:cubicBezTo>
                  <a:cubicBezTo>
                    <a:pt x="10973" y="5862"/>
                    <a:pt x="10983" y="5826"/>
                    <a:pt x="10996" y="5793"/>
                  </a:cubicBezTo>
                  <a:cubicBezTo>
                    <a:pt x="11004" y="5769"/>
                    <a:pt x="11011" y="5746"/>
                    <a:pt x="11020" y="5724"/>
                  </a:cubicBezTo>
                  <a:cubicBezTo>
                    <a:pt x="11027" y="5702"/>
                    <a:pt x="11037" y="5679"/>
                    <a:pt x="11046" y="5659"/>
                  </a:cubicBezTo>
                  <a:cubicBezTo>
                    <a:pt x="11053" y="5639"/>
                    <a:pt x="11060" y="5618"/>
                    <a:pt x="11069" y="5598"/>
                  </a:cubicBezTo>
                  <a:cubicBezTo>
                    <a:pt x="11076" y="5579"/>
                    <a:pt x="11085" y="5561"/>
                    <a:pt x="11092" y="5544"/>
                  </a:cubicBezTo>
                  <a:cubicBezTo>
                    <a:pt x="11097" y="5543"/>
                    <a:pt x="11100" y="5540"/>
                    <a:pt x="11104" y="5540"/>
                  </a:cubicBezTo>
                  <a:cubicBezTo>
                    <a:pt x="11107" y="5538"/>
                    <a:pt x="11110" y="5537"/>
                    <a:pt x="11111" y="5537"/>
                  </a:cubicBezTo>
                  <a:cubicBezTo>
                    <a:pt x="11117" y="5535"/>
                    <a:pt x="11124" y="5532"/>
                    <a:pt x="11136" y="5532"/>
                  </a:cubicBezTo>
                  <a:close/>
                  <a:moveTo>
                    <a:pt x="8492" y="7031"/>
                  </a:moveTo>
                  <a:cubicBezTo>
                    <a:pt x="8498" y="7031"/>
                    <a:pt x="8504" y="7033"/>
                    <a:pt x="8510" y="7037"/>
                  </a:cubicBezTo>
                  <a:cubicBezTo>
                    <a:pt x="8587" y="7098"/>
                    <a:pt x="8667" y="7149"/>
                    <a:pt x="8756" y="7190"/>
                  </a:cubicBezTo>
                  <a:cubicBezTo>
                    <a:pt x="8842" y="7233"/>
                    <a:pt x="8936" y="7254"/>
                    <a:pt x="9025" y="7290"/>
                  </a:cubicBezTo>
                  <a:cubicBezTo>
                    <a:pt x="9051" y="7304"/>
                    <a:pt x="9052" y="7355"/>
                    <a:pt x="9019" y="7355"/>
                  </a:cubicBezTo>
                  <a:cubicBezTo>
                    <a:pt x="9017" y="7355"/>
                    <a:pt x="9015" y="7354"/>
                    <a:pt x="9013" y="7354"/>
                  </a:cubicBezTo>
                  <a:cubicBezTo>
                    <a:pt x="8816" y="7331"/>
                    <a:pt x="8619" y="7204"/>
                    <a:pt x="8468" y="7079"/>
                  </a:cubicBezTo>
                  <a:cubicBezTo>
                    <a:pt x="8445" y="7061"/>
                    <a:pt x="8467" y="7031"/>
                    <a:pt x="8492" y="7031"/>
                  </a:cubicBezTo>
                  <a:close/>
                  <a:moveTo>
                    <a:pt x="10586" y="5873"/>
                  </a:moveTo>
                  <a:cubicBezTo>
                    <a:pt x="10588" y="5877"/>
                    <a:pt x="10588" y="5877"/>
                    <a:pt x="10589" y="5877"/>
                  </a:cubicBezTo>
                  <a:cubicBezTo>
                    <a:pt x="10589" y="5878"/>
                    <a:pt x="10589" y="5880"/>
                    <a:pt x="10588" y="5881"/>
                  </a:cubicBezTo>
                  <a:cubicBezTo>
                    <a:pt x="10573" y="5925"/>
                    <a:pt x="10553" y="5973"/>
                    <a:pt x="10536" y="6018"/>
                  </a:cubicBezTo>
                  <a:cubicBezTo>
                    <a:pt x="10531" y="6025"/>
                    <a:pt x="10530" y="6031"/>
                    <a:pt x="10528" y="6038"/>
                  </a:cubicBezTo>
                  <a:cubicBezTo>
                    <a:pt x="10515" y="6067"/>
                    <a:pt x="10504" y="6098"/>
                    <a:pt x="10495" y="6131"/>
                  </a:cubicBezTo>
                  <a:cubicBezTo>
                    <a:pt x="10488" y="6156"/>
                    <a:pt x="10482" y="6184"/>
                    <a:pt x="10474" y="6211"/>
                  </a:cubicBezTo>
                  <a:cubicBezTo>
                    <a:pt x="10473" y="6213"/>
                    <a:pt x="10473" y="6214"/>
                    <a:pt x="10473" y="6216"/>
                  </a:cubicBezTo>
                  <a:cubicBezTo>
                    <a:pt x="10466" y="6243"/>
                    <a:pt x="10460" y="6274"/>
                    <a:pt x="10456" y="6303"/>
                  </a:cubicBezTo>
                  <a:cubicBezTo>
                    <a:pt x="10451" y="6332"/>
                    <a:pt x="10445" y="6364"/>
                    <a:pt x="10442" y="6396"/>
                  </a:cubicBezTo>
                  <a:cubicBezTo>
                    <a:pt x="10438" y="6429"/>
                    <a:pt x="10437" y="6460"/>
                    <a:pt x="10434" y="6492"/>
                  </a:cubicBezTo>
                  <a:lnTo>
                    <a:pt x="10429" y="6576"/>
                  </a:lnTo>
                  <a:cubicBezTo>
                    <a:pt x="10426" y="6629"/>
                    <a:pt x="10426" y="6681"/>
                    <a:pt x="10426" y="6732"/>
                  </a:cubicBezTo>
                  <a:cubicBezTo>
                    <a:pt x="10426" y="6998"/>
                    <a:pt x="10457" y="7267"/>
                    <a:pt x="10506" y="7476"/>
                  </a:cubicBezTo>
                  <a:cubicBezTo>
                    <a:pt x="10517" y="7524"/>
                    <a:pt x="10521" y="7595"/>
                    <a:pt x="10524" y="7670"/>
                  </a:cubicBezTo>
                  <a:cubicBezTo>
                    <a:pt x="10528" y="7763"/>
                    <a:pt x="10531" y="7859"/>
                    <a:pt x="10551" y="7921"/>
                  </a:cubicBezTo>
                  <a:cubicBezTo>
                    <a:pt x="10554" y="7936"/>
                    <a:pt x="10562" y="7949"/>
                    <a:pt x="10569" y="7957"/>
                  </a:cubicBezTo>
                  <a:lnTo>
                    <a:pt x="10569" y="7968"/>
                  </a:lnTo>
                  <a:cubicBezTo>
                    <a:pt x="10553" y="7965"/>
                    <a:pt x="10538" y="7957"/>
                    <a:pt x="10524" y="7946"/>
                  </a:cubicBezTo>
                  <a:cubicBezTo>
                    <a:pt x="10479" y="7909"/>
                    <a:pt x="10444" y="7840"/>
                    <a:pt x="10416" y="7761"/>
                  </a:cubicBezTo>
                  <a:cubicBezTo>
                    <a:pt x="10405" y="7731"/>
                    <a:pt x="10397" y="7696"/>
                    <a:pt x="10387" y="7665"/>
                  </a:cubicBezTo>
                  <a:cubicBezTo>
                    <a:pt x="10384" y="7648"/>
                    <a:pt x="10378" y="7633"/>
                    <a:pt x="10376" y="7619"/>
                  </a:cubicBezTo>
                  <a:cubicBezTo>
                    <a:pt x="10362" y="7574"/>
                    <a:pt x="10354" y="7530"/>
                    <a:pt x="10344" y="7498"/>
                  </a:cubicBezTo>
                  <a:cubicBezTo>
                    <a:pt x="10341" y="7481"/>
                    <a:pt x="10336" y="7466"/>
                    <a:pt x="10333" y="7450"/>
                  </a:cubicBezTo>
                  <a:cubicBezTo>
                    <a:pt x="10326" y="7425"/>
                    <a:pt x="10320" y="7399"/>
                    <a:pt x="10317" y="7374"/>
                  </a:cubicBezTo>
                  <a:cubicBezTo>
                    <a:pt x="10300" y="7289"/>
                    <a:pt x="10290" y="7196"/>
                    <a:pt x="10285" y="7103"/>
                  </a:cubicBezTo>
                  <a:lnTo>
                    <a:pt x="10285" y="7101"/>
                  </a:lnTo>
                  <a:cubicBezTo>
                    <a:pt x="10284" y="7079"/>
                    <a:pt x="10283" y="7058"/>
                    <a:pt x="10284" y="7033"/>
                  </a:cubicBezTo>
                  <a:cubicBezTo>
                    <a:pt x="10281" y="7008"/>
                    <a:pt x="10281" y="6985"/>
                    <a:pt x="10281" y="6960"/>
                  </a:cubicBezTo>
                  <a:cubicBezTo>
                    <a:pt x="10281" y="6924"/>
                    <a:pt x="10283" y="6889"/>
                    <a:pt x="10284" y="6853"/>
                  </a:cubicBezTo>
                  <a:lnTo>
                    <a:pt x="10284" y="6832"/>
                  </a:lnTo>
                  <a:cubicBezTo>
                    <a:pt x="10284" y="6823"/>
                    <a:pt x="10285" y="6816"/>
                    <a:pt x="10285" y="6807"/>
                  </a:cubicBezTo>
                  <a:cubicBezTo>
                    <a:pt x="10288" y="6787"/>
                    <a:pt x="10288" y="6767"/>
                    <a:pt x="10290" y="6746"/>
                  </a:cubicBezTo>
                  <a:cubicBezTo>
                    <a:pt x="10291" y="6720"/>
                    <a:pt x="10293" y="6694"/>
                    <a:pt x="10297" y="6669"/>
                  </a:cubicBezTo>
                  <a:cubicBezTo>
                    <a:pt x="10300" y="6633"/>
                    <a:pt x="10304" y="6600"/>
                    <a:pt x="10310" y="6565"/>
                  </a:cubicBezTo>
                  <a:cubicBezTo>
                    <a:pt x="10312" y="6560"/>
                    <a:pt x="10313" y="6553"/>
                    <a:pt x="10313" y="6546"/>
                  </a:cubicBezTo>
                  <a:cubicBezTo>
                    <a:pt x="10319" y="6505"/>
                    <a:pt x="10326" y="6467"/>
                    <a:pt x="10333" y="6429"/>
                  </a:cubicBezTo>
                  <a:cubicBezTo>
                    <a:pt x="10333" y="6427"/>
                    <a:pt x="10335" y="6425"/>
                    <a:pt x="10335" y="6424"/>
                  </a:cubicBezTo>
                  <a:cubicBezTo>
                    <a:pt x="10339" y="6402"/>
                    <a:pt x="10344" y="6380"/>
                    <a:pt x="10349" y="6357"/>
                  </a:cubicBezTo>
                  <a:cubicBezTo>
                    <a:pt x="10355" y="6331"/>
                    <a:pt x="10362" y="6303"/>
                    <a:pt x="10370" y="6280"/>
                  </a:cubicBezTo>
                  <a:cubicBezTo>
                    <a:pt x="10371" y="6272"/>
                    <a:pt x="10373" y="6264"/>
                    <a:pt x="10377" y="6256"/>
                  </a:cubicBezTo>
                  <a:cubicBezTo>
                    <a:pt x="10378" y="6248"/>
                    <a:pt x="10380" y="6240"/>
                    <a:pt x="10384" y="6233"/>
                  </a:cubicBezTo>
                  <a:cubicBezTo>
                    <a:pt x="10387" y="6220"/>
                    <a:pt x="10392" y="6206"/>
                    <a:pt x="10397" y="6192"/>
                  </a:cubicBezTo>
                  <a:cubicBezTo>
                    <a:pt x="10399" y="6190"/>
                    <a:pt x="10400" y="6185"/>
                    <a:pt x="10400" y="6182"/>
                  </a:cubicBezTo>
                  <a:cubicBezTo>
                    <a:pt x="10402" y="6178"/>
                    <a:pt x="10405" y="6175"/>
                    <a:pt x="10405" y="6169"/>
                  </a:cubicBezTo>
                  <a:cubicBezTo>
                    <a:pt x="10406" y="6162"/>
                    <a:pt x="10408" y="6155"/>
                    <a:pt x="10412" y="6147"/>
                  </a:cubicBezTo>
                  <a:cubicBezTo>
                    <a:pt x="10416" y="6133"/>
                    <a:pt x="10424" y="6117"/>
                    <a:pt x="10428" y="6099"/>
                  </a:cubicBezTo>
                  <a:cubicBezTo>
                    <a:pt x="10435" y="6080"/>
                    <a:pt x="10442" y="6060"/>
                    <a:pt x="10451" y="6040"/>
                  </a:cubicBezTo>
                  <a:cubicBezTo>
                    <a:pt x="10456" y="6027"/>
                    <a:pt x="10460" y="6018"/>
                    <a:pt x="10466" y="6005"/>
                  </a:cubicBezTo>
                  <a:cubicBezTo>
                    <a:pt x="10470" y="5998"/>
                    <a:pt x="10473" y="5990"/>
                    <a:pt x="10479" y="5983"/>
                  </a:cubicBezTo>
                  <a:lnTo>
                    <a:pt x="10479" y="5982"/>
                  </a:lnTo>
                  <a:lnTo>
                    <a:pt x="10479" y="5980"/>
                  </a:lnTo>
                  <a:lnTo>
                    <a:pt x="10480" y="5980"/>
                  </a:lnTo>
                  <a:cubicBezTo>
                    <a:pt x="10488" y="5966"/>
                    <a:pt x="10496" y="5951"/>
                    <a:pt x="10508" y="5938"/>
                  </a:cubicBezTo>
                  <a:cubicBezTo>
                    <a:pt x="10509" y="5932"/>
                    <a:pt x="10514" y="5928"/>
                    <a:pt x="10518" y="5923"/>
                  </a:cubicBezTo>
                  <a:cubicBezTo>
                    <a:pt x="10522" y="5921"/>
                    <a:pt x="10525" y="5915"/>
                    <a:pt x="10531" y="5910"/>
                  </a:cubicBezTo>
                  <a:cubicBezTo>
                    <a:pt x="10533" y="5907"/>
                    <a:pt x="10536" y="5906"/>
                    <a:pt x="10538" y="5902"/>
                  </a:cubicBezTo>
                  <a:lnTo>
                    <a:pt x="10551" y="5889"/>
                  </a:lnTo>
                  <a:lnTo>
                    <a:pt x="10554" y="5889"/>
                  </a:lnTo>
                  <a:cubicBezTo>
                    <a:pt x="10565" y="5881"/>
                    <a:pt x="10575" y="5877"/>
                    <a:pt x="10583" y="5873"/>
                  </a:cubicBezTo>
                  <a:close/>
                  <a:moveTo>
                    <a:pt x="9739" y="6729"/>
                  </a:moveTo>
                  <a:lnTo>
                    <a:pt x="9739" y="6749"/>
                  </a:lnTo>
                  <a:lnTo>
                    <a:pt x="9727" y="6749"/>
                  </a:lnTo>
                  <a:cubicBezTo>
                    <a:pt x="9727" y="6786"/>
                    <a:pt x="9730" y="6822"/>
                    <a:pt x="9731" y="6858"/>
                  </a:cubicBezTo>
                  <a:cubicBezTo>
                    <a:pt x="9734" y="6896"/>
                    <a:pt x="9737" y="6934"/>
                    <a:pt x="9745" y="6972"/>
                  </a:cubicBezTo>
                  <a:cubicBezTo>
                    <a:pt x="9752" y="7026"/>
                    <a:pt x="9761" y="7078"/>
                    <a:pt x="9771" y="7129"/>
                  </a:cubicBezTo>
                  <a:cubicBezTo>
                    <a:pt x="9781" y="7172"/>
                    <a:pt x="9791" y="7216"/>
                    <a:pt x="9803" y="7260"/>
                  </a:cubicBezTo>
                  <a:cubicBezTo>
                    <a:pt x="9829" y="7363"/>
                    <a:pt x="9862" y="7465"/>
                    <a:pt x="9897" y="7563"/>
                  </a:cubicBezTo>
                  <a:cubicBezTo>
                    <a:pt x="9909" y="7604"/>
                    <a:pt x="9926" y="7646"/>
                    <a:pt x="9941" y="7688"/>
                  </a:cubicBezTo>
                  <a:cubicBezTo>
                    <a:pt x="9952" y="7720"/>
                    <a:pt x="9963" y="7752"/>
                    <a:pt x="9973" y="7786"/>
                  </a:cubicBezTo>
                  <a:cubicBezTo>
                    <a:pt x="9979" y="7811"/>
                    <a:pt x="9986" y="7832"/>
                    <a:pt x="9992" y="7856"/>
                  </a:cubicBezTo>
                  <a:cubicBezTo>
                    <a:pt x="9995" y="7872"/>
                    <a:pt x="10000" y="7891"/>
                    <a:pt x="10003" y="7908"/>
                  </a:cubicBezTo>
                  <a:lnTo>
                    <a:pt x="10003" y="7912"/>
                  </a:lnTo>
                  <a:cubicBezTo>
                    <a:pt x="10008" y="7931"/>
                    <a:pt x="10009" y="7952"/>
                    <a:pt x="10011" y="7972"/>
                  </a:cubicBezTo>
                  <a:cubicBezTo>
                    <a:pt x="10014" y="7995"/>
                    <a:pt x="10015" y="8019"/>
                    <a:pt x="10015" y="8045"/>
                  </a:cubicBezTo>
                  <a:lnTo>
                    <a:pt x="10015" y="8067"/>
                  </a:lnTo>
                  <a:lnTo>
                    <a:pt x="10014" y="8067"/>
                  </a:lnTo>
                  <a:cubicBezTo>
                    <a:pt x="10006" y="8065"/>
                    <a:pt x="9998" y="8062"/>
                    <a:pt x="9992" y="8061"/>
                  </a:cubicBezTo>
                  <a:cubicBezTo>
                    <a:pt x="9964" y="8055"/>
                    <a:pt x="9947" y="8045"/>
                    <a:pt x="9929" y="8027"/>
                  </a:cubicBezTo>
                  <a:cubicBezTo>
                    <a:pt x="9925" y="8024"/>
                    <a:pt x="9918" y="8017"/>
                    <a:pt x="9915" y="8011"/>
                  </a:cubicBezTo>
                  <a:cubicBezTo>
                    <a:pt x="9907" y="8004"/>
                    <a:pt x="9903" y="7997"/>
                    <a:pt x="9897" y="7989"/>
                  </a:cubicBezTo>
                  <a:cubicBezTo>
                    <a:pt x="9891" y="7979"/>
                    <a:pt x="9884" y="7971"/>
                    <a:pt x="9878" y="7959"/>
                  </a:cubicBezTo>
                  <a:cubicBezTo>
                    <a:pt x="9871" y="7946"/>
                    <a:pt x="9867" y="7931"/>
                    <a:pt x="9859" y="7915"/>
                  </a:cubicBezTo>
                  <a:cubicBezTo>
                    <a:pt x="9855" y="7905"/>
                    <a:pt x="9849" y="7895"/>
                    <a:pt x="9843" y="7885"/>
                  </a:cubicBezTo>
                  <a:cubicBezTo>
                    <a:pt x="9835" y="7869"/>
                    <a:pt x="9827" y="7850"/>
                    <a:pt x="9819" y="7832"/>
                  </a:cubicBezTo>
                  <a:cubicBezTo>
                    <a:pt x="9810" y="7814"/>
                    <a:pt x="9803" y="7796"/>
                    <a:pt x="9795" y="7777"/>
                  </a:cubicBezTo>
                  <a:cubicBezTo>
                    <a:pt x="9778" y="7739"/>
                    <a:pt x="9763" y="7699"/>
                    <a:pt x="9752" y="7655"/>
                  </a:cubicBezTo>
                  <a:cubicBezTo>
                    <a:pt x="9739" y="7614"/>
                    <a:pt x="9726" y="7571"/>
                    <a:pt x="9715" y="7524"/>
                  </a:cubicBezTo>
                  <a:cubicBezTo>
                    <a:pt x="9708" y="7492"/>
                    <a:pt x="9701" y="7459"/>
                    <a:pt x="9695" y="7427"/>
                  </a:cubicBezTo>
                  <a:cubicBezTo>
                    <a:pt x="9686" y="7383"/>
                    <a:pt x="9681" y="7340"/>
                    <a:pt x="9676" y="7294"/>
                  </a:cubicBezTo>
                  <a:cubicBezTo>
                    <a:pt x="9673" y="7263"/>
                    <a:pt x="9672" y="7231"/>
                    <a:pt x="9672" y="7200"/>
                  </a:cubicBezTo>
                  <a:cubicBezTo>
                    <a:pt x="9672" y="7174"/>
                    <a:pt x="9672" y="7145"/>
                    <a:pt x="9669" y="7116"/>
                  </a:cubicBezTo>
                  <a:cubicBezTo>
                    <a:pt x="9666" y="7020"/>
                    <a:pt x="9666" y="6911"/>
                    <a:pt x="9688" y="6834"/>
                  </a:cubicBezTo>
                  <a:cubicBezTo>
                    <a:pt x="9688" y="6829"/>
                    <a:pt x="9689" y="6822"/>
                    <a:pt x="9691" y="6818"/>
                  </a:cubicBezTo>
                  <a:cubicBezTo>
                    <a:pt x="9695" y="6809"/>
                    <a:pt x="9697" y="6800"/>
                    <a:pt x="9702" y="6793"/>
                  </a:cubicBezTo>
                  <a:cubicBezTo>
                    <a:pt x="9705" y="6786"/>
                    <a:pt x="9710" y="6780"/>
                    <a:pt x="9715" y="6773"/>
                  </a:cubicBezTo>
                  <a:lnTo>
                    <a:pt x="9715" y="6751"/>
                  </a:lnTo>
                  <a:lnTo>
                    <a:pt x="9726" y="6751"/>
                  </a:lnTo>
                  <a:cubicBezTo>
                    <a:pt x="9727" y="6746"/>
                    <a:pt x="9727" y="6745"/>
                    <a:pt x="9730" y="6743"/>
                  </a:cubicBezTo>
                  <a:cubicBezTo>
                    <a:pt x="9733" y="6736"/>
                    <a:pt x="9731" y="6738"/>
                    <a:pt x="9733" y="6735"/>
                  </a:cubicBezTo>
                  <a:lnTo>
                    <a:pt x="9737" y="6730"/>
                  </a:lnTo>
                  <a:cubicBezTo>
                    <a:pt x="9737" y="6730"/>
                    <a:pt x="9739" y="6730"/>
                    <a:pt x="9739" y="6729"/>
                  </a:cubicBezTo>
                  <a:close/>
                  <a:moveTo>
                    <a:pt x="8405" y="7309"/>
                  </a:moveTo>
                  <a:cubicBezTo>
                    <a:pt x="8410" y="7309"/>
                    <a:pt x="8416" y="7311"/>
                    <a:pt x="8422" y="7313"/>
                  </a:cubicBezTo>
                  <a:cubicBezTo>
                    <a:pt x="8504" y="7348"/>
                    <a:pt x="8590" y="7383"/>
                    <a:pt x="8676" y="7420"/>
                  </a:cubicBezTo>
                  <a:cubicBezTo>
                    <a:pt x="8693" y="7427"/>
                    <a:pt x="8712" y="7434"/>
                    <a:pt x="8728" y="7438"/>
                  </a:cubicBezTo>
                  <a:cubicBezTo>
                    <a:pt x="8733" y="7421"/>
                    <a:pt x="8736" y="7402"/>
                    <a:pt x="8743" y="7390"/>
                  </a:cubicBezTo>
                  <a:cubicBezTo>
                    <a:pt x="8747" y="7379"/>
                    <a:pt x="8754" y="7370"/>
                    <a:pt x="8762" y="7364"/>
                  </a:cubicBezTo>
                  <a:lnTo>
                    <a:pt x="8763" y="7363"/>
                  </a:lnTo>
                  <a:lnTo>
                    <a:pt x="8763" y="7363"/>
                  </a:lnTo>
                  <a:cubicBezTo>
                    <a:pt x="8762" y="7379"/>
                    <a:pt x="8762" y="7398"/>
                    <a:pt x="8763" y="7418"/>
                  </a:cubicBezTo>
                  <a:cubicBezTo>
                    <a:pt x="8765" y="7428"/>
                    <a:pt x="8766" y="7438"/>
                    <a:pt x="8766" y="7454"/>
                  </a:cubicBezTo>
                  <a:lnTo>
                    <a:pt x="8766" y="7456"/>
                  </a:lnTo>
                  <a:cubicBezTo>
                    <a:pt x="8805" y="7470"/>
                    <a:pt x="8843" y="7491"/>
                    <a:pt x="8875" y="7517"/>
                  </a:cubicBezTo>
                  <a:cubicBezTo>
                    <a:pt x="8893" y="7535"/>
                    <a:pt x="8881" y="7568"/>
                    <a:pt x="8859" y="7568"/>
                  </a:cubicBezTo>
                  <a:cubicBezTo>
                    <a:pt x="8858" y="7568"/>
                    <a:pt x="8857" y="7568"/>
                    <a:pt x="8856" y="7568"/>
                  </a:cubicBezTo>
                  <a:cubicBezTo>
                    <a:pt x="8836" y="7568"/>
                    <a:pt x="8814" y="7565"/>
                    <a:pt x="8794" y="7559"/>
                  </a:cubicBezTo>
                  <a:lnTo>
                    <a:pt x="8794" y="7559"/>
                  </a:lnTo>
                  <a:cubicBezTo>
                    <a:pt x="8821" y="7651"/>
                    <a:pt x="8861" y="7752"/>
                    <a:pt x="8894" y="7837"/>
                  </a:cubicBezTo>
                  <a:cubicBezTo>
                    <a:pt x="8907" y="7870"/>
                    <a:pt x="8922" y="7899"/>
                    <a:pt x="8930" y="7927"/>
                  </a:cubicBezTo>
                  <a:cubicBezTo>
                    <a:pt x="8933" y="7931"/>
                    <a:pt x="8933" y="7937"/>
                    <a:pt x="8936" y="7941"/>
                  </a:cubicBezTo>
                  <a:cubicBezTo>
                    <a:pt x="8943" y="7957"/>
                    <a:pt x="8948" y="7971"/>
                    <a:pt x="8954" y="7982"/>
                  </a:cubicBezTo>
                  <a:lnTo>
                    <a:pt x="8967" y="8008"/>
                  </a:lnTo>
                  <a:cubicBezTo>
                    <a:pt x="8970" y="8017"/>
                    <a:pt x="8977" y="8029"/>
                    <a:pt x="8983" y="8039"/>
                  </a:cubicBezTo>
                  <a:cubicBezTo>
                    <a:pt x="8991" y="8059"/>
                    <a:pt x="9003" y="8080"/>
                    <a:pt x="9009" y="8098"/>
                  </a:cubicBezTo>
                  <a:cubicBezTo>
                    <a:pt x="9012" y="8110"/>
                    <a:pt x="9016" y="8120"/>
                    <a:pt x="9018" y="8132"/>
                  </a:cubicBezTo>
                  <a:cubicBezTo>
                    <a:pt x="9019" y="8141"/>
                    <a:pt x="9021" y="8152"/>
                    <a:pt x="9021" y="8160"/>
                  </a:cubicBezTo>
                  <a:cubicBezTo>
                    <a:pt x="9021" y="8176"/>
                    <a:pt x="9018" y="8192"/>
                    <a:pt x="9009" y="8206"/>
                  </a:cubicBezTo>
                  <a:cubicBezTo>
                    <a:pt x="9005" y="8213"/>
                    <a:pt x="9005" y="8218"/>
                    <a:pt x="9005" y="8219"/>
                  </a:cubicBezTo>
                  <a:lnTo>
                    <a:pt x="9005" y="8222"/>
                  </a:lnTo>
                  <a:lnTo>
                    <a:pt x="9003" y="8222"/>
                  </a:lnTo>
                  <a:cubicBezTo>
                    <a:pt x="9002" y="8222"/>
                    <a:pt x="8999" y="8222"/>
                    <a:pt x="8989" y="8228"/>
                  </a:cubicBezTo>
                  <a:cubicBezTo>
                    <a:pt x="8977" y="8237"/>
                    <a:pt x="8984" y="8231"/>
                    <a:pt x="8968" y="8238"/>
                  </a:cubicBezTo>
                  <a:lnTo>
                    <a:pt x="8967" y="8238"/>
                  </a:lnTo>
                  <a:cubicBezTo>
                    <a:pt x="8948" y="8221"/>
                    <a:pt x="8933" y="8202"/>
                    <a:pt x="8919" y="8181"/>
                  </a:cubicBezTo>
                  <a:cubicBezTo>
                    <a:pt x="8864" y="8100"/>
                    <a:pt x="8827" y="8001"/>
                    <a:pt x="8798" y="7895"/>
                  </a:cubicBezTo>
                  <a:cubicBezTo>
                    <a:pt x="8792" y="7900"/>
                    <a:pt x="8785" y="7903"/>
                    <a:pt x="8778" y="7903"/>
                  </a:cubicBezTo>
                  <a:cubicBezTo>
                    <a:pt x="8774" y="7903"/>
                    <a:pt x="8769" y="7902"/>
                    <a:pt x="8765" y="7899"/>
                  </a:cubicBezTo>
                  <a:cubicBezTo>
                    <a:pt x="8683" y="7862"/>
                    <a:pt x="8602" y="7821"/>
                    <a:pt x="8519" y="7783"/>
                  </a:cubicBezTo>
                  <a:cubicBezTo>
                    <a:pt x="8476" y="7762"/>
                    <a:pt x="8504" y="7699"/>
                    <a:pt x="8542" y="7699"/>
                  </a:cubicBezTo>
                  <a:cubicBezTo>
                    <a:pt x="8548" y="7699"/>
                    <a:pt x="8555" y="7701"/>
                    <a:pt x="8563" y="7706"/>
                  </a:cubicBezTo>
                  <a:cubicBezTo>
                    <a:pt x="8638" y="7754"/>
                    <a:pt x="8711" y="7799"/>
                    <a:pt x="8784" y="7846"/>
                  </a:cubicBezTo>
                  <a:cubicBezTo>
                    <a:pt x="8763" y="7776"/>
                    <a:pt x="8749" y="7703"/>
                    <a:pt x="8730" y="7630"/>
                  </a:cubicBezTo>
                  <a:cubicBezTo>
                    <a:pt x="8725" y="7603"/>
                    <a:pt x="8720" y="7568"/>
                    <a:pt x="8720" y="7531"/>
                  </a:cubicBezTo>
                  <a:cubicBezTo>
                    <a:pt x="8692" y="7518"/>
                    <a:pt x="8663" y="7507"/>
                    <a:pt x="8635" y="7495"/>
                  </a:cubicBezTo>
                  <a:cubicBezTo>
                    <a:pt x="8558" y="7463"/>
                    <a:pt x="8478" y="7430"/>
                    <a:pt x="8398" y="7398"/>
                  </a:cubicBezTo>
                  <a:cubicBezTo>
                    <a:pt x="8351" y="7380"/>
                    <a:pt x="8366" y="7309"/>
                    <a:pt x="8405" y="7309"/>
                  </a:cubicBezTo>
                  <a:close/>
                  <a:moveTo>
                    <a:pt x="9234" y="7260"/>
                  </a:moveTo>
                  <a:lnTo>
                    <a:pt x="9234" y="7260"/>
                  </a:lnTo>
                  <a:cubicBezTo>
                    <a:pt x="9215" y="7463"/>
                    <a:pt x="9381" y="7700"/>
                    <a:pt x="9477" y="7882"/>
                  </a:cubicBezTo>
                  <a:cubicBezTo>
                    <a:pt x="9490" y="7908"/>
                    <a:pt x="9503" y="7930"/>
                    <a:pt x="9513" y="7952"/>
                  </a:cubicBezTo>
                  <a:cubicBezTo>
                    <a:pt x="9525" y="7975"/>
                    <a:pt x="9534" y="8001"/>
                    <a:pt x="9541" y="8026"/>
                  </a:cubicBezTo>
                  <a:cubicBezTo>
                    <a:pt x="9550" y="8052"/>
                    <a:pt x="9557" y="8077"/>
                    <a:pt x="9566" y="8103"/>
                  </a:cubicBezTo>
                  <a:cubicBezTo>
                    <a:pt x="9576" y="8128"/>
                    <a:pt x="9585" y="8151"/>
                    <a:pt x="9593" y="8176"/>
                  </a:cubicBezTo>
                  <a:cubicBezTo>
                    <a:pt x="9598" y="8187"/>
                    <a:pt x="9605" y="8199"/>
                    <a:pt x="9609" y="8212"/>
                  </a:cubicBezTo>
                  <a:cubicBezTo>
                    <a:pt x="9615" y="8224"/>
                    <a:pt x="9622" y="8234"/>
                    <a:pt x="9630" y="8244"/>
                  </a:cubicBezTo>
                  <a:cubicBezTo>
                    <a:pt x="9628" y="8256"/>
                    <a:pt x="9628" y="8258"/>
                    <a:pt x="9627" y="8263"/>
                  </a:cubicBezTo>
                  <a:cubicBezTo>
                    <a:pt x="9624" y="8272"/>
                    <a:pt x="9622" y="8276"/>
                    <a:pt x="9620" y="8285"/>
                  </a:cubicBezTo>
                  <a:cubicBezTo>
                    <a:pt x="9620" y="8286"/>
                    <a:pt x="9617" y="8288"/>
                    <a:pt x="9617" y="8288"/>
                  </a:cubicBezTo>
                  <a:lnTo>
                    <a:pt x="9614" y="8288"/>
                  </a:lnTo>
                  <a:cubicBezTo>
                    <a:pt x="9601" y="8286"/>
                    <a:pt x="9590" y="8285"/>
                    <a:pt x="9579" y="8280"/>
                  </a:cubicBezTo>
                  <a:cubicBezTo>
                    <a:pt x="9576" y="8280"/>
                    <a:pt x="9572" y="8280"/>
                    <a:pt x="9569" y="8277"/>
                  </a:cubicBezTo>
                  <a:cubicBezTo>
                    <a:pt x="9558" y="8276"/>
                    <a:pt x="9551" y="8273"/>
                    <a:pt x="9547" y="8266"/>
                  </a:cubicBezTo>
                  <a:cubicBezTo>
                    <a:pt x="9542" y="8264"/>
                    <a:pt x="9537" y="8263"/>
                    <a:pt x="9534" y="8258"/>
                  </a:cubicBezTo>
                  <a:cubicBezTo>
                    <a:pt x="9525" y="8256"/>
                    <a:pt x="9518" y="8247"/>
                    <a:pt x="9512" y="8240"/>
                  </a:cubicBezTo>
                  <a:cubicBezTo>
                    <a:pt x="9503" y="8232"/>
                    <a:pt x="9493" y="8221"/>
                    <a:pt x="9489" y="8212"/>
                  </a:cubicBezTo>
                  <a:cubicBezTo>
                    <a:pt x="9479" y="8200"/>
                    <a:pt x="9474" y="8190"/>
                    <a:pt x="9468" y="8177"/>
                  </a:cubicBezTo>
                  <a:cubicBezTo>
                    <a:pt x="9463" y="8167"/>
                    <a:pt x="9455" y="8155"/>
                    <a:pt x="9449" y="8142"/>
                  </a:cubicBezTo>
                  <a:cubicBezTo>
                    <a:pt x="9438" y="8119"/>
                    <a:pt x="9426" y="8096"/>
                    <a:pt x="9416" y="8074"/>
                  </a:cubicBezTo>
                  <a:cubicBezTo>
                    <a:pt x="9367" y="7981"/>
                    <a:pt x="9314" y="7879"/>
                    <a:pt x="9272" y="7768"/>
                  </a:cubicBezTo>
                  <a:cubicBezTo>
                    <a:pt x="9266" y="7751"/>
                    <a:pt x="9259" y="7734"/>
                    <a:pt x="9253" y="7715"/>
                  </a:cubicBezTo>
                  <a:cubicBezTo>
                    <a:pt x="9250" y="7710"/>
                    <a:pt x="9250" y="7703"/>
                    <a:pt x="9246" y="7696"/>
                  </a:cubicBezTo>
                  <a:cubicBezTo>
                    <a:pt x="9244" y="7691"/>
                    <a:pt x="9243" y="7684"/>
                    <a:pt x="9243" y="7678"/>
                  </a:cubicBezTo>
                  <a:cubicBezTo>
                    <a:pt x="9239" y="7675"/>
                    <a:pt x="9239" y="7668"/>
                    <a:pt x="9239" y="7662"/>
                  </a:cubicBezTo>
                  <a:cubicBezTo>
                    <a:pt x="9237" y="7661"/>
                    <a:pt x="9237" y="7659"/>
                    <a:pt x="9237" y="7657"/>
                  </a:cubicBezTo>
                  <a:cubicBezTo>
                    <a:pt x="9230" y="7633"/>
                    <a:pt x="9223" y="7610"/>
                    <a:pt x="9217" y="7584"/>
                  </a:cubicBezTo>
                  <a:cubicBezTo>
                    <a:pt x="9214" y="7568"/>
                    <a:pt x="9208" y="7552"/>
                    <a:pt x="9207" y="7536"/>
                  </a:cubicBezTo>
                  <a:cubicBezTo>
                    <a:pt x="9202" y="7515"/>
                    <a:pt x="9199" y="7494"/>
                    <a:pt x="9198" y="7472"/>
                  </a:cubicBezTo>
                  <a:cubicBezTo>
                    <a:pt x="9195" y="7468"/>
                    <a:pt x="9195" y="7463"/>
                    <a:pt x="9195" y="7459"/>
                  </a:cubicBezTo>
                  <a:cubicBezTo>
                    <a:pt x="9192" y="7428"/>
                    <a:pt x="9191" y="7398"/>
                    <a:pt x="9191" y="7364"/>
                  </a:cubicBezTo>
                  <a:cubicBezTo>
                    <a:pt x="9191" y="7348"/>
                    <a:pt x="9191" y="7329"/>
                    <a:pt x="9192" y="7313"/>
                  </a:cubicBezTo>
                  <a:cubicBezTo>
                    <a:pt x="9201" y="7305"/>
                    <a:pt x="9207" y="7296"/>
                    <a:pt x="9212" y="7286"/>
                  </a:cubicBezTo>
                  <a:cubicBezTo>
                    <a:pt x="9217" y="7277"/>
                    <a:pt x="9224" y="7268"/>
                    <a:pt x="9234" y="7260"/>
                  </a:cubicBezTo>
                  <a:close/>
                  <a:moveTo>
                    <a:pt x="8283" y="7652"/>
                  </a:moveTo>
                  <a:cubicBezTo>
                    <a:pt x="8285" y="7673"/>
                    <a:pt x="8286" y="7690"/>
                    <a:pt x="8292" y="7709"/>
                  </a:cubicBezTo>
                  <a:cubicBezTo>
                    <a:pt x="8296" y="7726"/>
                    <a:pt x="8299" y="7742"/>
                    <a:pt x="8307" y="7760"/>
                  </a:cubicBezTo>
                  <a:cubicBezTo>
                    <a:pt x="8327" y="7815"/>
                    <a:pt x="8358" y="7866"/>
                    <a:pt x="8387" y="7915"/>
                  </a:cubicBezTo>
                  <a:cubicBezTo>
                    <a:pt x="8403" y="7941"/>
                    <a:pt x="8420" y="7966"/>
                    <a:pt x="8432" y="7992"/>
                  </a:cubicBezTo>
                  <a:lnTo>
                    <a:pt x="8432" y="7994"/>
                  </a:lnTo>
                  <a:cubicBezTo>
                    <a:pt x="8442" y="8007"/>
                    <a:pt x="8449" y="8021"/>
                    <a:pt x="8454" y="8037"/>
                  </a:cubicBezTo>
                  <a:cubicBezTo>
                    <a:pt x="8458" y="8045"/>
                    <a:pt x="8459" y="8052"/>
                    <a:pt x="8461" y="8059"/>
                  </a:cubicBezTo>
                  <a:cubicBezTo>
                    <a:pt x="8465" y="8067"/>
                    <a:pt x="8467" y="8074"/>
                    <a:pt x="8471" y="8081"/>
                  </a:cubicBezTo>
                  <a:cubicBezTo>
                    <a:pt x="8474" y="8091"/>
                    <a:pt x="8475" y="8100"/>
                    <a:pt x="8480" y="8112"/>
                  </a:cubicBezTo>
                  <a:cubicBezTo>
                    <a:pt x="8483" y="8126"/>
                    <a:pt x="8488" y="8142"/>
                    <a:pt x="8493" y="8157"/>
                  </a:cubicBezTo>
                  <a:cubicBezTo>
                    <a:pt x="8501" y="8184"/>
                    <a:pt x="8512" y="8208"/>
                    <a:pt x="8529" y="8228"/>
                  </a:cubicBezTo>
                  <a:lnTo>
                    <a:pt x="8529" y="8344"/>
                  </a:lnTo>
                  <a:cubicBezTo>
                    <a:pt x="8525" y="8343"/>
                    <a:pt x="8522" y="8343"/>
                    <a:pt x="8517" y="8341"/>
                  </a:cubicBezTo>
                  <a:cubicBezTo>
                    <a:pt x="8510" y="8338"/>
                    <a:pt x="8503" y="8337"/>
                    <a:pt x="8496" y="8331"/>
                  </a:cubicBezTo>
                  <a:cubicBezTo>
                    <a:pt x="8485" y="8328"/>
                    <a:pt x="8475" y="8322"/>
                    <a:pt x="8467" y="8315"/>
                  </a:cubicBezTo>
                  <a:cubicBezTo>
                    <a:pt x="8456" y="8309"/>
                    <a:pt x="8446" y="8302"/>
                    <a:pt x="8436" y="8295"/>
                  </a:cubicBezTo>
                  <a:lnTo>
                    <a:pt x="8408" y="8269"/>
                  </a:lnTo>
                  <a:cubicBezTo>
                    <a:pt x="8315" y="8168"/>
                    <a:pt x="8253" y="7994"/>
                    <a:pt x="8235" y="7832"/>
                  </a:cubicBezTo>
                  <a:cubicBezTo>
                    <a:pt x="8233" y="7819"/>
                    <a:pt x="8233" y="7806"/>
                    <a:pt x="8233" y="7796"/>
                  </a:cubicBezTo>
                  <a:cubicBezTo>
                    <a:pt x="8231" y="7771"/>
                    <a:pt x="8231" y="7748"/>
                    <a:pt x="8231" y="7726"/>
                  </a:cubicBezTo>
                  <a:cubicBezTo>
                    <a:pt x="8253" y="7704"/>
                    <a:pt x="8257" y="7673"/>
                    <a:pt x="8283" y="7652"/>
                  </a:cubicBezTo>
                  <a:close/>
                  <a:moveTo>
                    <a:pt x="17977" y="11463"/>
                  </a:moveTo>
                  <a:lnTo>
                    <a:pt x="17977" y="11483"/>
                  </a:lnTo>
                  <a:lnTo>
                    <a:pt x="17967" y="11483"/>
                  </a:lnTo>
                  <a:cubicBezTo>
                    <a:pt x="17968" y="11480"/>
                    <a:pt x="17969" y="11477"/>
                    <a:pt x="17969" y="11476"/>
                  </a:cubicBezTo>
                  <a:cubicBezTo>
                    <a:pt x="17971" y="11470"/>
                    <a:pt x="17971" y="11472"/>
                    <a:pt x="17975" y="11464"/>
                  </a:cubicBezTo>
                  <a:lnTo>
                    <a:pt x="17977" y="11463"/>
                  </a:lnTo>
                  <a:close/>
                  <a:moveTo>
                    <a:pt x="17966" y="11485"/>
                  </a:moveTo>
                  <a:cubicBezTo>
                    <a:pt x="17939" y="11656"/>
                    <a:pt x="17816" y="12088"/>
                    <a:pt x="17711" y="12168"/>
                  </a:cubicBezTo>
                  <a:lnTo>
                    <a:pt x="17711" y="12188"/>
                  </a:lnTo>
                  <a:lnTo>
                    <a:pt x="17697" y="12188"/>
                  </a:lnTo>
                  <a:cubicBezTo>
                    <a:pt x="17697" y="12180"/>
                    <a:pt x="17699" y="12166"/>
                    <a:pt x="17700" y="12152"/>
                  </a:cubicBezTo>
                  <a:cubicBezTo>
                    <a:pt x="17705" y="12124"/>
                    <a:pt x="17708" y="12097"/>
                    <a:pt x="17713" y="12066"/>
                  </a:cubicBezTo>
                  <a:cubicBezTo>
                    <a:pt x="17727" y="11999"/>
                    <a:pt x="17748" y="11925"/>
                    <a:pt x="17773" y="11850"/>
                  </a:cubicBezTo>
                  <a:cubicBezTo>
                    <a:pt x="17786" y="11813"/>
                    <a:pt x="17799" y="11780"/>
                    <a:pt x="17812" y="11745"/>
                  </a:cubicBezTo>
                  <a:cubicBezTo>
                    <a:pt x="17824" y="11716"/>
                    <a:pt x="17836" y="11688"/>
                    <a:pt x="17849" y="11661"/>
                  </a:cubicBezTo>
                  <a:cubicBezTo>
                    <a:pt x="17866" y="11624"/>
                    <a:pt x="17882" y="11592"/>
                    <a:pt x="17901" y="11565"/>
                  </a:cubicBezTo>
                  <a:cubicBezTo>
                    <a:pt x="17916" y="11541"/>
                    <a:pt x="17932" y="11521"/>
                    <a:pt x="17945" y="11505"/>
                  </a:cubicBezTo>
                  <a:cubicBezTo>
                    <a:pt x="17952" y="11498"/>
                    <a:pt x="17959" y="11492"/>
                    <a:pt x="17966" y="11485"/>
                  </a:cubicBezTo>
                  <a:close/>
                  <a:moveTo>
                    <a:pt x="17088" y="12373"/>
                  </a:moveTo>
                  <a:lnTo>
                    <a:pt x="17088" y="12393"/>
                  </a:lnTo>
                  <a:lnTo>
                    <a:pt x="17078" y="12393"/>
                  </a:lnTo>
                  <a:cubicBezTo>
                    <a:pt x="17085" y="12376"/>
                    <a:pt x="17081" y="12383"/>
                    <a:pt x="17088" y="12373"/>
                  </a:cubicBezTo>
                  <a:close/>
                  <a:moveTo>
                    <a:pt x="17546" y="11688"/>
                  </a:moveTo>
                  <a:lnTo>
                    <a:pt x="17546" y="11688"/>
                  </a:lnTo>
                  <a:cubicBezTo>
                    <a:pt x="17494" y="12014"/>
                    <a:pt x="17439" y="12337"/>
                    <a:pt x="17386" y="12661"/>
                  </a:cubicBezTo>
                  <a:cubicBezTo>
                    <a:pt x="17357" y="12768"/>
                    <a:pt x="17303" y="12880"/>
                    <a:pt x="17290" y="12991"/>
                  </a:cubicBezTo>
                  <a:cubicBezTo>
                    <a:pt x="17283" y="12979"/>
                    <a:pt x="17277" y="12949"/>
                    <a:pt x="17277" y="12915"/>
                  </a:cubicBezTo>
                  <a:cubicBezTo>
                    <a:pt x="17274" y="12851"/>
                    <a:pt x="17276" y="12770"/>
                    <a:pt x="17282" y="12704"/>
                  </a:cubicBezTo>
                  <a:cubicBezTo>
                    <a:pt x="17283" y="12683"/>
                    <a:pt x="17285" y="12662"/>
                    <a:pt x="17285" y="12646"/>
                  </a:cubicBezTo>
                  <a:cubicBezTo>
                    <a:pt x="17286" y="12630"/>
                    <a:pt x="17287" y="12617"/>
                    <a:pt x="17290" y="12608"/>
                  </a:cubicBezTo>
                  <a:cubicBezTo>
                    <a:pt x="17298" y="12576"/>
                    <a:pt x="17305" y="12540"/>
                    <a:pt x="17312" y="12502"/>
                  </a:cubicBezTo>
                  <a:cubicBezTo>
                    <a:pt x="17319" y="12465"/>
                    <a:pt x="17327" y="12422"/>
                    <a:pt x="17335" y="12379"/>
                  </a:cubicBezTo>
                  <a:cubicBezTo>
                    <a:pt x="17383" y="12121"/>
                    <a:pt x="17444" y="11800"/>
                    <a:pt x="17546" y="11688"/>
                  </a:cubicBezTo>
                  <a:close/>
                  <a:moveTo>
                    <a:pt x="26965" y="12358"/>
                  </a:moveTo>
                  <a:cubicBezTo>
                    <a:pt x="26947" y="12377"/>
                    <a:pt x="26931" y="12393"/>
                    <a:pt x="26915" y="12409"/>
                  </a:cubicBezTo>
                  <a:lnTo>
                    <a:pt x="26867" y="12457"/>
                  </a:lnTo>
                  <a:cubicBezTo>
                    <a:pt x="26851" y="12479"/>
                    <a:pt x="26835" y="12502"/>
                    <a:pt x="26821" y="12526"/>
                  </a:cubicBezTo>
                  <a:cubicBezTo>
                    <a:pt x="26808" y="12546"/>
                    <a:pt x="26794" y="12565"/>
                    <a:pt x="26784" y="12587"/>
                  </a:cubicBezTo>
                  <a:cubicBezTo>
                    <a:pt x="26763" y="12623"/>
                    <a:pt x="26741" y="12662"/>
                    <a:pt x="26715" y="12699"/>
                  </a:cubicBezTo>
                  <a:cubicBezTo>
                    <a:pt x="26704" y="12719"/>
                    <a:pt x="26693" y="12736"/>
                    <a:pt x="26678" y="12755"/>
                  </a:cubicBezTo>
                  <a:cubicBezTo>
                    <a:pt x="26667" y="12776"/>
                    <a:pt x="26655" y="12792"/>
                    <a:pt x="26642" y="12809"/>
                  </a:cubicBezTo>
                  <a:cubicBezTo>
                    <a:pt x="26623" y="12838"/>
                    <a:pt x="26595" y="12867"/>
                    <a:pt x="26569" y="12895"/>
                  </a:cubicBezTo>
                  <a:cubicBezTo>
                    <a:pt x="26568" y="12898"/>
                    <a:pt x="26566" y="12901"/>
                    <a:pt x="26562" y="12904"/>
                  </a:cubicBezTo>
                  <a:lnTo>
                    <a:pt x="26550" y="12917"/>
                  </a:lnTo>
                  <a:cubicBezTo>
                    <a:pt x="26524" y="12944"/>
                    <a:pt x="26501" y="12970"/>
                    <a:pt x="26480" y="13002"/>
                  </a:cubicBezTo>
                  <a:lnTo>
                    <a:pt x="26470" y="13002"/>
                  </a:lnTo>
                  <a:cubicBezTo>
                    <a:pt x="26473" y="12982"/>
                    <a:pt x="26480" y="12962"/>
                    <a:pt x="26488" y="12940"/>
                  </a:cubicBezTo>
                  <a:cubicBezTo>
                    <a:pt x="26491" y="12927"/>
                    <a:pt x="26496" y="12912"/>
                    <a:pt x="26502" y="12898"/>
                  </a:cubicBezTo>
                  <a:cubicBezTo>
                    <a:pt x="26507" y="12886"/>
                    <a:pt x="26511" y="12875"/>
                    <a:pt x="26517" y="12861"/>
                  </a:cubicBezTo>
                  <a:cubicBezTo>
                    <a:pt x="26523" y="12850"/>
                    <a:pt x="26530" y="12835"/>
                    <a:pt x="26537" y="12821"/>
                  </a:cubicBezTo>
                  <a:cubicBezTo>
                    <a:pt x="26540" y="12809"/>
                    <a:pt x="26547" y="12800"/>
                    <a:pt x="26553" y="12787"/>
                  </a:cubicBezTo>
                  <a:cubicBezTo>
                    <a:pt x="26560" y="12773"/>
                    <a:pt x="26569" y="12758"/>
                    <a:pt x="26579" y="12744"/>
                  </a:cubicBezTo>
                  <a:cubicBezTo>
                    <a:pt x="26595" y="12715"/>
                    <a:pt x="26616" y="12684"/>
                    <a:pt x="26633" y="12656"/>
                  </a:cubicBezTo>
                  <a:cubicBezTo>
                    <a:pt x="26645" y="12640"/>
                    <a:pt x="26655" y="12624"/>
                    <a:pt x="26669" y="12607"/>
                  </a:cubicBezTo>
                  <a:cubicBezTo>
                    <a:pt x="26684" y="12588"/>
                    <a:pt x="26700" y="12568"/>
                    <a:pt x="26717" y="12547"/>
                  </a:cubicBezTo>
                  <a:cubicBezTo>
                    <a:pt x="26732" y="12531"/>
                    <a:pt x="26744" y="12515"/>
                    <a:pt x="26761" y="12501"/>
                  </a:cubicBezTo>
                  <a:cubicBezTo>
                    <a:pt x="26768" y="12491"/>
                    <a:pt x="26778" y="12482"/>
                    <a:pt x="26787" y="12473"/>
                  </a:cubicBezTo>
                  <a:cubicBezTo>
                    <a:pt x="26844" y="12421"/>
                    <a:pt x="26904" y="12380"/>
                    <a:pt x="26960" y="12360"/>
                  </a:cubicBezTo>
                  <a:cubicBezTo>
                    <a:pt x="26962" y="12358"/>
                    <a:pt x="26962" y="12358"/>
                    <a:pt x="26965" y="12358"/>
                  </a:cubicBezTo>
                  <a:close/>
                  <a:moveTo>
                    <a:pt x="23325" y="10633"/>
                  </a:moveTo>
                  <a:cubicBezTo>
                    <a:pt x="23333" y="10867"/>
                    <a:pt x="23426" y="11134"/>
                    <a:pt x="23485" y="11338"/>
                  </a:cubicBezTo>
                  <a:cubicBezTo>
                    <a:pt x="23490" y="11354"/>
                    <a:pt x="23494" y="11370"/>
                    <a:pt x="23498" y="11384"/>
                  </a:cubicBezTo>
                  <a:cubicBezTo>
                    <a:pt x="23514" y="11448"/>
                    <a:pt x="23523" y="11511"/>
                    <a:pt x="23535" y="11572"/>
                  </a:cubicBezTo>
                  <a:cubicBezTo>
                    <a:pt x="23545" y="11617"/>
                    <a:pt x="23555" y="11665"/>
                    <a:pt x="23571" y="11711"/>
                  </a:cubicBezTo>
                  <a:cubicBezTo>
                    <a:pt x="23625" y="11864"/>
                    <a:pt x="23672" y="12024"/>
                    <a:pt x="23719" y="12181"/>
                  </a:cubicBezTo>
                  <a:cubicBezTo>
                    <a:pt x="23733" y="12225"/>
                    <a:pt x="23746" y="12264"/>
                    <a:pt x="23759" y="12306"/>
                  </a:cubicBezTo>
                  <a:cubicBezTo>
                    <a:pt x="23776" y="12366"/>
                    <a:pt x="23795" y="12427"/>
                    <a:pt x="23817" y="12486"/>
                  </a:cubicBezTo>
                  <a:cubicBezTo>
                    <a:pt x="23820" y="12499"/>
                    <a:pt x="23824" y="12511"/>
                    <a:pt x="23829" y="12523"/>
                  </a:cubicBezTo>
                  <a:cubicBezTo>
                    <a:pt x="23847" y="12575"/>
                    <a:pt x="23865" y="12632"/>
                    <a:pt x="23885" y="12683"/>
                  </a:cubicBezTo>
                  <a:cubicBezTo>
                    <a:pt x="23914" y="12758"/>
                    <a:pt x="23938" y="12838"/>
                    <a:pt x="23961" y="12918"/>
                  </a:cubicBezTo>
                  <a:cubicBezTo>
                    <a:pt x="23975" y="12968"/>
                    <a:pt x="23990" y="13017"/>
                    <a:pt x="24004" y="13064"/>
                  </a:cubicBezTo>
                  <a:lnTo>
                    <a:pt x="24004" y="13066"/>
                  </a:lnTo>
                  <a:cubicBezTo>
                    <a:pt x="24015" y="13096"/>
                    <a:pt x="24025" y="13126"/>
                    <a:pt x="24032" y="13154"/>
                  </a:cubicBezTo>
                  <a:cubicBezTo>
                    <a:pt x="24034" y="13158"/>
                    <a:pt x="24036" y="13165"/>
                    <a:pt x="24038" y="13173"/>
                  </a:cubicBezTo>
                  <a:cubicBezTo>
                    <a:pt x="24039" y="13177"/>
                    <a:pt x="24039" y="13178"/>
                    <a:pt x="24041" y="13180"/>
                  </a:cubicBezTo>
                  <a:cubicBezTo>
                    <a:pt x="24044" y="13190"/>
                    <a:pt x="24045" y="13199"/>
                    <a:pt x="24045" y="13206"/>
                  </a:cubicBezTo>
                  <a:cubicBezTo>
                    <a:pt x="24051" y="13235"/>
                    <a:pt x="24055" y="13266"/>
                    <a:pt x="24066" y="13289"/>
                  </a:cubicBezTo>
                  <a:cubicBezTo>
                    <a:pt x="24068" y="13301"/>
                    <a:pt x="24074" y="13309"/>
                    <a:pt x="24080" y="13317"/>
                  </a:cubicBezTo>
                  <a:cubicBezTo>
                    <a:pt x="24083" y="13322"/>
                    <a:pt x="24089" y="13330"/>
                    <a:pt x="24095" y="13335"/>
                  </a:cubicBezTo>
                  <a:lnTo>
                    <a:pt x="24095" y="13346"/>
                  </a:lnTo>
                  <a:cubicBezTo>
                    <a:pt x="24077" y="13343"/>
                    <a:pt x="24061" y="13333"/>
                    <a:pt x="24047" y="13321"/>
                  </a:cubicBezTo>
                  <a:cubicBezTo>
                    <a:pt x="24039" y="13315"/>
                    <a:pt x="24032" y="13308"/>
                    <a:pt x="24025" y="13301"/>
                  </a:cubicBezTo>
                  <a:cubicBezTo>
                    <a:pt x="24016" y="13292"/>
                    <a:pt x="24009" y="13282"/>
                    <a:pt x="24003" y="13273"/>
                  </a:cubicBezTo>
                  <a:cubicBezTo>
                    <a:pt x="23993" y="13260"/>
                    <a:pt x="23984" y="13245"/>
                    <a:pt x="23972" y="13229"/>
                  </a:cubicBezTo>
                  <a:cubicBezTo>
                    <a:pt x="23967" y="13221"/>
                    <a:pt x="23959" y="13209"/>
                    <a:pt x="23952" y="13200"/>
                  </a:cubicBezTo>
                  <a:cubicBezTo>
                    <a:pt x="23949" y="13191"/>
                    <a:pt x="23942" y="13183"/>
                    <a:pt x="23938" y="13173"/>
                  </a:cubicBezTo>
                  <a:cubicBezTo>
                    <a:pt x="23891" y="13090"/>
                    <a:pt x="23853" y="12994"/>
                    <a:pt x="23829" y="12939"/>
                  </a:cubicBezTo>
                  <a:cubicBezTo>
                    <a:pt x="23817" y="12909"/>
                    <a:pt x="23804" y="12880"/>
                    <a:pt x="23792" y="12850"/>
                  </a:cubicBezTo>
                  <a:cubicBezTo>
                    <a:pt x="23788" y="12835"/>
                    <a:pt x="23781" y="12821"/>
                    <a:pt x="23775" y="12806"/>
                  </a:cubicBezTo>
                  <a:cubicBezTo>
                    <a:pt x="23769" y="12792"/>
                    <a:pt x="23762" y="12777"/>
                    <a:pt x="23756" y="12763"/>
                  </a:cubicBezTo>
                  <a:lnTo>
                    <a:pt x="23756" y="12761"/>
                  </a:lnTo>
                  <a:lnTo>
                    <a:pt x="23756" y="12758"/>
                  </a:lnTo>
                  <a:cubicBezTo>
                    <a:pt x="23737" y="12707"/>
                    <a:pt x="23717" y="12656"/>
                    <a:pt x="23698" y="12603"/>
                  </a:cubicBezTo>
                  <a:cubicBezTo>
                    <a:pt x="23679" y="12545"/>
                    <a:pt x="23658" y="12486"/>
                    <a:pt x="23638" y="12427"/>
                  </a:cubicBezTo>
                  <a:cubicBezTo>
                    <a:pt x="23618" y="12366"/>
                    <a:pt x="23600" y="12306"/>
                    <a:pt x="23581" y="12246"/>
                  </a:cubicBezTo>
                  <a:cubicBezTo>
                    <a:pt x="23545" y="12124"/>
                    <a:pt x="23512" y="12002"/>
                    <a:pt x="23475" y="11882"/>
                  </a:cubicBezTo>
                  <a:cubicBezTo>
                    <a:pt x="23462" y="11838"/>
                    <a:pt x="23453" y="11791"/>
                    <a:pt x="23443" y="11748"/>
                  </a:cubicBezTo>
                  <a:cubicBezTo>
                    <a:pt x="23432" y="11681"/>
                    <a:pt x="23420" y="11614"/>
                    <a:pt x="23407" y="11547"/>
                  </a:cubicBezTo>
                  <a:cubicBezTo>
                    <a:pt x="23395" y="11479"/>
                    <a:pt x="23384" y="11413"/>
                    <a:pt x="23368" y="11348"/>
                  </a:cubicBezTo>
                  <a:cubicBezTo>
                    <a:pt x="23327" y="11192"/>
                    <a:pt x="23315" y="11016"/>
                    <a:pt x="23315" y="10846"/>
                  </a:cubicBezTo>
                  <a:cubicBezTo>
                    <a:pt x="23315" y="10766"/>
                    <a:pt x="23288" y="10685"/>
                    <a:pt x="23325" y="10633"/>
                  </a:cubicBezTo>
                  <a:close/>
                  <a:moveTo>
                    <a:pt x="25181" y="12684"/>
                  </a:moveTo>
                  <a:cubicBezTo>
                    <a:pt x="25173" y="12712"/>
                    <a:pt x="25169" y="12742"/>
                    <a:pt x="25166" y="12776"/>
                  </a:cubicBezTo>
                  <a:cubicBezTo>
                    <a:pt x="25163" y="12812"/>
                    <a:pt x="25163" y="12851"/>
                    <a:pt x="25159" y="12892"/>
                  </a:cubicBezTo>
                  <a:cubicBezTo>
                    <a:pt x="25157" y="12937"/>
                    <a:pt x="25156" y="12986"/>
                    <a:pt x="25149" y="13032"/>
                  </a:cubicBezTo>
                  <a:cubicBezTo>
                    <a:pt x="25144" y="13059"/>
                    <a:pt x="25143" y="13085"/>
                    <a:pt x="25136" y="13112"/>
                  </a:cubicBezTo>
                  <a:cubicBezTo>
                    <a:pt x="25133" y="13126"/>
                    <a:pt x="25133" y="13139"/>
                    <a:pt x="25133" y="13155"/>
                  </a:cubicBezTo>
                  <a:lnTo>
                    <a:pt x="25133" y="13157"/>
                  </a:lnTo>
                  <a:cubicBezTo>
                    <a:pt x="25133" y="13193"/>
                    <a:pt x="25137" y="13229"/>
                    <a:pt x="25137" y="13264"/>
                  </a:cubicBezTo>
                  <a:cubicBezTo>
                    <a:pt x="25140" y="13280"/>
                    <a:pt x="25140" y="13296"/>
                    <a:pt x="25136" y="13309"/>
                  </a:cubicBezTo>
                  <a:cubicBezTo>
                    <a:pt x="25137" y="13314"/>
                    <a:pt x="25136" y="13318"/>
                    <a:pt x="25134" y="13322"/>
                  </a:cubicBezTo>
                  <a:cubicBezTo>
                    <a:pt x="25134" y="13325"/>
                    <a:pt x="25133" y="13331"/>
                    <a:pt x="25130" y="13334"/>
                  </a:cubicBezTo>
                  <a:cubicBezTo>
                    <a:pt x="25130" y="13338"/>
                    <a:pt x="25128" y="13344"/>
                    <a:pt x="25127" y="13347"/>
                  </a:cubicBezTo>
                  <a:lnTo>
                    <a:pt x="25127" y="13527"/>
                  </a:lnTo>
                  <a:lnTo>
                    <a:pt x="25125" y="13527"/>
                  </a:lnTo>
                  <a:lnTo>
                    <a:pt x="25120" y="13522"/>
                  </a:lnTo>
                  <a:lnTo>
                    <a:pt x="25115" y="13519"/>
                  </a:lnTo>
                  <a:cubicBezTo>
                    <a:pt x="25101" y="13506"/>
                    <a:pt x="25089" y="13492"/>
                    <a:pt x="25079" y="13475"/>
                  </a:cubicBezTo>
                  <a:cubicBezTo>
                    <a:pt x="25075" y="13469"/>
                    <a:pt x="25070" y="13462"/>
                    <a:pt x="25069" y="13456"/>
                  </a:cubicBezTo>
                  <a:cubicBezTo>
                    <a:pt x="25060" y="13442"/>
                    <a:pt x="25053" y="13424"/>
                    <a:pt x="25048" y="13405"/>
                  </a:cubicBezTo>
                  <a:cubicBezTo>
                    <a:pt x="25045" y="13396"/>
                    <a:pt x="25041" y="13385"/>
                    <a:pt x="25040" y="13378"/>
                  </a:cubicBezTo>
                  <a:cubicBezTo>
                    <a:pt x="25035" y="13367"/>
                    <a:pt x="25035" y="13359"/>
                    <a:pt x="25034" y="13349"/>
                  </a:cubicBezTo>
                  <a:cubicBezTo>
                    <a:pt x="25021" y="13287"/>
                    <a:pt x="25019" y="13216"/>
                    <a:pt x="25025" y="13144"/>
                  </a:cubicBezTo>
                  <a:cubicBezTo>
                    <a:pt x="25027" y="13120"/>
                    <a:pt x="25028" y="13094"/>
                    <a:pt x="25032" y="13069"/>
                  </a:cubicBezTo>
                  <a:lnTo>
                    <a:pt x="25038" y="13026"/>
                  </a:lnTo>
                  <a:cubicBezTo>
                    <a:pt x="25040" y="13013"/>
                    <a:pt x="25041" y="12998"/>
                    <a:pt x="25045" y="12985"/>
                  </a:cubicBezTo>
                  <a:cubicBezTo>
                    <a:pt x="25047" y="12973"/>
                    <a:pt x="25048" y="12959"/>
                    <a:pt x="25054" y="12946"/>
                  </a:cubicBezTo>
                  <a:cubicBezTo>
                    <a:pt x="25061" y="12912"/>
                    <a:pt x="25070" y="12883"/>
                    <a:pt x="25079" y="12854"/>
                  </a:cubicBezTo>
                  <a:cubicBezTo>
                    <a:pt x="25086" y="12835"/>
                    <a:pt x="25093" y="12815"/>
                    <a:pt x="25101" y="12797"/>
                  </a:cubicBezTo>
                  <a:cubicBezTo>
                    <a:pt x="25107" y="12784"/>
                    <a:pt x="25114" y="12773"/>
                    <a:pt x="25120" y="12761"/>
                  </a:cubicBezTo>
                  <a:cubicBezTo>
                    <a:pt x="25128" y="12744"/>
                    <a:pt x="25137" y="12728"/>
                    <a:pt x="25147" y="12716"/>
                  </a:cubicBezTo>
                  <a:cubicBezTo>
                    <a:pt x="25152" y="12709"/>
                    <a:pt x="25159" y="12704"/>
                    <a:pt x="25165" y="12697"/>
                  </a:cubicBezTo>
                  <a:cubicBezTo>
                    <a:pt x="25169" y="12691"/>
                    <a:pt x="25176" y="12686"/>
                    <a:pt x="25179" y="12684"/>
                  </a:cubicBezTo>
                  <a:close/>
                  <a:moveTo>
                    <a:pt x="17078" y="12393"/>
                  </a:moveTo>
                  <a:cubicBezTo>
                    <a:pt x="17059" y="12504"/>
                    <a:pt x="17042" y="12616"/>
                    <a:pt x="17024" y="12726"/>
                  </a:cubicBezTo>
                  <a:cubicBezTo>
                    <a:pt x="16988" y="12889"/>
                    <a:pt x="17008" y="13010"/>
                    <a:pt x="16972" y="13164"/>
                  </a:cubicBezTo>
                  <a:cubicBezTo>
                    <a:pt x="16943" y="13289"/>
                    <a:pt x="16944" y="13417"/>
                    <a:pt x="16912" y="13524"/>
                  </a:cubicBezTo>
                  <a:cubicBezTo>
                    <a:pt x="16901" y="13561"/>
                    <a:pt x="16886" y="13593"/>
                    <a:pt x="16867" y="13623"/>
                  </a:cubicBezTo>
                  <a:lnTo>
                    <a:pt x="16867" y="13645"/>
                  </a:lnTo>
                  <a:cubicBezTo>
                    <a:pt x="16867" y="13644"/>
                    <a:pt x="16864" y="13644"/>
                    <a:pt x="16864" y="13642"/>
                  </a:cubicBezTo>
                  <a:lnTo>
                    <a:pt x="16864" y="13645"/>
                  </a:lnTo>
                  <a:cubicBezTo>
                    <a:pt x="16861" y="13642"/>
                    <a:pt x="16859" y="13633"/>
                    <a:pt x="16856" y="13626"/>
                  </a:cubicBezTo>
                  <a:cubicBezTo>
                    <a:pt x="16819" y="13546"/>
                    <a:pt x="16809" y="13346"/>
                    <a:pt x="16832" y="13250"/>
                  </a:cubicBezTo>
                  <a:cubicBezTo>
                    <a:pt x="16892" y="12988"/>
                    <a:pt x="16933" y="12552"/>
                    <a:pt x="17078" y="12393"/>
                  </a:cubicBezTo>
                  <a:close/>
                  <a:moveTo>
                    <a:pt x="14130" y="11432"/>
                  </a:moveTo>
                  <a:cubicBezTo>
                    <a:pt x="14157" y="11492"/>
                    <a:pt x="14172" y="11556"/>
                    <a:pt x="14182" y="11621"/>
                  </a:cubicBezTo>
                  <a:cubicBezTo>
                    <a:pt x="14186" y="11639"/>
                    <a:pt x="14188" y="11656"/>
                    <a:pt x="14192" y="11672"/>
                  </a:cubicBezTo>
                  <a:cubicBezTo>
                    <a:pt x="14201" y="11723"/>
                    <a:pt x="14211" y="11775"/>
                    <a:pt x="14226" y="11828"/>
                  </a:cubicBezTo>
                  <a:lnTo>
                    <a:pt x="14231" y="11850"/>
                  </a:lnTo>
                  <a:cubicBezTo>
                    <a:pt x="14246" y="11900"/>
                    <a:pt x="14259" y="11950"/>
                    <a:pt x="14269" y="12001"/>
                  </a:cubicBezTo>
                  <a:cubicBezTo>
                    <a:pt x="14282" y="12060"/>
                    <a:pt x="14295" y="12119"/>
                    <a:pt x="14305" y="12180"/>
                  </a:cubicBezTo>
                  <a:cubicBezTo>
                    <a:pt x="14326" y="12268"/>
                    <a:pt x="14345" y="12357"/>
                    <a:pt x="14368" y="12446"/>
                  </a:cubicBezTo>
                  <a:lnTo>
                    <a:pt x="14396" y="12533"/>
                  </a:lnTo>
                  <a:cubicBezTo>
                    <a:pt x="14413" y="12587"/>
                    <a:pt x="14428" y="12639"/>
                    <a:pt x="14442" y="12691"/>
                  </a:cubicBezTo>
                  <a:cubicBezTo>
                    <a:pt x="14458" y="12744"/>
                    <a:pt x="14471" y="12797"/>
                    <a:pt x="14486" y="12850"/>
                  </a:cubicBezTo>
                  <a:cubicBezTo>
                    <a:pt x="14534" y="13030"/>
                    <a:pt x="14579" y="13207"/>
                    <a:pt x="14638" y="13388"/>
                  </a:cubicBezTo>
                  <a:cubicBezTo>
                    <a:pt x="14689" y="13536"/>
                    <a:pt x="14761" y="13722"/>
                    <a:pt x="14778" y="13889"/>
                  </a:cubicBezTo>
                  <a:lnTo>
                    <a:pt x="14778" y="13891"/>
                  </a:lnTo>
                  <a:cubicBezTo>
                    <a:pt x="14775" y="13891"/>
                    <a:pt x="14774" y="13889"/>
                    <a:pt x="14771" y="13888"/>
                  </a:cubicBezTo>
                  <a:cubicBezTo>
                    <a:pt x="14768" y="13888"/>
                    <a:pt x="14766" y="13885"/>
                    <a:pt x="14762" y="13884"/>
                  </a:cubicBezTo>
                  <a:cubicBezTo>
                    <a:pt x="14653" y="13841"/>
                    <a:pt x="14574" y="13616"/>
                    <a:pt x="14534" y="13514"/>
                  </a:cubicBezTo>
                  <a:cubicBezTo>
                    <a:pt x="14353" y="13096"/>
                    <a:pt x="14275" y="12603"/>
                    <a:pt x="14150" y="12116"/>
                  </a:cubicBezTo>
                  <a:cubicBezTo>
                    <a:pt x="14112" y="11970"/>
                    <a:pt x="14098" y="11803"/>
                    <a:pt x="14098" y="11645"/>
                  </a:cubicBezTo>
                  <a:cubicBezTo>
                    <a:pt x="14095" y="11601"/>
                    <a:pt x="14092" y="11544"/>
                    <a:pt x="14098" y="11501"/>
                  </a:cubicBezTo>
                  <a:cubicBezTo>
                    <a:pt x="14099" y="11489"/>
                    <a:pt x="14100" y="11477"/>
                    <a:pt x="14105" y="11469"/>
                  </a:cubicBezTo>
                  <a:cubicBezTo>
                    <a:pt x="14105" y="11464"/>
                    <a:pt x="14106" y="11464"/>
                    <a:pt x="14106" y="11463"/>
                  </a:cubicBezTo>
                  <a:cubicBezTo>
                    <a:pt x="14109" y="11457"/>
                    <a:pt x="14112" y="11450"/>
                    <a:pt x="14119" y="11442"/>
                  </a:cubicBezTo>
                  <a:cubicBezTo>
                    <a:pt x="14122" y="11440"/>
                    <a:pt x="14127" y="11437"/>
                    <a:pt x="14130" y="11432"/>
                  </a:cubicBezTo>
                  <a:close/>
                  <a:moveTo>
                    <a:pt x="26643" y="11826"/>
                  </a:moveTo>
                  <a:cubicBezTo>
                    <a:pt x="26635" y="11835"/>
                    <a:pt x="26627" y="11847"/>
                    <a:pt x="26619" y="11855"/>
                  </a:cubicBezTo>
                  <a:cubicBezTo>
                    <a:pt x="26604" y="11876"/>
                    <a:pt x="26589" y="11893"/>
                    <a:pt x="26576" y="11915"/>
                  </a:cubicBezTo>
                  <a:cubicBezTo>
                    <a:pt x="26563" y="11935"/>
                    <a:pt x="26553" y="11954"/>
                    <a:pt x="26542" y="11976"/>
                  </a:cubicBezTo>
                  <a:cubicBezTo>
                    <a:pt x="26531" y="11995"/>
                    <a:pt x="26523" y="12017"/>
                    <a:pt x="26511" y="12037"/>
                  </a:cubicBezTo>
                  <a:cubicBezTo>
                    <a:pt x="26491" y="12079"/>
                    <a:pt x="26473" y="12121"/>
                    <a:pt x="26451" y="12165"/>
                  </a:cubicBezTo>
                  <a:cubicBezTo>
                    <a:pt x="26446" y="12180"/>
                    <a:pt x="26441" y="12190"/>
                    <a:pt x="26435" y="12201"/>
                  </a:cubicBezTo>
                  <a:cubicBezTo>
                    <a:pt x="26431" y="12212"/>
                    <a:pt x="26424" y="12223"/>
                    <a:pt x="26419" y="12233"/>
                  </a:cubicBezTo>
                  <a:cubicBezTo>
                    <a:pt x="26399" y="12274"/>
                    <a:pt x="26377" y="12313"/>
                    <a:pt x="26358" y="12355"/>
                  </a:cubicBezTo>
                  <a:cubicBezTo>
                    <a:pt x="26350" y="12373"/>
                    <a:pt x="26341" y="12392"/>
                    <a:pt x="26334" y="12412"/>
                  </a:cubicBezTo>
                  <a:cubicBezTo>
                    <a:pt x="26297" y="12488"/>
                    <a:pt x="26264" y="12568"/>
                    <a:pt x="26232" y="12648"/>
                  </a:cubicBezTo>
                  <a:cubicBezTo>
                    <a:pt x="26132" y="12888"/>
                    <a:pt x="26046" y="13142"/>
                    <a:pt x="25961" y="13398"/>
                  </a:cubicBezTo>
                  <a:lnTo>
                    <a:pt x="25940" y="13469"/>
                  </a:lnTo>
                  <a:cubicBezTo>
                    <a:pt x="25934" y="13492"/>
                    <a:pt x="25927" y="13517"/>
                    <a:pt x="25919" y="13540"/>
                  </a:cubicBezTo>
                  <a:cubicBezTo>
                    <a:pt x="25906" y="13585"/>
                    <a:pt x="25896" y="13633"/>
                    <a:pt x="25883" y="13680"/>
                  </a:cubicBezTo>
                  <a:cubicBezTo>
                    <a:pt x="25879" y="13699"/>
                    <a:pt x="25874" y="13716"/>
                    <a:pt x="25868" y="13735"/>
                  </a:cubicBezTo>
                  <a:cubicBezTo>
                    <a:pt x="25864" y="13754"/>
                    <a:pt x="25860" y="13775"/>
                    <a:pt x="25854" y="13795"/>
                  </a:cubicBezTo>
                  <a:cubicBezTo>
                    <a:pt x="25849" y="13804"/>
                    <a:pt x="25849" y="13815"/>
                    <a:pt x="25848" y="13824"/>
                  </a:cubicBezTo>
                  <a:cubicBezTo>
                    <a:pt x="25847" y="13833"/>
                    <a:pt x="25845" y="13844"/>
                    <a:pt x="25845" y="13853"/>
                  </a:cubicBezTo>
                  <a:cubicBezTo>
                    <a:pt x="25842" y="13873"/>
                    <a:pt x="25841" y="13895"/>
                    <a:pt x="25841" y="13914"/>
                  </a:cubicBezTo>
                  <a:cubicBezTo>
                    <a:pt x="25841" y="13924"/>
                    <a:pt x="25839" y="13932"/>
                    <a:pt x="25838" y="13939"/>
                  </a:cubicBezTo>
                  <a:cubicBezTo>
                    <a:pt x="25838" y="13943"/>
                    <a:pt x="25838" y="13949"/>
                    <a:pt x="25835" y="13953"/>
                  </a:cubicBezTo>
                  <a:cubicBezTo>
                    <a:pt x="25833" y="13961"/>
                    <a:pt x="25832" y="13968"/>
                    <a:pt x="25832" y="13972"/>
                  </a:cubicBezTo>
                  <a:cubicBezTo>
                    <a:pt x="25832" y="13975"/>
                    <a:pt x="25832" y="13975"/>
                    <a:pt x="25831" y="13977"/>
                  </a:cubicBezTo>
                  <a:cubicBezTo>
                    <a:pt x="25828" y="13982"/>
                    <a:pt x="25826" y="13990"/>
                    <a:pt x="25820" y="13997"/>
                  </a:cubicBezTo>
                  <a:lnTo>
                    <a:pt x="25820" y="14007"/>
                  </a:lnTo>
                  <a:lnTo>
                    <a:pt x="25810" y="14007"/>
                  </a:lnTo>
                  <a:cubicBezTo>
                    <a:pt x="25810" y="13975"/>
                    <a:pt x="25810" y="13942"/>
                    <a:pt x="25812" y="13911"/>
                  </a:cubicBezTo>
                  <a:cubicBezTo>
                    <a:pt x="25812" y="13881"/>
                    <a:pt x="25813" y="13847"/>
                    <a:pt x="25816" y="13818"/>
                  </a:cubicBezTo>
                  <a:cubicBezTo>
                    <a:pt x="25817" y="13775"/>
                    <a:pt x="25819" y="13732"/>
                    <a:pt x="25823" y="13693"/>
                  </a:cubicBezTo>
                  <a:cubicBezTo>
                    <a:pt x="25825" y="13651"/>
                    <a:pt x="25826" y="13609"/>
                    <a:pt x="25833" y="13571"/>
                  </a:cubicBezTo>
                  <a:cubicBezTo>
                    <a:pt x="25838" y="13535"/>
                    <a:pt x="25839" y="13503"/>
                    <a:pt x="25845" y="13469"/>
                  </a:cubicBezTo>
                  <a:cubicBezTo>
                    <a:pt x="25849" y="13430"/>
                    <a:pt x="25857" y="13388"/>
                    <a:pt x="25864" y="13350"/>
                  </a:cubicBezTo>
                  <a:cubicBezTo>
                    <a:pt x="25864" y="13346"/>
                    <a:pt x="25867" y="13340"/>
                    <a:pt x="25867" y="13337"/>
                  </a:cubicBezTo>
                  <a:cubicBezTo>
                    <a:pt x="25867" y="13328"/>
                    <a:pt x="25868" y="13317"/>
                    <a:pt x="25870" y="13309"/>
                  </a:cubicBezTo>
                  <a:cubicBezTo>
                    <a:pt x="25873" y="13293"/>
                    <a:pt x="25876" y="13277"/>
                    <a:pt x="25881" y="13260"/>
                  </a:cubicBezTo>
                  <a:cubicBezTo>
                    <a:pt x="25886" y="13223"/>
                    <a:pt x="25896" y="13186"/>
                    <a:pt x="25905" y="13151"/>
                  </a:cubicBezTo>
                  <a:cubicBezTo>
                    <a:pt x="25912" y="13114"/>
                    <a:pt x="25921" y="13081"/>
                    <a:pt x="25932" y="13046"/>
                  </a:cubicBezTo>
                  <a:cubicBezTo>
                    <a:pt x="25943" y="13011"/>
                    <a:pt x="25951" y="12976"/>
                    <a:pt x="25963" y="12944"/>
                  </a:cubicBezTo>
                  <a:cubicBezTo>
                    <a:pt x="26001" y="12821"/>
                    <a:pt x="26046" y="12704"/>
                    <a:pt x="26102" y="12594"/>
                  </a:cubicBezTo>
                  <a:lnTo>
                    <a:pt x="26140" y="12517"/>
                  </a:lnTo>
                  <a:cubicBezTo>
                    <a:pt x="26156" y="12482"/>
                    <a:pt x="26175" y="12450"/>
                    <a:pt x="26193" y="12417"/>
                  </a:cubicBezTo>
                  <a:cubicBezTo>
                    <a:pt x="26204" y="12398"/>
                    <a:pt x="26213" y="12379"/>
                    <a:pt x="26226" y="12358"/>
                  </a:cubicBezTo>
                  <a:cubicBezTo>
                    <a:pt x="26239" y="12340"/>
                    <a:pt x="26249" y="12319"/>
                    <a:pt x="26262" y="12299"/>
                  </a:cubicBezTo>
                  <a:cubicBezTo>
                    <a:pt x="26344" y="12166"/>
                    <a:pt x="26467" y="11890"/>
                    <a:pt x="26616" y="11839"/>
                  </a:cubicBezTo>
                  <a:lnTo>
                    <a:pt x="26619" y="11835"/>
                  </a:lnTo>
                  <a:cubicBezTo>
                    <a:pt x="26620" y="11834"/>
                    <a:pt x="26621" y="11834"/>
                    <a:pt x="26621" y="11834"/>
                  </a:cubicBezTo>
                  <a:cubicBezTo>
                    <a:pt x="26624" y="11832"/>
                    <a:pt x="26626" y="11832"/>
                    <a:pt x="26626" y="11832"/>
                  </a:cubicBezTo>
                  <a:cubicBezTo>
                    <a:pt x="26627" y="11831"/>
                    <a:pt x="26629" y="11831"/>
                    <a:pt x="26629" y="11831"/>
                  </a:cubicBezTo>
                  <a:cubicBezTo>
                    <a:pt x="26633" y="11828"/>
                    <a:pt x="26636" y="11828"/>
                    <a:pt x="26642" y="11826"/>
                  </a:cubicBezTo>
                  <a:close/>
                  <a:moveTo>
                    <a:pt x="25783" y="12169"/>
                  </a:moveTo>
                  <a:cubicBezTo>
                    <a:pt x="25780" y="12201"/>
                    <a:pt x="25772" y="12232"/>
                    <a:pt x="25762" y="12264"/>
                  </a:cubicBezTo>
                  <a:cubicBezTo>
                    <a:pt x="25755" y="12296"/>
                    <a:pt x="25746" y="12326"/>
                    <a:pt x="25739" y="12358"/>
                  </a:cubicBezTo>
                  <a:cubicBezTo>
                    <a:pt x="25708" y="12485"/>
                    <a:pt x="25679" y="12613"/>
                    <a:pt x="25646" y="12742"/>
                  </a:cubicBezTo>
                  <a:cubicBezTo>
                    <a:pt x="25631" y="12806"/>
                    <a:pt x="25617" y="12867"/>
                    <a:pt x="25601" y="12931"/>
                  </a:cubicBezTo>
                  <a:cubicBezTo>
                    <a:pt x="25599" y="12937"/>
                    <a:pt x="25598" y="12944"/>
                    <a:pt x="25598" y="12952"/>
                  </a:cubicBezTo>
                  <a:cubicBezTo>
                    <a:pt x="25598" y="12953"/>
                    <a:pt x="25595" y="12955"/>
                    <a:pt x="25595" y="12955"/>
                  </a:cubicBezTo>
                  <a:cubicBezTo>
                    <a:pt x="25586" y="12989"/>
                    <a:pt x="25580" y="13024"/>
                    <a:pt x="25576" y="13058"/>
                  </a:cubicBezTo>
                  <a:cubicBezTo>
                    <a:pt x="25566" y="13112"/>
                    <a:pt x="25563" y="13167"/>
                    <a:pt x="25556" y="13221"/>
                  </a:cubicBezTo>
                  <a:cubicBezTo>
                    <a:pt x="25551" y="13245"/>
                    <a:pt x="25550" y="13273"/>
                    <a:pt x="25544" y="13296"/>
                  </a:cubicBezTo>
                  <a:cubicBezTo>
                    <a:pt x="25541" y="13324"/>
                    <a:pt x="25535" y="13349"/>
                    <a:pt x="25530" y="13376"/>
                  </a:cubicBezTo>
                  <a:cubicBezTo>
                    <a:pt x="25506" y="13478"/>
                    <a:pt x="25503" y="13581"/>
                    <a:pt x="25493" y="13681"/>
                  </a:cubicBezTo>
                  <a:cubicBezTo>
                    <a:pt x="25490" y="13722"/>
                    <a:pt x="25486" y="13761"/>
                    <a:pt x="25479" y="13799"/>
                  </a:cubicBezTo>
                  <a:cubicBezTo>
                    <a:pt x="25476" y="13820"/>
                    <a:pt x="25474" y="13838"/>
                    <a:pt x="25469" y="13857"/>
                  </a:cubicBezTo>
                  <a:cubicBezTo>
                    <a:pt x="25469" y="13860"/>
                    <a:pt x="25467" y="13862"/>
                    <a:pt x="25467" y="13862"/>
                  </a:cubicBezTo>
                  <a:lnTo>
                    <a:pt x="25467" y="13863"/>
                  </a:lnTo>
                  <a:cubicBezTo>
                    <a:pt x="25463" y="13870"/>
                    <a:pt x="25463" y="13878"/>
                    <a:pt x="25463" y="13885"/>
                  </a:cubicBezTo>
                  <a:cubicBezTo>
                    <a:pt x="25461" y="13892"/>
                    <a:pt x="25461" y="13900"/>
                    <a:pt x="25461" y="13907"/>
                  </a:cubicBezTo>
                  <a:cubicBezTo>
                    <a:pt x="25461" y="13920"/>
                    <a:pt x="25461" y="13929"/>
                    <a:pt x="25460" y="13942"/>
                  </a:cubicBezTo>
                  <a:cubicBezTo>
                    <a:pt x="25460" y="13952"/>
                    <a:pt x="25460" y="13962"/>
                    <a:pt x="25457" y="13972"/>
                  </a:cubicBezTo>
                  <a:cubicBezTo>
                    <a:pt x="25457" y="13979"/>
                    <a:pt x="25457" y="13985"/>
                    <a:pt x="25455" y="13993"/>
                  </a:cubicBezTo>
                  <a:cubicBezTo>
                    <a:pt x="25454" y="14006"/>
                    <a:pt x="25450" y="14017"/>
                    <a:pt x="25442" y="14029"/>
                  </a:cubicBezTo>
                  <a:lnTo>
                    <a:pt x="25442" y="14211"/>
                  </a:lnTo>
                  <a:lnTo>
                    <a:pt x="25431" y="14211"/>
                  </a:lnTo>
                  <a:cubicBezTo>
                    <a:pt x="25419" y="14158"/>
                    <a:pt x="25406" y="14105"/>
                    <a:pt x="25394" y="14051"/>
                  </a:cubicBezTo>
                  <a:cubicBezTo>
                    <a:pt x="25381" y="13998"/>
                    <a:pt x="25368" y="13943"/>
                    <a:pt x="25355" y="13891"/>
                  </a:cubicBezTo>
                  <a:cubicBezTo>
                    <a:pt x="25346" y="13853"/>
                    <a:pt x="25343" y="13802"/>
                    <a:pt x="25343" y="13751"/>
                  </a:cubicBezTo>
                  <a:cubicBezTo>
                    <a:pt x="25343" y="13716"/>
                    <a:pt x="25345" y="13681"/>
                    <a:pt x="25346" y="13647"/>
                  </a:cubicBezTo>
                  <a:cubicBezTo>
                    <a:pt x="25346" y="13625"/>
                    <a:pt x="25351" y="13603"/>
                    <a:pt x="25352" y="13584"/>
                  </a:cubicBezTo>
                  <a:cubicBezTo>
                    <a:pt x="25354" y="13570"/>
                    <a:pt x="25355" y="13555"/>
                    <a:pt x="25358" y="13542"/>
                  </a:cubicBezTo>
                  <a:cubicBezTo>
                    <a:pt x="25359" y="13529"/>
                    <a:pt x="25361" y="13516"/>
                    <a:pt x="25362" y="13506"/>
                  </a:cubicBezTo>
                  <a:lnTo>
                    <a:pt x="25384" y="13250"/>
                  </a:lnTo>
                  <a:cubicBezTo>
                    <a:pt x="25406" y="13162"/>
                    <a:pt x="25428" y="13071"/>
                    <a:pt x="25450" y="12984"/>
                  </a:cubicBezTo>
                  <a:cubicBezTo>
                    <a:pt x="25457" y="12947"/>
                    <a:pt x="25467" y="12915"/>
                    <a:pt x="25476" y="12879"/>
                  </a:cubicBezTo>
                  <a:cubicBezTo>
                    <a:pt x="25479" y="12866"/>
                    <a:pt x="25483" y="12853"/>
                    <a:pt x="25486" y="12843"/>
                  </a:cubicBezTo>
                  <a:cubicBezTo>
                    <a:pt x="25489" y="12840"/>
                    <a:pt x="25489" y="12838"/>
                    <a:pt x="25489" y="12838"/>
                  </a:cubicBezTo>
                  <a:cubicBezTo>
                    <a:pt x="25499" y="12800"/>
                    <a:pt x="25508" y="12763"/>
                    <a:pt x="25521" y="12723"/>
                  </a:cubicBezTo>
                  <a:cubicBezTo>
                    <a:pt x="25534" y="12687"/>
                    <a:pt x="25544" y="12651"/>
                    <a:pt x="25557" y="12617"/>
                  </a:cubicBezTo>
                  <a:cubicBezTo>
                    <a:pt x="25563" y="12598"/>
                    <a:pt x="25570" y="12581"/>
                    <a:pt x="25578" y="12563"/>
                  </a:cubicBezTo>
                  <a:cubicBezTo>
                    <a:pt x="25585" y="12546"/>
                    <a:pt x="25592" y="12527"/>
                    <a:pt x="25598" y="12511"/>
                  </a:cubicBezTo>
                  <a:cubicBezTo>
                    <a:pt x="25605" y="12494"/>
                    <a:pt x="25610" y="12475"/>
                    <a:pt x="25617" y="12454"/>
                  </a:cubicBezTo>
                  <a:cubicBezTo>
                    <a:pt x="25628" y="12425"/>
                    <a:pt x="25637" y="12395"/>
                    <a:pt x="25649" y="12367"/>
                  </a:cubicBezTo>
                  <a:cubicBezTo>
                    <a:pt x="25659" y="12342"/>
                    <a:pt x="25668" y="12316"/>
                    <a:pt x="25681" y="12293"/>
                  </a:cubicBezTo>
                  <a:cubicBezTo>
                    <a:pt x="25688" y="12277"/>
                    <a:pt x="25697" y="12261"/>
                    <a:pt x="25708" y="12246"/>
                  </a:cubicBezTo>
                  <a:cubicBezTo>
                    <a:pt x="25722" y="12232"/>
                    <a:pt x="25729" y="12219"/>
                    <a:pt x="25743" y="12204"/>
                  </a:cubicBezTo>
                  <a:cubicBezTo>
                    <a:pt x="25746" y="12198"/>
                    <a:pt x="25753" y="12191"/>
                    <a:pt x="25761" y="12185"/>
                  </a:cubicBezTo>
                  <a:cubicBezTo>
                    <a:pt x="25767" y="12181"/>
                    <a:pt x="25774" y="12174"/>
                    <a:pt x="25781" y="12169"/>
                  </a:cubicBezTo>
                  <a:close/>
                  <a:moveTo>
                    <a:pt x="13949" y="12780"/>
                  </a:moveTo>
                  <a:lnTo>
                    <a:pt x="13949" y="12780"/>
                  </a:lnTo>
                  <a:cubicBezTo>
                    <a:pt x="14105" y="13178"/>
                    <a:pt x="14202" y="13591"/>
                    <a:pt x="14355" y="13998"/>
                  </a:cubicBezTo>
                  <a:cubicBezTo>
                    <a:pt x="14359" y="14006"/>
                    <a:pt x="14361" y="14016"/>
                    <a:pt x="14367" y="14027"/>
                  </a:cubicBezTo>
                  <a:cubicBezTo>
                    <a:pt x="14374" y="14048"/>
                    <a:pt x="14381" y="14070"/>
                    <a:pt x="14390" y="14096"/>
                  </a:cubicBezTo>
                  <a:cubicBezTo>
                    <a:pt x="14393" y="14107"/>
                    <a:pt x="14397" y="14118"/>
                    <a:pt x="14403" y="14132"/>
                  </a:cubicBezTo>
                  <a:cubicBezTo>
                    <a:pt x="14406" y="14144"/>
                    <a:pt x="14410" y="14153"/>
                    <a:pt x="14413" y="14164"/>
                  </a:cubicBezTo>
                  <a:cubicBezTo>
                    <a:pt x="14417" y="14179"/>
                    <a:pt x="14425" y="14193"/>
                    <a:pt x="14428" y="14208"/>
                  </a:cubicBezTo>
                  <a:cubicBezTo>
                    <a:pt x="14433" y="14227"/>
                    <a:pt x="14441" y="14246"/>
                    <a:pt x="14444" y="14263"/>
                  </a:cubicBezTo>
                  <a:cubicBezTo>
                    <a:pt x="14446" y="14269"/>
                    <a:pt x="14448" y="14276"/>
                    <a:pt x="14449" y="14282"/>
                  </a:cubicBezTo>
                  <a:cubicBezTo>
                    <a:pt x="14455" y="14302"/>
                    <a:pt x="14461" y="14318"/>
                    <a:pt x="14462" y="14336"/>
                  </a:cubicBezTo>
                  <a:cubicBezTo>
                    <a:pt x="14465" y="14347"/>
                    <a:pt x="14465" y="14356"/>
                    <a:pt x="14468" y="14363"/>
                  </a:cubicBezTo>
                  <a:cubicBezTo>
                    <a:pt x="14476" y="14392"/>
                    <a:pt x="14477" y="14416"/>
                    <a:pt x="14471" y="14423"/>
                  </a:cubicBezTo>
                  <a:cubicBezTo>
                    <a:pt x="14470" y="14426"/>
                    <a:pt x="14468" y="14426"/>
                    <a:pt x="14468" y="14426"/>
                  </a:cubicBezTo>
                  <a:cubicBezTo>
                    <a:pt x="14465" y="14427"/>
                    <a:pt x="14464" y="14427"/>
                    <a:pt x="14464" y="14427"/>
                  </a:cubicBezTo>
                  <a:cubicBezTo>
                    <a:pt x="14461" y="14428"/>
                    <a:pt x="14458" y="14429"/>
                    <a:pt x="14455" y="14429"/>
                  </a:cubicBezTo>
                  <a:cubicBezTo>
                    <a:pt x="14450" y="14429"/>
                    <a:pt x="14445" y="14428"/>
                    <a:pt x="14439" y="14426"/>
                  </a:cubicBezTo>
                  <a:cubicBezTo>
                    <a:pt x="14429" y="14421"/>
                    <a:pt x="14420" y="14414"/>
                    <a:pt x="14412" y="14407"/>
                  </a:cubicBezTo>
                  <a:cubicBezTo>
                    <a:pt x="14407" y="14404"/>
                    <a:pt x="14403" y="14397"/>
                    <a:pt x="14397" y="14392"/>
                  </a:cubicBezTo>
                  <a:cubicBezTo>
                    <a:pt x="14356" y="14347"/>
                    <a:pt x="14317" y="14267"/>
                    <a:pt x="14288" y="14208"/>
                  </a:cubicBezTo>
                  <a:lnTo>
                    <a:pt x="14276" y="14186"/>
                  </a:lnTo>
                  <a:cubicBezTo>
                    <a:pt x="14273" y="14174"/>
                    <a:pt x="14268" y="14166"/>
                    <a:pt x="14265" y="14158"/>
                  </a:cubicBezTo>
                  <a:cubicBezTo>
                    <a:pt x="14260" y="14154"/>
                    <a:pt x="14260" y="14150"/>
                    <a:pt x="14259" y="14145"/>
                  </a:cubicBezTo>
                  <a:cubicBezTo>
                    <a:pt x="14257" y="14142"/>
                    <a:pt x="14255" y="14139"/>
                    <a:pt x="14255" y="14137"/>
                  </a:cubicBezTo>
                  <a:cubicBezTo>
                    <a:pt x="14237" y="14100"/>
                    <a:pt x="14221" y="14062"/>
                    <a:pt x="14208" y="14023"/>
                  </a:cubicBezTo>
                  <a:cubicBezTo>
                    <a:pt x="14185" y="13968"/>
                    <a:pt x="14164" y="13910"/>
                    <a:pt x="14148" y="13849"/>
                  </a:cubicBezTo>
                  <a:cubicBezTo>
                    <a:pt x="14141" y="13827"/>
                    <a:pt x="14134" y="13804"/>
                    <a:pt x="14128" y="13780"/>
                  </a:cubicBezTo>
                  <a:cubicBezTo>
                    <a:pt x="14114" y="13729"/>
                    <a:pt x="14100" y="13679"/>
                    <a:pt x="14087" y="13626"/>
                  </a:cubicBezTo>
                  <a:cubicBezTo>
                    <a:pt x="14068" y="13551"/>
                    <a:pt x="14051" y="13476"/>
                    <a:pt x="14034" y="13401"/>
                  </a:cubicBezTo>
                  <a:cubicBezTo>
                    <a:pt x="14022" y="13357"/>
                    <a:pt x="14013" y="13315"/>
                    <a:pt x="14003" y="13271"/>
                  </a:cubicBezTo>
                  <a:cubicBezTo>
                    <a:pt x="13991" y="13228"/>
                    <a:pt x="13983" y="13186"/>
                    <a:pt x="13970" y="13144"/>
                  </a:cubicBezTo>
                  <a:cubicBezTo>
                    <a:pt x="13955" y="13088"/>
                    <a:pt x="13917" y="12827"/>
                    <a:pt x="13949" y="12780"/>
                  </a:cubicBezTo>
                  <a:close/>
                  <a:moveTo>
                    <a:pt x="28787" y="14036"/>
                  </a:moveTo>
                  <a:cubicBezTo>
                    <a:pt x="28800" y="14036"/>
                    <a:pt x="28813" y="14036"/>
                    <a:pt x="28826" y="14036"/>
                  </a:cubicBezTo>
                  <a:cubicBezTo>
                    <a:pt x="28837" y="14043"/>
                    <a:pt x="28852" y="14044"/>
                    <a:pt x="28869" y="14044"/>
                  </a:cubicBezTo>
                  <a:cubicBezTo>
                    <a:pt x="28875" y="14044"/>
                    <a:pt x="28882" y="14044"/>
                    <a:pt x="28889" y="14044"/>
                  </a:cubicBezTo>
                  <a:cubicBezTo>
                    <a:pt x="28903" y="14044"/>
                    <a:pt x="28918" y="14045"/>
                    <a:pt x="28932" y="14049"/>
                  </a:cubicBezTo>
                  <a:cubicBezTo>
                    <a:pt x="28958" y="14054"/>
                    <a:pt x="28986" y="14061"/>
                    <a:pt x="29010" y="14071"/>
                  </a:cubicBezTo>
                  <a:cubicBezTo>
                    <a:pt x="29023" y="14074"/>
                    <a:pt x="29038" y="14080"/>
                    <a:pt x="29048" y="14086"/>
                  </a:cubicBezTo>
                  <a:cubicBezTo>
                    <a:pt x="29068" y="14093"/>
                    <a:pt x="29087" y="14102"/>
                    <a:pt x="29103" y="14112"/>
                  </a:cubicBezTo>
                  <a:cubicBezTo>
                    <a:pt x="29124" y="14125"/>
                    <a:pt x="29147" y="14139"/>
                    <a:pt x="29169" y="14155"/>
                  </a:cubicBezTo>
                  <a:cubicBezTo>
                    <a:pt x="29192" y="14170"/>
                    <a:pt x="29218" y="14189"/>
                    <a:pt x="29243" y="14209"/>
                  </a:cubicBezTo>
                  <a:cubicBezTo>
                    <a:pt x="29320" y="14264"/>
                    <a:pt x="29404" y="14333"/>
                    <a:pt x="29480" y="14398"/>
                  </a:cubicBezTo>
                  <a:cubicBezTo>
                    <a:pt x="29503" y="14417"/>
                    <a:pt x="29525" y="14439"/>
                    <a:pt x="29548" y="14461"/>
                  </a:cubicBezTo>
                  <a:cubicBezTo>
                    <a:pt x="29560" y="14472"/>
                    <a:pt x="29570" y="14481"/>
                    <a:pt x="29582" y="14494"/>
                  </a:cubicBezTo>
                  <a:cubicBezTo>
                    <a:pt x="29601" y="14515"/>
                    <a:pt x="29621" y="14536"/>
                    <a:pt x="29637" y="14554"/>
                  </a:cubicBezTo>
                  <a:cubicBezTo>
                    <a:pt x="29647" y="14565"/>
                    <a:pt x="29654" y="14574"/>
                    <a:pt x="29662" y="14581"/>
                  </a:cubicBezTo>
                  <a:cubicBezTo>
                    <a:pt x="29664" y="14587"/>
                    <a:pt x="29670" y="14594"/>
                    <a:pt x="29673" y="14599"/>
                  </a:cubicBezTo>
                  <a:cubicBezTo>
                    <a:pt x="29685" y="14613"/>
                    <a:pt x="29694" y="14631"/>
                    <a:pt x="29702" y="14647"/>
                  </a:cubicBezTo>
                  <a:cubicBezTo>
                    <a:pt x="29720" y="14674"/>
                    <a:pt x="29736" y="14699"/>
                    <a:pt x="29756" y="14720"/>
                  </a:cubicBezTo>
                  <a:lnTo>
                    <a:pt x="29758" y="14721"/>
                  </a:lnTo>
                  <a:lnTo>
                    <a:pt x="29758" y="14768"/>
                  </a:lnTo>
                  <a:lnTo>
                    <a:pt x="29742" y="14768"/>
                  </a:lnTo>
                  <a:cubicBezTo>
                    <a:pt x="29737" y="14754"/>
                    <a:pt x="29730" y="14743"/>
                    <a:pt x="29723" y="14733"/>
                  </a:cubicBezTo>
                  <a:cubicBezTo>
                    <a:pt x="29715" y="14724"/>
                    <a:pt x="29708" y="14714"/>
                    <a:pt x="29699" y="14705"/>
                  </a:cubicBezTo>
                  <a:lnTo>
                    <a:pt x="29686" y="14692"/>
                  </a:lnTo>
                  <a:cubicBezTo>
                    <a:pt x="29683" y="14689"/>
                    <a:pt x="29679" y="14685"/>
                    <a:pt x="29673" y="14682"/>
                  </a:cubicBezTo>
                  <a:cubicBezTo>
                    <a:pt x="29663" y="14673"/>
                    <a:pt x="29653" y="14666"/>
                    <a:pt x="29643" y="14658"/>
                  </a:cubicBezTo>
                  <a:cubicBezTo>
                    <a:pt x="29614" y="14637"/>
                    <a:pt x="29579" y="14616"/>
                    <a:pt x="29547" y="14597"/>
                  </a:cubicBezTo>
                  <a:cubicBezTo>
                    <a:pt x="29532" y="14590"/>
                    <a:pt x="29519" y="14581"/>
                    <a:pt x="29505" y="14573"/>
                  </a:cubicBezTo>
                  <a:cubicBezTo>
                    <a:pt x="29491" y="14567"/>
                    <a:pt x="29483" y="14560"/>
                    <a:pt x="29471" y="14552"/>
                  </a:cubicBezTo>
                  <a:cubicBezTo>
                    <a:pt x="29366" y="14477"/>
                    <a:pt x="29257" y="14363"/>
                    <a:pt x="29138" y="14283"/>
                  </a:cubicBezTo>
                  <a:cubicBezTo>
                    <a:pt x="29118" y="14270"/>
                    <a:pt x="29096" y="14257"/>
                    <a:pt x="29076" y="14247"/>
                  </a:cubicBezTo>
                  <a:cubicBezTo>
                    <a:pt x="29055" y="14238"/>
                    <a:pt x="29034" y="14227"/>
                    <a:pt x="29015" y="14219"/>
                  </a:cubicBezTo>
                  <a:cubicBezTo>
                    <a:pt x="29003" y="14216"/>
                    <a:pt x="28993" y="14212"/>
                    <a:pt x="28980" y="14209"/>
                  </a:cubicBezTo>
                  <a:cubicBezTo>
                    <a:pt x="28967" y="14205"/>
                    <a:pt x="28954" y="14205"/>
                    <a:pt x="28939" y="14203"/>
                  </a:cubicBezTo>
                  <a:cubicBezTo>
                    <a:pt x="28912" y="14200"/>
                    <a:pt x="28882" y="14198"/>
                    <a:pt x="28851" y="14198"/>
                  </a:cubicBezTo>
                  <a:cubicBezTo>
                    <a:pt x="28810" y="14198"/>
                    <a:pt x="28768" y="14201"/>
                    <a:pt x="28727" y="14205"/>
                  </a:cubicBezTo>
                  <a:cubicBezTo>
                    <a:pt x="28658" y="14211"/>
                    <a:pt x="28596" y="14221"/>
                    <a:pt x="28554" y="14231"/>
                  </a:cubicBezTo>
                  <a:cubicBezTo>
                    <a:pt x="28413" y="14234"/>
                    <a:pt x="28269" y="14238"/>
                    <a:pt x="28128" y="14243"/>
                  </a:cubicBezTo>
                  <a:cubicBezTo>
                    <a:pt x="28107" y="14247"/>
                    <a:pt x="28087" y="14248"/>
                    <a:pt x="28067" y="14250"/>
                  </a:cubicBezTo>
                  <a:cubicBezTo>
                    <a:pt x="28038" y="14252"/>
                    <a:pt x="28008" y="14252"/>
                    <a:pt x="27977" y="14252"/>
                  </a:cubicBezTo>
                  <a:cubicBezTo>
                    <a:pt x="27971" y="14252"/>
                    <a:pt x="27965" y="14252"/>
                    <a:pt x="27959" y="14252"/>
                  </a:cubicBezTo>
                  <a:cubicBezTo>
                    <a:pt x="27905" y="14252"/>
                    <a:pt x="27849" y="14253"/>
                    <a:pt x="27796" y="14263"/>
                  </a:cubicBezTo>
                  <a:cubicBezTo>
                    <a:pt x="27760" y="14270"/>
                    <a:pt x="27721" y="14278"/>
                    <a:pt x="27677" y="14283"/>
                  </a:cubicBezTo>
                  <a:cubicBezTo>
                    <a:pt x="27635" y="14289"/>
                    <a:pt x="27592" y="14294"/>
                    <a:pt x="27551" y="14296"/>
                  </a:cubicBezTo>
                  <a:lnTo>
                    <a:pt x="27551" y="14296"/>
                  </a:lnTo>
                  <a:cubicBezTo>
                    <a:pt x="27553" y="14296"/>
                    <a:pt x="27554" y="14294"/>
                    <a:pt x="27555" y="14294"/>
                  </a:cubicBezTo>
                  <a:lnTo>
                    <a:pt x="27551" y="14294"/>
                  </a:lnTo>
                  <a:cubicBezTo>
                    <a:pt x="27558" y="14289"/>
                    <a:pt x="27568" y="14283"/>
                    <a:pt x="27577" y="14278"/>
                  </a:cubicBezTo>
                  <a:lnTo>
                    <a:pt x="27578" y="14278"/>
                  </a:lnTo>
                  <a:cubicBezTo>
                    <a:pt x="27587" y="14275"/>
                    <a:pt x="27597" y="14269"/>
                    <a:pt x="27606" y="14264"/>
                  </a:cubicBezTo>
                  <a:cubicBezTo>
                    <a:pt x="27612" y="14262"/>
                    <a:pt x="27619" y="14260"/>
                    <a:pt x="27626" y="14257"/>
                  </a:cubicBezTo>
                  <a:cubicBezTo>
                    <a:pt x="27629" y="14256"/>
                    <a:pt x="27633" y="14256"/>
                    <a:pt x="27638" y="14254"/>
                  </a:cubicBezTo>
                  <a:cubicBezTo>
                    <a:pt x="27649" y="14250"/>
                    <a:pt x="27660" y="14248"/>
                    <a:pt x="27671" y="14247"/>
                  </a:cubicBezTo>
                  <a:cubicBezTo>
                    <a:pt x="27687" y="14243"/>
                    <a:pt x="27702" y="14240"/>
                    <a:pt x="27718" y="14238"/>
                  </a:cubicBezTo>
                  <a:lnTo>
                    <a:pt x="27767" y="14232"/>
                  </a:lnTo>
                  <a:cubicBezTo>
                    <a:pt x="27793" y="14228"/>
                    <a:pt x="27818" y="14227"/>
                    <a:pt x="27840" y="14221"/>
                  </a:cubicBezTo>
                  <a:cubicBezTo>
                    <a:pt x="27853" y="14219"/>
                    <a:pt x="27862" y="14218"/>
                    <a:pt x="27875" y="14216"/>
                  </a:cubicBezTo>
                  <a:cubicBezTo>
                    <a:pt x="27885" y="14214"/>
                    <a:pt x="27895" y="14212"/>
                    <a:pt x="27905" y="14209"/>
                  </a:cubicBezTo>
                  <a:cubicBezTo>
                    <a:pt x="28178" y="14127"/>
                    <a:pt x="28446" y="14036"/>
                    <a:pt x="28787" y="14036"/>
                  </a:cubicBezTo>
                  <a:close/>
                  <a:moveTo>
                    <a:pt x="13913" y="13900"/>
                  </a:moveTo>
                  <a:lnTo>
                    <a:pt x="13913" y="13900"/>
                  </a:lnTo>
                  <a:cubicBezTo>
                    <a:pt x="13917" y="13927"/>
                    <a:pt x="13920" y="13952"/>
                    <a:pt x="13926" y="13978"/>
                  </a:cubicBezTo>
                  <a:cubicBezTo>
                    <a:pt x="13932" y="14004"/>
                    <a:pt x="13939" y="14029"/>
                    <a:pt x="13948" y="14054"/>
                  </a:cubicBezTo>
                  <a:cubicBezTo>
                    <a:pt x="13991" y="14179"/>
                    <a:pt x="14063" y="14291"/>
                    <a:pt x="14116" y="14401"/>
                  </a:cubicBezTo>
                  <a:cubicBezTo>
                    <a:pt x="14130" y="14423"/>
                    <a:pt x="14138" y="14445"/>
                    <a:pt x="14148" y="14467"/>
                  </a:cubicBezTo>
                  <a:cubicBezTo>
                    <a:pt x="14175" y="14529"/>
                    <a:pt x="14185" y="14609"/>
                    <a:pt x="14211" y="14674"/>
                  </a:cubicBezTo>
                  <a:cubicBezTo>
                    <a:pt x="14221" y="14696"/>
                    <a:pt x="14231" y="14715"/>
                    <a:pt x="14244" y="14734"/>
                  </a:cubicBezTo>
                  <a:cubicBezTo>
                    <a:pt x="14244" y="14749"/>
                    <a:pt x="14240" y="14757"/>
                    <a:pt x="14237" y="14765"/>
                  </a:cubicBezTo>
                  <a:cubicBezTo>
                    <a:pt x="14233" y="14775"/>
                    <a:pt x="14228" y="14779"/>
                    <a:pt x="14221" y="14789"/>
                  </a:cubicBezTo>
                  <a:cubicBezTo>
                    <a:pt x="14218" y="14792"/>
                    <a:pt x="14217" y="14794"/>
                    <a:pt x="14215" y="14798"/>
                  </a:cubicBezTo>
                  <a:lnTo>
                    <a:pt x="14214" y="14798"/>
                  </a:lnTo>
                  <a:cubicBezTo>
                    <a:pt x="14201" y="14797"/>
                    <a:pt x="14188" y="14794"/>
                    <a:pt x="14178" y="14791"/>
                  </a:cubicBezTo>
                  <a:cubicBezTo>
                    <a:pt x="14164" y="14786"/>
                    <a:pt x="14151" y="14779"/>
                    <a:pt x="14141" y="14770"/>
                  </a:cubicBezTo>
                  <a:cubicBezTo>
                    <a:pt x="14131" y="14768"/>
                    <a:pt x="14122" y="14757"/>
                    <a:pt x="14115" y="14750"/>
                  </a:cubicBezTo>
                  <a:lnTo>
                    <a:pt x="14114" y="14750"/>
                  </a:lnTo>
                  <a:cubicBezTo>
                    <a:pt x="14105" y="14741"/>
                    <a:pt x="14095" y="14731"/>
                    <a:pt x="14086" y="14720"/>
                  </a:cubicBezTo>
                  <a:cubicBezTo>
                    <a:pt x="14079" y="14706"/>
                    <a:pt x="14071" y="14696"/>
                    <a:pt x="14066" y="14683"/>
                  </a:cubicBezTo>
                  <a:cubicBezTo>
                    <a:pt x="14066" y="14682"/>
                    <a:pt x="14066" y="14682"/>
                    <a:pt x="14064" y="14682"/>
                  </a:cubicBezTo>
                  <a:cubicBezTo>
                    <a:pt x="14050" y="14654"/>
                    <a:pt x="14036" y="14625"/>
                    <a:pt x="14028" y="14594"/>
                  </a:cubicBezTo>
                  <a:cubicBezTo>
                    <a:pt x="14021" y="14579"/>
                    <a:pt x="14015" y="14561"/>
                    <a:pt x="14012" y="14544"/>
                  </a:cubicBezTo>
                  <a:cubicBezTo>
                    <a:pt x="14007" y="14525"/>
                    <a:pt x="14003" y="14509"/>
                    <a:pt x="13999" y="14491"/>
                  </a:cubicBezTo>
                  <a:cubicBezTo>
                    <a:pt x="13996" y="14472"/>
                    <a:pt x="13991" y="14455"/>
                    <a:pt x="13989" y="14437"/>
                  </a:cubicBezTo>
                  <a:cubicBezTo>
                    <a:pt x="13978" y="14401"/>
                    <a:pt x="13974" y="14368"/>
                    <a:pt x="13968" y="14333"/>
                  </a:cubicBezTo>
                  <a:cubicBezTo>
                    <a:pt x="13964" y="14314"/>
                    <a:pt x="13962" y="14296"/>
                    <a:pt x="13959" y="14279"/>
                  </a:cubicBezTo>
                  <a:cubicBezTo>
                    <a:pt x="13957" y="14267"/>
                    <a:pt x="13955" y="14253"/>
                    <a:pt x="13954" y="14238"/>
                  </a:cubicBezTo>
                  <a:cubicBezTo>
                    <a:pt x="13946" y="14203"/>
                    <a:pt x="13941" y="14173"/>
                    <a:pt x="13933" y="14145"/>
                  </a:cubicBezTo>
                  <a:cubicBezTo>
                    <a:pt x="13920" y="14093"/>
                    <a:pt x="13881" y="13949"/>
                    <a:pt x="13913" y="13900"/>
                  </a:cubicBezTo>
                  <a:close/>
                  <a:moveTo>
                    <a:pt x="23039" y="11578"/>
                  </a:moveTo>
                  <a:cubicBezTo>
                    <a:pt x="23039" y="11589"/>
                    <a:pt x="23041" y="11602"/>
                    <a:pt x="23042" y="11614"/>
                  </a:cubicBezTo>
                  <a:cubicBezTo>
                    <a:pt x="23046" y="11650"/>
                    <a:pt x="23055" y="11681"/>
                    <a:pt x="23062" y="11710"/>
                  </a:cubicBezTo>
                  <a:cubicBezTo>
                    <a:pt x="23075" y="11751"/>
                    <a:pt x="23090" y="11787"/>
                    <a:pt x="23102" y="11825"/>
                  </a:cubicBezTo>
                  <a:cubicBezTo>
                    <a:pt x="23158" y="11995"/>
                    <a:pt x="23199" y="12166"/>
                    <a:pt x="23251" y="12326"/>
                  </a:cubicBezTo>
                  <a:cubicBezTo>
                    <a:pt x="23334" y="12581"/>
                    <a:pt x="23376" y="12831"/>
                    <a:pt x="23475" y="13074"/>
                  </a:cubicBezTo>
                  <a:cubicBezTo>
                    <a:pt x="23570" y="13303"/>
                    <a:pt x="23661" y="13540"/>
                    <a:pt x="23754" y="13772"/>
                  </a:cubicBezTo>
                  <a:cubicBezTo>
                    <a:pt x="23807" y="13900"/>
                    <a:pt x="23858" y="14029"/>
                    <a:pt x="23913" y="14153"/>
                  </a:cubicBezTo>
                  <a:cubicBezTo>
                    <a:pt x="23943" y="14222"/>
                    <a:pt x="23972" y="14292"/>
                    <a:pt x="24002" y="14362"/>
                  </a:cubicBezTo>
                  <a:cubicBezTo>
                    <a:pt x="24058" y="14494"/>
                    <a:pt x="24112" y="14624"/>
                    <a:pt x="24169" y="14750"/>
                  </a:cubicBezTo>
                  <a:cubicBezTo>
                    <a:pt x="24188" y="14776"/>
                    <a:pt x="24202" y="14811"/>
                    <a:pt x="24214" y="14845"/>
                  </a:cubicBezTo>
                  <a:cubicBezTo>
                    <a:pt x="24220" y="14862"/>
                    <a:pt x="24227" y="14879"/>
                    <a:pt x="24234" y="14895"/>
                  </a:cubicBezTo>
                  <a:cubicBezTo>
                    <a:pt x="24256" y="14945"/>
                    <a:pt x="24282" y="14990"/>
                    <a:pt x="24318" y="15022"/>
                  </a:cubicBezTo>
                  <a:cubicBezTo>
                    <a:pt x="24321" y="15025"/>
                    <a:pt x="24329" y="15029"/>
                    <a:pt x="24333" y="15034"/>
                  </a:cubicBezTo>
                  <a:lnTo>
                    <a:pt x="24333" y="15047"/>
                  </a:lnTo>
                  <a:lnTo>
                    <a:pt x="24311" y="15047"/>
                  </a:lnTo>
                  <a:cubicBezTo>
                    <a:pt x="24250" y="14983"/>
                    <a:pt x="24192" y="14916"/>
                    <a:pt x="24138" y="14847"/>
                  </a:cubicBezTo>
                  <a:cubicBezTo>
                    <a:pt x="24093" y="14786"/>
                    <a:pt x="24047" y="14724"/>
                    <a:pt x="24006" y="14658"/>
                  </a:cubicBezTo>
                  <a:cubicBezTo>
                    <a:pt x="23977" y="14612"/>
                    <a:pt x="23945" y="14567"/>
                    <a:pt x="23920" y="14520"/>
                  </a:cubicBezTo>
                  <a:cubicBezTo>
                    <a:pt x="23893" y="14472"/>
                    <a:pt x="23863" y="14426"/>
                    <a:pt x="23839" y="14376"/>
                  </a:cubicBezTo>
                  <a:cubicBezTo>
                    <a:pt x="23811" y="14326"/>
                    <a:pt x="23785" y="14276"/>
                    <a:pt x="23762" y="14224"/>
                  </a:cubicBezTo>
                  <a:lnTo>
                    <a:pt x="23759" y="14219"/>
                  </a:lnTo>
                  <a:cubicBezTo>
                    <a:pt x="23741" y="14189"/>
                    <a:pt x="23727" y="14158"/>
                    <a:pt x="23715" y="14128"/>
                  </a:cubicBezTo>
                  <a:cubicBezTo>
                    <a:pt x="23686" y="14059"/>
                    <a:pt x="23654" y="13994"/>
                    <a:pt x="23628" y="13926"/>
                  </a:cubicBezTo>
                  <a:cubicBezTo>
                    <a:pt x="23584" y="13824"/>
                    <a:pt x="23542" y="13721"/>
                    <a:pt x="23501" y="13615"/>
                  </a:cubicBezTo>
                  <a:cubicBezTo>
                    <a:pt x="23469" y="13532"/>
                    <a:pt x="23440" y="13446"/>
                    <a:pt x="23410" y="13360"/>
                  </a:cubicBezTo>
                  <a:cubicBezTo>
                    <a:pt x="23373" y="13260"/>
                    <a:pt x="23340" y="13162"/>
                    <a:pt x="23308" y="13061"/>
                  </a:cubicBezTo>
                  <a:cubicBezTo>
                    <a:pt x="23280" y="12976"/>
                    <a:pt x="23262" y="12895"/>
                    <a:pt x="23244" y="12815"/>
                  </a:cubicBezTo>
                  <a:cubicBezTo>
                    <a:pt x="23238" y="12790"/>
                    <a:pt x="23231" y="12764"/>
                    <a:pt x="23225" y="12739"/>
                  </a:cubicBezTo>
                  <a:cubicBezTo>
                    <a:pt x="23225" y="12736"/>
                    <a:pt x="23224" y="12735"/>
                    <a:pt x="23222" y="12732"/>
                  </a:cubicBezTo>
                  <a:cubicBezTo>
                    <a:pt x="23218" y="12710"/>
                    <a:pt x="23211" y="12686"/>
                    <a:pt x="23203" y="12662"/>
                  </a:cubicBezTo>
                  <a:cubicBezTo>
                    <a:pt x="23195" y="12632"/>
                    <a:pt x="23186" y="12603"/>
                    <a:pt x="23177" y="12569"/>
                  </a:cubicBezTo>
                  <a:cubicBezTo>
                    <a:pt x="23123" y="12414"/>
                    <a:pt x="23099" y="12242"/>
                    <a:pt x="23065" y="12068"/>
                  </a:cubicBezTo>
                  <a:cubicBezTo>
                    <a:pt x="23054" y="12002"/>
                    <a:pt x="23041" y="11941"/>
                    <a:pt x="23027" y="11877"/>
                  </a:cubicBezTo>
                  <a:cubicBezTo>
                    <a:pt x="23025" y="11863"/>
                    <a:pt x="23022" y="11841"/>
                    <a:pt x="23020" y="11816"/>
                  </a:cubicBezTo>
                  <a:cubicBezTo>
                    <a:pt x="23019" y="11803"/>
                    <a:pt x="23017" y="11791"/>
                    <a:pt x="23019" y="11780"/>
                  </a:cubicBezTo>
                  <a:cubicBezTo>
                    <a:pt x="23014" y="11751"/>
                    <a:pt x="23014" y="11717"/>
                    <a:pt x="23019" y="11687"/>
                  </a:cubicBezTo>
                  <a:cubicBezTo>
                    <a:pt x="23019" y="11678"/>
                    <a:pt x="23019" y="11671"/>
                    <a:pt x="23020" y="11663"/>
                  </a:cubicBezTo>
                  <a:cubicBezTo>
                    <a:pt x="23022" y="11646"/>
                    <a:pt x="23025" y="11634"/>
                    <a:pt x="23025" y="11620"/>
                  </a:cubicBezTo>
                  <a:cubicBezTo>
                    <a:pt x="23026" y="11610"/>
                    <a:pt x="23027" y="11602"/>
                    <a:pt x="23032" y="11595"/>
                  </a:cubicBezTo>
                  <a:cubicBezTo>
                    <a:pt x="23033" y="11589"/>
                    <a:pt x="23035" y="11583"/>
                    <a:pt x="23036" y="11581"/>
                  </a:cubicBezTo>
                  <a:cubicBezTo>
                    <a:pt x="23036" y="11579"/>
                    <a:pt x="23039" y="11579"/>
                    <a:pt x="23039" y="11578"/>
                  </a:cubicBezTo>
                  <a:close/>
                  <a:moveTo>
                    <a:pt x="22792" y="13066"/>
                  </a:moveTo>
                  <a:cubicBezTo>
                    <a:pt x="22792" y="13091"/>
                    <a:pt x="22793" y="13114"/>
                    <a:pt x="22795" y="13139"/>
                  </a:cubicBezTo>
                  <a:cubicBezTo>
                    <a:pt x="22796" y="13155"/>
                    <a:pt x="22799" y="13171"/>
                    <a:pt x="22801" y="13186"/>
                  </a:cubicBezTo>
                  <a:cubicBezTo>
                    <a:pt x="22804" y="13209"/>
                    <a:pt x="22806" y="13234"/>
                    <a:pt x="22814" y="13257"/>
                  </a:cubicBezTo>
                  <a:cubicBezTo>
                    <a:pt x="22825" y="13317"/>
                    <a:pt x="22840" y="13373"/>
                    <a:pt x="22860" y="13430"/>
                  </a:cubicBezTo>
                  <a:cubicBezTo>
                    <a:pt x="22872" y="13459"/>
                    <a:pt x="22882" y="13490"/>
                    <a:pt x="22894" y="13517"/>
                  </a:cubicBezTo>
                  <a:cubicBezTo>
                    <a:pt x="22926" y="13600"/>
                    <a:pt x="22962" y="13677"/>
                    <a:pt x="22993" y="13751"/>
                  </a:cubicBezTo>
                  <a:cubicBezTo>
                    <a:pt x="23036" y="13859"/>
                    <a:pt x="23083" y="13964"/>
                    <a:pt x="23126" y="14065"/>
                  </a:cubicBezTo>
                  <a:cubicBezTo>
                    <a:pt x="23170" y="14169"/>
                    <a:pt x="23215" y="14270"/>
                    <a:pt x="23260" y="14372"/>
                  </a:cubicBezTo>
                  <a:cubicBezTo>
                    <a:pt x="23339" y="14549"/>
                    <a:pt x="23421" y="14724"/>
                    <a:pt x="23509" y="14895"/>
                  </a:cubicBezTo>
                  <a:cubicBezTo>
                    <a:pt x="23522" y="14922"/>
                    <a:pt x="23535" y="14945"/>
                    <a:pt x="23548" y="14971"/>
                  </a:cubicBezTo>
                  <a:cubicBezTo>
                    <a:pt x="23564" y="15003"/>
                    <a:pt x="23581" y="15038"/>
                    <a:pt x="23599" y="15070"/>
                  </a:cubicBezTo>
                  <a:cubicBezTo>
                    <a:pt x="23650" y="15172"/>
                    <a:pt x="23696" y="15276"/>
                    <a:pt x="23738" y="15375"/>
                  </a:cubicBezTo>
                  <a:cubicBezTo>
                    <a:pt x="23741" y="15387"/>
                    <a:pt x="23747" y="15397"/>
                    <a:pt x="23751" y="15409"/>
                  </a:cubicBezTo>
                  <a:cubicBezTo>
                    <a:pt x="23775" y="15468"/>
                    <a:pt x="23795" y="15526"/>
                    <a:pt x="23824" y="15577"/>
                  </a:cubicBezTo>
                  <a:cubicBezTo>
                    <a:pt x="23834" y="15593"/>
                    <a:pt x="23843" y="15608"/>
                    <a:pt x="23856" y="15621"/>
                  </a:cubicBezTo>
                  <a:lnTo>
                    <a:pt x="23856" y="15638"/>
                  </a:lnTo>
                  <a:lnTo>
                    <a:pt x="23856" y="15638"/>
                  </a:lnTo>
                  <a:cubicBezTo>
                    <a:pt x="23850" y="15633"/>
                    <a:pt x="23843" y="15628"/>
                    <a:pt x="23836" y="15622"/>
                  </a:cubicBezTo>
                  <a:cubicBezTo>
                    <a:pt x="23810" y="15604"/>
                    <a:pt x="23782" y="15579"/>
                    <a:pt x="23759" y="15550"/>
                  </a:cubicBezTo>
                  <a:lnTo>
                    <a:pt x="23759" y="15548"/>
                  </a:lnTo>
                  <a:cubicBezTo>
                    <a:pt x="23747" y="15538"/>
                    <a:pt x="23738" y="15528"/>
                    <a:pt x="23731" y="15516"/>
                  </a:cubicBezTo>
                  <a:cubicBezTo>
                    <a:pt x="23724" y="15509"/>
                    <a:pt x="23718" y="15499"/>
                    <a:pt x="23711" y="15490"/>
                  </a:cubicBezTo>
                  <a:cubicBezTo>
                    <a:pt x="23698" y="15476"/>
                    <a:pt x="23688" y="15460"/>
                    <a:pt x="23676" y="15444"/>
                  </a:cubicBezTo>
                  <a:cubicBezTo>
                    <a:pt x="23664" y="15423"/>
                    <a:pt x="23650" y="15403"/>
                    <a:pt x="23638" y="15383"/>
                  </a:cubicBezTo>
                  <a:cubicBezTo>
                    <a:pt x="23632" y="15374"/>
                    <a:pt x="23628" y="15367"/>
                    <a:pt x="23624" y="15359"/>
                  </a:cubicBezTo>
                  <a:cubicBezTo>
                    <a:pt x="23606" y="15330"/>
                    <a:pt x="23589" y="15301"/>
                    <a:pt x="23571" y="15273"/>
                  </a:cubicBezTo>
                  <a:cubicBezTo>
                    <a:pt x="23567" y="15266"/>
                    <a:pt x="23562" y="15259"/>
                    <a:pt x="23558" y="15252"/>
                  </a:cubicBezTo>
                  <a:cubicBezTo>
                    <a:pt x="23552" y="15241"/>
                    <a:pt x="23548" y="15233"/>
                    <a:pt x="23541" y="15225"/>
                  </a:cubicBezTo>
                  <a:cubicBezTo>
                    <a:pt x="23536" y="15218"/>
                    <a:pt x="23533" y="15212"/>
                    <a:pt x="23529" y="15205"/>
                  </a:cubicBezTo>
                  <a:cubicBezTo>
                    <a:pt x="23494" y="15153"/>
                    <a:pt x="23464" y="15099"/>
                    <a:pt x="23433" y="15045"/>
                  </a:cubicBezTo>
                  <a:cubicBezTo>
                    <a:pt x="23369" y="14936"/>
                    <a:pt x="23309" y="14823"/>
                    <a:pt x="23253" y="14706"/>
                  </a:cubicBezTo>
                  <a:cubicBezTo>
                    <a:pt x="23253" y="14706"/>
                    <a:pt x="23251" y="14706"/>
                    <a:pt x="23251" y="14705"/>
                  </a:cubicBezTo>
                  <a:cubicBezTo>
                    <a:pt x="23215" y="14631"/>
                    <a:pt x="23182" y="14557"/>
                    <a:pt x="23148" y="14484"/>
                  </a:cubicBezTo>
                  <a:cubicBezTo>
                    <a:pt x="23115" y="14407"/>
                    <a:pt x="23083" y="14333"/>
                    <a:pt x="23051" y="14254"/>
                  </a:cubicBezTo>
                  <a:cubicBezTo>
                    <a:pt x="23027" y="14195"/>
                    <a:pt x="23004" y="14137"/>
                    <a:pt x="22982" y="14077"/>
                  </a:cubicBezTo>
                  <a:cubicBezTo>
                    <a:pt x="22969" y="14042"/>
                    <a:pt x="22955" y="14007"/>
                    <a:pt x="22945" y="13972"/>
                  </a:cubicBezTo>
                  <a:cubicBezTo>
                    <a:pt x="22927" y="13929"/>
                    <a:pt x="22911" y="13885"/>
                    <a:pt x="22898" y="13840"/>
                  </a:cubicBezTo>
                  <a:cubicBezTo>
                    <a:pt x="22897" y="13837"/>
                    <a:pt x="22895" y="13837"/>
                    <a:pt x="22895" y="13833"/>
                  </a:cubicBezTo>
                  <a:cubicBezTo>
                    <a:pt x="22889" y="13817"/>
                    <a:pt x="22882" y="13798"/>
                    <a:pt x="22876" y="13782"/>
                  </a:cubicBezTo>
                  <a:cubicBezTo>
                    <a:pt x="22872" y="13764"/>
                    <a:pt x="22865" y="13745"/>
                    <a:pt x="22859" y="13725"/>
                  </a:cubicBezTo>
                  <a:cubicBezTo>
                    <a:pt x="22852" y="13706"/>
                    <a:pt x="22846" y="13689"/>
                    <a:pt x="22838" y="13670"/>
                  </a:cubicBezTo>
                  <a:cubicBezTo>
                    <a:pt x="22836" y="13651"/>
                    <a:pt x="22830" y="13633"/>
                    <a:pt x="22825" y="13616"/>
                  </a:cubicBezTo>
                  <a:cubicBezTo>
                    <a:pt x="22814" y="13570"/>
                    <a:pt x="22801" y="13522"/>
                    <a:pt x="22792" y="13474"/>
                  </a:cubicBezTo>
                  <a:cubicBezTo>
                    <a:pt x="22785" y="13440"/>
                    <a:pt x="22779" y="13408"/>
                    <a:pt x="22777" y="13375"/>
                  </a:cubicBezTo>
                  <a:cubicBezTo>
                    <a:pt x="22773" y="13350"/>
                    <a:pt x="22772" y="13325"/>
                    <a:pt x="22770" y="13302"/>
                  </a:cubicBezTo>
                  <a:lnTo>
                    <a:pt x="22770" y="13301"/>
                  </a:lnTo>
                  <a:cubicBezTo>
                    <a:pt x="22766" y="13257"/>
                    <a:pt x="22764" y="13200"/>
                    <a:pt x="22767" y="13151"/>
                  </a:cubicBezTo>
                  <a:cubicBezTo>
                    <a:pt x="22767" y="13148"/>
                    <a:pt x="22767" y="13144"/>
                    <a:pt x="22770" y="13139"/>
                  </a:cubicBezTo>
                  <a:cubicBezTo>
                    <a:pt x="22770" y="13126"/>
                    <a:pt x="22773" y="13114"/>
                    <a:pt x="22774" y="13104"/>
                  </a:cubicBezTo>
                  <a:cubicBezTo>
                    <a:pt x="22777" y="13096"/>
                    <a:pt x="22779" y="13088"/>
                    <a:pt x="22782" y="13082"/>
                  </a:cubicBezTo>
                  <a:cubicBezTo>
                    <a:pt x="22785" y="13077"/>
                    <a:pt x="22786" y="13069"/>
                    <a:pt x="22792" y="13066"/>
                  </a:cubicBezTo>
                  <a:close/>
                  <a:moveTo>
                    <a:pt x="27671" y="14924"/>
                  </a:moveTo>
                  <a:cubicBezTo>
                    <a:pt x="27685" y="14924"/>
                    <a:pt x="27698" y="14924"/>
                    <a:pt x="27710" y="14925"/>
                  </a:cubicBezTo>
                  <a:cubicBezTo>
                    <a:pt x="27747" y="14946"/>
                    <a:pt x="27815" y="14935"/>
                    <a:pt x="27860" y="14945"/>
                  </a:cubicBezTo>
                  <a:cubicBezTo>
                    <a:pt x="27956" y="14973"/>
                    <a:pt x="28070" y="15004"/>
                    <a:pt x="28148" y="15052"/>
                  </a:cubicBezTo>
                  <a:cubicBezTo>
                    <a:pt x="28272" y="15128"/>
                    <a:pt x="28388" y="15214"/>
                    <a:pt x="28501" y="15298"/>
                  </a:cubicBezTo>
                  <a:cubicBezTo>
                    <a:pt x="28610" y="15409"/>
                    <a:pt x="28722" y="15519"/>
                    <a:pt x="28831" y="15630"/>
                  </a:cubicBezTo>
                  <a:cubicBezTo>
                    <a:pt x="28904" y="15685"/>
                    <a:pt x="28988" y="15752"/>
                    <a:pt x="29048" y="15824"/>
                  </a:cubicBezTo>
                  <a:cubicBezTo>
                    <a:pt x="29064" y="15840"/>
                    <a:pt x="29077" y="15859"/>
                    <a:pt x="29090" y="15877"/>
                  </a:cubicBezTo>
                  <a:lnTo>
                    <a:pt x="29100" y="15877"/>
                  </a:lnTo>
                  <a:lnTo>
                    <a:pt x="29100" y="15888"/>
                  </a:lnTo>
                  <a:lnTo>
                    <a:pt x="29099" y="15888"/>
                  </a:lnTo>
                  <a:cubicBezTo>
                    <a:pt x="29064" y="15875"/>
                    <a:pt x="29034" y="15858"/>
                    <a:pt x="29003" y="15836"/>
                  </a:cubicBezTo>
                  <a:cubicBezTo>
                    <a:pt x="28986" y="15824"/>
                    <a:pt x="28968" y="15814"/>
                    <a:pt x="28952" y="15801"/>
                  </a:cubicBezTo>
                  <a:cubicBezTo>
                    <a:pt x="28895" y="15758"/>
                    <a:pt x="28843" y="15710"/>
                    <a:pt x="28791" y="15676"/>
                  </a:cubicBezTo>
                  <a:cubicBezTo>
                    <a:pt x="28669" y="15599"/>
                    <a:pt x="28539" y="15550"/>
                    <a:pt x="28416" y="15473"/>
                  </a:cubicBezTo>
                  <a:cubicBezTo>
                    <a:pt x="28247" y="15367"/>
                    <a:pt x="28102" y="15230"/>
                    <a:pt x="27892" y="15163"/>
                  </a:cubicBezTo>
                  <a:cubicBezTo>
                    <a:pt x="27873" y="15157"/>
                    <a:pt x="27854" y="15150"/>
                    <a:pt x="27834" y="15147"/>
                  </a:cubicBezTo>
                  <a:cubicBezTo>
                    <a:pt x="27802" y="15141"/>
                    <a:pt x="27772" y="15135"/>
                    <a:pt x="27737" y="15134"/>
                  </a:cubicBezTo>
                  <a:cubicBezTo>
                    <a:pt x="27706" y="15131"/>
                    <a:pt x="27674" y="15131"/>
                    <a:pt x="27644" y="15131"/>
                  </a:cubicBezTo>
                  <a:lnTo>
                    <a:pt x="27638" y="15131"/>
                  </a:lnTo>
                  <a:cubicBezTo>
                    <a:pt x="27565" y="15132"/>
                    <a:pt x="27491" y="15137"/>
                    <a:pt x="27418" y="15137"/>
                  </a:cubicBezTo>
                  <a:cubicBezTo>
                    <a:pt x="27388" y="15137"/>
                    <a:pt x="27359" y="15136"/>
                    <a:pt x="27330" y="15134"/>
                  </a:cubicBezTo>
                  <a:cubicBezTo>
                    <a:pt x="27325" y="15134"/>
                    <a:pt x="27320" y="15134"/>
                    <a:pt x="27315" y="15134"/>
                  </a:cubicBezTo>
                  <a:cubicBezTo>
                    <a:pt x="27304" y="15134"/>
                    <a:pt x="27292" y="15133"/>
                    <a:pt x="27282" y="15132"/>
                  </a:cubicBezTo>
                  <a:cubicBezTo>
                    <a:pt x="27250" y="15131"/>
                    <a:pt x="27219" y="15125"/>
                    <a:pt x="27187" y="15119"/>
                  </a:cubicBezTo>
                  <a:cubicBezTo>
                    <a:pt x="27178" y="15116"/>
                    <a:pt x="27168" y="15116"/>
                    <a:pt x="27161" y="15116"/>
                  </a:cubicBezTo>
                  <a:cubicBezTo>
                    <a:pt x="27148" y="15114"/>
                    <a:pt x="27136" y="15112"/>
                    <a:pt x="27125" y="15112"/>
                  </a:cubicBezTo>
                  <a:cubicBezTo>
                    <a:pt x="27113" y="15111"/>
                    <a:pt x="27104" y="15111"/>
                    <a:pt x="27093" y="15111"/>
                  </a:cubicBezTo>
                  <a:cubicBezTo>
                    <a:pt x="27090" y="15111"/>
                    <a:pt x="27090" y="15111"/>
                    <a:pt x="27085" y="15109"/>
                  </a:cubicBezTo>
                  <a:cubicBezTo>
                    <a:pt x="27083" y="15110"/>
                    <a:pt x="27081" y="15110"/>
                    <a:pt x="27079" y="15110"/>
                  </a:cubicBezTo>
                  <a:cubicBezTo>
                    <a:pt x="27073" y="15110"/>
                    <a:pt x="27067" y="15108"/>
                    <a:pt x="27061" y="15106"/>
                  </a:cubicBezTo>
                  <a:cubicBezTo>
                    <a:pt x="27052" y="15106"/>
                    <a:pt x="27045" y="15103"/>
                    <a:pt x="27037" y="15102"/>
                  </a:cubicBezTo>
                  <a:cubicBezTo>
                    <a:pt x="27031" y="15099"/>
                    <a:pt x="27026" y="15098"/>
                    <a:pt x="27023" y="15096"/>
                  </a:cubicBezTo>
                  <a:cubicBezTo>
                    <a:pt x="27017" y="15092"/>
                    <a:pt x="27011" y="15090"/>
                    <a:pt x="27008" y="15087"/>
                  </a:cubicBezTo>
                  <a:cubicBezTo>
                    <a:pt x="26975" y="15074"/>
                    <a:pt x="26968" y="15060"/>
                    <a:pt x="26944" y="15044"/>
                  </a:cubicBezTo>
                  <a:lnTo>
                    <a:pt x="26943" y="15044"/>
                  </a:lnTo>
                  <a:lnTo>
                    <a:pt x="26943" y="15023"/>
                  </a:lnTo>
                  <a:lnTo>
                    <a:pt x="26944" y="15023"/>
                  </a:lnTo>
                  <a:cubicBezTo>
                    <a:pt x="26983" y="15007"/>
                    <a:pt x="27029" y="14994"/>
                    <a:pt x="27081" y="14983"/>
                  </a:cubicBezTo>
                  <a:cubicBezTo>
                    <a:pt x="27090" y="14980"/>
                    <a:pt x="27098" y="14980"/>
                    <a:pt x="27107" y="14978"/>
                  </a:cubicBezTo>
                  <a:cubicBezTo>
                    <a:pt x="27151" y="14967"/>
                    <a:pt x="27200" y="14959"/>
                    <a:pt x="27250" y="14954"/>
                  </a:cubicBezTo>
                  <a:cubicBezTo>
                    <a:pt x="27273" y="14951"/>
                    <a:pt x="27299" y="14946"/>
                    <a:pt x="27324" y="14945"/>
                  </a:cubicBezTo>
                  <a:cubicBezTo>
                    <a:pt x="27350" y="14942"/>
                    <a:pt x="27376" y="14939"/>
                    <a:pt x="27399" y="14938"/>
                  </a:cubicBezTo>
                  <a:cubicBezTo>
                    <a:pt x="27411" y="14936"/>
                    <a:pt x="27421" y="14935"/>
                    <a:pt x="27433" y="14935"/>
                  </a:cubicBezTo>
                  <a:cubicBezTo>
                    <a:pt x="27440" y="14932"/>
                    <a:pt x="27449" y="14932"/>
                    <a:pt x="27456" y="14930"/>
                  </a:cubicBezTo>
                  <a:cubicBezTo>
                    <a:pt x="27457" y="14931"/>
                    <a:pt x="27459" y="14931"/>
                    <a:pt x="27460" y="14931"/>
                  </a:cubicBezTo>
                  <a:cubicBezTo>
                    <a:pt x="27462" y="14931"/>
                    <a:pt x="27463" y="14930"/>
                    <a:pt x="27466" y="14930"/>
                  </a:cubicBezTo>
                  <a:cubicBezTo>
                    <a:pt x="27497" y="14929"/>
                    <a:pt x="27527" y="14927"/>
                    <a:pt x="27558" y="14927"/>
                  </a:cubicBezTo>
                  <a:cubicBezTo>
                    <a:pt x="27597" y="14925"/>
                    <a:pt x="27635" y="14924"/>
                    <a:pt x="27671" y="14924"/>
                  </a:cubicBezTo>
                  <a:close/>
                  <a:moveTo>
                    <a:pt x="16358" y="15913"/>
                  </a:moveTo>
                  <a:cubicBezTo>
                    <a:pt x="16369" y="15913"/>
                    <a:pt x="16369" y="15931"/>
                    <a:pt x="16358" y="15931"/>
                  </a:cubicBezTo>
                  <a:cubicBezTo>
                    <a:pt x="16348" y="15931"/>
                    <a:pt x="16348" y="15913"/>
                    <a:pt x="16358" y="15913"/>
                  </a:cubicBezTo>
                  <a:close/>
                  <a:moveTo>
                    <a:pt x="22663" y="14618"/>
                  </a:moveTo>
                  <a:cubicBezTo>
                    <a:pt x="22674" y="14631"/>
                    <a:pt x="22683" y="14647"/>
                    <a:pt x="22687" y="14666"/>
                  </a:cubicBezTo>
                  <a:cubicBezTo>
                    <a:pt x="22693" y="14676"/>
                    <a:pt x="22697" y="14688"/>
                    <a:pt x="22700" y="14698"/>
                  </a:cubicBezTo>
                  <a:cubicBezTo>
                    <a:pt x="22709" y="14725"/>
                    <a:pt x="22716" y="14754"/>
                    <a:pt x="22728" y="14778"/>
                  </a:cubicBezTo>
                  <a:cubicBezTo>
                    <a:pt x="22731" y="14785"/>
                    <a:pt x="22735" y="14792"/>
                    <a:pt x="22740" y="14798"/>
                  </a:cubicBezTo>
                  <a:cubicBezTo>
                    <a:pt x="22756" y="14821"/>
                    <a:pt x="22767" y="14847"/>
                    <a:pt x="22782" y="14872"/>
                  </a:cubicBezTo>
                  <a:cubicBezTo>
                    <a:pt x="22796" y="14898"/>
                    <a:pt x="22809" y="14923"/>
                    <a:pt x="22822" y="14949"/>
                  </a:cubicBezTo>
                  <a:cubicBezTo>
                    <a:pt x="22837" y="14974"/>
                    <a:pt x="22849" y="15002"/>
                    <a:pt x="22860" y="15026"/>
                  </a:cubicBezTo>
                  <a:cubicBezTo>
                    <a:pt x="22873" y="15054"/>
                    <a:pt x="22883" y="15080"/>
                    <a:pt x="22897" y="15105"/>
                  </a:cubicBezTo>
                  <a:cubicBezTo>
                    <a:pt x="22899" y="15116"/>
                    <a:pt x="22905" y="15125"/>
                    <a:pt x="22910" y="15138"/>
                  </a:cubicBezTo>
                  <a:cubicBezTo>
                    <a:pt x="22913" y="15148"/>
                    <a:pt x="22920" y="15160"/>
                    <a:pt x="22921" y="15170"/>
                  </a:cubicBezTo>
                  <a:cubicBezTo>
                    <a:pt x="22931" y="15191"/>
                    <a:pt x="22940" y="15211"/>
                    <a:pt x="22946" y="15230"/>
                  </a:cubicBezTo>
                  <a:cubicBezTo>
                    <a:pt x="22958" y="15262"/>
                    <a:pt x="22971" y="15292"/>
                    <a:pt x="22982" y="15323"/>
                  </a:cubicBezTo>
                  <a:cubicBezTo>
                    <a:pt x="23007" y="15388"/>
                    <a:pt x="23029" y="15454"/>
                    <a:pt x="23051" y="15519"/>
                  </a:cubicBezTo>
                  <a:cubicBezTo>
                    <a:pt x="23078" y="15605"/>
                    <a:pt x="23107" y="15692"/>
                    <a:pt x="23135" y="15779"/>
                  </a:cubicBezTo>
                  <a:cubicBezTo>
                    <a:pt x="23167" y="15881"/>
                    <a:pt x="23240" y="16152"/>
                    <a:pt x="23158" y="16243"/>
                  </a:cubicBezTo>
                  <a:lnTo>
                    <a:pt x="23158" y="16262"/>
                  </a:lnTo>
                  <a:lnTo>
                    <a:pt x="23126" y="16262"/>
                  </a:lnTo>
                  <a:cubicBezTo>
                    <a:pt x="23119" y="16149"/>
                    <a:pt x="23073" y="16044"/>
                    <a:pt x="23035" y="15945"/>
                  </a:cubicBezTo>
                  <a:cubicBezTo>
                    <a:pt x="23026" y="15928"/>
                    <a:pt x="23020" y="15910"/>
                    <a:pt x="23014" y="15894"/>
                  </a:cubicBezTo>
                  <a:cubicBezTo>
                    <a:pt x="23010" y="15877"/>
                    <a:pt x="23003" y="15861"/>
                    <a:pt x="22997" y="15845"/>
                  </a:cubicBezTo>
                  <a:cubicBezTo>
                    <a:pt x="22971" y="15768"/>
                    <a:pt x="22952" y="15695"/>
                    <a:pt x="22931" y="15621"/>
                  </a:cubicBezTo>
                  <a:cubicBezTo>
                    <a:pt x="22918" y="15574"/>
                    <a:pt x="22908" y="15526"/>
                    <a:pt x="22895" y="15478"/>
                  </a:cubicBezTo>
                  <a:cubicBezTo>
                    <a:pt x="22894" y="15468"/>
                    <a:pt x="22891" y="15460"/>
                    <a:pt x="22888" y="15448"/>
                  </a:cubicBezTo>
                  <a:cubicBezTo>
                    <a:pt x="22857" y="15316"/>
                    <a:pt x="22824" y="15186"/>
                    <a:pt x="22780" y="15054"/>
                  </a:cubicBezTo>
                  <a:cubicBezTo>
                    <a:pt x="22764" y="15004"/>
                    <a:pt x="22744" y="14954"/>
                    <a:pt x="22726" y="14901"/>
                  </a:cubicBezTo>
                  <a:cubicBezTo>
                    <a:pt x="22721" y="14884"/>
                    <a:pt x="22713" y="14865"/>
                    <a:pt x="22708" y="14849"/>
                  </a:cubicBezTo>
                  <a:cubicBezTo>
                    <a:pt x="22700" y="14830"/>
                    <a:pt x="22694" y="14813"/>
                    <a:pt x="22692" y="14792"/>
                  </a:cubicBezTo>
                  <a:cubicBezTo>
                    <a:pt x="22687" y="14779"/>
                    <a:pt x="22684" y="14765"/>
                    <a:pt x="22680" y="14753"/>
                  </a:cubicBezTo>
                  <a:cubicBezTo>
                    <a:pt x="22677" y="14740"/>
                    <a:pt x="22674" y="14725"/>
                    <a:pt x="22673" y="14712"/>
                  </a:cubicBezTo>
                  <a:cubicBezTo>
                    <a:pt x="22667" y="14682"/>
                    <a:pt x="22663" y="14651"/>
                    <a:pt x="22663" y="14618"/>
                  </a:cubicBezTo>
                  <a:close/>
                  <a:moveTo>
                    <a:pt x="22305" y="15143"/>
                  </a:moveTo>
                  <a:cubicBezTo>
                    <a:pt x="22378" y="15295"/>
                    <a:pt x="22453" y="15445"/>
                    <a:pt x="22508" y="15612"/>
                  </a:cubicBezTo>
                  <a:cubicBezTo>
                    <a:pt x="22519" y="15647"/>
                    <a:pt x="22527" y="15679"/>
                    <a:pt x="22535" y="15710"/>
                  </a:cubicBezTo>
                  <a:cubicBezTo>
                    <a:pt x="22542" y="15743"/>
                    <a:pt x="22548" y="15775"/>
                    <a:pt x="22553" y="15809"/>
                  </a:cubicBezTo>
                  <a:cubicBezTo>
                    <a:pt x="22559" y="15840"/>
                    <a:pt x="22567" y="15875"/>
                    <a:pt x="22571" y="15909"/>
                  </a:cubicBezTo>
                  <a:cubicBezTo>
                    <a:pt x="22578" y="15941"/>
                    <a:pt x="22585" y="15976"/>
                    <a:pt x="22596" y="16008"/>
                  </a:cubicBezTo>
                  <a:cubicBezTo>
                    <a:pt x="22628" y="16141"/>
                    <a:pt x="22664" y="16330"/>
                    <a:pt x="22625" y="16477"/>
                  </a:cubicBezTo>
                  <a:cubicBezTo>
                    <a:pt x="22622" y="16477"/>
                    <a:pt x="22620" y="16479"/>
                    <a:pt x="22620" y="16479"/>
                  </a:cubicBezTo>
                  <a:cubicBezTo>
                    <a:pt x="22617" y="16480"/>
                    <a:pt x="22617" y="16483"/>
                    <a:pt x="22615" y="16483"/>
                  </a:cubicBezTo>
                  <a:cubicBezTo>
                    <a:pt x="22613" y="16483"/>
                    <a:pt x="22612" y="16483"/>
                    <a:pt x="22612" y="16485"/>
                  </a:cubicBezTo>
                  <a:cubicBezTo>
                    <a:pt x="22610" y="16485"/>
                    <a:pt x="22607" y="16486"/>
                    <a:pt x="22604" y="16490"/>
                  </a:cubicBezTo>
                  <a:cubicBezTo>
                    <a:pt x="22591" y="16487"/>
                    <a:pt x="22578" y="16486"/>
                    <a:pt x="22568" y="16479"/>
                  </a:cubicBezTo>
                  <a:cubicBezTo>
                    <a:pt x="22556" y="16476"/>
                    <a:pt x="22548" y="16466"/>
                    <a:pt x="22540" y="16458"/>
                  </a:cubicBezTo>
                  <a:cubicBezTo>
                    <a:pt x="22535" y="16454"/>
                    <a:pt x="22527" y="16447"/>
                    <a:pt x="22526" y="16439"/>
                  </a:cubicBezTo>
                  <a:cubicBezTo>
                    <a:pt x="22523" y="16432"/>
                    <a:pt x="22517" y="16425"/>
                    <a:pt x="22513" y="16418"/>
                  </a:cubicBezTo>
                  <a:cubicBezTo>
                    <a:pt x="22510" y="16408"/>
                    <a:pt x="22508" y="16397"/>
                    <a:pt x="22504" y="16390"/>
                  </a:cubicBezTo>
                  <a:cubicBezTo>
                    <a:pt x="22497" y="16362"/>
                    <a:pt x="22491" y="16332"/>
                    <a:pt x="22487" y="16303"/>
                  </a:cubicBezTo>
                  <a:cubicBezTo>
                    <a:pt x="22484" y="16296"/>
                    <a:pt x="22482" y="16290"/>
                    <a:pt x="22482" y="16282"/>
                  </a:cubicBezTo>
                  <a:cubicBezTo>
                    <a:pt x="22481" y="16269"/>
                    <a:pt x="22476" y="16258"/>
                    <a:pt x="22473" y="16246"/>
                  </a:cubicBezTo>
                  <a:cubicBezTo>
                    <a:pt x="22458" y="16194"/>
                    <a:pt x="22446" y="16137"/>
                    <a:pt x="22433" y="16076"/>
                  </a:cubicBezTo>
                  <a:cubicBezTo>
                    <a:pt x="22431" y="16070"/>
                    <a:pt x="22431" y="16063"/>
                    <a:pt x="22430" y="16057"/>
                  </a:cubicBezTo>
                  <a:cubicBezTo>
                    <a:pt x="22424" y="16022"/>
                    <a:pt x="22418" y="15989"/>
                    <a:pt x="22414" y="15950"/>
                  </a:cubicBezTo>
                  <a:cubicBezTo>
                    <a:pt x="22407" y="15913"/>
                    <a:pt x="22401" y="15880"/>
                    <a:pt x="22396" y="15843"/>
                  </a:cubicBezTo>
                  <a:cubicBezTo>
                    <a:pt x="22380" y="15734"/>
                    <a:pt x="22366" y="15621"/>
                    <a:pt x="22344" y="15519"/>
                  </a:cubicBezTo>
                  <a:cubicBezTo>
                    <a:pt x="22337" y="15484"/>
                    <a:pt x="22330" y="15452"/>
                    <a:pt x="22322" y="15422"/>
                  </a:cubicBezTo>
                  <a:cubicBezTo>
                    <a:pt x="22321" y="15416"/>
                    <a:pt x="22319" y="15409"/>
                    <a:pt x="22319" y="15401"/>
                  </a:cubicBezTo>
                  <a:cubicBezTo>
                    <a:pt x="22314" y="15380"/>
                    <a:pt x="22308" y="15349"/>
                    <a:pt x="22305" y="15320"/>
                  </a:cubicBezTo>
                  <a:cubicBezTo>
                    <a:pt x="22302" y="15308"/>
                    <a:pt x="22300" y="15300"/>
                    <a:pt x="22300" y="15288"/>
                  </a:cubicBezTo>
                  <a:cubicBezTo>
                    <a:pt x="22295" y="15250"/>
                    <a:pt x="22293" y="15212"/>
                    <a:pt x="22295" y="15183"/>
                  </a:cubicBezTo>
                  <a:cubicBezTo>
                    <a:pt x="22298" y="15164"/>
                    <a:pt x="22299" y="15153"/>
                    <a:pt x="22305" y="15143"/>
                  </a:cubicBezTo>
                  <a:close/>
                  <a:moveTo>
                    <a:pt x="16748" y="15816"/>
                  </a:moveTo>
                  <a:cubicBezTo>
                    <a:pt x="16784" y="15843"/>
                    <a:pt x="16838" y="15843"/>
                    <a:pt x="16876" y="15868"/>
                  </a:cubicBezTo>
                  <a:cubicBezTo>
                    <a:pt x="16891" y="15880"/>
                    <a:pt x="16904" y="15888"/>
                    <a:pt x="16918" y="15903"/>
                  </a:cubicBezTo>
                  <a:cubicBezTo>
                    <a:pt x="16921" y="15903"/>
                    <a:pt x="16922" y="15906"/>
                    <a:pt x="16925" y="15909"/>
                  </a:cubicBezTo>
                  <a:cubicBezTo>
                    <a:pt x="16937" y="15919"/>
                    <a:pt x="16952" y="15932"/>
                    <a:pt x="16963" y="15945"/>
                  </a:cubicBezTo>
                  <a:cubicBezTo>
                    <a:pt x="16970" y="15954"/>
                    <a:pt x="16979" y="15963"/>
                    <a:pt x="16986" y="15971"/>
                  </a:cubicBezTo>
                  <a:cubicBezTo>
                    <a:pt x="16994" y="15982"/>
                    <a:pt x="17002" y="15992"/>
                    <a:pt x="17010" y="16003"/>
                  </a:cubicBezTo>
                  <a:cubicBezTo>
                    <a:pt x="17049" y="16056"/>
                    <a:pt x="17080" y="16117"/>
                    <a:pt x="17101" y="16179"/>
                  </a:cubicBezTo>
                  <a:cubicBezTo>
                    <a:pt x="17191" y="16461"/>
                    <a:pt x="16981" y="16837"/>
                    <a:pt x="16699" y="16837"/>
                  </a:cubicBezTo>
                  <a:cubicBezTo>
                    <a:pt x="16676" y="16837"/>
                    <a:pt x="16653" y="16834"/>
                    <a:pt x="16629" y="16829"/>
                  </a:cubicBezTo>
                  <a:cubicBezTo>
                    <a:pt x="16440" y="16787"/>
                    <a:pt x="16293" y="16694"/>
                    <a:pt x="16223" y="16530"/>
                  </a:cubicBezTo>
                  <a:cubicBezTo>
                    <a:pt x="16069" y="16168"/>
                    <a:pt x="16306" y="15858"/>
                    <a:pt x="16661" y="15819"/>
                  </a:cubicBezTo>
                  <a:cubicBezTo>
                    <a:pt x="16688" y="15816"/>
                    <a:pt x="16719" y="15816"/>
                    <a:pt x="16748" y="15816"/>
                  </a:cubicBezTo>
                  <a:close/>
                  <a:moveTo>
                    <a:pt x="29336" y="16833"/>
                  </a:moveTo>
                  <a:lnTo>
                    <a:pt x="29336" y="16851"/>
                  </a:lnTo>
                  <a:lnTo>
                    <a:pt x="29324" y="16851"/>
                  </a:lnTo>
                  <a:cubicBezTo>
                    <a:pt x="29330" y="16837"/>
                    <a:pt x="29328" y="16842"/>
                    <a:pt x="29334" y="16835"/>
                  </a:cubicBezTo>
                  <a:lnTo>
                    <a:pt x="29334" y="16833"/>
                  </a:lnTo>
                  <a:close/>
                  <a:moveTo>
                    <a:pt x="29324" y="16852"/>
                  </a:moveTo>
                  <a:cubicBezTo>
                    <a:pt x="29321" y="17162"/>
                    <a:pt x="29276" y="17486"/>
                    <a:pt x="29176" y="17716"/>
                  </a:cubicBezTo>
                  <a:cubicBezTo>
                    <a:pt x="29148" y="17780"/>
                    <a:pt x="29095" y="17831"/>
                    <a:pt x="29060" y="17888"/>
                  </a:cubicBezTo>
                  <a:lnTo>
                    <a:pt x="29047" y="17888"/>
                  </a:lnTo>
                  <a:cubicBezTo>
                    <a:pt x="29051" y="17853"/>
                    <a:pt x="29054" y="17818"/>
                    <a:pt x="29060" y="17786"/>
                  </a:cubicBezTo>
                  <a:cubicBezTo>
                    <a:pt x="29068" y="17719"/>
                    <a:pt x="29081" y="17653"/>
                    <a:pt x="29097" y="17590"/>
                  </a:cubicBezTo>
                  <a:cubicBezTo>
                    <a:pt x="29113" y="17526"/>
                    <a:pt x="29132" y="17462"/>
                    <a:pt x="29150" y="17401"/>
                  </a:cubicBezTo>
                  <a:cubicBezTo>
                    <a:pt x="29160" y="17370"/>
                    <a:pt x="29170" y="17341"/>
                    <a:pt x="29177" y="17309"/>
                  </a:cubicBezTo>
                  <a:lnTo>
                    <a:pt x="29179" y="17307"/>
                  </a:lnTo>
                  <a:cubicBezTo>
                    <a:pt x="29183" y="17293"/>
                    <a:pt x="29189" y="17278"/>
                    <a:pt x="29193" y="17264"/>
                  </a:cubicBezTo>
                  <a:cubicBezTo>
                    <a:pt x="29207" y="17220"/>
                    <a:pt x="29221" y="17175"/>
                    <a:pt x="29237" y="17132"/>
                  </a:cubicBezTo>
                  <a:cubicBezTo>
                    <a:pt x="29244" y="17110"/>
                    <a:pt x="29250" y="17084"/>
                    <a:pt x="29257" y="17059"/>
                  </a:cubicBezTo>
                  <a:cubicBezTo>
                    <a:pt x="29263" y="17021"/>
                    <a:pt x="29270" y="16982"/>
                    <a:pt x="29279" y="16945"/>
                  </a:cubicBezTo>
                  <a:cubicBezTo>
                    <a:pt x="29286" y="16927"/>
                    <a:pt x="29292" y="16902"/>
                    <a:pt x="29302" y="16886"/>
                  </a:cubicBezTo>
                  <a:cubicBezTo>
                    <a:pt x="29308" y="16873"/>
                    <a:pt x="29316" y="16864"/>
                    <a:pt x="29323" y="16855"/>
                  </a:cubicBezTo>
                  <a:cubicBezTo>
                    <a:pt x="29323" y="16854"/>
                    <a:pt x="29324" y="16853"/>
                    <a:pt x="29324" y="16852"/>
                  </a:cubicBezTo>
                  <a:close/>
                  <a:moveTo>
                    <a:pt x="28808" y="16679"/>
                  </a:moveTo>
                  <a:cubicBezTo>
                    <a:pt x="28813" y="16717"/>
                    <a:pt x="28811" y="16756"/>
                    <a:pt x="28808" y="16797"/>
                  </a:cubicBezTo>
                  <a:cubicBezTo>
                    <a:pt x="28807" y="16836"/>
                    <a:pt x="28805" y="16876"/>
                    <a:pt x="28802" y="16913"/>
                  </a:cubicBezTo>
                  <a:cubicBezTo>
                    <a:pt x="28801" y="16948"/>
                    <a:pt x="28799" y="16980"/>
                    <a:pt x="28797" y="17014"/>
                  </a:cubicBezTo>
                  <a:cubicBezTo>
                    <a:pt x="28791" y="17089"/>
                    <a:pt x="28781" y="17162"/>
                    <a:pt x="28769" y="17236"/>
                  </a:cubicBezTo>
                  <a:cubicBezTo>
                    <a:pt x="28765" y="17257"/>
                    <a:pt x="28763" y="17280"/>
                    <a:pt x="28757" y="17300"/>
                  </a:cubicBezTo>
                  <a:cubicBezTo>
                    <a:pt x="28751" y="17338"/>
                    <a:pt x="28744" y="17377"/>
                    <a:pt x="28737" y="17415"/>
                  </a:cubicBezTo>
                  <a:cubicBezTo>
                    <a:pt x="28727" y="17466"/>
                    <a:pt x="28718" y="17515"/>
                    <a:pt x="28703" y="17563"/>
                  </a:cubicBezTo>
                  <a:cubicBezTo>
                    <a:pt x="28703" y="17568"/>
                    <a:pt x="28701" y="17568"/>
                    <a:pt x="28701" y="17571"/>
                  </a:cubicBezTo>
                  <a:cubicBezTo>
                    <a:pt x="28689" y="17619"/>
                    <a:pt x="28676" y="17664"/>
                    <a:pt x="28661" y="17709"/>
                  </a:cubicBezTo>
                  <a:cubicBezTo>
                    <a:pt x="28618" y="17851"/>
                    <a:pt x="28562" y="17984"/>
                    <a:pt x="28500" y="18100"/>
                  </a:cubicBezTo>
                  <a:cubicBezTo>
                    <a:pt x="28488" y="18120"/>
                    <a:pt x="28480" y="18141"/>
                    <a:pt x="28466" y="18159"/>
                  </a:cubicBezTo>
                  <a:cubicBezTo>
                    <a:pt x="28443" y="18199"/>
                    <a:pt x="28420" y="18237"/>
                    <a:pt x="28394" y="18271"/>
                  </a:cubicBezTo>
                  <a:cubicBezTo>
                    <a:pt x="28387" y="18280"/>
                    <a:pt x="28379" y="18289"/>
                    <a:pt x="28371" y="18298"/>
                  </a:cubicBezTo>
                  <a:cubicBezTo>
                    <a:pt x="28363" y="18308"/>
                    <a:pt x="28355" y="18316"/>
                    <a:pt x="28343" y="18324"/>
                  </a:cubicBezTo>
                  <a:cubicBezTo>
                    <a:pt x="28307" y="18354"/>
                    <a:pt x="28264" y="18380"/>
                    <a:pt x="28225" y="18407"/>
                  </a:cubicBezTo>
                  <a:cubicBezTo>
                    <a:pt x="28205" y="18421"/>
                    <a:pt x="28187" y="18436"/>
                    <a:pt x="28168" y="18453"/>
                  </a:cubicBezTo>
                  <a:lnTo>
                    <a:pt x="28148" y="18453"/>
                  </a:lnTo>
                  <a:cubicBezTo>
                    <a:pt x="28177" y="18410"/>
                    <a:pt x="28205" y="18366"/>
                    <a:pt x="28232" y="18319"/>
                  </a:cubicBezTo>
                  <a:cubicBezTo>
                    <a:pt x="28253" y="18283"/>
                    <a:pt x="28272" y="18251"/>
                    <a:pt x="28291" y="18213"/>
                  </a:cubicBezTo>
                  <a:cubicBezTo>
                    <a:pt x="28304" y="18187"/>
                    <a:pt x="28318" y="18162"/>
                    <a:pt x="28328" y="18136"/>
                  </a:cubicBezTo>
                  <a:cubicBezTo>
                    <a:pt x="28372" y="18049"/>
                    <a:pt x="28410" y="17959"/>
                    <a:pt x="28446" y="17866"/>
                  </a:cubicBezTo>
                  <a:cubicBezTo>
                    <a:pt x="28466" y="17813"/>
                    <a:pt x="28488" y="17763"/>
                    <a:pt x="28507" y="17709"/>
                  </a:cubicBezTo>
                  <a:cubicBezTo>
                    <a:pt x="28533" y="17629"/>
                    <a:pt x="28562" y="17549"/>
                    <a:pt x="28590" y="17467"/>
                  </a:cubicBezTo>
                  <a:cubicBezTo>
                    <a:pt x="28618" y="17386"/>
                    <a:pt x="28642" y="17306"/>
                    <a:pt x="28670" y="17226"/>
                  </a:cubicBezTo>
                  <a:cubicBezTo>
                    <a:pt x="28676" y="17210"/>
                    <a:pt x="28682" y="17193"/>
                    <a:pt x="28686" y="17175"/>
                  </a:cubicBezTo>
                  <a:cubicBezTo>
                    <a:pt x="28692" y="17155"/>
                    <a:pt x="28699" y="17137"/>
                    <a:pt x="28703" y="17114"/>
                  </a:cubicBezTo>
                  <a:cubicBezTo>
                    <a:pt x="28706" y="17102"/>
                    <a:pt x="28706" y="17091"/>
                    <a:pt x="28711" y="17081"/>
                  </a:cubicBezTo>
                  <a:lnTo>
                    <a:pt x="28727" y="17020"/>
                  </a:lnTo>
                  <a:cubicBezTo>
                    <a:pt x="28735" y="16986"/>
                    <a:pt x="28743" y="16951"/>
                    <a:pt x="28751" y="16918"/>
                  </a:cubicBezTo>
                  <a:cubicBezTo>
                    <a:pt x="28759" y="16884"/>
                    <a:pt x="28766" y="16851"/>
                    <a:pt x="28778" y="16819"/>
                  </a:cubicBezTo>
                  <a:cubicBezTo>
                    <a:pt x="28781" y="16809"/>
                    <a:pt x="28781" y="16800"/>
                    <a:pt x="28783" y="16791"/>
                  </a:cubicBezTo>
                  <a:cubicBezTo>
                    <a:pt x="28785" y="16780"/>
                    <a:pt x="28786" y="16771"/>
                    <a:pt x="28786" y="16762"/>
                  </a:cubicBezTo>
                  <a:cubicBezTo>
                    <a:pt x="28788" y="16751"/>
                    <a:pt x="28791" y="16743"/>
                    <a:pt x="28791" y="16735"/>
                  </a:cubicBezTo>
                  <a:cubicBezTo>
                    <a:pt x="28791" y="16732"/>
                    <a:pt x="28791" y="16726"/>
                    <a:pt x="28792" y="16723"/>
                  </a:cubicBezTo>
                  <a:cubicBezTo>
                    <a:pt x="28794" y="16719"/>
                    <a:pt x="28794" y="16714"/>
                    <a:pt x="28795" y="16710"/>
                  </a:cubicBezTo>
                  <a:cubicBezTo>
                    <a:pt x="28799" y="16698"/>
                    <a:pt x="28802" y="16690"/>
                    <a:pt x="28808" y="16679"/>
                  </a:cubicBezTo>
                  <a:close/>
                  <a:moveTo>
                    <a:pt x="24932" y="18606"/>
                  </a:moveTo>
                  <a:lnTo>
                    <a:pt x="24932" y="18625"/>
                  </a:lnTo>
                  <a:lnTo>
                    <a:pt x="24922" y="18625"/>
                  </a:lnTo>
                  <a:cubicBezTo>
                    <a:pt x="24923" y="18622"/>
                    <a:pt x="24925" y="18617"/>
                    <a:pt x="24925" y="18615"/>
                  </a:cubicBezTo>
                  <a:cubicBezTo>
                    <a:pt x="24926" y="18610"/>
                    <a:pt x="24925" y="18610"/>
                    <a:pt x="24926" y="18609"/>
                  </a:cubicBezTo>
                  <a:lnTo>
                    <a:pt x="24928" y="18609"/>
                  </a:lnTo>
                  <a:cubicBezTo>
                    <a:pt x="24928" y="18607"/>
                    <a:pt x="24931" y="18607"/>
                    <a:pt x="24932" y="18606"/>
                  </a:cubicBezTo>
                  <a:close/>
                  <a:moveTo>
                    <a:pt x="25157" y="19020"/>
                  </a:moveTo>
                  <a:lnTo>
                    <a:pt x="25157" y="19042"/>
                  </a:lnTo>
                  <a:lnTo>
                    <a:pt x="25147" y="19042"/>
                  </a:lnTo>
                  <a:cubicBezTo>
                    <a:pt x="25154" y="19022"/>
                    <a:pt x="25149" y="19030"/>
                    <a:pt x="25157" y="19020"/>
                  </a:cubicBezTo>
                  <a:close/>
                  <a:moveTo>
                    <a:pt x="28106" y="17017"/>
                  </a:moveTo>
                  <a:cubicBezTo>
                    <a:pt x="28107" y="17023"/>
                    <a:pt x="28107" y="17023"/>
                    <a:pt x="28107" y="17024"/>
                  </a:cubicBezTo>
                  <a:cubicBezTo>
                    <a:pt x="28107" y="17123"/>
                    <a:pt x="28103" y="17214"/>
                    <a:pt x="28094" y="17306"/>
                  </a:cubicBezTo>
                  <a:cubicBezTo>
                    <a:pt x="28093" y="17335"/>
                    <a:pt x="28091" y="17366"/>
                    <a:pt x="28087" y="17395"/>
                  </a:cubicBezTo>
                  <a:cubicBezTo>
                    <a:pt x="28087" y="17402"/>
                    <a:pt x="28087" y="17409"/>
                    <a:pt x="28086" y="17417"/>
                  </a:cubicBezTo>
                  <a:cubicBezTo>
                    <a:pt x="28086" y="17422"/>
                    <a:pt x="28086" y="17430"/>
                    <a:pt x="28084" y="17435"/>
                  </a:cubicBezTo>
                  <a:cubicBezTo>
                    <a:pt x="28080" y="17469"/>
                    <a:pt x="28077" y="17504"/>
                    <a:pt x="28071" y="17534"/>
                  </a:cubicBezTo>
                  <a:cubicBezTo>
                    <a:pt x="28067" y="17578"/>
                    <a:pt x="28059" y="17619"/>
                    <a:pt x="28052" y="17661"/>
                  </a:cubicBezTo>
                  <a:cubicBezTo>
                    <a:pt x="28049" y="17687"/>
                    <a:pt x="28043" y="17716"/>
                    <a:pt x="28038" y="17744"/>
                  </a:cubicBezTo>
                  <a:cubicBezTo>
                    <a:pt x="28029" y="17789"/>
                    <a:pt x="28020" y="17837"/>
                    <a:pt x="28011" y="17880"/>
                  </a:cubicBezTo>
                  <a:cubicBezTo>
                    <a:pt x="27997" y="17949"/>
                    <a:pt x="27979" y="18013"/>
                    <a:pt x="27961" y="18078"/>
                  </a:cubicBezTo>
                  <a:cubicBezTo>
                    <a:pt x="27942" y="18143"/>
                    <a:pt x="27924" y="18207"/>
                    <a:pt x="27902" y="18271"/>
                  </a:cubicBezTo>
                  <a:cubicBezTo>
                    <a:pt x="27883" y="18324"/>
                    <a:pt x="27867" y="18376"/>
                    <a:pt x="27851" y="18427"/>
                  </a:cubicBezTo>
                  <a:cubicBezTo>
                    <a:pt x="27838" y="18465"/>
                    <a:pt x="27827" y="18504"/>
                    <a:pt x="27815" y="18540"/>
                  </a:cubicBezTo>
                  <a:cubicBezTo>
                    <a:pt x="27809" y="18559"/>
                    <a:pt x="27802" y="18580"/>
                    <a:pt x="27795" y="18600"/>
                  </a:cubicBezTo>
                  <a:cubicBezTo>
                    <a:pt x="27769" y="18664"/>
                    <a:pt x="27742" y="18725"/>
                    <a:pt x="27709" y="18783"/>
                  </a:cubicBezTo>
                  <a:cubicBezTo>
                    <a:pt x="27696" y="18805"/>
                    <a:pt x="27684" y="18827"/>
                    <a:pt x="27670" y="18847"/>
                  </a:cubicBezTo>
                  <a:cubicBezTo>
                    <a:pt x="27665" y="18853"/>
                    <a:pt x="27660" y="18859"/>
                    <a:pt x="27657" y="18863"/>
                  </a:cubicBezTo>
                  <a:cubicBezTo>
                    <a:pt x="27644" y="18879"/>
                    <a:pt x="27630" y="18892"/>
                    <a:pt x="27616" y="18907"/>
                  </a:cubicBezTo>
                  <a:cubicBezTo>
                    <a:pt x="27601" y="18920"/>
                    <a:pt x="27585" y="18933"/>
                    <a:pt x="27569" y="18943"/>
                  </a:cubicBezTo>
                  <a:cubicBezTo>
                    <a:pt x="27526" y="18979"/>
                    <a:pt x="27476" y="19009"/>
                    <a:pt x="27434" y="19051"/>
                  </a:cubicBezTo>
                  <a:lnTo>
                    <a:pt x="27402" y="19051"/>
                  </a:lnTo>
                  <a:lnTo>
                    <a:pt x="27402" y="19039"/>
                  </a:lnTo>
                  <a:lnTo>
                    <a:pt x="27404" y="19039"/>
                  </a:lnTo>
                  <a:cubicBezTo>
                    <a:pt x="27423" y="19029"/>
                    <a:pt x="27437" y="19017"/>
                    <a:pt x="27452" y="19003"/>
                  </a:cubicBezTo>
                  <a:lnTo>
                    <a:pt x="27459" y="18995"/>
                  </a:lnTo>
                  <a:cubicBezTo>
                    <a:pt x="27462" y="18994"/>
                    <a:pt x="27462" y="18993"/>
                    <a:pt x="27463" y="18988"/>
                  </a:cubicBezTo>
                  <a:cubicBezTo>
                    <a:pt x="27469" y="18985"/>
                    <a:pt x="27475" y="18978"/>
                    <a:pt x="27476" y="18972"/>
                  </a:cubicBezTo>
                  <a:cubicBezTo>
                    <a:pt x="27485" y="18962"/>
                    <a:pt x="27492" y="18950"/>
                    <a:pt x="27500" y="18937"/>
                  </a:cubicBezTo>
                  <a:cubicBezTo>
                    <a:pt x="27507" y="18926"/>
                    <a:pt x="27514" y="18911"/>
                    <a:pt x="27520" y="18898"/>
                  </a:cubicBezTo>
                  <a:cubicBezTo>
                    <a:pt x="27524" y="18894"/>
                    <a:pt x="27524" y="18894"/>
                    <a:pt x="27524" y="18891"/>
                  </a:cubicBezTo>
                  <a:cubicBezTo>
                    <a:pt x="27536" y="18865"/>
                    <a:pt x="27546" y="18838"/>
                    <a:pt x="27556" y="18811"/>
                  </a:cubicBezTo>
                  <a:cubicBezTo>
                    <a:pt x="27569" y="18782"/>
                    <a:pt x="27578" y="18750"/>
                    <a:pt x="27587" y="18718"/>
                  </a:cubicBezTo>
                  <a:cubicBezTo>
                    <a:pt x="27600" y="18680"/>
                    <a:pt x="27612" y="18639"/>
                    <a:pt x="27623" y="18601"/>
                  </a:cubicBezTo>
                  <a:lnTo>
                    <a:pt x="27645" y="18536"/>
                  </a:lnTo>
                  <a:cubicBezTo>
                    <a:pt x="27692" y="18414"/>
                    <a:pt x="27735" y="18289"/>
                    <a:pt x="27774" y="18159"/>
                  </a:cubicBezTo>
                  <a:cubicBezTo>
                    <a:pt x="27795" y="18097"/>
                    <a:pt x="27815" y="18032"/>
                    <a:pt x="27834" y="17966"/>
                  </a:cubicBezTo>
                  <a:cubicBezTo>
                    <a:pt x="27840" y="17946"/>
                    <a:pt x="27847" y="17922"/>
                    <a:pt x="27854" y="17901"/>
                  </a:cubicBezTo>
                  <a:cubicBezTo>
                    <a:pt x="27867" y="17857"/>
                    <a:pt x="27882" y="17813"/>
                    <a:pt x="27897" y="17770"/>
                  </a:cubicBezTo>
                  <a:cubicBezTo>
                    <a:pt x="27910" y="17726"/>
                    <a:pt x="27924" y="17683"/>
                    <a:pt x="27936" y="17639"/>
                  </a:cubicBezTo>
                  <a:cubicBezTo>
                    <a:pt x="27949" y="17595"/>
                    <a:pt x="27963" y="17553"/>
                    <a:pt x="27977" y="17510"/>
                  </a:cubicBezTo>
                  <a:cubicBezTo>
                    <a:pt x="27978" y="17504"/>
                    <a:pt x="27979" y="17495"/>
                    <a:pt x="27982" y="17489"/>
                  </a:cubicBezTo>
                  <a:cubicBezTo>
                    <a:pt x="27991" y="17459"/>
                    <a:pt x="27998" y="17424"/>
                    <a:pt x="28006" y="17389"/>
                  </a:cubicBezTo>
                  <a:cubicBezTo>
                    <a:pt x="28007" y="17387"/>
                    <a:pt x="28007" y="17387"/>
                    <a:pt x="28006" y="17386"/>
                  </a:cubicBezTo>
                  <a:cubicBezTo>
                    <a:pt x="28013" y="17353"/>
                    <a:pt x="28019" y="17319"/>
                    <a:pt x="28026" y="17286"/>
                  </a:cubicBezTo>
                  <a:cubicBezTo>
                    <a:pt x="28038" y="17213"/>
                    <a:pt x="28052" y="17140"/>
                    <a:pt x="28074" y="17082"/>
                  </a:cubicBezTo>
                  <a:cubicBezTo>
                    <a:pt x="28080" y="17062"/>
                    <a:pt x="28087" y="17046"/>
                    <a:pt x="28099" y="17031"/>
                  </a:cubicBezTo>
                  <a:cubicBezTo>
                    <a:pt x="28100" y="17028"/>
                    <a:pt x="28102" y="17021"/>
                    <a:pt x="28106" y="17017"/>
                  </a:cubicBezTo>
                  <a:close/>
                  <a:moveTo>
                    <a:pt x="27244" y="18018"/>
                  </a:moveTo>
                  <a:lnTo>
                    <a:pt x="27244" y="18018"/>
                  </a:lnTo>
                  <a:cubicBezTo>
                    <a:pt x="27215" y="18119"/>
                    <a:pt x="27190" y="18221"/>
                    <a:pt x="27158" y="18319"/>
                  </a:cubicBezTo>
                  <a:cubicBezTo>
                    <a:pt x="27142" y="18376"/>
                    <a:pt x="27125" y="18431"/>
                    <a:pt x="27106" y="18485"/>
                  </a:cubicBezTo>
                  <a:cubicBezTo>
                    <a:pt x="27103" y="18501"/>
                    <a:pt x="27095" y="18520"/>
                    <a:pt x="27088" y="18536"/>
                  </a:cubicBezTo>
                  <a:cubicBezTo>
                    <a:pt x="27084" y="18552"/>
                    <a:pt x="27077" y="18569"/>
                    <a:pt x="27069" y="18585"/>
                  </a:cubicBezTo>
                  <a:cubicBezTo>
                    <a:pt x="27059" y="18620"/>
                    <a:pt x="27046" y="18651"/>
                    <a:pt x="27031" y="18683"/>
                  </a:cubicBezTo>
                  <a:cubicBezTo>
                    <a:pt x="27026" y="18703"/>
                    <a:pt x="27017" y="18724"/>
                    <a:pt x="27008" y="18744"/>
                  </a:cubicBezTo>
                  <a:cubicBezTo>
                    <a:pt x="27002" y="18756"/>
                    <a:pt x="26995" y="18770"/>
                    <a:pt x="26988" y="18783"/>
                  </a:cubicBezTo>
                  <a:cubicBezTo>
                    <a:pt x="26927" y="18894"/>
                    <a:pt x="26828" y="19013"/>
                    <a:pt x="26793" y="19118"/>
                  </a:cubicBezTo>
                  <a:lnTo>
                    <a:pt x="26783" y="19118"/>
                  </a:lnTo>
                  <a:cubicBezTo>
                    <a:pt x="26744" y="19046"/>
                    <a:pt x="26748" y="18945"/>
                    <a:pt x="26783" y="18862"/>
                  </a:cubicBezTo>
                  <a:cubicBezTo>
                    <a:pt x="26799" y="18824"/>
                    <a:pt x="26816" y="18785"/>
                    <a:pt x="26835" y="18745"/>
                  </a:cubicBezTo>
                  <a:cubicBezTo>
                    <a:pt x="26850" y="18716"/>
                    <a:pt x="26864" y="18686"/>
                    <a:pt x="26880" y="18658"/>
                  </a:cubicBezTo>
                  <a:cubicBezTo>
                    <a:pt x="26902" y="18613"/>
                    <a:pt x="26928" y="18567"/>
                    <a:pt x="26953" y="18523"/>
                  </a:cubicBezTo>
                  <a:cubicBezTo>
                    <a:pt x="26976" y="18479"/>
                    <a:pt x="27002" y="18434"/>
                    <a:pt x="27026" y="18391"/>
                  </a:cubicBezTo>
                  <a:cubicBezTo>
                    <a:pt x="27039" y="18370"/>
                    <a:pt x="27047" y="18347"/>
                    <a:pt x="27061" y="18327"/>
                  </a:cubicBezTo>
                  <a:cubicBezTo>
                    <a:pt x="27081" y="18287"/>
                    <a:pt x="27100" y="18244"/>
                    <a:pt x="27120" y="18202"/>
                  </a:cubicBezTo>
                  <a:cubicBezTo>
                    <a:pt x="27133" y="18174"/>
                    <a:pt x="27146" y="18145"/>
                    <a:pt x="27162" y="18120"/>
                  </a:cubicBezTo>
                  <a:cubicBezTo>
                    <a:pt x="27184" y="18079"/>
                    <a:pt x="27212" y="18043"/>
                    <a:pt x="27244" y="18018"/>
                  </a:cubicBezTo>
                  <a:close/>
                  <a:moveTo>
                    <a:pt x="24781" y="19307"/>
                  </a:moveTo>
                  <a:lnTo>
                    <a:pt x="24781" y="19330"/>
                  </a:lnTo>
                  <a:lnTo>
                    <a:pt x="24772" y="19330"/>
                  </a:lnTo>
                  <a:lnTo>
                    <a:pt x="24772" y="19328"/>
                  </a:lnTo>
                  <a:lnTo>
                    <a:pt x="24771" y="19328"/>
                  </a:lnTo>
                  <a:cubicBezTo>
                    <a:pt x="24774" y="19321"/>
                    <a:pt x="24774" y="19318"/>
                    <a:pt x="24774" y="19315"/>
                  </a:cubicBezTo>
                  <a:lnTo>
                    <a:pt x="24776" y="19315"/>
                  </a:lnTo>
                  <a:cubicBezTo>
                    <a:pt x="24776" y="19314"/>
                    <a:pt x="24776" y="19314"/>
                    <a:pt x="24778" y="19312"/>
                  </a:cubicBezTo>
                  <a:cubicBezTo>
                    <a:pt x="24779" y="19311"/>
                    <a:pt x="24779" y="19308"/>
                    <a:pt x="24781" y="19307"/>
                  </a:cubicBezTo>
                  <a:close/>
                  <a:moveTo>
                    <a:pt x="24794" y="19333"/>
                  </a:moveTo>
                  <a:lnTo>
                    <a:pt x="24794" y="19333"/>
                  </a:lnTo>
                  <a:cubicBezTo>
                    <a:pt x="24813" y="19403"/>
                    <a:pt x="24830" y="19472"/>
                    <a:pt x="24843" y="19539"/>
                  </a:cubicBezTo>
                  <a:cubicBezTo>
                    <a:pt x="24859" y="19625"/>
                    <a:pt x="24874" y="19711"/>
                    <a:pt x="24880" y="19799"/>
                  </a:cubicBezTo>
                  <a:cubicBezTo>
                    <a:pt x="24881" y="19821"/>
                    <a:pt x="24883" y="19843"/>
                    <a:pt x="24883" y="19866"/>
                  </a:cubicBezTo>
                  <a:cubicBezTo>
                    <a:pt x="24883" y="19900"/>
                    <a:pt x="24883" y="19936"/>
                    <a:pt x="24880" y="19972"/>
                  </a:cubicBezTo>
                  <a:cubicBezTo>
                    <a:pt x="24880" y="19977"/>
                    <a:pt x="24880" y="19984"/>
                    <a:pt x="24878" y="19990"/>
                  </a:cubicBezTo>
                  <a:cubicBezTo>
                    <a:pt x="24875" y="20020"/>
                    <a:pt x="24872" y="20054"/>
                    <a:pt x="24867" y="20089"/>
                  </a:cubicBezTo>
                  <a:cubicBezTo>
                    <a:pt x="24865" y="20084"/>
                    <a:pt x="24864" y="20081"/>
                    <a:pt x="24861" y="20076"/>
                  </a:cubicBezTo>
                  <a:cubicBezTo>
                    <a:pt x="24858" y="20064"/>
                    <a:pt x="24852" y="20048"/>
                    <a:pt x="24849" y="20031"/>
                  </a:cubicBezTo>
                  <a:cubicBezTo>
                    <a:pt x="24845" y="20018"/>
                    <a:pt x="24843" y="20003"/>
                    <a:pt x="24842" y="19987"/>
                  </a:cubicBezTo>
                  <a:cubicBezTo>
                    <a:pt x="24838" y="19965"/>
                    <a:pt x="24835" y="19939"/>
                    <a:pt x="24830" y="19911"/>
                  </a:cubicBezTo>
                  <a:cubicBezTo>
                    <a:pt x="24827" y="19865"/>
                    <a:pt x="24820" y="19813"/>
                    <a:pt x="24817" y="19762"/>
                  </a:cubicBezTo>
                  <a:cubicBezTo>
                    <a:pt x="24814" y="19734"/>
                    <a:pt x="24814" y="19705"/>
                    <a:pt x="24813" y="19677"/>
                  </a:cubicBezTo>
                  <a:cubicBezTo>
                    <a:pt x="24813" y="19674"/>
                    <a:pt x="24810" y="19670"/>
                    <a:pt x="24810" y="19667"/>
                  </a:cubicBezTo>
                  <a:cubicBezTo>
                    <a:pt x="24810" y="19657"/>
                    <a:pt x="24810" y="19647"/>
                    <a:pt x="24808" y="19640"/>
                  </a:cubicBezTo>
                  <a:cubicBezTo>
                    <a:pt x="24807" y="19603"/>
                    <a:pt x="24806" y="19570"/>
                    <a:pt x="24806" y="19546"/>
                  </a:cubicBezTo>
                  <a:cubicBezTo>
                    <a:pt x="24806" y="19538"/>
                    <a:pt x="24803" y="19529"/>
                    <a:pt x="24803" y="19523"/>
                  </a:cubicBezTo>
                  <a:cubicBezTo>
                    <a:pt x="24803" y="19512"/>
                    <a:pt x="24801" y="19501"/>
                    <a:pt x="24800" y="19488"/>
                  </a:cubicBezTo>
                  <a:cubicBezTo>
                    <a:pt x="24791" y="19435"/>
                    <a:pt x="24771" y="19369"/>
                    <a:pt x="24794" y="19333"/>
                  </a:cubicBezTo>
                  <a:close/>
                  <a:moveTo>
                    <a:pt x="24474" y="19250"/>
                  </a:moveTo>
                  <a:cubicBezTo>
                    <a:pt x="24478" y="19285"/>
                    <a:pt x="24486" y="19318"/>
                    <a:pt x="24493" y="19350"/>
                  </a:cubicBezTo>
                  <a:cubicBezTo>
                    <a:pt x="24502" y="19388"/>
                    <a:pt x="24512" y="19427"/>
                    <a:pt x="24522" y="19464"/>
                  </a:cubicBezTo>
                  <a:cubicBezTo>
                    <a:pt x="24541" y="19536"/>
                    <a:pt x="24566" y="19606"/>
                    <a:pt x="24582" y="19676"/>
                  </a:cubicBezTo>
                  <a:cubicBezTo>
                    <a:pt x="24585" y="19695"/>
                    <a:pt x="24592" y="19721"/>
                    <a:pt x="24595" y="19749"/>
                  </a:cubicBezTo>
                  <a:cubicBezTo>
                    <a:pt x="24598" y="19767"/>
                    <a:pt x="24599" y="19788"/>
                    <a:pt x="24602" y="19813"/>
                  </a:cubicBezTo>
                  <a:cubicBezTo>
                    <a:pt x="24603" y="19829"/>
                    <a:pt x="24605" y="19846"/>
                    <a:pt x="24605" y="19865"/>
                  </a:cubicBezTo>
                  <a:cubicBezTo>
                    <a:pt x="24606" y="19882"/>
                    <a:pt x="24609" y="19901"/>
                    <a:pt x="24609" y="19919"/>
                  </a:cubicBezTo>
                  <a:cubicBezTo>
                    <a:pt x="24611" y="19938"/>
                    <a:pt x="24611" y="19955"/>
                    <a:pt x="24611" y="19975"/>
                  </a:cubicBezTo>
                  <a:cubicBezTo>
                    <a:pt x="24612" y="20009"/>
                    <a:pt x="24612" y="20048"/>
                    <a:pt x="24611" y="20086"/>
                  </a:cubicBezTo>
                  <a:cubicBezTo>
                    <a:pt x="24611" y="20106"/>
                    <a:pt x="24611" y="20125"/>
                    <a:pt x="24609" y="20144"/>
                  </a:cubicBezTo>
                  <a:cubicBezTo>
                    <a:pt x="24605" y="20221"/>
                    <a:pt x="24598" y="20294"/>
                    <a:pt x="24589" y="20353"/>
                  </a:cubicBezTo>
                  <a:cubicBezTo>
                    <a:pt x="24585" y="20381"/>
                    <a:pt x="24577" y="20409"/>
                    <a:pt x="24570" y="20430"/>
                  </a:cubicBezTo>
                  <a:lnTo>
                    <a:pt x="24569" y="20432"/>
                  </a:lnTo>
                  <a:cubicBezTo>
                    <a:pt x="24545" y="20507"/>
                    <a:pt x="24500" y="20571"/>
                    <a:pt x="24461" y="20633"/>
                  </a:cubicBezTo>
                  <a:cubicBezTo>
                    <a:pt x="24458" y="20637"/>
                    <a:pt x="24457" y="20640"/>
                    <a:pt x="24451" y="20644"/>
                  </a:cubicBezTo>
                  <a:lnTo>
                    <a:pt x="24439" y="20644"/>
                  </a:lnTo>
                  <a:cubicBezTo>
                    <a:pt x="24452" y="20526"/>
                    <a:pt x="24460" y="20404"/>
                    <a:pt x="24465" y="20281"/>
                  </a:cubicBezTo>
                  <a:cubicBezTo>
                    <a:pt x="24465" y="20265"/>
                    <a:pt x="24467" y="20250"/>
                    <a:pt x="24467" y="20233"/>
                  </a:cubicBezTo>
                  <a:cubicBezTo>
                    <a:pt x="24468" y="20180"/>
                    <a:pt x="24471" y="20128"/>
                    <a:pt x="24471" y="20076"/>
                  </a:cubicBezTo>
                  <a:cubicBezTo>
                    <a:pt x="24473" y="20022"/>
                    <a:pt x="24473" y="19970"/>
                    <a:pt x="24473" y="19917"/>
                  </a:cubicBezTo>
                  <a:lnTo>
                    <a:pt x="24473" y="19632"/>
                  </a:lnTo>
                  <a:cubicBezTo>
                    <a:pt x="24471" y="19619"/>
                    <a:pt x="24471" y="19606"/>
                    <a:pt x="24471" y="19594"/>
                  </a:cubicBezTo>
                  <a:cubicBezTo>
                    <a:pt x="24468" y="19584"/>
                    <a:pt x="24468" y="19576"/>
                    <a:pt x="24468" y="19567"/>
                  </a:cubicBezTo>
                  <a:cubicBezTo>
                    <a:pt x="24467" y="19532"/>
                    <a:pt x="24465" y="19494"/>
                    <a:pt x="24464" y="19458"/>
                  </a:cubicBezTo>
                  <a:cubicBezTo>
                    <a:pt x="24461" y="19443"/>
                    <a:pt x="24461" y="19429"/>
                    <a:pt x="24461" y="19414"/>
                  </a:cubicBezTo>
                  <a:cubicBezTo>
                    <a:pt x="24460" y="19384"/>
                    <a:pt x="24460" y="19355"/>
                    <a:pt x="24461" y="19328"/>
                  </a:cubicBezTo>
                  <a:cubicBezTo>
                    <a:pt x="24460" y="19327"/>
                    <a:pt x="24460" y="19325"/>
                    <a:pt x="24461" y="19323"/>
                  </a:cubicBezTo>
                  <a:cubicBezTo>
                    <a:pt x="24461" y="19308"/>
                    <a:pt x="24464" y="19293"/>
                    <a:pt x="24465" y="19283"/>
                  </a:cubicBezTo>
                  <a:cubicBezTo>
                    <a:pt x="24465" y="19270"/>
                    <a:pt x="24468" y="19256"/>
                    <a:pt x="24473" y="19250"/>
                  </a:cubicBezTo>
                  <a:lnTo>
                    <a:pt x="24473" y="19254"/>
                  </a:lnTo>
                  <a:cubicBezTo>
                    <a:pt x="24473" y="19253"/>
                    <a:pt x="24474" y="19253"/>
                    <a:pt x="24474" y="19250"/>
                  </a:cubicBezTo>
                  <a:close/>
                  <a:moveTo>
                    <a:pt x="13948" y="20859"/>
                  </a:moveTo>
                  <a:cubicBezTo>
                    <a:pt x="14023" y="20987"/>
                    <a:pt x="14055" y="21147"/>
                    <a:pt x="14119" y="21297"/>
                  </a:cubicBezTo>
                  <a:cubicBezTo>
                    <a:pt x="14202" y="21493"/>
                    <a:pt x="14304" y="21697"/>
                    <a:pt x="14385" y="21895"/>
                  </a:cubicBezTo>
                  <a:cubicBezTo>
                    <a:pt x="14399" y="21928"/>
                    <a:pt x="14410" y="21961"/>
                    <a:pt x="14419" y="21996"/>
                  </a:cubicBezTo>
                  <a:cubicBezTo>
                    <a:pt x="14433" y="22052"/>
                    <a:pt x="14446" y="22105"/>
                    <a:pt x="14461" y="22161"/>
                  </a:cubicBezTo>
                  <a:cubicBezTo>
                    <a:pt x="14464" y="22165"/>
                    <a:pt x="14464" y="22172"/>
                    <a:pt x="14468" y="22179"/>
                  </a:cubicBezTo>
                  <a:cubicBezTo>
                    <a:pt x="14483" y="22223"/>
                    <a:pt x="14500" y="22265"/>
                    <a:pt x="14526" y="22300"/>
                  </a:cubicBezTo>
                  <a:lnTo>
                    <a:pt x="14526" y="22331"/>
                  </a:lnTo>
                  <a:cubicBezTo>
                    <a:pt x="14522" y="22328"/>
                    <a:pt x="14519" y="22325"/>
                    <a:pt x="14515" y="22322"/>
                  </a:cubicBezTo>
                  <a:cubicBezTo>
                    <a:pt x="14509" y="22318"/>
                    <a:pt x="14502" y="22312"/>
                    <a:pt x="14499" y="22307"/>
                  </a:cubicBezTo>
                  <a:cubicBezTo>
                    <a:pt x="14493" y="22303"/>
                    <a:pt x="14487" y="22297"/>
                    <a:pt x="14484" y="22293"/>
                  </a:cubicBezTo>
                  <a:cubicBezTo>
                    <a:pt x="14464" y="22271"/>
                    <a:pt x="14448" y="22245"/>
                    <a:pt x="14432" y="22217"/>
                  </a:cubicBezTo>
                  <a:lnTo>
                    <a:pt x="14410" y="22179"/>
                  </a:lnTo>
                  <a:cubicBezTo>
                    <a:pt x="14403" y="22165"/>
                    <a:pt x="14396" y="22149"/>
                    <a:pt x="14388" y="22134"/>
                  </a:cubicBezTo>
                  <a:cubicBezTo>
                    <a:pt x="14381" y="22120"/>
                    <a:pt x="14374" y="22107"/>
                    <a:pt x="14368" y="22091"/>
                  </a:cubicBezTo>
                  <a:cubicBezTo>
                    <a:pt x="14353" y="22063"/>
                    <a:pt x="14340" y="22034"/>
                    <a:pt x="14324" y="22011"/>
                  </a:cubicBezTo>
                  <a:cubicBezTo>
                    <a:pt x="14240" y="21874"/>
                    <a:pt x="14164" y="21721"/>
                    <a:pt x="14099" y="21560"/>
                  </a:cubicBezTo>
                  <a:cubicBezTo>
                    <a:pt x="14058" y="21464"/>
                    <a:pt x="14022" y="21364"/>
                    <a:pt x="13991" y="21264"/>
                  </a:cubicBezTo>
                  <a:cubicBezTo>
                    <a:pt x="13989" y="21250"/>
                    <a:pt x="13983" y="21232"/>
                    <a:pt x="13978" y="21205"/>
                  </a:cubicBezTo>
                  <a:cubicBezTo>
                    <a:pt x="13955" y="21115"/>
                    <a:pt x="13927" y="20954"/>
                    <a:pt x="13939" y="20884"/>
                  </a:cubicBezTo>
                  <a:cubicBezTo>
                    <a:pt x="13941" y="20874"/>
                    <a:pt x="13942" y="20864"/>
                    <a:pt x="13948" y="20859"/>
                  </a:cubicBezTo>
                  <a:close/>
                  <a:moveTo>
                    <a:pt x="14534" y="22335"/>
                  </a:moveTo>
                  <a:lnTo>
                    <a:pt x="14534" y="22354"/>
                  </a:lnTo>
                  <a:lnTo>
                    <a:pt x="14522" y="22354"/>
                  </a:lnTo>
                  <a:cubicBezTo>
                    <a:pt x="14529" y="22336"/>
                    <a:pt x="14524" y="22344"/>
                    <a:pt x="14534" y="22335"/>
                  </a:cubicBezTo>
                  <a:close/>
                  <a:moveTo>
                    <a:pt x="12676" y="22880"/>
                  </a:moveTo>
                  <a:lnTo>
                    <a:pt x="12676" y="22911"/>
                  </a:lnTo>
                  <a:lnTo>
                    <a:pt x="12663" y="22911"/>
                  </a:lnTo>
                  <a:cubicBezTo>
                    <a:pt x="12668" y="22889"/>
                    <a:pt x="12667" y="22889"/>
                    <a:pt x="12676" y="22880"/>
                  </a:cubicBezTo>
                  <a:close/>
                  <a:moveTo>
                    <a:pt x="13467" y="20999"/>
                  </a:moveTo>
                  <a:cubicBezTo>
                    <a:pt x="13484" y="21172"/>
                    <a:pt x="13576" y="21339"/>
                    <a:pt x="13626" y="21492"/>
                  </a:cubicBezTo>
                  <a:cubicBezTo>
                    <a:pt x="13654" y="21572"/>
                    <a:pt x="13679" y="21649"/>
                    <a:pt x="13705" y="21727"/>
                  </a:cubicBezTo>
                  <a:cubicBezTo>
                    <a:pt x="13756" y="21879"/>
                    <a:pt x="13807" y="22030"/>
                    <a:pt x="13855" y="22182"/>
                  </a:cubicBezTo>
                  <a:cubicBezTo>
                    <a:pt x="13881" y="22255"/>
                    <a:pt x="13904" y="22328"/>
                    <a:pt x="13927" y="22400"/>
                  </a:cubicBezTo>
                  <a:lnTo>
                    <a:pt x="13930" y="22400"/>
                  </a:lnTo>
                  <a:cubicBezTo>
                    <a:pt x="13932" y="22405"/>
                    <a:pt x="13933" y="22412"/>
                    <a:pt x="13935" y="22419"/>
                  </a:cubicBezTo>
                  <a:lnTo>
                    <a:pt x="13935" y="22421"/>
                  </a:lnTo>
                  <a:cubicBezTo>
                    <a:pt x="13959" y="22491"/>
                    <a:pt x="13975" y="22556"/>
                    <a:pt x="13990" y="22623"/>
                  </a:cubicBezTo>
                  <a:cubicBezTo>
                    <a:pt x="13996" y="22651"/>
                    <a:pt x="14003" y="22681"/>
                    <a:pt x="14010" y="22710"/>
                  </a:cubicBezTo>
                  <a:cubicBezTo>
                    <a:pt x="14012" y="22720"/>
                    <a:pt x="14013" y="22729"/>
                    <a:pt x="14018" y="22738"/>
                  </a:cubicBezTo>
                  <a:lnTo>
                    <a:pt x="14028" y="22781"/>
                  </a:lnTo>
                  <a:cubicBezTo>
                    <a:pt x="14032" y="22796"/>
                    <a:pt x="14036" y="22810"/>
                    <a:pt x="14042" y="22826"/>
                  </a:cubicBezTo>
                  <a:cubicBezTo>
                    <a:pt x="14055" y="22863"/>
                    <a:pt x="14063" y="22898"/>
                    <a:pt x="14071" y="22935"/>
                  </a:cubicBezTo>
                  <a:cubicBezTo>
                    <a:pt x="14087" y="23002"/>
                    <a:pt x="14099" y="23071"/>
                    <a:pt x="14115" y="23142"/>
                  </a:cubicBezTo>
                  <a:cubicBezTo>
                    <a:pt x="14124" y="23186"/>
                    <a:pt x="14134" y="23229"/>
                    <a:pt x="14143" y="23274"/>
                  </a:cubicBezTo>
                  <a:cubicBezTo>
                    <a:pt x="14146" y="23296"/>
                    <a:pt x="14153" y="23318"/>
                    <a:pt x="14159" y="23341"/>
                  </a:cubicBezTo>
                  <a:cubicBezTo>
                    <a:pt x="14163" y="23361"/>
                    <a:pt x="14170" y="23383"/>
                    <a:pt x="14175" y="23404"/>
                  </a:cubicBezTo>
                  <a:cubicBezTo>
                    <a:pt x="14180" y="23423"/>
                    <a:pt x="14188" y="23447"/>
                    <a:pt x="14194" y="23469"/>
                  </a:cubicBezTo>
                  <a:cubicBezTo>
                    <a:pt x="14196" y="23487"/>
                    <a:pt x="14202" y="23505"/>
                    <a:pt x="14204" y="23521"/>
                  </a:cubicBezTo>
                  <a:cubicBezTo>
                    <a:pt x="14208" y="23534"/>
                    <a:pt x="14208" y="23549"/>
                    <a:pt x="14210" y="23561"/>
                  </a:cubicBezTo>
                  <a:cubicBezTo>
                    <a:pt x="14211" y="23578"/>
                    <a:pt x="14214" y="23593"/>
                    <a:pt x="14214" y="23609"/>
                  </a:cubicBezTo>
                  <a:cubicBezTo>
                    <a:pt x="14211" y="23607"/>
                    <a:pt x="14211" y="23607"/>
                    <a:pt x="14211" y="23604"/>
                  </a:cubicBezTo>
                  <a:cubicBezTo>
                    <a:pt x="14210" y="23604"/>
                    <a:pt x="14210" y="23603"/>
                    <a:pt x="14210" y="23603"/>
                  </a:cubicBezTo>
                  <a:cubicBezTo>
                    <a:pt x="14207" y="23596"/>
                    <a:pt x="14201" y="23588"/>
                    <a:pt x="14196" y="23580"/>
                  </a:cubicBezTo>
                  <a:cubicBezTo>
                    <a:pt x="14189" y="23561"/>
                    <a:pt x="14185" y="23542"/>
                    <a:pt x="14180" y="23520"/>
                  </a:cubicBezTo>
                  <a:cubicBezTo>
                    <a:pt x="14178" y="23507"/>
                    <a:pt x="14178" y="23492"/>
                    <a:pt x="14172" y="23475"/>
                  </a:cubicBezTo>
                  <a:cubicBezTo>
                    <a:pt x="14167" y="23463"/>
                    <a:pt x="14164" y="23449"/>
                    <a:pt x="14159" y="23434"/>
                  </a:cubicBezTo>
                  <a:cubicBezTo>
                    <a:pt x="14144" y="23395"/>
                    <a:pt x="14130" y="23356"/>
                    <a:pt x="14115" y="23315"/>
                  </a:cubicBezTo>
                  <a:lnTo>
                    <a:pt x="14115" y="23314"/>
                  </a:lnTo>
                  <a:cubicBezTo>
                    <a:pt x="14109" y="23299"/>
                    <a:pt x="14105" y="23286"/>
                    <a:pt x="14099" y="23270"/>
                  </a:cubicBezTo>
                  <a:cubicBezTo>
                    <a:pt x="14098" y="23264"/>
                    <a:pt x="14095" y="23257"/>
                    <a:pt x="14093" y="23252"/>
                  </a:cubicBezTo>
                  <a:cubicBezTo>
                    <a:pt x="14057" y="23151"/>
                    <a:pt x="14022" y="23046"/>
                    <a:pt x="13978" y="22943"/>
                  </a:cubicBezTo>
                  <a:cubicBezTo>
                    <a:pt x="13961" y="22899"/>
                    <a:pt x="13942" y="22853"/>
                    <a:pt x="13926" y="22806"/>
                  </a:cubicBezTo>
                  <a:cubicBezTo>
                    <a:pt x="13901" y="22739"/>
                    <a:pt x="13877" y="22674"/>
                    <a:pt x="13855" y="22605"/>
                  </a:cubicBezTo>
                  <a:cubicBezTo>
                    <a:pt x="13831" y="22536"/>
                    <a:pt x="13811" y="22469"/>
                    <a:pt x="13788" y="22399"/>
                  </a:cubicBezTo>
                  <a:cubicBezTo>
                    <a:pt x="13773" y="22348"/>
                    <a:pt x="13757" y="22297"/>
                    <a:pt x="13743" y="22246"/>
                  </a:cubicBezTo>
                  <a:cubicBezTo>
                    <a:pt x="13737" y="22227"/>
                    <a:pt x="13730" y="22203"/>
                    <a:pt x="13722" y="22181"/>
                  </a:cubicBezTo>
                  <a:lnTo>
                    <a:pt x="13721" y="22181"/>
                  </a:lnTo>
                  <a:cubicBezTo>
                    <a:pt x="13714" y="22155"/>
                    <a:pt x="13705" y="22129"/>
                    <a:pt x="13698" y="22104"/>
                  </a:cubicBezTo>
                  <a:lnTo>
                    <a:pt x="13698" y="22101"/>
                  </a:lnTo>
                  <a:cubicBezTo>
                    <a:pt x="13669" y="22005"/>
                    <a:pt x="13637" y="21909"/>
                    <a:pt x="13605" y="21810"/>
                  </a:cubicBezTo>
                  <a:cubicBezTo>
                    <a:pt x="13586" y="21755"/>
                    <a:pt x="13568" y="21694"/>
                    <a:pt x="13549" y="21634"/>
                  </a:cubicBezTo>
                  <a:cubicBezTo>
                    <a:pt x="13531" y="21575"/>
                    <a:pt x="13513" y="21511"/>
                    <a:pt x="13497" y="21447"/>
                  </a:cubicBezTo>
                  <a:cubicBezTo>
                    <a:pt x="13490" y="21413"/>
                    <a:pt x="13483" y="21380"/>
                    <a:pt x="13477" y="21348"/>
                  </a:cubicBezTo>
                  <a:cubicBezTo>
                    <a:pt x="13469" y="21314"/>
                    <a:pt x="13465" y="21282"/>
                    <a:pt x="13461" y="21248"/>
                  </a:cubicBezTo>
                  <a:lnTo>
                    <a:pt x="13461" y="21243"/>
                  </a:lnTo>
                  <a:cubicBezTo>
                    <a:pt x="13458" y="21210"/>
                    <a:pt x="13452" y="21175"/>
                    <a:pt x="13448" y="21141"/>
                  </a:cubicBezTo>
                  <a:lnTo>
                    <a:pt x="13448" y="21138"/>
                  </a:lnTo>
                  <a:cubicBezTo>
                    <a:pt x="13445" y="21095"/>
                    <a:pt x="13443" y="21045"/>
                    <a:pt x="13445" y="20999"/>
                  </a:cubicBezTo>
                  <a:close/>
                  <a:moveTo>
                    <a:pt x="14224" y="23604"/>
                  </a:moveTo>
                  <a:lnTo>
                    <a:pt x="14224" y="23646"/>
                  </a:lnTo>
                  <a:cubicBezTo>
                    <a:pt x="14214" y="23629"/>
                    <a:pt x="14211" y="23623"/>
                    <a:pt x="14224" y="23604"/>
                  </a:cubicBezTo>
                  <a:close/>
                  <a:moveTo>
                    <a:pt x="13109" y="22179"/>
                  </a:moveTo>
                  <a:lnTo>
                    <a:pt x="13109" y="22280"/>
                  </a:lnTo>
                  <a:cubicBezTo>
                    <a:pt x="13119" y="22300"/>
                    <a:pt x="13128" y="22320"/>
                    <a:pt x="13135" y="22339"/>
                  </a:cubicBezTo>
                  <a:cubicBezTo>
                    <a:pt x="13145" y="22360"/>
                    <a:pt x="13153" y="22380"/>
                    <a:pt x="13160" y="22400"/>
                  </a:cubicBezTo>
                  <a:cubicBezTo>
                    <a:pt x="13171" y="22431"/>
                    <a:pt x="13182" y="22462"/>
                    <a:pt x="13192" y="22495"/>
                  </a:cubicBezTo>
                  <a:cubicBezTo>
                    <a:pt x="13235" y="22626"/>
                    <a:pt x="13270" y="22764"/>
                    <a:pt x="13315" y="22899"/>
                  </a:cubicBezTo>
                  <a:cubicBezTo>
                    <a:pt x="13353" y="23015"/>
                    <a:pt x="13388" y="23143"/>
                    <a:pt x="13421" y="23270"/>
                  </a:cubicBezTo>
                  <a:cubicBezTo>
                    <a:pt x="13440" y="23354"/>
                    <a:pt x="13462" y="23436"/>
                    <a:pt x="13484" y="23517"/>
                  </a:cubicBezTo>
                  <a:cubicBezTo>
                    <a:pt x="13487" y="23521"/>
                    <a:pt x="13487" y="23524"/>
                    <a:pt x="13488" y="23530"/>
                  </a:cubicBezTo>
                  <a:cubicBezTo>
                    <a:pt x="13494" y="23550"/>
                    <a:pt x="13497" y="23574"/>
                    <a:pt x="13501" y="23593"/>
                  </a:cubicBezTo>
                  <a:cubicBezTo>
                    <a:pt x="13504" y="23612"/>
                    <a:pt x="13506" y="23633"/>
                    <a:pt x="13509" y="23654"/>
                  </a:cubicBezTo>
                  <a:cubicBezTo>
                    <a:pt x="13510" y="23673"/>
                    <a:pt x="13510" y="23689"/>
                    <a:pt x="13512" y="23705"/>
                  </a:cubicBezTo>
                  <a:lnTo>
                    <a:pt x="13517" y="23776"/>
                  </a:lnTo>
                  <a:cubicBezTo>
                    <a:pt x="13520" y="23803"/>
                    <a:pt x="13525" y="23830"/>
                    <a:pt x="13531" y="23859"/>
                  </a:cubicBezTo>
                  <a:lnTo>
                    <a:pt x="13531" y="23862"/>
                  </a:lnTo>
                  <a:cubicBezTo>
                    <a:pt x="13555" y="23966"/>
                    <a:pt x="13576" y="24102"/>
                    <a:pt x="13574" y="24225"/>
                  </a:cubicBezTo>
                  <a:cubicBezTo>
                    <a:pt x="13545" y="24184"/>
                    <a:pt x="13548" y="24126"/>
                    <a:pt x="13531" y="24075"/>
                  </a:cubicBezTo>
                  <a:cubicBezTo>
                    <a:pt x="13499" y="23990"/>
                    <a:pt x="13472" y="23902"/>
                    <a:pt x="13445" y="23814"/>
                  </a:cubicBezTo>
                  <a:cubicBezTo>
                    <a:pt x="13439" y="23793"/>
                    <a:pt x="13432" y="23777"/>
                    <a:pt x="13426" y="23757"/>
                  </a:cubicBezTo>
                  <a:cubicBezTo>
                    <a:pt x="13423" y="23739"/>
                    <a:pt x="13416" y="23721"/>
                    <a:pt x="13408" y="23703"/>
                  </a:cubicBezTo>
                  <a:cubicBezTo>
                    <a:pt x="13403" y="23683"/>
                    <a:pt x="13395" y="23667"/>
                    <a:pt x="13390" y="23646"/>
                  </a:cubicBezTo>
                  <a:cubicBezTo>
                    <a:pt x="13385" y="23629"/>
                    <a:pt x="13378" y="23610"/>
                    <a:pt x="13374" y="23593"/>
                  </a:cubicBezTo>
                  <a:cubicBezTo>
                    <a:pt x="13366" y="23571"/>
                    <a:pt x="13360" y="23549"/>
                    <a:pt x="13353" y="23524"/>
                  </a:cubicBezTo>
                  <a:cubicBezTo>
                    <a:pt x="13352" y="23521"/>
                    <a:pt x="13352" y="23520"/>
                    <a:pt x="13350" y="23517"/>
                  </a:cubicBezTo>
                  <a:cubicBezTo>
                    <a:pt x="13343" y="23491"/>
                    <a:pt x="13336" y="23465"/>
                    <a:pt x="13330" y="23437"/>
                  </a:cubicBezTo>
                  <a:cubicBezTo>
                    <a:pt x="13320" y="23401"/>
                    <a:pt x="13310" y="23367"/>
                    <a:pt x="13302" y="23328"/>
                  </a:cubicBezTo>
                  <a:cubicBezTo>
                    <a:pt x="13299" y="23311"/>
                    <a:pt x="13294" y="23292"/>
                    <a:pt x="13291" y="23276"/>
                  </a:cubicBezTo>
                  <a:cubicBezTo>
                    <a:pt x="13291" y="23274"/>
                    <a:pt x="13288" y="23273"/>
                    <a:pt x="13288" y="23270"/>
                  </a:cubicBezTo>
                  <a:lnTo>
                    <a:pt x="13278" y="23222"/>
                  </a:lnTo>
                  <a:cubicBezTo>
                    <a:pt x="13269" y="23186"/>
                    <a:pt x="13259" y="23145"/>
                    <a:pt x="13250" y="23109"/>
                  </a:cubicBezTo>
                  <a:cubicBezTo>
                    <a:pt x="13237" y="23056"/>
                    <a:pt x="13222" y="23001"/>
                    <a:pt x="13211" y="22947"/>
                  </a:cubicBezTo>
                  <a:cubicBezTo>
                    <a:pt x="13205" y="22920"/>
                    <a:pt x="13198" y="22895"/>
                    <a:pt x="13190" y="22867"/>
                  </a:cubicBezTo>
                  <a:cubicBezTo>
                    <a:pt x="13183" y="22840"/>
                    <a:pt x="13174" y="22809"/>
                    <a:pt x="13164" y="22781"/>
                  </a:cubicBezTo>
                  <a:cubicBezTo>
                    <a:pt x="13148" y="22728"/>
                    <a:pt x="13128" y="22667"/>
                    <a:pt x="13112" y="22607"/>
                  </a:cubicBezTo>
                  <a:cubicBezTo>
                    <a:pt x="13103" y="22578"/>
                    <a:pt x="13094" y="22547"/>
                    <a:pt x="13087" y="22514"/>
                  </a:cubicBezTo>
                  <a:cubicBezTo>
                    <a:pt x="13077" y="22483"/>
                    <a:pt x="13070" y="22451"/>
                    <a:pt x="13065" y="22418"/>
                  </a:cubicBezTo>
                  <a:cubicBezTo>
                    <a:pt x="13061" y="22412"/>
                    <a:pt x="13061" y="22405"/>
                    <a:pt x="13061" y="22398"/>
                  </a:cubicBezTo>
                  <a:cubicBezTo>
                    <a:pt x="13059" y="22393"/>
                    <a:pt x="13058" y="22386"/>
                    <a:pt x="13058" y="22379"/>
                  </a:cubicBezTo>
                  <a:cubicBezTo>
                    <a:pt x="13054" y="22358"/>
                    <a:pt x="13051" y="22339"/>
                    <a:pt x="13048" y="22320"/>
                  </a:cubicBezTo>
                  <a:cubicBezTo>
                    <a:pt x="13045" y="22302"/>
                    <a:pt x="13043" y="22284"/>
                    <a:pt x="13041" y="22265"/>
                  </a:cubicBezTo>
                  <a:cubicBezTo>
                    <a:pt x="13039" y="22264"/>
                    <a:pt x="13039" y="22262"/>
                    <a:pt x="13039" y="22259"/>
                  </a:cubicBezTo>
                  <a:cubicBezTo>
                    <a:pt x="13036" y="22233"/>
                    <a:pt x="13036" y="22207"/>
                    <a:pt x="13036" y="22182"/>
                  </a:cubicBezTo>
                  <a:lnTo>
                    <a:pt x="13052" y="22182"/>
                  </a:lnTo>
                  <a:lnTo>
                    <a:pt x="13052" y="22179"/>
                  </a:lnTo>
                  <a:close/>
                  <a:moveTo>
                    <a:pt x="12681" y="22914"/>
                  </a:moveTo>
                  <a:cubicBezTo>
                    <a:pt x="12687" y="22941"/>
                    <a:pt x="12693" y="22969"/>
                    <a:pt x="12700" y="22998"/>
                  </a:cubicBezTo>
                  <a:cubicBezTo>
                    <a:pt x="12705" y="23008"/>
                    <a:pt x="12706" y="23018"/>
                    <a:pt x="12711" y="23029"/>
                  </a:cubicBezTo>
                  <a:cubicBezTo>
                    <a:pt x="12721" y="23065"/>
                    <a:pt x="12732" y="23101"/>
                    <a:pt x="12744" y="23138"/>
                  </a:cubicBezTo>
                  <a:cubicBezTo>
                    <a:pt x="12760" y="23183"/>
                    <a:pt x="12776" y="23231"/>
                    <a:pt x="12791" y="23276"/>
                  </a:cubicBezTo>
                  <a:cubicBezTo>
                    <a:pt x="12820" y="23357"/>
                    <a:pt x="12850" y="23440"/>
                    <a:pt x="12875" y="23517"/>
                  </a:cubicBezTo>
                  <a:cubicBezTo>
                    <a:pt x="12878" y="23520"/>
                    <a:pt x="12878" y="23521"/>
                    <a:pt x="12879" y="23523"/>
                  </a:cubicBezTo>
                  <a:cubicBezTo>
                    <a:pt x="12888" y="23549"/>
                    <a:pt x="12895" y="23574"/>
                    <a:pt x="12904" y="23600"/>
                  </a:cubicBezTo>
                  <a:cubicBezTo>
                    <a:pt x="13004" y="23901"/>
                    <a:pt x="13061" y="24192"/>
                    <a:pt x="13161" y="24497"/>
                  </a:cubicBezTo>
                  <a:cubicBezTo>
                    <a:pt x="13177" y="24548"/>
                    <a:pt x="13195" y="24600"/>
                    <a:pt x="13212" y="24655"/>
                  </a:cubicBezTo>
                  <a:cubicBezTo>
                    <a:pt x="13219" y="24677"/>
                    <a:pt x="13224" y="24699"/>
                    <a:pt x="13231" y="24722"/>
                  </a:cubicBezTo>
                  <a:cubicBezTo>
                    <a:pt x="13246" y="24775"/>
                    <a:pt x="13260" y="24830"/>
                    <a:pt x="13273" y="24884"/>
                  </a:cubicBezTo>
                  <a:cubicBezTo>
                    <a:pt x="13280" y="24911"/>
                    <a:pt x="13286" y="24940"/>
                    <a:pt x="13292" y="24968"/>
                  </a:cubicBezTo>
                  <a:cubicBezTo>
                    <a:pt x="13299" y="25003"/>
                    <a:pt x="13304" y="25036"/>
                    <a:pt x="13311" y="25073"/>
                  </a:cubicBezTo>
                  <a:cubicBezTo>
                    <a:pt x="13315" y="25095"/>
                    <a:pt x="13317" y="25116"/>
                    <a:pt x="13318" y="25143"/>
                  </a:cubicBezTo>
                  <a:cubicBezTo>
                    <a:pt x="13323" y="25170"/>
                    <a:pt x="13326" y="25195"/>
                    <a:pt x="13328" y="25222"/>
                  </a:cubicBezTo>
                  <a:cubicBezTo>
                    <a:pt x="13333" y="25282"/>
                    <a:pt x="13337" y="25345"/>
                    <a:pt x="13336" y="25406"/>
                  </a:cubicBezTo>
                  <a:cubicBezTo>
                    <a:pt x="13312" y="25368"/>
                    <a:pt x="13292" y="25320"/>
                    <a:pt x="13273" y="25268"/>
                  </a:cubicBezTo>
                  <a:cubicBezTo>
                    <a:pt x="13270" y="25259"/>
                    <a:pt x="13269" y="25250"/>
                    <a:pt x="13264" y="25240"/>
                  </a:cubicBezTo>
                  <a:lnTo>
                    <a:pt x="13259" y="25218"/>
                  </a:lnTo>
                  <a:lnTo>
                    <a:pt x="13259" y="25217"/>
                  </a:lnTo>
                  <a:cubicBezTo>
                    <a:pt x="13247" y="25180"/>
                    <a:pt x="13240" y="25145"/>
                    <a:pt x="13230" y="25109"/>
                  </a:cubicBezTo>
                  <a:cubicBezTo>
                    <a:pt x="13219" y="25076"/>
                    <a:pt x="13211" y="25044"/>
                    <a:pt x="13198" y="25017"/>
                  </a:cubicBezTo>
                  <a:cubicBezTo>
                    <a:pt x="13173" y="24961"/>
                    <a:pt x="13154" y="24903"/>
                    <a:pt x="13134" y="24844"/>
                  </a:cubicBezTo>
                  <a:cubicBezTo>
                    <a:pt x="13113" y="24792"/>
                    <a:pt x="13097" y="24738"/>
                    <a:pt x="13081" y="24686"/>
                  </a:cubicBezTo>
                  <a:cubicBezTo>
                    <a:pt x="13020" y="24484"/>
                    <a:pt x="12969" y="24276"/>
                    <a:pt x="12917" y="24065"/>
                  </a:cubicBezTo>
                  <a:cubicBezTo>
                    <a:pt x="12905" y="24017"/>
                    <a:pt x="12894" y="23971"/>
                    <a:pt x="12881" y="23924"/>
                  </a:cubicBezTo>
                  <a:cubicBezTo>
                    <a:pt x="12881" y="23923"/>
                    <a:pt x="12879" y="23921"/>
                    <a:pt x="12879" y="23921"/>
                  </a:cubicBezTo>
                  <a:cubicBezTo>
                    <a:pt x="12869" y="23878"/>
                    <a:pt x="12859" y="23837"/>
                    <a:pt x="12846" y="23796"/>
                  </a:cubicBezTo>
                  <a:cubicBezTo>
                    <a:pt x="12834" y="23753"/>
                    <a:pt x="12822" y="23709"/>
                    <a:pt x="12809" y="23665"/>
                  </a:cubicBezTo>
                  <a:cubicBezTo>
                    <a:pt x="12806" y="23655"/>
                    <a:pt x="12806" y="23646"/>
                    <a:pt x="12802" y="23638"/>
                  </a:cubicBezTo>
                  <a:cubicBezTo>
                    <a:pt x="12795" y="23610"/>
                    <a:pt x="12786" y="23581"/>
                    <a:pt x="12777" y="23553"/>
                  </a:cubicBezTo>
                  <a:lnTo>
                    <a:pt x="12772" y="23521"/>
                  </a:lnTo>
                  <a:cubicBezTo>
                    <a:pt x="12756" y="23437"/>
                    <a:pt x="12740" y="23356"/>
                    <a:pt x="12722" y="23274"/>
                  </a:cubicBezTo>
                  <a:cubicBezTo>
                    <a:pt x="12711" y="23207"/>
                    <a:pt x="12696" y="23142"/>
                    <a:pt x="12681" y="23074"/>
                  </a:cubicBezTo>
                  <a:cubicBezTo>
                    <a:pt x="12679" y="23069"/>
                    <a:pt x="12677" y="23062"/>
                    <a:pt x="12677" y="23055"/>
                  </a:cubicBezTo>
                  <a:cubicBezTo>
                    <a:pt x="12676" y="23049"/>
                    <a:pt x="12674" y="23042"/>
                    <a:pt x="12674" y="23033"/>
                  </a:cubicBezTo>
                  <a:cubicBezTo>
                    <a:pt x="12671" y="23021"/>
                    <a:pt x="12670" y="23013"/>
                    <a:pt x="12670" y="23001"/>
                  </a:cubicBezTo>
                  <a:cubicBezTo>
                    <a:pt x="12667" y="22982"/>
                    <a:pt x="12667" y="22957"/>
                    <a:pt x="12671" y="22941"/>
                  </a:cubicBezTo>
                  <a:cubicBezTo>
                    <a:pt x="12674" y="22933"/>
                    <a:pt x="12676" y="22924"/>
                    <a:pt x="12679" y="22918"/>
                  </a:cubicBezTo>
                  <a:cubicBezTo>
                    <a:pt x="12679" y="22917"/>
                    <a:pt x="12681" y="22917"/>
                    <a:pt x="12681" y="22914"/>
                  </a:cubicBezTo>
                  <a:close/>
                  <a:moveTo>
                    <a:pt x="12407" y="24080"/>
                  </a:moveTo>
                  <a:cubicBezTo>
                    <a:pt x="12412" y="24118"/>
                    <a:pt x="12421" y="24157"/>
                    <a:pt x="12434" y="24197"/>
                  </a:cubicBezTo>
                  <a:cubicBezTo>
                    <a:pt x="12444" y="24232"/>
                    <a:pt x="12455" y="24266"/>
                    <a:pt x="12466" y="24301"/>
                  </a:cubicBezTo>
                  <a:cubicBezTo>
                    <a:pt x="12510" y="24429"/>
                    <a:pt x="12568" y="24555"/>
                    <a:pt x="12609" y="24666"/>
                  </a:cubicBezTo>
                  <a:cubicBezTo>
                    <a:pt x="12702" y="24919"/>
                    <a:pt x="12738" y="25173"/>
                    <a:pt x="12822" y="25436"/>
                  </a:cubicBezTo>
                  <a:cubicBezTo>
                    <a:pt x="12865" y="25567"/>
                    <a:pt x="12907" y="25701"/>
                    <a:pt x="12939" y="25840"/>
                  </a:cubicBezTo>
                  <a:cubicBezTo>
                    <a:pt x="12943" y="25855"/>
                    <a:pt x="12949" y="25869"/>
                    <a:pt x="12952" y="25885"/>
                  </a:cubicBezTo>
                  <a:cubicBezTo>
                    <a:pt x="12972" y="25971"/>
                    <a:pt x="12993" y="26058"/>
                    <a:pt x="13007" y="26152"/>
                  </a:cubicBezTo>
                  <a:cubicBezTo>
                    <a:pt x="13016" y="26198"/>
                    <a:pt x="13022" y="26246"/>
                    <a:pt x="13026" y="26297"/>
                  </a:cubicBezTo>
                  <a:cubicBezTo>
                    <a:pt x="13032" y="26349"/>
                    <a:pt x="13038" y="26403"/>
                    <a:pt x="13041" y="26458"/>
                  </a:cubicBezTo>
                  <a:cubicBezTo>
                    <a:pt x="13043" y="26467"/>
                    <a:pt x="13043" y="26476"/>
                    <a:pt x="13043" y="26486"/>
                  </a:cubicBezTo>
                  <a:cubicBezTo>
                    <a:pt x="13046" y="26556"/>
                    <a:pt x="13046" y="26631"/>
                    <a:pt x="13046" y="26707"/>
                  </a:cubicBezTo>
                  <a:cubicBezTo>
                    <a:pt x="13043" y="26697"/>
                    <a:pt x="13039" y="26691"/>
                    <a:pt x="13036" y="26684"/>
                  </a:cubicBezTo>
                  <a:cubicBezTo>
                    <a:pt x="13023" y="26650"/>
                    <a:pt x="13022" y="26614"/>
                    <a:pt x="13007" y="26576"/>
                  </a:cubicBezTo>
                  <a:cubicBezTo>
                    <a:pt x="12942" y="26418"/>
                    <a:pt x="12910" y="26249"/>
                    <a:pt x="12857" y="26064"/>
                  </a:cubicBezTo>
                  <a:cubicBezTo>
                    <a:pt x="12849" y="26031"/>
                    <a:pt x="12837" y="25996"/>
                    <a:pt x="12830" y="25964"/>
                  </a:cubicBezTo>
                  <a:cubicBezTo>
                    <a:pt x="12811" y="25887"/>
                    <a:pt x="12791" y="25811"/>
                    <a:pt x="12772" y="25734"/>
                  </a:cubicBezTo>
                  <a:cubicBezTo>
                    <a:pt x="12770" y="25731"/>
                    <a:pt x="12770" y="25731"/>
                    <a:pt x="12770" y="25730"/>
                  </a:cubicBezTo>
                  <a:cubicBezTo>
                    <a:pt x="12747" y="25635"/>
                    <a:pt x="12727" y="25538"/>
                    <a:pt x="12705" y="25442"/>
                  </a:cubicBezTo>
                  <a:cubicBezTo>
                    <a:pt x="12683" y="25345"/>
                    <a:pt x="12661" y="25246"/>
                    <a:pt x="12638" y="25150"/>
                  </a:cubicBezTo>
                  <a:cubicBezTo>
                    <a:pt x="12617" y="25057"/>
                    <a:pt x="12594" y="24967"/>
                    <a:pt x="12571" y="24875"/>
                  </a:cubicBezTo>
                  <a:cubicBezTo>
                    <a:pt x="12554" y="24821"/>
                    <a:pt x="12539" y="24766"/>
                    <a:pt x="12523" y="24709"/>
                  </a:cubicBezTo>
                  <a:cubicBezTo>
                    <a:pt x="12520" y="24690"/>
                    <a:pt x="12513" y="24671"/>
                    <a:pt x="12508" y="24651"/>
                  </a:cubicBezTo>
                  <a:cubicBezTo>
                    <a:pt x="12503" y="24632"/>
                    <a:pt x="12498" y="24613"/>
                    <a:pt x="12494" y="24593"/>
                  </a:cubicBezTo>
                  <a:cubicBezTo>
                    <a:pt x="12474" y="24506"/>
                    <a:pt x="12458" y="24421"/>
                    <a:pt x="12440" y="24334"/>
                  </a:cubicBezTo>
                  <a:cubicBezTo>
                    <a:pt x="12434" y="24307"/>
                    <a:pt x="12427" y="24277"/>
                    <a:pt x="12420" y="24250"/>
                  </a:cubicBezTo>
                  <a:cubicBezTo>
                    <a:pt x="12407" y="24212"/>
                    <a:pt x="12392" y="24141"/>
                    <a:pt x="12401" y="24099"/>
                  </a:cubicBezTo>
                  <a:cubicBezTo>
                    <a:pt x="12401" y="24091"/>
                    <a:pt x="12405" y="24087"/>
                    <a:pt x="12407" y="24080"/>
                  </a:cubicBezTo>
                  <a:close/>
                  <a:moveTo>
                    <a:pt x="12174" y="25288"/>
                  </a:moveTo>
                  <a:cubicBezTo>
                    <a:pt x="12176" y="25308"/>
                    <a:pt x="12177" y="25327"/>
                    <a:pt x="12183" y="25348"/>
                  </a:cubicBezTo>
                  <a:cubicBezTo>
                    <a:pt x="12189" y="25378"/>
                    <a:pt x="12196" y="25407"/>
                    <a:pt x="12205" y="25439"/>
                  </a:cubicBezTo>
                  <a:cubicBezTo>
                    <a:pt x="12231" y="25531"/>
                    <a:pt x="12269" y="25622"/>
                    <a:pt x="12299" y="25710"/>
                  </a:cubicBezTo>
                  <a:cubicBezTo>
                    <a:pt x="12303" y="25723"/>
                    <a:pt x="12308" y="25734"/>
                    <a:pt x="12312" y="25746"/>
                  </a:cubicBezTo>
                  <a:cubicBezTo>
                    <a:pt x="12315" y="25762"/>
                    <a:pt x="12321" y="25776"/>
                    <a:pt x="12325" y="25792"/>
                  </a:cubicBezTo>
                  <a:cubicBezTo>
                    <a:pt x="12337" y="25839"/>
                    <a:pt x="12344" y="25885"/>
                    <a:pt x="12354" y="25931"/>
                  </a:cubicBezTo>
                  <a:cubicBezTo>
                    <a:pt x="12357" y="25957"/>
                    <a:pt x="12363" y="25981"/>
                    <a:pt x="12369" y="26008"/>
                  </a:cubicBezTo>
                  <a:cubicBezTo>
                    <a:pt x="12373" y="26044"/>
                    <a:pt x="12383" y="26080"/>
                    <a:pt x="12395" y="26118"/>
                  </a:cubicBezTo>
                  <a:cubicBezTo>
                    <a:pt x="12420" y="26197"/>
                    <a:pt x="12442" y="26278"/>
                    <a:pt x="12460" y="26362"/>
                  </a:cubicBezTo>
                  <a:cubicBezTo>
                    <a:pt x="12472" y="26406"/>
                    <a:pt x="12481" y="26447"/>
                    <a:pt x="12488" y="26493"/>
                  </a:cubicBezTo>
                  <a:cubicBezTo>
                    <a:pt x="12497" y="26537"/>
                    <a:pt x="12507" y="26582"/>
                    <a:pt x="12514" y="26627"/>
                  </a:cubicBezTo>
                  <a:cubicBezTo>
                    <a:pt x="12526" y="26711"/>
                    <a:pt x="12538" y="26798"/>
                    <a:pt x="12545" y="26886"/>
                  </a:cubicBezTo>
                  <a:cubicBezTo>
                    <a:pt x="12554" y="27003"/>
                    <a:pt x="12558" y="27126"/>
                    <a:pt x="12555" y="27251"/>
                  </a:cubicBezTo>
                  <a:cubicBezTo>
                    <a:pt x="12495" y="27165"/>
                    <a:pt x="12494" y="27033"/>
                    <a:pt x="12469" y="26918"/>
                  </a:cubicBezTo>
                  <a:cubicBezTo>
                    <a:pt x="12465" y="26908"/>
                    <a:pt x="12463" y="26896"/>
                    <a:pt x="12459" y="26886"/>
                  </a:cubicBezTo>
                  <a:cubicBezTo>
                    <a:pt x="12456" y="26874"/>
                    <a:pt x="12455" y="26865"/>
                    <a:pt x="12452" y="26857"/>
                  </a:cubicBezTo>
                  <a:cubicBezTo>
                    <a:pt x="12433" y="26784"/>
                    <a:pt x="12415" y="26708"/>
                    <a:pt x="12399" y="26634"/>
                  </a:cubicBezTo>
                  <a:cubicBezTo>
                    <a:pt x="12392" y="26598"/>
                    <a:pt x="12385" y="26566"/>
                    <a:pt x="12379" y="26530"/>
                  </a:cubicBezTo>
                  <a:cubicBezTo>
                    <a:pt x="12363" y="26451"/>
                    <a:pt x="12349" y="26371"/>
                    <a:pt x="12335" y="26293"/>
                  </a:cubicBezTo>
                  <a:cubicBezTo>
                    <a:pt x="12306" y="26137"/>
                    <a:pt x="12276" y="25978"/>
                    <a:pt x="12238" y="25832"/>
                  </a:cubicBezTo>
                  <a:cubicBezTo>
                    <a:pt x="12234" y="25817"/>
                    <a:pt x="12231" y="25800"/>
                    <a:pt x="12225" y="25785"/>
                  </a:cubicBezTo>
                  <a:cubicBezTo>
                    <a:pt x="12223" y="25781"/>
                    <a:pt x="12222" y="25773"/>
                    <a:pt x="12222" y="25766"/>
                  </a:cubicBezTo>
                  <a:cubicBezTo>
                    <a:pt x="12219" y="25756"/>
                    <a:pt x="12218" y="25747"/>
                    <a:pt x="12216" y="25737"/>
                  </a:cubicBezTo>
                  <a:cubicBezTo>
                    <a:pt x="12212" y="25723"/>
                    <a:pt x="12209" y="25705"/>
                    <a:pt x="12205" y="25689"/>
                  </a:cubicBezTo>
                  <a:cubicBezTo>
                    <a:pt x="12200" y="25662"/>
                    <a:pt x="12193" y="25630"/>
                    <a:pt x="12189" y="25596"/>
                  </a:cubicBezTo>
                  <a:lnTo>
                    <a:pt x="12178" y="25537"/>
                  </a:lnTo>
                  <a:cubicBezTo>
                    <a:pt x="12174" y="25522"/>
                    <a:pt x="12174" y="25506"/>
                    <a:pt x="12173" y="25490"/>
                  </a:cubicBezTo>
                  <a:cubicBezTo>
                    <a:pt x="12168" y="25473"/>
                    <a:pt x="12168" y="25458"/>
                    <a:pt x="12167" y="25443"/>
                  </a:cubicBezTo>
                  <a:cubicBezTo>
                    <a:pt x="12165" y="25427"/>
                    <a:pt x="12164" y="25413"/>
                    <a:pt x="12164" y="25400"/>
                  </a:cubicBezTo>
                  <a:cubicBezTo>
                    <a:pt x="12161" y="25377"/>
                    <a:pt x="12161" y="25356"/>
                    <a:pt x="12164" y="25339"/>
                  </a:cubicBezTo>
                  <a:cubicBezTo>
                    <a:pt x="12164" y="25332"/>
                    <a:pt x="12164" y="25324"/>
                    <a:pt x="12165" y="25318"/>
                  </a:cubicBezTo>
                  <a:cubicBezTo>
                    <a:pt x="12167" y="25311"/>
                    <a:pt x="12168" y="25305"/>
                    <a:pt x="12168" y="25301"/>
                  </a:cubicBezTo>
                  <a:cubicBezTo>
                    <a:pt x="12170" y="25297"/>
                    <a:pt x="12173" y="25291"/>
                    <a:pt x="12173" y="25288"/>
                  </a:cubicBezTo>
                  <a:lnTo>
                    <a:pt x="12173" y="25291"/>
                  </a:lnTo>
                  <a:cubicBezTo>
                    <a:pt x="12173" y="25289"/>
                    <a:pt x="12174" y="25289"/>
                    <a:pt x="12174" y="25288"/>
                  </a:cubicBezTo>
                  <a:close/>
                  <a:moveTo>
                    <a:pt x="11896" y="26546"/>
                  </a:moveTo>
                  <a:cubicBezTo>
                    <a:pt x="11899" y="26585"/>
                    <a:pt x="11909" y="26625"/>
                    <a:pt x="11918" y="26665"/>
                  </a:cubicBezTo>
                  <a:cubicBezTo>
                    <a:pt x="11921" y="26678"/>
                    <a:pt x="11925" y="26691"/>
                    <a:pt x="11931" y="26704"/>
                  </a:cubicBezTo>
                  <a:cubicBezTo>
                    <a:pt x="11936" y="26723"/>
                    <a:pt x="11943" y="26748"/>
                    <a:pt x="11950" y="26767"/>
                  </a:cubicBezTo>
                  <a:cubicBezTo>
                    <a:pt x="11971" y="26830"/>
                    <a:pt x="11994" y="26893"/>
                    <a:pt x="12014" y="26948"/>
                  </a:cubicBezTo>
                  <a:cubicBezTo>
                    <a:pt x="12058" y="27085"/>
                    <a:pt x="12066" y="27230"/>
                    <a:pt x="12097" y="27367"/>
                  </a:cubicBezTo>
                  <a:cubicBezTo>
                    <a:pt x="12100" y="27373"/>
                    <a:pt x="12101" y="27380"/>
                    <a:pt x="12101" y="27387"/>
                  </a:cubicBezTo>
                  <a:cubicBezTo>
                    <a:pt x="12104" y="27403"/>
                    <a:pt x="12109" y="27421"/>
                    <a:pt x="12109" y="27440"/>
                  </a:cubicBezTo>
                  <a:cubicBezTo>
                    <a:pt x="12112" y="27460"/>
                    <a:pt x="12112" y="27477"/>
                    <a:pt x="12112" y="27499"/>
                  </a:cubicBezTo>
                  <a:cubicBezTo>
                    <a:pt x="12116" y="27549"/>
                    <a:pt x="12116" y="27600"/>
                    <a:pt x="12119" y="27649"/>
                  </a:cubicBezTo>
                  <a:cubicBezTo>
                    <a:pt x="12123" y="27693"/>
                    <a:pt x="12126" y="27736"/>
                    <a:pt x="12136" y="27774"/>
                  </a:cubicBezTo>
                  <a:cubicBezTo>
                    <a:pt x="12139" y="27787"/>
                    <a:pt x="12144" y="27797"/>
                    <a:pt x="12146" y="27810"/>
                  </a:cubicBezTo>
                  <a:cubicBezTo>
                    <a:pt x="12152" y="27821"/>
                    <a:pt x="12158" y="27831"/>
                    <a:pt x="12162" y="27838"/>
                  </a:cubicBezTo>
                  <a:lnTo>
                    <a:pt x="12162" y="27870"/>
                  </a:lnTo>
                  <a:lnTo>
                    <a:pt x="12151" y="27870"/>
                  </a:lnTo>
                  <a:cubicBezTo>
                    <a:pt x="12116" y="27768"/>
                    <a:pt x="12048" y="27674"/>
                    <a:pt x="12013" y="27559"/>
                  </a:cubicBezTo>
                  <a:cubicBezTo>
                    <a:pt x="12005" y="27536"/>
                    <a:pt x="12000" y="27512"/>
                    <a:pt x="11994" y="27486"/>
                  </a:cubicBezTo>
                  <a:cubicBezTo>
                    <a:pt x="11989" y="27464"/>
                    <a:pt x="11984" y="27441"/>
                    <a:pt x="11982" y="27418"/>
                  </a:cubicBezTo>
                  <a:cubicBezTo>
                    <a:pt x="11978" y="27393"/>
                    <a:pt x="11975" y="27373"/>
                    <a:pt x="11972" y="27348"/>
                  </a:cubicBezTo>
                  <a:cubicBezTo>
                    <a:pt x="11969" y="27325"/>
                    <a:pt x="11969" y="27303"/>
                    <a:pt x="11968" y="27280"/>
                  </a:cubicBezTo>
                  <a:cubicBezTo>
                    <a:pt x="11962" y="27185"/>
                    <a:pt x="11957" y="27091"/>
                    <a:pt x="11946" y="26993"/>
                  </a:cubicBezTo>
                  <a:cubicBezTo>
                    <a:pt x="11943" y="26973"/>
                    <a:pt x="11940" y="26950"/>
                    <a:pt x="11934" y="26926"/>
                  </a:cubicBezTo>
                  <a:cubicBezTo>
                    <a:pt x="11936" y="26925"/>
                    <a:pt x="11934" y="26924"/>
                    <a:pt x="11934" y="26921"/>
                  </a:cubicBezTo>
                  <a:cubicBezTo>
                    <a:pt x="11933" y="26916"/>
                    <a:pt x="11933" y="26909"/>
                    <a:pt x="11931" y="26902"/>
                  </a:cubicBezTo>
                  <a:cubicBezTo>
                    <a:pt x="11931" y="26900"/>
                    <a:pt x="11931" y="26897"/>
                    <a:pt x="11928" y="26896"/>
                  </a:cubicBezTo>
                  <a:cubicBezTo>
                    <a:pt x="11927" y="26890"/>
                    <a:pt x="11925" y="26883"/>
                    <a:pt x="11925" y="26876"/>
                  </a:cubicBezTo>
                  <a:cubicBezTo>
                    <a:pt x="11924" y="26868"/>
                    <a:pt x="11921" y="26855"/>
                    <a:pt x="11920" y="26841"/>
                  </a:cubicBezTo>
                  <a:cubicBezTo>
                    <a:pt x="11918" y="26830"/>
                    <a:pt x="11917" y="26817"/>
                    <a:pt x="11912" y="26803"/>
                  </a:cubicBezTo>
                  <a:cubicBezTo>
                    <a:pt x="11909" y="26788"/>
                    <a:pt x="11907" y="26772"/>
                    <a:pt x="11905" y="26756"/>
                  </a:cubicBezTo>
                  <a:cubicBezTo>
                    <a:pt x="11902" y="26739"/>
                    <a:pt x="11899" y="26723"/>
                    <a:pt x="11898" y="26707"/>
                  </a:cubicBezTo>
                  <a:cubicBezTo>
                    <a:pt x="11895" y="26691"/>
                    <a:pt x="11895" y="26672"/>
                    <a:pt x="11892" y="26657"/>
                  </a:cubicBezTo>
                  <a:cubicBezTo>
                    <a:pt x="11888" y="26605"/>
                    <a:pt x="11885" y="26562"/>
                    <a:pt x="11896" y="26546"/>
                  </a:cubicBezTo>
                  <a:close/>
                  <a:moveTo>
                    <a:pt x="21206" y="0"/>
                  </a:moveTo>
                  <a:cubicBezTo>
                    <a:pt x="21232" y="70"/>
                    <a:pt x="21283" y="131"/>
                    <a:pt x="21339" y="188"/>
                  </a:cubicBezTo>
                  <a:cubicBezTo>
                    <a:pt x="21351" y="202"/>
                    <a:pt x="21366" y="215"/>
                    <a:pt x="21380" y="231"/>
                  </a:cubicBezTo>
                  <a:cubicBezTo>
                    <a:pt x="21424" y="274"/>
                    <a:pt x="21464" y="313"/>
                    <a:pt x="21496" y="356"/>
                  </a:cubicBezTo>
                  <a:cubicBezTo>
                    <a:pt x="21536" y="410"/>
                    <a:pt x="21581" y="457"/>
                    <a:pt x="21623" y="506"/>
                  </a:cubicBezTo>
                  <a:cubicBezTo>
                    <a:pt x="21662" y="553"/>
                    <a:pt x="21706" y="602"/>
                    <a:pt x="21741" y="655"/>
                  </a:cubicBezTo>
                  <a:cubicBezTo>
                    <a:pt x="21742" y="655"/>
                    <a:pt x="21742" y="657"/>
                    <a:pt x="21742" y="657"/>
                  </a:cubicBezTo>
                  <a:cubicBezTo>
                    <a:pt x="21790" y="724"/>
                    <a:pt x="21824" y="800"/>
                    <a:pt x="21882" y="861"/>
                  </a:cubicBezTo>
                  <a:lnTo>
                    <a:pt x="21882" y="870"/>
                  </a:lnTo>
                  <a:lnTo>
                    <a:pt x="21893" y="870"/>
                  </a:lnTo>
                  <a:cubicBezTo>
                    <a:pt x="21872" y="719"/>
                    <a:pt x="21805" y="599"/>
                    <a:pt x="21754" y="473"/>
                  </a:cubicBezTo>
                  <a:cubicBezTo>
                    <a:pt x="21736" y="435"/>
                    <a:pt x="21742" y="390"/>
                    <a:pt x="21722" y="356"/>
                  </a:cubicBezTo>
                  <a:lnTo>
                    <a:pt x="21722" y="259"/>
                  </a:lnTo>
                  <a:cubicBezTo>
                    <a:pt x="21729" y="262"/>
                    <a:pt x="21738" y="268"/>
                    <a:pt x="21747" y="274"/>
                  </a:cubicBezTo>
                  <a:lnTo>
                    <a:pt x="21765" y="294"/>
                  </a:lnTo>
                  <a:cubicBezTo>
                    <a:pt x="21806" y="335"/>
                    <a:pt x="21831" y="396"/>
                    <a:pt x="21860" y="442"/>
                  </a:cubicBezTo>
                  <a:cubicBezTo>
                    <a:pt x="22090" y="785"/>
                    <a:pt x="22120" y="1126"/>
                    <a:pt x="21957" y="1576"/>
                  </a:cubicBezTo>
                  <a:cubicBezTo>
                    <a:pt x="21715" y="2239"/>
                    <a:pt x="21379" y="2850"/>
                    <a:pt x="21101" y="3478"/>
                  </a:cubicBezTo>
                  <a:cubicBezTo>
                    <a:pt x="20903" y="3929"/>
                    <a:pt x="20730" y="4379"/>
                    <a:pt x="20534" y="4837"/>
                  </a:cubicBezTo>
                  <a:cubicBezTo>
                    <a:pt x="20405" y="5137"/>
                    <a:pt x="20272" y="5435"/>
                    <a:pt x="20140" y="5733"/>
                  </a:cubicBezTo>
                  <a:cubicBezTo>
                    <a:pt x="20008" y="6030"/>
                    <a:pt x="19874" y="6323"/>
                    <a:pt x="19743" y="6621"/>
                  </a:cubicBezTo>
                  <a:lnTo>
                    <a:pt x="19743" y="6623"/>
                  </a:lnTo>
                  <a:cubicBezTo>
                    <a:pt x="19540" y="7084"/>
                    <a:pt x="19246" y="7507"/>
                    <a:pt x="19038" y="7957"/>
                  </a:cubicBezTo>
                  <a:cubicBezTo>
                    <a:pt x="18949" y="8154"/>
                    <a:pt x="18855" y="8350"/>
                    <a:pt x="18760" y="8548"/>
                  </a:cubicBezTo>
                  <a:cubicBezTo>
                    <a:pt x="18669" y="8744"/>
                    <a:pt x="18578" y="8939"/>
                    <a:pt x="18491" y="9135"/>
                  </a:cubicBezTo>
                  <a:cubicBezTo>
                    <a:pt x="18427" y="9276"/>
                    <a:pt x="18369" y="9417"/>
                    <a:pt x="18298" y="9549"/>
                  </a:cubicBezTo>
                  <a:cubicBezTo>
                    <a:pt x="18275" y="9593"/>
                    <a:pt x="18251" y="9637"/>
                    <a:pt x="18224" y="9682"/>
                  </a:cubicBezTo>
                  <a:cubicBezTo>
                    <a:pt x="18180" y="9753"/>
                    <a:pt x="18139" y="9821"/>
                    <a:pt x="18094" y="9893"/>
                  </a:cubicBezTo>
                  <a:cubicBezTo>
                    <a:pt x="18051" y="9964"/>
                    <a:pt x="18007" y="10035"/>
                    <a:pt x="17962" y="10105"/>
                  </a:cubicBezTo>
                  <a:cubicBezTo>
                    <a:pt x="17876" y="10246"/>
                    <a:pt x="17785" y="10384"/>
                    <a:pt x="17687" y="10516"/>
                  </a:cubicBezTo>
                  <a:cubicBezTo>
                    <a:pt x="17555" y="10704"/>
                    <a:pt x="17372" y="10867"/>
                    <a:pt x="17250" y="11062"/>
                  </a:cubicBezTo>
                  <a:cubicBezTo>
                    <a:pt x="17094" y="11312"/>
                    <a:pt x="16953" y="11572"/>
                    <a:pt x="16811" y="11823"/>
                  </a:cubicBezTo>
                  <a:cubicBezTo>
                    <a:pt x="16763" y="11908"/>
                    <a:pt x="16712" y="11993"/>
                    <a:pt x="16661" y="12075"/>
                  </a:cubicBezTo>
                  <a:cubicBezTo>
                    <a:pt x="16623" y="12140"/>
                    <a:pt x="16592" y="12206"/>
                    <a:pt x="16562" y="12274"/>
                  </a:cubicBezTo>
                  <a:cubicBezTo>
                    <a:pt x="16547" y="12306"/>
                    <a:pt x="16533" y="12341"/>
                    <a:pt x="16514" y="12373"/>
                  </a:cubicBezTo>
                  <a:cubicBezTo>
                    <a:pt x="16499" y="12406"/>
                    <a:pt x="16479" y="12438"/>
                    <a:pt x="16457" y="12472"/>
                  </a:cubicBezTo>
                  <a:cubicBezTo>
                    <a:pt x="16450" y="12482"/>
                    <a:pt x="16441" y="12492"/>
                    <a:pt x="16431" y="12501"/>
                  </a:cubicBezTo>
                  <a:cubicBezTo>
                    <a:pt x="16411" y="12523"/>
                    <a:pt x="16387" y="12539"/>
                    <a:pt x="16367" y="12559"/>
                  </a:cubicBezTo>
                  <a:cubicBezTo>
                    <a:pt x="16358" y="12568"/>
                    <a:pt x="16348" y="12579"/>
                    <a:pt x="16339" y="12588"/>
                  </a:cubicBezTo>
                  <a:cubicBezTo>
                    <a:pt x="16309" y="12627"/>
                    <a:pt x="16278" y="12668"/>
                    <a:pt x="16244" y="12710"/>
                  </a:cubicBezTo>
                  <a:lnTo>
                    <a:pt x="16244" y="12712"/>
                  </a:lnTo>
                  <a:cubicBezTo>
                    <a:pt x="16177" y="12793"/>
                    <a:pt x="16111" y="12877"/>
                    <a:pt x="16053" y="12960"/>
                  </a:cubicBezTo>
                  <a:cubicBezTo>
                    <a:pt x="16024" y="13004"/>
                    <a:pt x="15992" y="13046"/>
                    <a:pt x="15967" y="13091"/>
                  </a:cubicBezTo>
                  <a:cubicBezTo>
                    <a:pt x="15723" y="13481"/>
                    <a:pt x="15562" y="13940"/>
                    <a:pt x="15323" y="14331"/>
                  </a:cubicBezTo>
                  <a:cubicBezTo>
                    <a:pt x="15278" y="14408"/>
                    <a:pt x="15248" y="14491"/>
                    <a:pt x="15207" y="14571"/>
                  </a:cubicBezTo>
                  <a:cubicBezTo>
                    <a:pt x="15195" y="14597"/>
                    <a:pt x="15181" y="14624"/>
                    <a:pt x="15163" y="14651"/>
                  </a:cubicBezTo>
                  <a:cubicBezTo>
                    <a:pt x="15137" y="14698"/>
                    <a:pt x="15108" y="14746"/>
                    <a:pt x="15080" y="14794"/>
                  </a:cubicBezTo>
                  <a:cubicBezTo>
                    <a:pt x="15053" y="14843"/>
                    <a:pt x="15025" y="14894"/>
                    <a:pt x="14999" y="14945"/>
                  </a:cubicBezTo>
                  <a:cubicBezTo>
                    <a:pt x="14909" y="15118"/>
                    <a:pt x="14829" y="15300"/>
                    <a:pt x="14769" y="15484"/>
                  </a:cubicBezTo>
                  <a:cubicBezTo>
                    <a:pt x="14763" y="15502"/>
                    <a:pt x="14759" y="15516"/>
                    <a:pt x="14755" y="15532"/>
                  </a:cubicBezTo>
                  <a:cubicBezTo>
                    <a:pt x="14747" y="15561"/>
                    <a:pt x="14742" y="15592"/>
                    <a:pt x="14734" y="15625"/>
                  </a:cubicBezTo>
                  <a:cubicBezTo>
                    <a:pt x="14731" y="15654"/>
                    <a:pt x="14726" y="15685"/>
                    <a:pt x="14723" y="15717"/>
                  </a:cubicBezTo>
                  <a:cubicBezTo>
                    <a:pt x="14718" y="15752"/>
                    <a:pt x="14711" y="15782"/>
                    <a:pt x="14705" y="15817"/>
                  </a:cubicBezTo>
                  <a:cubicBezTo>
                    <a:pt x="14702" y="15836"/>
                    <a:pt x="14701" y="15852"/>
                    <a:pt x="14695" y="15870"/>
                  </a:cubicBezTo>
                  <a:cubicBezTo>
                    <a:pt x="14691" y="15881"/>
                    <a:pt x="14691" y="15894"/>
                    <a:pt x="14688" y="15906"/>
                  </a:cubicBezTo>
                  <a:cubicBezTo>
                    <a:pt x="14683" y="15928"/>
                    <a:pt x="14681" y="15955"/>
                    <a:pt x="14676" y="15984"/>
                  </a:cubicBezTo>
                  <a:lnTo>
                    <a:pt x="14676" y="15993"/>
                  </a:lnTo>
                  <a:cubicBezTo>
                    <a:pt x="14673" y="16032"/>
                    <a:pt x="14669" y="16076"/>
                    <a:pt x="14666" y="16120"/>
                  </a:cubicBezTo>
                  <a:cubicBezTo>
                    <a:pt x="14665" y="16141"/>
                    <a:pt x="14662" y="16165"/>
                    <a:pt x="14662" y="16188"/>
                  </a:cubicBezTo>
                  <a:cubicBezTo>
                    <a:pt x="14659" y="16294"/>
                    <a:pt x="14659" y="16405"/>
                    <a:pt x="14666" y="16498"/>
                  </a:cubicBezTo>
                  <a:cubicBezTo>
                    <a:pt x="14667" y="16514"/>
                    <a:pt x="14667" y="16530"/>
                    <a:pt x="14669" y="16544"/>
                  </a:cubicBezTo>
                  <a:cubicBezTo>
                    <a:pt x="14673" y="16581"/>
                    <a:pt x="14676" y="16614"/>
                    <a:pt x="14682" y="16637"/>
                  </a:cubicBezTo>
                  <a:cubicBezTo>
                    <a:pt x="14718" y="16791"/>
                    <a:pt x="14702" y="16979"/>
                    <a:pt x="14734" y="17139"/>
                  </a:cubicBezTo>
                  <a:lnTo>
                    <a:pt x="14734" y="17299"/>
                  </a:lnTo>
                  <a:cubicBezTo>
                    <a:pt x="14778" y="17494"/>
                    <a:pt x="14778" y="17715"/>
                    <a:pt x="14820" y="17896"/>
                  </a:cubicBezTo>
                  <a:cubicBezTo>
                    <a:pt x="14836" y="17970"/>
                    <a:pt x="14817" y="18055"/>
                    <a:pt x="14854" y="18109"/>
                  </a:cubicBezTo>
                  <a:lnTo>
                    <a:pt x="14854" y="18143"/>
                  </a:lnTo>
                  <a:lnTo>
                    <a:pt x="14842" y="18143"/>
                  </a:lnTo>
                  <a:lnTo>
                    <a:pt x="14842" y="18142"/>
                  </a:lnTo>
                  <a:cubicBezTo>
                    <a:pt x="14689" y="17824"/>
                    <a:pt x="14566" y="17454"/>
                    <a:pt x="14455" y="17094"/>
                  </a:cubicBezTo>
                  <a:cubicBezTo>
                    <a:pt x="14446" y="17065"/>
                    <a:pt x="14442" y="17036"/>
                    <a:pt x="14439" y="17007"/>
                  </a:cubicBezTo>
                  <a:cubicBezTo>
                    <a:pt x="14435" y="16977"/>
                    <a:pt x="14435" y="16948"/>
                    <a:pt x="14432" y="16919"/>
                  </a:cubicBezTo>
                  <a:cubicBezTo>
                    <a:pt x="14429" y="16858"/>
                    <a:pt x="14428" y="16797"/>
                    <a:pt x="14413" y="16730"/>
                  </a:cubicBezTo>
                  <a:cubicBezTo>
                    <a:pt x="14397" y="16662"/>
                    <a:pt x="14385" y="16589"/>
                    <a:pt x="14377" y="16514"/>
                  </a:cubicBezTo>
                  <a:cubicBezTo>
                    <a:pt x="14364" y="16371"/>
                    <a:pt x="14364" y="16217"/>
                    <a:pt x="14374" y="16063"/>
                  </a:cubicBezTo>
                  <a:cubicBezTo>
                    <a:pt x="14383" y="15947"/>
                    <a:pt x="14396" y="15830"/>
                    <a:pt x="14413" y="15721"/>
                  </a:cubicBezTo>
                  <a:cubicBezTo>
                    <a:pt x="14420" y="15678"/>
                    <a:pt x="14428" y="15634"/>
                    <a:pt x="14436" y="15593"/>
                  </a:cubicBezTo>
                  <a:cubicBezTo>
                    <a:pt x="14446" y="15553"/>
                    <a:pt x="14455" y="15512"/>
                    <a:pt x="14464" y="15476"/>
                  </a:cubicBezTo>
                  <a:cubicBezTo>
                    <a:pt x="14473" y="15438"/>
                    <a:pt x="14484" y="15403"/>
                    <a:pt x="14494" y="15371"/>
                  </a:cubicBezTo>
                  <a:cubicBezTo>
                    <a:pt x="14505" y="15335"/>
                    <a:pt x="14516" y="15305"/>
                    <a:pt x="14528" y="15278"/>
                  </a:cubicBezTo>
                  <a:cubicBezTo>
                    <a:pt x="14563" y="15199"/>
                    <a:pt x="14593" y="15121"/>
                    <a:pt x="14628" y="15044"/>
                  </a:cubicBezTo>
                  <a:cubicBezTo>
                    <a:pt x="14662" y="14965"/>
                    <a:pt x="14697" y="14887"/>
                    <a:pt x="14731" y="14813"/>
                  </a:cubicBezTo>
                  <a:cubicBezTo>
                    <a:pt x="14750" y="14772"/>
                    <a:pt x="14768" y="14736"/>
                    <a:pt x="14787" y="14696"/>
                  </a:cubicBezTo>
                  <a:cubicBezTo>
                    <a:pt x="14823" y="14622"/>
                    <a:pt x="14862" y="14547"/>
                    <a:pt x="14904" y="14477"/>
                  </a:cubicBezTo>
                  <a:cubicBezTo>
                    <a:pt x="14923" y="14440"/>
                    <a:pt x="14948" y="14404"/>
                    <a:pt x="14967" y="14368"/>
                  </a:cubicBezTo>
                  <a:cubicBezTo>
                    <a:pt x="15046" y="14238"/>
                    <a:pt x="15109" y="14096"/>
                    <a:pt x="15191" y="13962"/>
                  </a:cubicBezTo>
                  <a:cubicBezTo>
                    <a:pt x="15204" y="13942"/>
                    <a:pt x="15236" y="13911"/>
                    <a:pt x="15246" y="13885"/>
                  </a:cubicBezTo>
                  <a:cubicBezTo>
                    <a:pt x="15265" y="13824"/>
                    <a:pt x="15275" y="13338"/>
                    <a:pt x="15256" y="13255"/>
                  </a:cubicBezTo>
                  <a:cubicBezTo>
                    <a:pt x="15236" y="13170"/>
                    <a:pt x="15248" y="13074"/>
                    <a:pt x="15223" y="12976"/>
                  </a:cubicBezTo>
                  <a:cubicBezTo>
                    <a:pt x="15172" y="12765"/>
                    <a:pt x="15147" y="12553"/>
                    <a:pt x="15089" y="12354"/>
                  </a:cubicBezTo>
                  <a:cubicBezTo>
                    <a:pt x="15082" y="12326"/>
                    <a:pt x="15073" y="12299"/>
                    <a:pt x="15061" y="12270"/>
                  </a:cubicBezTo>
                  <a:cubicBezTo>
                    <a:pt x="15047" y="12225"/>
                    <a:pt x="15032" y="12180"/>
                    <a:pt x="15018" y="12136"/>
                  </a:cubicBezTo>
                  <a:cubicBezTo>
                    <a:pt x="15002" y="12092"/>
                    <a:pt x="14986" y="12044"/>
                    <a:pt x="14968" y="12001"/>
                  </a:cubicBezTo>
                  <a:cubicBezTo>
                    <a:pt x="14936" y="11912"/>
                    <a:pt x="14902" y="11825"/>
                    <a:pt x="14870" y="11739"/>
                  </a:cubicBezTo>
                  <a:cubicBezTo>
                    <a:pt x="14835" y="11652"/>
                    <a:pt x="14800" y="11566"/>
                    <a:pt x="14763" y="11483"/>
                  </a:cubicBezTo>
                  <a:cubicBezTo>
                    <a:pt x="14727" y="11397"/>
                    <a:pt x="14691" y="11315"/>
                    <a:pt x="14654" y="11230"/>
                  </a:cubicBezTo>
                  <a:cubicBezTo>
                    <a:pt x="14554" y="11009"/>
                    <a:pt x="14452" y="10793"/>
                    <a:pt x="14349" y="10574"/>
                  </a:cubicBezTo>
                  <a:cubicBezTo>
                    <a:pt x="14194" y="10249"/>
                    <a:pt x="14038" y="9926"/>
                    <a:pt x="13888" y="9589"/>
                  </a:cubicBezTo>
                  <a:cubicBezTo>
                    <a:pt x="13839" y="9480"/>
                    <a:pt x="13784" y="9368"/>
                    <a:pt x="13730" y="9254"/>
                  </a:cubicBezTo>
                  <a:cubicBezTo>
                    <a:pt x="13673" y="9142"/>
                    <a:pt x="13615" y="9029"/>
                    <a:pt x="13570" y="8916"/>
                  </a:cubicBezTo>
                  <a:cubicBezTo>
                    <a:pt x="13497" y="8748"/>
                    <a:pt x="13467" y="8586"/>
                    <a:pt x="13408" y="8402"/>
                  </a:cubicBezTo>
                  <a:cubicBezTo>
                    <a:pt x="13359" y="8247"/>
                    <a:pt x="13326" y="8010"/>
                    <a:pt x="13350" y="7806"/>
                  </a:cubicBezTo>
                  <a:cubicBezTo>
                    <a:pt x="13353" y="7761"/>
                    <a:pt x="13365" y="7716"/>
                    <a:pt x="13375" y="7675"/>
                  </a:cubicBezTo>
                  <a:cubicBezTo>
                    <a:pt x="13483" y="7302"/>
                    <a:pt x="13695" y="6996"/>
                    <a:pt x="13888" y="6701"/>
                  </a:cubicBezTo>
                  <a:cubicBezTo>
                    <a:pt x="13911" y="6666"/>
                    <a:pt x="13933" y="6633"/>
                    <a:pt x="13957" y="6598"/>
                  </a:cubicBezTo>
                  <a:cubicBezTo>
                    <a:pt x="14022" y="6496"/>
                    <a:pt x="14084" y="6395"/>
                    <a:pt x="14157" y="6296"/>
                  </a:cubicBezTo>
                  <a:cubicBezTo>
                    <a:pt x="14233" y="6191"/>
                    <a:pt x="14320" y="6091"/>
                    <a:pt x="14406" y="5990"/>
                  </a:cubicBezTo>
                  <a:cubicBezTo>
                    <a:pt x="14493" y="5891"/>
                    <a:pt x="14579" y="5794"/>
                    <a:pt x="14659" y="5688"/>
                  </a:cubicBezTo>
                  <a:cubicBezTo>
                    <a:pt x="14736" y="5583"/>
                    <a:pt x="14830" y="5492"/>
                    <a:pt x="14923" y="5394"/>
                  </a:cubicBezTo>
                  <a:cubicBezTo>
                    <a:pt x="14993" y="5324"/>
                    <a:pt x="15060" y="5252"/>
                    <a:pt x="15124" y="5175"/>
                  </a:cubicBezTo>
                  <a:lnTo>
                    <a:pt x="15184" y="5099"/>
                  </a:lnTo>
                  <a:cubicBezTo>
                    <a:pt x="15189" y="5089"/>
                    <a:pt x="15197" y="5080"/>
                    <a:pt x="15204" y="5071"/>
                  </a:cubicBezTo>
                  <a:cubicBezTo>
                    <a:pt x="15216" y="5051"/>
                    <a:pt x="15226" y="5034"/>
                    <a:pt x="15235" y="5012"/>
                  </a:cubicBezTo>
                  <a:cubicBezTo>
                    <a:pt x="15258" y="4958"/>
                    <a:pt x="15278" y="4906"/>
                    <a:pt x="15313" y="4855"/>
                  </a:cubicBezTo>
                  <a:cubicBezTo>
                    <a:pt x="15310" y="4772"/>
                    <a:pt x="15284" y="4746"/>
                    <a:pt x="15251" y="4711"/>
                  </a:cubicBezTo>
                  <a:cubicBezTo>
                    <a:pt x="15245" y="4708"/>
                    <a:pt x="15237" y="4701"/>
                    <a:pt x="15235" y="4695"/>
                  </a:cubicBezTo>
                  <a:lnTo>
                    <a:pt x="15214" y="4675"/>
                  </a:lnTo>
                  <a:cubicBezTo>
                    <a:pt x="15131" y="4677"/>
                    <a:pt x="15059" y="4680"/>
                    <a:pt x="14986" y="4692"/>
                  </a:cubicBezTo>
                  <a:cubicBezTo>
                    <a:pt x="14938" y="4699"/>
                    <a:pt x="14894" y="4709"/>
                    <a:pt x="14852" y="4721"/>
                  </a:cubicBezTo>
                  <a:cubicBezTo>
                    <a:pt x="14833" y="4728"/>
                    <a:pt x="14809" y="4733"/>
                    <a:pt x="14791" y="4740"/>
                  </a:cubicBezTo>
                  <a:cubicBezTo>
                    <a:pt x="14771" y="4750"/>
                    <a:pt x="14749" y="4757"/>
                    <a:pt x="14731" y="4765"/>
                  </a:cubicBezTo>
                  <a:lnTo>
                    <a:pt x="14670" y="4791"/>
                  </a:lnTo>
                  <a:cubicBezTo>
                    <a:pt x="14651" y="4803"/>
                    <a:pt x="14634" y="4811"/>
                    <a:pt x="14618" y="4819"/>
                  </a:cubicBezTo>
                  <a:cubicBezTo>
                    <a:pt x="14609" y="4823"/>
                    <a:pt x="14602" y="4830"/>
                    <a:pt x="14593" y="4832"/>
                  </a:cubicBezTo>
                  <a:cubicBezTo>
                    <a:pt x="14576" y="4839"/>
                    <a:pt x="14557" y="4845"/>
                    <a:pt x="14540" y="4852"/>
                  </a:cubicBezTo>
                  <a:cubicBezTo>
                    <a:pt x="14506" y="4862"/>
                    <a:pt x="14470" y="4866"/>
                    <a:pt x="14415" y="4866"/>
                  </a:cubicBezTo>
                  <a:cubicBezTo>
                    <a:pt x="14390" y="4848"/>
                    <a:pt x="14365" y="4830"/>
                    <a:pt x="14340" y="4813"/>
                  </a:cubicBezTo>
                  <a:cubicBezTo>
                    <a:pt x="14317" y="4721"/>
                    <a:pt x="14324" y="4631"/>
                    <a:pt x="14349" y="4548"/>
                  </a:cubicBezTo>
                  <a:cubicBezTo>
                    <a:pt x="14355" y="4522"/>
                    <a:pt x="14365" y="4499"/>
                    <a:pt x="14375" y="4475"/>
                  </a:cubicBezTo>
                  <a:cubicBezTo>
                    <a:pt x="14380" y="4462"/>
                    <a:pt x="14387" y="4452"/>
                    <a:pt x="14391" y="4439"/>
                  </a:cubicBezTo>
                  <a:cubicBezTo>
                    <a:pt x="14401" y="4416"/>
                    <a:pt x="14415" y="4394"/>
                    <a:pt x="14426" y="4374"/>
                  </a:cubicBezTo>
                  <a:lnTo>
                    <a:pt x="14426" y="4372"/>
                  </a:lnTo>
                  <a:cubicBezTo>
                    <a:pt x="14467" y="4295"/>
                    <a:pt x="14516" y="4222"/>
                    <a:pt x="14553" y="4161"/>
                  </a:cubicBezTo>
                  <a:cubicBezTo>
                    <a:pt x="14569" y="4134"/>
                    <a:pt x="14582" y="4108"/>
                    <a:pt x="14596" y="4081"/>
                  </a:cubicBezTo>
                  <a:cubicBezTo>
                    <a:pt x="14622" y="4028"/>
                    <a:pt x="14646" y="3974"/>
                    <a:pt x="14670" y="3921"/>
                  </a:cubicBezTo>
                  <a:cubicBezTo>
                    <a:pt x="14683" y="3894"/>
                    <a:pt x="14698" y="3868"/>
                    <a:pt x="14713" y="3841"/>
                  </a:cubicBezTo>
                  <a:cubicBezTo>
                    <a:pt x="14838" y="3635"/>
                    <a:pt x="14957" y="3423"/>
                    <a:pt x="15085" y="3224"/>
                  </a:cubicBezTo>
                  <a:cubicBezTo>
                    <a:pt x="15128" y="3158"/>
                    <a:pt x="15169" y="3090"/>
                    <a:pt x="15216" y="3029"/>
                  </a:cubicBezTo>
                  <a:lnTo>
                    <a:pt x="15233" y="3007"/>
                  </a:lnTo>
                  <a:cubicBezTo>
                    <a:pt x="15237" y="3001"/>
                    <a:pt x="15243" y="2992"/>
                    <a:pt x="15248" y="2985"/>
                  </a:cubicBezTo>
                  <a:cubicBezTo>
                    <a:pt x="15266" y="2956"/>
                    <a:pt x="15288" y="2926"/>
                    <a:pt x="15310" y="2892"/>
                  </a:cubicBezTo>
                  <a:cubicBezTo>
                    <a:pt x="15364" y="2814"/>
                    <a:pt x="15422" y="2737"/>
                    <a:pt x="15495" y="2687"/>
                  </a:cubicBezTo>
                  <a:lnTo>
                    <a:pt x="15495" y="2675"/>
                  </a:lnTo>
                  <a:cubicBezTo>
                    <a:pt x="15454" y="2693"/>
                    <a:pt x="15412" y="2705"/>
                    <a:pt x="15368" y="2718"/>
                  </a:cubicBezTo>
                  <a:cubicBezTo>
                    <a:pt x="15307" y="2732"/>
                    <a:pt x="15242" y="2745"/>
                    <a:pt x="15172" y="2751"/>
                  </a:cubicBezTo>
                  <a:cubicBezTo>
                    <a:pt x="15098" y="2759"/>
                    <a:pt x="15021" y="2762"/>
                    <a:pt x="14942" y="2762"/>
                  </a:cubicBezTo>
                  <a:cubicBezTo>
                    <a:pt x="14634" y="2762"/>
                    <a:pt x="14297" y="2715"/>
                    <a:pt x="13984" y="2715"/>
                  </a:cubicBezTo>
                  <a:cubicBezTo>
                    <a:pt x="13943" y="2715"/>
                    <a:pt x="13903" y="2716"/>
                    <a:pt x="13863" y="2718"/>
                  </a:cubicBezTo>
                  <a:cubicBezTo>
                    <a:pt x="13834" y="2719"/>
                    <a:pt x="13804" y="2722"/>
                    <a:pt x="13775" y="2723"/>
                  </a:cubicBezTo>
                  <a:cubicBezTo>
                    <a:pt x="13740" y="2726"/>
                    <a:pt x="13708" y="2731"/>
                    <a:pt x="13674" y="2737"/>
                  </a:cubicBezTo>
                  <a:cubicBezTo>
                    <a:pt x="13642" y="2739"/>
                    <a:pt x="13608" y="2748"/>
                    <a:pt x="13576" y="2755"/>
                  </a:cubicBezTo>
                  <a:cubicBezTo>
                    <a:pt x="13554" y="2760"/>
                    <a:pt x="13532" y="2767"/>
                    <a:pt x="13507" y="2773"/>
                  </a:cubicBezTo>
                  <a:cubicBezTo>
                    <a:pt x="13468" y="2785"/>
                    <a:pt x="13430" y="2798"/>
                    <a:pt x="13391" y="2811"/>
                  </a:cubicBezTo>
                  <a:cubicBezTo>
                    <a:pt x="13376" y="2814"/>
                    <a:pt x="13365" y="2821"/>
                    <a:pt x="13347" y="2827"/>
                  </a:cubicBezTo>
                  <a:cubicBezTo>
                    <a:pt x="13310" y="2841"/>
                    <a:pt x="13270" y="2856"/>
                    <a:pt x="13231" y="2870"/>
                  </a:cubicBezTo>
                  <a:cubicBezTo>
                    <a:pt x="13155" y="2901"/>
                    <a:pt x="13081" y="2936"/>
                    <a:pt x="13010" y="2971"/>
                  </a:cubicBezTo>
                  <a:cubicBezTo>
                    <a:pt x="12719" y="3110"/>
                    <a:pt x="12452" y="3277"/>
                    <a:pt x="12162" y="3420"/>
                  </a:cubicBezTo>
                  <a:cubicBezTo>
                    <a:pt x="12126" y="3437"/>
                    <a:pt x="12090" y="3456"/>
                    <a:pt x="12053" y="3472"/>
                  </a:cubicBezTo>
                  <a:cubicBezTo>
                    <a:pt x="12017" y="3490"/>
                    <a:pt x="11979" y="3507"/>
                    <a:pt x="11941" y="3523"/>
                  </a:cubicBezTo>
                  <a:cubicBezTo>
                    <a:pt x="11869" y="3552"/>
                    <a:pt x="11795" y="3583"/>
                    <a:pt x="11718" y="3606"/>
                  </a:cubicBezTo>
                  <a:cubicBezTo>
                    <a:pt x="11674" y="3620"/>
                    <a:pt x="11630" y="3634"/>
                    <a:pt x="11585" y="3648"/>
                  </a:cubicBezTo>
                  <a:cubicBezTo>
                    <a:pt x="11520" y="3667"/>
                    <a:pt x="11435" y="3683"/>
                    <a:pt x="11344" y="3692"/>
                  </a:cubicBezTo>
                  <a:cubicBezTo>
                    <a:pt x="11340" y="3692"/>
                    <a:pt x="11334" y="3693"/>
                    <a:pt x="11331" y="3693"/>
                  </a:cubicBezTo>
                  <a:cubicBezTo>
                    <a:pt x="11303" y="3698"/>
                    <a:pt x="11274" y="3699"/>
                    <a:pt x="11245" y="3700"/>
                  </a:cubicBezTo>
                  <a:cubicBezTo>
                    <a:pt x="11213" y="3705"/>
                    <a:pt x="11177" y="3705"/>
                    <a:pt x="11143" y="3706"/>
                  </a:cubicBezTo>
                  <a:cubicBezTo>
                    <a:pt x="11102" y="3708"/>
                    <a:pt x="11060" y="3709"/>
                    <a:pt x="11018" y="3709"/>
                  </a:cubicBezTo>
                  <a:cubicBezTo>
                    <a:pt x="10885" y="3709"/>
                    <a:pt x="10757" y="3700"/>
                    <a:pt x="10656" y="3679"/>
                  </a:cubicBezTo>
                  <a:cubicBezTo>
                    <a:pt x="10541" y="3676"/>
                    <a:pt x="10428" y="3674"/>
                    <a:pt x="10315" y="3670"/>
                  </a:cubicBezTo>
                  <a:cubicBezTo>
                    <a:pt x="10306" y="3667"/>
                    <a:pt x="10297" y="3667"/>
                    <a:pt x="10287" y="3664"/>
                  </a:cubicBezTo>
                  <a:cubicBezTo>
                    <a:pt x="10277" y="3663"/>
                    <a:pt x="10268" y="3661"/>
                    <a:pt x="10256" y="3660"/>
                  </a:cubicBezTo>
                  <a:cubicBezTo>
                    <a:pt x="10236" y="3655"/>
                    <a:pt x="10213" y="3655"/>
                    <a:pt x="10189" y="3654"/>
                  </a:cubicBezTo>
                  <a:cubicBezTo>
                    <a:pt x="10142" y="3650"/>
                    <a:pt x="10090" y="3648"/>
                    <a:pt x="10038" y="3648"/>
                  </a:cubicBezTo>
                  <a:cubicBezTo>
                    <a:pt x="9991" y="3648"/>
                    <a:pt x="9944" y="3650"/>
                    <a:pt x="9899" y="3654"/>
                  </a:cubicBezTo>
                  <a:cubicBezTo>
                    <a:pt x="9864" y="3657"/>
                    <a:pt x="9833" y="3660"/>
                    <a:pt x="9804" y="3667"/>
                  </a:cubicBezTo>
                  <a:lnTo>
                    <a:pt x="9777" y="3671"/>
                  </a:lnTo>
                  <a:cubicBezTo>
                    <a:pt x="9553" y="3725"/>
                    <a:pt x="9339" y="3778"/>
                    <a:pt x="9128" y="3828"/>
                  </a:cubicBezTo>
                  <a:cubicBezTo>
                    <a:pt x="8989" y="3865"/>
                    <a:pt x="8848" y="3901"/>
                    <a:pt x="8706" y="3936"/>
                  </a:cubicBezTo>
                  <a:cubicBezTo>
                    <a:pt x="8567" y="3972"/>
                    <a:pt x="8423" y="4009"/>
                    <a:pt x="8279" y="4045"/>
                  </a:cubicBezTo>
                  <a:cubicBezTo>
                    <a:pt x="8206" y="4061"/>
                    <a:pt x="8132" y="4081"/>
                    <a:pt x="8058" y="4097"/>
                  </a:cubicBezTo>
                  <a:cubicBezTo>
                    <a:pt x="7801" y="4119"/>
                    <a:pt x="7545" y="4140"/>
                    <a:pt x="7289" y="4161"/>
                  </a:cubicBezTo>
                  <a:lnTo>
                    <a:pt x="7043" y="4161"/>
                  </a:lnTo>
                  <a:cubicBezTo>
                    <a:pt x="6984" y="4173"/>
                    <a:pt x="6913" y="4177"/>
                    <a:pt x="6838" y="4177"/>
                  </a:cubicBezTo>
                  <a:cubicBezTo>
                    <a:pt x="6791" y="4177"/>
                    <a:pt x="6742" y="4175"/>
                    <a:pt x="6694" y="4173"/>
                  </a:cubicBezTo>
                  <a:cubicBezTo>
                    <a:pt x="6672" y="4173"/>
                    <a:pt x="6649" y="4173"/>
                    <a:pt x="6626" y="4172"/>
                  </a:cubicBezTo>
                  <a:lnTo>
                    <a:pt x="6466" y="4172"/>
                  </a:lnTo>
                  <a:cubicBezTo>
                    <a:pt x="6434" y="4173"/>
                    <a:pt x="6402" y="4173"/>
                    <a:pt x="6369" y="4173"/>
                  </a:cubicBezTo>
                  <a:cubicBezTo>
                    <a:pt x="6303" y="4174"/>
                    <a:pt x="6238" y="4175"/>
                    <a:pt x="6173" y="4175"/>
                  </a:cubicBezTo>
                  <a:cubicBezTo>
                    <a:pt x="6008" y="4175"/>
                    <a:pt x="5847" y="4168"/>
                    <a:pt x="5706" y="4137"/>
                  </a:cubicBezTo>
                  <a:lnTo>
                    <a:pt x="5333" y="4137"/>
                  </a:lnTo>
                  <a:cubicBezTo>
                    <a:pt x="5146" y="4137"/>
                    <a:pt x="4942" y="4146"/>
                    <a:pt x="4746" y="4146"/>
                  </a:cubicBezTo>
                  <a:cubicBezTo>
                    <a:pt x="4566" y="4146"/>
                    <a:pt x="4392" y="4138"/>
                    <a:pt x="4243" y="4106"/>
                  </a:cubicBezTo>
                  <a:lnTo>
                    <a:pt x="4083" y="4106"/>
                  </a:lnTo>
                  <a:cubicBezTo>
                    <a:pt x="4073" y="4106"/>
                    <a:pt x="4064" y="4106"/>
                    <a:pt x="4055" y="4106"/>
                  </a:cubicBezTo>
                  <a:cubicBezTo>
                    <a:pt x="4013" y="4106"/>
                    <a:pt x="3972" y="4108"/>
                    <a:pt x="3932" y="4110"/>
                  </a:cubicBezTo>
                  <a:cubicBezTo>
                    <a:pt x="3853" y="4118"/>
                    <a:pt x="3779" y="4129"/>
                    <a:pt x="3705" y="4144"/>
                  </a:cubicBezTo>
                  <a:lnTo>
                    <a:pt x="3704" y="4144"/>
                  </a:lnTo>
                  <a:cubicBezTo>
                    <a:pt x="3664" y="4154"/>
                    <a:pt x="3628" y="4161"/>
                    <a:pt x="3590" y="4172"/>
                  </a:cubicBezTo>
                  <a:cubicBezTo>
                    <a:pt x="3525" y="4186"/>
                    <a:pt x="3461" y="4186"/>
                    <a:pt x="3398" y="4186"/>
                  </a:cubicBezTo>
                  <a:cubicBezTo>
                    <a:pt x="3333" y="4186"/>
                    <a:pt x="3267" y="4186"/>
                    <a:pt x="3195" y="4202"/>
                  </a:cubicBezTo>
                  <a:cubicBezTo>
                    <a:pt x="3159" y="4210"/>
                    <a:pt x="3108" y="4215"/>
                    <a:pt x="3056" y="4215"/>
                  </a:cubicBezTo>
                  <a:cubicBezTo>
                    <a:pt x="3011" y="4215"/>
                    <a:pt x="2965" y="4211"/>
                    <a:pt x="2927" y="4202"/>
                  </a:cubicBezTo>
                  <a:cubicBezTo>
                    <a:pt x="2882" y="4192"/>
                    <a:pt x="2839" y="4180"/>
                    <a:pt x="2795" y="4166"/>
                  </a:cubicBezTo>
                  <a:cubicBezTo>
                    <a:pt x="2783" y="4163"/>
                    <a:pt x="2775" y="4163"/>
                    <a:pt x="2766" y="4157"/>
                  </a:cubicBezTo>
                  <a:cubicBezTo>
                    <a:pt x="2756" y="4156"/>
                    <a:pt x="2747" y="4154"/>
                    <a:pt x="2738" y="4150"/>
                  </a:cubicBezTo>
                  <a:cubicBezTo>
                    <a:pt x="2709" y="4141"/>
                    <a:pt x="2679" y="4129"/>
                    <a:pt x="2650" y="4121"/>
                  </a:cubicBezTo>
                  <a:cubicBezTo>
                    <a:pt x="2620" y="4112"/>
                    <a:pt x="2588" y="4100"/>
                    <a:pt x="2559" y="4090"/>
                  </a:cubicBezTo>
                  <a:cubicBezTo>
                    <a:pt x="2522" y="4076"/>
                    <a:pt x="2484" y="4062"/>
                    <a:pt x="2443" y="4046"/>
                  </a:cubicBezTo>
                  <a:cubicBezTo>
                    <a:pt x="2442" y="4046"/>
                    <a:pt x="2442" y="4045"/>
                    <a:pt x="2442" y="4045"/>
                  </a:cubicBezTo>
                  <a:cubicBezTo>
                    <a:pt x="2389" y="4025"/>
                    <a:pt x="2337" y="4004"/>
                    <a:pt x="2283" y="3987"/>
                  </a:cubicBezTo>
                  <a:cubicBezTo>
                    <a:pt x="2247" y="3972"/>
                    <a:pt x="2208" y="3958"/>
                    <a:pt x="2167" y="3945"/>
                  </a:cubicBezTo>
                  <a:cubicBezTo>
                    <a:pt x="2058" y="3910"/>
                    <a:pt x="1939" y="3917"/>
                    <a:pt x="1824" y="3892"/>
                  </a:cubicBezTo>
                  <a:cubicBezTo>
                    <a:pt x="1792" y="3886"/>
                    <a:pt x="1756" y="3883"/>
                    <a:pt x="1717" y="3883"/>
                  </a:cubicBezTo>
                  <a:cubicBezTo>
                    <a:pt x="1596" y="3883"/>
                    <a:pt x="1450" y="3912"/>
                    <a:pt x="1321" y="3945"/>
                  </a:cubicBezTo>
                  <a:lnTo>
                    <a:pt x="1319" y="3945"/>
                  </a:lnTo>
                  <a:cubicBezTo>
                    <a:pt x="1277" y="3955"/>
                    <a:pt x="1235" y="3967"/>
                    <a:pt x="1197" y="3975"/>
                  </a:cubicBezTo>
                  <a:lnTo>
                    <a:pt x="1196" y="3975"/>
                  </a:lnTo>
                  <a:cubicBezTo>
                    <a:pt x="1169" y="3981"/>
                    <a:pt x="1146" y="3988"/>
                    <a:pt x="1126" y="3996"/>
                  </a:cubicBezTo>
                  <a:cubicBezTo>
                    <a:pt x="1104" y="4001"/>
                    <a:pt x="1082" y="4006"/>
                    <a:pt x="1066" y="4010"/>
                  </a:cubicBezTo>
                  <a:cubicBezTo>
                    <a:pt x="1040" y="4017"/>
                    <a:pt x="1015" y="4023"/>
                    <a:pt x="989" y="4025"/>
                  </a:cubicBezTo>
                  <a:cubicBezTo>
                    <a:pt x="925" y="4034"/>
                    <a:pt x="858" y="4037"/>
                    <a:pt x="789" y="4037"/>
                  </a:cubicBezTo>
                  <a:cubicBezTo>
                    <a:pt x="632" y="4037"/>
                    <a:pt x="468" y="4020"/>
                    <a:pt x="306" y="4020"/>
                  </a:cubicBezTo>
                  <a:cubicBezTo>
                    <a:pt x="284" y="4020"/>
                    <a:pt x="265" y="4020"/>
                    <a:pt x="246" y="4023"/>
                  </a:cubicBezTo>
                  <a:lnTo>
                    <a:pt x="230" y="4023"/>
                  </a:lnTo>
                  <a:cubicBezTo>
                    <a:pt x="226" y="4025"/>
                    <a:pt x="222" y="4025"/>
                    <a:pt x="217" y="4025"/>
                  </a:cubicBezTo>
                  <a:cubicBezTo>
                    <a:pt x="208" y="4026"/>
                    <a:pt x="200" y="4028"/>
                    <a:pt x="190" y="4028"/>
                  </a:cubicBezTo>
                  <a:cubicBezTo>
                    <a:pt x="178" y="4030"/>
                    <a:pt x="169" y="4032"/>
                    <a:pt x="158" y="4032"/>
                  </a:cubicBezTo>
                  <a:cubicBezTo>
                    <a:pt x="150" y="4033"/>
                    <a:pt x="143" y="4035"/>
                    <a:pt x="137" y="4035"/>
                  </a:cubicBezTo>
                  <a:cubicBezTo>
                    <a:pt x="120" y="4039"/>
                    <a:pt x="101" y="4041"/>
                    <a:pt x="85" y="4042"/>
                  </a:cubicBezTo>
                  <a:cubicBezTo>
                    <a:pt x="57" y="4061"/>
                    <a:pt x="30" y="4077"/>
                    <a:pt x="1" y="4093"/>
                  </a:cubicBezTo>
                  <a:cubicBezTo>
                    <a:pt x="28" y="4097"/>
                    <a:pt x="56" y="4105"/>
                    <a:pt x="83" y="4108"/>
                  </a:cubicBezTo>
                  <a:cubicBezTo>
                    <a:pt x="166" y="4144"/>
                    <a:pt x="243" y="4198"/>
                    <a:pt x="304" y="4259"/>
                  </a:cubicBezTo>
                  <a:cubicBezTo>
                    <a:pt x="339" y="4289"/>
                    <a:pt x="367" y="4324"/>
                    <a:pt x="393" y="4359"/>
                  </a:cubicBezTo>
                  <a:cubicBezTo>
                    <a:pt x="421" y="4395"/>
                    <a:pt x="447" y="4433"/>
                    <a:pt x="469" y="4471"/>
                  </a:cubicBezTo>
                  <a:cubicBezTo>
                    <a:pt x="528" y="4573"/>
                    <a:pt x="537" y="4686"/>
                    <a:pt x="575" y="4813"/>
                  </a:cubicBezTo>
                  <a:cubicBezTo>
                    <a:pt x="586" y="4848"/>
                    <a:pt x="595" y="4882"/>
                    <a:pt x="602" y="4914"/>
                  </a:cubicBezTo>
                  <a:cubicBezTo>
                    <a:pt x="610" y="4946"/>
                    <a:pt x="617" y="4977"/>
                    <a:pt x="623" y="5009"/>
                  </a:cubicBezTo>
                  <a:cubicBezTo>
                    <a:pt x="636" y="5082"/>
                    <a:pt x="646" y="5157"/>
                    <a:pt x="652" y="5231"/>
                  </a:cubicBezTo>
                  <a:lnTo>
                    <a:pt x="652" y="5240"/>
                  </a:lnTo>
                  <a:cubicBezTo>
                    <a:pt x="655" y="5268"/>
                    <a:pt x="658" y="5292"/>
                    <a:pt x="658" y="5320"/>
                  </a:cubicBezTo>
                  <a:cubicBezTo>
                    <a:pt x="659" y="5349"/>
                    <a:pt x="661" y="5380"/>
                    <a:pt x="661" y="5409"/>
                  </a:cubicBezTo>
                  <a:cubicBezTo>
                    <a:pt x="668" y="5698"/>
                    <a:pt x="629" y="5990"/>
                    <a:pt x="565" y="6255"/>
                  </a:cubicBezTo>
                  <a:cubicBezTo>
                    <a:pt x="553" y="6294"/>
                    <a:pt x="544" y="6335"/>
                    <a:pt x="531" y="6373"/>
                  </a:cubicBezTo>
                  <a:cubicBezTo>
                    <a:pt x="521" y="6412"/>
                    <a:pt x="509" y="6448"/>
                    <a:pt x="498" y="6489"/>
                  </a:cubicBezTo>
                  <a:lnTo>
                    <a:pt x="498" y="6490"/>
                  </a:lnTo>
                  <a:lnTo>
                    <a:pt x="498" y="6492"/>
                  </a:lnTo>
                  <a:cubicBezTo>
                    <a:pt x="490" y="6514"/>
                    <a:pt x="483" y="6536"/>
                    <a:pt x="473" y="6557"/>
                  </a:cubicBezTo>
                  <a:cubicBezTo>
                    <a:pt x="464" y="6585"/>
                    <a:pt x="456" y="6611"/>
                    <a:pt x="447" y="6634"/>
                  </a:cubicBezTo>
                  <a:cubicBezTo>
                    <a:pt x="448" y="6637"/>
                    <a:pt x="448" y="6637"/>
                    <a:pt x="447" y="6637"/>
                  </a:cubicBezTo>
                  <a:cubicBezTo>
                    <a:pt x="444" y="6642"/>
                    <a:pt x="443" y="6645"/>
                    <a:pt x="443" y="6649"/>
                  </a:cubicBezTo>
                  <a:cubicBezTo>
                    <a:pt x="427" y="6691"/>
                    <a:pt x="408" y="6730"/>
                    <a:pt x="393" y="6771"/>
                  </a:cubicBezTo>
                  <a:lnTo>
                    <a:pt x="393" y="6773"/>
                  </a:lnTo>
                  <a:cubicBezTo>
                    <a:pt x="367" y="6834"/>
                    <a:pt x="333" y="6911"/>
                    <a:pt x="291" y="6979"/>
                  </a:cubicBezTo>
                  <a:cubicBezTo>
                    <a:pt x="288" y="6989"/>
                    <a:pt x="281" y="6996"/>
                    <a:pt x="277" y="7004"/>
                  </a:cubicBezTo>
                  <a:cubicBezTo>
                    <a:pt x="265" y="7023"/>
                    <a:pt x="251" y="7043"/>
                    <a:pt x="236" y="7063"/>
                  </a:cubicBezTo>
                  <a:cubicBezTo>
                    <a:pt x="219" y="7084"/>
                    <a:pt x="201" y="7101"/>
                    <a:pt x="185" y="7117"/>
                  </a:cubicBezTo>
                  <a:cubicBezTo>
                    <a:pt x="174" y="7129"/>
                    <a:pt x="165" y="7137"/>
                    <a:pt x="153" y="7145"/>
                  </a:cubicBezTo>
                  <a:cubicBezTo>
                    <a:pt x="117" y="7172"/>
                    <a:pt x="78" y="7193"/>
                    <a:pt x="33" y="7200"/>
                  </a:cubicBezTo>
                  <a:cubicBezTo>
                    <a:pt x="35" y="7207"/>
                    <a:pt x="35" y="7216"/>
                    <a:pt x="37" y="7225"/>
                  </a:cubicBezTo>
                  <a:cubicBezTo>
                    <a:pt x="40" y="7226"/>
                    <a:pt x="40" y="7229"/>
                    <a:pt x="41" y="7231"/>
                  </a:cubicBezTo>
                  <a:cubicBezTo>
                    <a:pt x="54" y="7233"/>
                    <a:pt x="64" y="7236"/>
                    <a:pt x="76" y="7241"/>
                  </a:cubicBezTo>
                  <a:cubicBezTo>
                    <a:pt x="98" y="7248"/>
                    <a:pt x="120" y="7260"/>
                    <a:pt x="139" y="7268"/>
                  </a:cubicBezTo>
                  <a:cubicBezTo>
                    <a:pt x="152" y="7273"/>
                    <a:pt x="160" y="7280"/>
                    <a:pt x="172" y="7283"/>
                  </a:cubicBezTo>
                  <a:cubicBezTo>
                    <a:pt x="192" y="7290"/>
                    <a:pt x="214" y="7302"/>
                    <a:pt x="236" y="7306"/>
                  </a:cubicBezTo>
                  <a:cubicBezTo>
                    <a:pt x="275" y="7316"/>
                    <a:pt x="313" y="7325"/>
                    <a:pt x="354" y="7334"/>
                  </a:cubicBezTo>
                  <a:cubicBezTo>
                    <a:pt x="473" y="7361"/>
                    <a:pt x="594" y="7389"/>
                    <a:pt x="713" y="7414"/>
                  </a:cubicBezTo>
                  <a:cubicBezTo>
                    <a:pt x="738" y="7421"/>
                    <a:pt x="759" y="7428"/>
                    <a:pt x="783" y="7436"/>
                  </a:cubicBezTo>
                  <a:lnTo>
                    <a:pt x="784" y="7437"/>
                  </a:lnTo>
                  <a:cubicBezTo>
                    <a:pt x="790" y="7440"/>
                    <a:pt x="797" y="7441"/>
                    <a:pt x="803" y="7441"/>
                  </a:cubicBezTo>
                  <a:lnTo>
                    <a:pt x="967" y="7499"/>
                  </a:lnTo>
                  <a:cubicBezTo>
                    <a:pt x="995" y="7510"/>
                    <a:pt x="1024" y="7520"/>
                    <a:pt x="1052" y="7531"/>
                  </a:cubicBezTo>
                  <a:cubicBezTo>
                    <a:pt x="1116" y="7553"/>
                    <a:pt x="1177" y="7579"/>
                    <a:pt x="1241" y="7607"/>
                  </a:cubicBezTo>
                  <a:cubicBezTo>
                    <a:pt x="1331" y="7646"/>
                    <a:pt x="1611" y="7782"/>
                    <a:pt x="1778" y="7782"/>
                  </a:cubicBezTo>
                  <a:cubicBezTo>
                    <a:pt x="1796" y="7782"/>
                    <a:pt x="1813" y="7781"/>
                    <a:pt x="1828" y="7777"/>
                  </a:cubicBezTo>
                  <a:cubicBezTo>
                    <a:pt x="2019" y="7732"/>
                    <a:pt x="2162" y="7563"/>
                    <a:pt x="2266" y="7425"/>
                  </a:cubicBezTo>
                  <a:cubicBezTo>
                    <a:pt x="2375" y="7281"/>
                    <a:pt x="2511" y="7146"/>
                    <a:pt x="2607" y="6986"/>
                  </a:cubicBezTo>
                  <a:cubicBezTo>
                    <a:pt x="2610" y="6982"/>
                    <a:pt x="2615" y="6975"/>
                    <a:pt x="2619" y="6967"/>
                  </a:cubicBezTo>
                  <a:cubicBezTo>
                    <a:pt x="2634" y="6946"/>
                    <a:pt x="2645" y="6919"/>
                    <a:pt x="2658" y="6890"/>
                  </a:cubicBezTo>
                  <a:cubicBezTo>
                    <a:pt x="2718" y="6758"/>
                    <a:pt x="2753" y="6608"/>
                    <a:pt x="2789" y="6454"/>
                  </a:cubicBezTo>
                  <a:cubicBezTo>
                    <a:pt x="2802" y="6395"/>
                    <a:pt x="2817" y="6329"/>
                    <a:pt x="2833" y="6269"/>
                  </a:cubicBezTo>
                  <a:cubicBezTo>
                    <a:pt x="2836" y="6256"/>
                    <a:pt x="2839" y="6242"/>
                    <a:pt x="2843" y="6226"/>
                  </a:cubicBezTo>
                  <a:cubicBezTo>
                    <a:pt x="2853" y="6172"/>
                    <a:pt x="2862" y="6110"/>
                    <a:pt x="2868" y="6040"/>
                  </a:cubicBezTo>
                  <a:cubicBezTo>
                    <a:pt x="2869" y="6019"/>
                    <a:pt x="2871" y="6001"/>
                    <a:pt x="2871" y="5979"/>
                  </a:cubicBezTo>
                  <a:cubicBezTo>
                    <a:pt x="2879" y="5849"/>
                    <a:pt x="2882" y="5710"/>
                    <a:pt x="2872" y="5593"/>
                  </a:cubicBezTo>
                  <a:cubicBezTo>
                    <a:pt x="2871" y="5566"/>
                    <a:pt x="2869" y="5540"/>
                    <a:pt x="2865" y="5516"/>
                  </a:cubicBezTo>
                  <a:cubicBezTo>
                    <a:pt x="2862" y="5492"/>
                    <a:pt x="2860" y="5471"/>
                    <a:pt x="2853" y="5449"/>
                  </a:cubicBezTo>
                  <a:cubicBezTo>
                    <a:pt x="2849" y="5368"/>
                    <a:pt x="2847" y="5284"/>
                    <a:pt x="2841" y="5204"/>
                  </a:cubicBezTo>
                  <a:cubicBezTo>
                    <a:pt x="2827" y="5135"/>
                    <a:pt x="2773" y="4869"/>
                    <a:pt x="2811" y="4808"/>
                  </a:cubicBezTo>
                  <a:lnTo>
                    <a:pt x="2811" y="4788"/>
                  </a:lnTo>
                  <a:cubicBezTo>
                    <a:pt x="2887" y="4803"/>
                    <a:pt x="2889" y="4862"/>
                    <a:pt x="2919" y="4926"/>
                  </a:cubicBezTo>
                  <a:cubicBezTo>
                    <a:pt x="2930" y="4954"/>
                    <a:pt x="2942" y="4986"/>
                    <a:pt x="2950" y="5019"/>
                  </a:cubicBezTo>
                  <a:cubicBezTo>
                    <a:pt x="2965" y="5067"/>
                    <a:pt x="2978" y="5118"/>
                    <a:pt x="2990" y="5173"/>
                  </a:cubicBezTo>
                  <a:cubicBezTo>
                    <a:pt x="2997" y="5208"/>
                    <a:pt x="3004" y="5244"/>
                    <a:pt x="3013" y="5281"/>
                  </a:cubicBezTo>
                  <a:cubicBezTo>
                    <a:pt x="3016" y="5298"/>
                    <a:pt x="3020" y="5314"/>
                    <a:pt x="3026" y="5333"/>
                  </a:cubicBezTo>
                  <a:cubicBezTo>
                    <a:pt x="3028" y="5370"/>
                    <a:pt x="3029" y="5406"/>
                    <a:pt x="3029" y="5442"/>
                  </a:cubicBezTo>
                  <a:lnTo>
                    <a:pt x="3029" y="5445"/>
                  </a:lnTo>
                  <a:cubicBezTo>
                    <a:pt x="3032" y="5479"/>
                    <a:pt x="3032" y="5515"/>
                    <a:pt x="3036" y="5547"/>
                  </a:cubicBezTo>
                  <a:cubicBezTo>
                    <a:pt x="3044" y="5580"/>
                    <a:pt x="3049" y="5618"/>
                    <a:pt x="3051" y="5660"/>
                  </a:cubicBezTo>
                  <a:lnTo>
                    <a:pt x="3051" y="5663"/>
                  </a:lnTo>
                  <a:cubicBezTo>
                    <a:pt x="3055" y="5718"/>
                    <a:pt x="3057" y="5780"/>
                    <a:pt x="3055" y="5842"/>
                  </a:cubicBezTo>
                  <a:cubicBezTo>
                    <a:pt x="3055" y="5862"/>
                    <a:pt x="3052" y="5880"/>
                    <a:pt x="3052" y="5896"/>
                  </a:cubicBezTo>
                  <a:cubicBezTo>
                    <a:pt x="3051" y="5942"/>
                    <a:pt x="3046" y="5987"/>
                    <a:pt x="3042" y="6027"/>
                  </a:cubicBezTo>
                  <a:cubicBezTo>
                    <a:pt x="3038" y="6070"/>
                    <a:pt x="3029" y="6112"/>
                    <a:pt x="3022" y="6146"/>
                  </a:cubicBezTo>
                  <a:cubicBezTo>
                    <a:pt x="3014" y="6222"/>
                    <a:pt x="3009" y="6294"/>
                    <a:pt x="3000" y="6371"/>
                  </a:cubicBezTo>
                  <a:cubicBezTo>
                    <a:pt x="2969" y="6489"/>
                    <a:pt x="2943" y="6594"/>
                    <a:pt x="2917" y="6688"/>
                  </a:cubicBezTo>
                  <a:cubicBezTo>
                    <a:pt x="2904" y="6736"/>
                    <a:pt x="2889" y="6781"/>
                    <a:pt x="2875" y="6826"/>
                  </a:cubicBezTo>
                  <a:cubicBezTo>
                    <a:pt x="2869" y="6848"/>
                    <a:pt x="2862" y="6870"/>
                    <a:pt x="2852" y="6892"/>
                  </a:cubicBezTo>
                  <a:cubicBezTo>
                    <a:pt x="2846" y="6914"/>
                    <a:pt x="2837" y="6935"/>
                    <a:pt x="2825" y="6960"/>
                  </a:cubicBezTo>
                  <a:lnTo>
                    <a:pt x="2824" y="6960"/>
                  </a:lnTo>
                  <a:cubicBezTo>
                    <a:pt x="2809" y="7004"/>
                    <a:pt x="2789" y="7043"/>
                    <a:pt x="2764" y="7085"/>
                  </a:cubicBezTo>
                  <a:cubicBezTo>
                    <a:pt x="2759" y="7098"/>
                    <a:pt x="2748" y="7113"/>
                    <a:pt x="2743" y="7129"/>
                  </a:cubicBezTo>
                  <a:cubicBezTo>
                    <a:pt x="2728" y="7156"/>
                    <a:pt x="2708" y="7185"/>
                    <a:pt x="2689" y="7215"/>
                  </a:cubicBezTo>
                  <a:cubicBezTo>
                    <a:pt x="2641" y="7289"/>
                    <a:pt x="2597" y="7382"/>
                    <a:pt x="2540" y="7450"/>
                  </a:cubicBezTo>
                  <a:cubicBezTo>
                    <a:pt x="2532" y="7463"/>
                    <a:pt x="2520" y="7472"/>
                    <a:pt x="2510" y="7485"/>
                  </a:cubicBezTo>
                  <a:cubicBezTo>
                    <a:pt x="2500" y="7495"/>
                    <a:pt x="2490" y="7505"/>
                    <a:pt x="2478" y="7513"/>
                  </a:cubicBezTo>
                  <a:cubicBezTo>
                    <a:pt x="2482" y="7515"/>
                    <a:pt x="2484" y="7520"/>
                    <a:pt x="2490" y="7524"/>
                  </a:cubicBezTo>
                  <a:cubicBezTo>
                    <a:pt x="2514" y="7545"/>
                    <a:pt x="2555" y="7563"/>
                    <a:pt x="2602" y="7578"/>
                  </a:cubicBezTo>
                  <a:cubicBezTo>
                    <a:pt x="2626" y="7585"/>
                    <a:pt x="2650" y="7593"/>
                    <a:pt x="2674" y="7597"/>
                  </a:cubicBezTo>
                  <a:cubicBezTo>
                    <a:pt x="2699" y="7603"/>
                    <a:pt x="2724" y="7610"/>
                    <a:pt x="2747" y="7617"/>
                  </a:cubicBezTo>
                  <a:lnTo>
                    <a:pt x="2750" y="7617"/>
                  </a:lnTo>
                  <a:cubicBezTo>
                    <a:pt x="2786" y="7626"/>
                    <a:pt x="2820" y="7633"/>
                    <a:pt x="2849" y="7645"/>
                  </a:cubicBezTo>
                  <a:cubicBezTo>
                    <a:pt x="2859" y="7646"/>
                    <a:pt x="2868" y="7648"/>
                    <a:pt x="2875" y="7652"/>
                  </a:cubicBezTo>
                  <a:cubicBezTo>
                    <a:pt x="2911" y="7665"/>
                    <a:pt x="2949" y="7680"/>
                    <a:pt x="2985" y="7690"/>
                  </a:cubicBezTo>
                  <a:cubicBezTo>
                    <a:pt x="3013" y="7699"/>
                    <a:pt x="3038" y="7709"/>
                    <a:pt x="3065" y="7716"/>
                  </a:cubicBezTo>
                  <a:cubicBezTo>
                    <a:pt x="3086" y="7720"/>
                    <a:pt x="3108" y="7728"/>
                    <a:pt x="3128" y="7735"/>
                  </a:cubicBezTo>
                  <a:cubicBezTo>
                    <a:pt x="3196" y="7755"/>
                    <a:pt x="3267" y="7774"/>
                    <a:pt x="3340" y="7793"/>
                  </a:cubicBezTo>
                  <a:cubicBezTo>
                    <a:pt x="3392" y="7808"/>
                    <a:pt x="3449" y="7821"/>
                    <a:pt x="3502" y="7837"/>
                  </a:cubicBezTo>
                  <a:cubicBezTo>
                    <a:pt x="3586" y="7859"/>
                    <a:pt x="3669" y="7883"/>
                    <a:pt x="3753" y="7909"/>
                  </a:cubicBezTo>
                  <a:cubicBezTo>
                    <a:pt x="3836" y="7930"/>
                    <a:pt x="3922" y="7946"/>
                    <a:pt x="4009" y="7963"/>
                  </a:cubicBezTo>
                  <a:cubicBezTo>
                    <a:pt x="4045" y="7975"/>
                    <a:pt x="4083" y="7987"/>
                    <a:pt x="4121" y="7997"/>
                  </a:cubicBezTo>
                  <a:cubicBezTo>
                    <a:pt x="4157" y="8008"/>
                    <a:pt x="4192" y="8017"/>
                    <a:pt x="4230" y="8026"/>
                  </a:cubicBezTo>
                  <a:cubicBezTo>
                    <a:pt x="4356" y="8059"/>
                    <a:pt x="4483" y="8087"/>
                    <a:pt x="4612" y="8110"/>
                  </a:cubicBezTo>
                  <a:cubicBezTo>
                    <a:pt x="4647" y="8116"/>
                    <a:pt x="4679" y="8123"/>
                    <a:pt x="4713" y="8128"/>
                  </a:cubicBezTo>
                  <a:cubicBezTo>
                    <a:pt x="4938" y="8168"/>
                    <a:pt x="5166" y="8203"/>
                    <a:pt x="5396" y="8241"/>
                  </a:cubicBezTo>
                  <a:cubicBezTo>
                    <a:pt x="5448" y="8248"/>
                    <a:pt x="5498" y="8257"/>
                    <a:pt x="5549" y="8269"/>
                  </a:cubicBezTo>
                  <a:cubicBezTo>
                    <a:pt x="5602" y="8277"/>
                    <a:pt x="5658" y="8288"/>
                    <a:pt x="5710" y="8298"/>
                  </a:cubicBezTo>
                  <a:cubicBezTo>
                    <a:pt x="5789" y="8312"/>
                    <a:pt x="5866" y="8330"/>
                    <a:pt x="5943" y="8350"/>
                  </a:cubicBezTo>
                  <a:cubicBezTo>
                    <a:pt x="6178" y="8378"/>
                    <a:pt x="6421" y="8407"/>
                    <a:pt x="6658" y="8433"/>
                  </a:cubicBezTo>
                  <a:cubicBezTo>
                    <a:pt x="6742" y="8453"/>
                    <a:pt x="6828" y="8472"/>
                    <a:pt x="6911" y="8490"/>
                  </a:cubicBezTo>
                  <a:cubicBezTo>
                    <a:pt x="7065" y="8523"/>
                    <a:pt x="7221" y="8552"/>
                    <a:pt x="7376" y="8581"/>
                  </a:cubicBezTo>
                  <a:cubicBezTo>
                    <a:pt x="7439" y="8591"/>
                    <a:pt x="7501" y="8603"/>
                    <a:pt x="7565" y="8613"/>
                  </a:cubicBezTo>
                  <a:cubicBezTo>
                    <a:pt x="7620" y="8625"/>
                    <a:pt x="7676" y="8634"/>
                    <a:pt x="7732" y="8642"/>
                  </a:cubicBezTo>
                  <a:cubicBezTo>
                    <a:pt x="7802" y="8655"/>
                    <a:pt x="7868" y="8668"/>
                    <a:pt x="7936" y="8679"/>
                  </a:cubicBezTo>
                  <a:cubicBezTo>
                    <a:pt x="8107" y="8709"/>
                    <a:pt x="8278" y="8741"/>
                    <a:pt x="8445" y="8779"/>
                  </a:cubicBezTo>
                  <a:cubicBezTo>
                    <a:pt x="8480" y="8786"/>
                    <a:pt x="8512" y="8793"/>
                    <a:pt x="8545" y="8801"/>
                  </a:cubicBezTo>
                  <a:cubicBezTo>
                    <a:pt x="8597" y="8814"/>
                    <a:pt x="8647" y="8825"/>
                    <a:pt x="8698" y="8839"/>
                  </a:cubicBezTo>
                  <a:cubicBezTo>
                    <a:pt x="8778" y="8850"/>
                    <a:pt x="8856" y="8860"/>
                    <a:pt x="8933" y="8873"/>
                  </a:cubicBezTo>
                  <a:cubicBezTo>
                    <a:pt x="8954" y="8876"/>
                    <a:pt x="8977" y="8879"/>
                    <a:pt x="8997" y="8882"/>
                  </a:cubicBezTo>
                  <a:cubicBezTo>
                    <a:pt x="9111" y="8887"/>
                    <a:pt x="9224" y="8889"/>
                    <a:pt x="9339" y="8894"/>
                  </a:cubicBezTo>
                  <a:cubicBezTo>
                    <a:pt x="9387" y="8904"/>
                    <a:pt x="9455" y="8909"/>
                    <a:pt x="9524" y="8909"/>
                  </a:cubicBezTo>
                  <a:cubicBezTo>
                    <a:pt x="9598" y="8909"/>
                    <a:pt x="9673" y="8904"/>
                    <a:pt x="9723" y="8894"/>
                  </a:cubicBezTo>
                  <a:lnTo>
                    <a:pt x="9958" y="8894"/>
                  </a:lnTo>
                  <a:cubicBezTo>
                    <a:pt x="10086" y="8866"/>
                    <a:pt x="10220" y="8860"/>
                    <a:pt x="10354" y="8850"/>
                  </a:cubicBezTo>
                  <a:cubicBezTo>
                    <a:pt x="10373" y="8847"/>
                    <a:pt x="10393" y="8846"/>
                    <a:pt x="10413" y="8846"/>
                  </a:cubicBezTo>
                  <a:cubicBezTo>
                    <a:pt x="10453" y="8843"/>
                    <a:pt x="10492" y="8837"/>
                    <a:pt x="10530" y="8831"/>
                  </a:cubicBezTo>
                  <a:cubicBezTo>
                    <a:pt x="10550" y="8828"/>
                    <a:pt x="10567" y="8824"/>
                    <a:pt x="10588" y="8818"/>
                  </a:cubicBezTo>
                  <a:cubicBezTo>
                    <a:pt x="10608" y="8815"/>
                    <a:pt x="10627" y="8811"/>
                    <a:pt x="10649" y="8809"/>
                  </a:cubicBezTo>
                  <a:cubicBezTo>
                    <a:pt x="10672" y="8808"/>
                    <a:pt x="10696" y="8807"/>
                    <a:pt x="10721" y="8807"/>
                  </a:cubicBezTo>
                  <a:cubicBezTo>
                    <a:pt x="10751" y="8807"/>
                    <a:pt x="10783" y="8809"/>
                    <a:pt x="10815" y="8811"/>
                  </a:cubicBezTo>
                  <a:cubicBezTo>
                    <a:pt x="10820" y="8811"/>
                    <a:pt x="10826" y="8814"/>
                    <a:pt x="10831" y="8815"/>
                  </a:cubicBezTo>
                  <a:cubicBezTo>
                    <a:pt x="10860" y="8818"/>
                    <a:pt x="10892" y="8823"/>
                    <a:pt x="10922" y="8828"/>
                  </a:cubicBezTo>
                  <a:cubicBezTo>
                    <a:pt x="10925" y="8828"/>
                    <a:pt x="10928" y="8828"/>
                    <a:pt x="10930" y="8830"/>
                  </a:cubicBezTo>
                  <a:cubicBezTo>
                    <a:pt x="10966" y="8836"/>
                    <a:pt x="11002" y="8844"/>
                    <a:pt x="11037" y="8853"/>
                  </a:cubicBezTo>
                  <a:cubicBezTo>
                    <a:pt x="11046" y="8857"/>
                    <a:pt x="11055" y="8859"/>
                    <a:pt x="11062" y="8862"/>
                  </a:cubicBezTo>
                  <a:cubicBezTo>
                    <a:pt x="11073" y="8865"/>
                    <a:pt x="11084" y="8866"/>
                    <a:pt x="11092" y="8872"/>
                  </a:cubicBezTo>
                  <a:cubicBezTo>
                    <a:pt x="11107" y="8875"/>
                    <a:pt x="11120" y="8881"/>
                    <a:pt x="11136" y="8887"/>
                  </a:cubicBezTo>
                  <a:cubicBezTo>
                    <a:pt x="11233" y="8920"/>
                    <a:pt x="11309" y="8962"/>
                    <a:pt x="11340" y="9003"/>
                  </a:cubicBezTo>
                  <a:lnTo>
                    <a:pt x="11350" y="9003"/>
                  </a:lnTo>
                  <a:cubicBezTo>
                    <a:pt x="11350" y="8575"/>
                    <a:pt x="11273" y="8004"/>
                    <a:pt x="11361" y="7603"/>
                  </a:cubicBezTo>
                  <a:cubicBezTo>
                    <a:pt x="11369" y="7495"/>
                    <a:pt x="11374" y="7390"/>
                    <a:pt x="11383" y="7283"/>
                  </a:cubicBezTo>
                  <a:lnTo>
                    <a:pt x="11405" y="7180"/>
                  </a:lnTo>
                  <a:cubicBezTo>
                    <a:pt x="11425" y="7085"/>
                    <a:pt x="11441" y="6991"/>
                    <a:pt x="11456" y="6899"/>
                  </a:cubicBezTo>
                  <a:cubicBezTo>
                    <a:pt x="11476" y="6786"/>
                    <a:pt x="11495" y="6672"/>
                    <a:pt x="11517" y="6563"/>
                  </a:cubicBezTo>
                  <a:cubicBezTo>
                    <a:pt x="11536" y="6460"/>
                    <a:pt x="11558" y="6358"/>
                    <a:pt x="11585" y="6259"/>
                  </a:cubicBezTo>
                  <a:cubicBezTo>
                    <a:pt x="11587" y="6256"/>
                    <a:pt x="11590" y="6251"/>
                    <a:pt x="11590" y="6248"/>
                  </a:cubicBezTo>
                  <a:cubicBezTo>
                    <a:pt x="11598" y="6213"/>
                    <a:pt x="11608" y="6178"/>
                    <a:pt x="11622" y="6146"/>
                  </a:cubicBezTo>
                  <a:cubicBezTo>
                    <a:pt x="11633" y="6111"/>
                    <a:pt x="11645" y="6076"/>
                    <a:pt x="11658" y="6046"/>
                  </a:cubicBezTo>
                  <a:cubicBezTo>
                    <a:pt x="11735" y="5857"/>
                    <a:pt x="11812" y="5670"/>
                    <a:pt x="11898" y="5492"/>
                  </a:cubicBezTo>
                  <a:cubicBezTo>
                    <a:pt x="11921" y="5442"/>
                    <a:pt x="11946" y="5394"/>
                    <a:pt x="11969" y="5348"/>
                  </a:cubicBezTo>
                  <a:cubicBezTo>
                    <a:pt x="11972" y="5343"/>
                    <a:pt x="11972" y="5340"/>
                    <a:pt x="11975" y="5336"/>
                  </a:cubicBezTo>
                  <a:cubicBezTo>
                    <a:pt x="12001" y="5284"/>
                    <a:pt x="12033" y="5231"/>
                    <a:pt x="12064" y="5181"/>
                  </a:cubicBezTo>
                  <a:cubicBezTo>
                    <a:pt x="12114" y="5101"/>
                    <a:pt x="12164" y="5022"/>
                    <a:pt x="12218" y="4944"/>
                  </a:cubicBezTo>
                  <a:cubicBezTo>
                    <a:pt x="12245" y="4904"/>
                    <a:pt x="12273" y="4866"/>
                    <a:pt x="12302" y="4827"/>
                  </a:cubicBezTo>
                  <a:cubicBezTo>
                    <a:pt x="12327" y="4791"/>
                    <a:pt x="12354" y="4753"/>
                    <a:pt x="12379" y="4718"/>
                  </a:cubicBezTo>
                  <a:cubicBezTo>
                    <a:pt x="12436" y="4643"/>
                    <a:pt x="12492" y="4568"/>
                    <a:pt x="12549" y="4493"/>
                  </a:cubicBezTo>
                  <a:cubicBezTo>
                    <a:pt x="12604" y="4419"/>
                    <a:pt x="12661" y="4346"/>
                    <a:pt x="12716" y="4272"/>
                  </a:cubicBezTo>
                  <a:cubicBezTo>
                    <a:pt x="12719" y="4266"/>
                    <a:pt x="12725" y="4260"/>
                    <a:pt x="12728" y="4257"/>
                  </a:cubicBezTo>
                  <a:cubicBezTo>
                    <a:pt x="12732" y="4251"/>
                    <a:pt x="12740" y="4244"/>
                    <a:pt x="12743" y="4241"/>
                  </a:cubicBezTo>
                  <a:cubicBezTo>
                    <a:pt x="12750" y="4228"/>
                    <a:pt x="12763" y="4221"/>
                    <a:pt x="12772" y="4212"/>
                  </a:cubicBezTo>
                  <a:cubicBezTo>
                    <a:pt x="12785" y="4201"/>
                    <a:pt x="12793" y="4192"/>
                    <a:pt x="12806" y="4185"/>
                  </a:cubicBezTo>
                  <a:cubicBezTo>
                    <a:pt x="12827" y="4166"/>
                    <a:pt x="12850" y="4150"/>
                    <a:pt x="12873" y="4132"/>
                  </a:cubicBezTo>
                  <a:cubicBezTo>
                    <a:pt x="12910" y="4106"/>
                    <a:pt x="12943" y="4078"/>
                    <a:pt x="12974" y="4048"/>
                  </a:cubicBezTo>
                  <a:lnTo>
                    <a:pt x="12994" y="4048"/>
                  </a:lnTo>
                  <a:cubicBezTo>
                    <a:pt x="12974" y="4108"/>
                    <a:pt x="12929" y="4141"/>
                    <a:pt x="12898" y="4188"/>
                  </a:cubicBezTo>
                  <a:cubicBezTo>
                    <a:pt x="12866" y="4235"/>
                    <a:pt x="12836" y="4285"/>
                    <a:pt x="12805" y="4331"/>
                  </a:cubicBezTo>
                  <a:cubicBezTo>
                    <a:pt x="12776" y="4381"/>
                    <a:pt x="12747" y="4427"/>
                    <a:pt x="12718" y="4475"/>
                  </a:cubicBezTo>
                  <a:cubicBezTo>
                    <a:pt x="12665" y="4558"/>
                    <a:pt x="12615" y="4643"/>
                    <a:pt x="12564" y="4728"/>
                  </a:cubicBezTo>
                  <a:cubicBezTo>
                    <a:pt x="12543" y="4759"/>
                    <a:pt x="12527" y="4789"/>
                    <a:pt x="12508" y="4823"/>
                  </a:cubicBezTo>
                  <a:cubicBezTo>
                    <a:pt x="12484" y="4866"/>
                    <a:pt x="12458" y="4910"/>
                    <a:pt x="12434" y="4955"/>
                  </a:cubicBezTo>
                  <a:cubicBezTo>
                    <a:pt x="12428" y="4968"/>
                    <a:pt x="12421" y="4977"/>
                    <a:pt x="12414" y="4990"/>
                  </a:cubicBezTo>
                  <a:cubicBezTo>
                    <a:pt x="12319" y="5166"/>
                    <a:pt x="12231" y="5348"/>
                    <a:pt x="12151" y="5532"/>
                  </a:cubicBezTo>
                  <a:cubicBezTo>
                    <a:pt x="12037" y="5787"/>
                    <a:pt x="11960" y="6056"/>
                    <a:pt x="11885" y="6338"/>
                  </a:cubicBezTo>
                  <a:cubicBezTo>
                    <a:pt x="11859" y="6453"/>
                    <a:pt x="11829" y="6565"/>
                    <a:pt x="11800" y="6681"/>
                  </a:cubicBezTo>
                  <a:cubicBezTo>
                    <a:pt x="11786" y="6739"/>
                    <a:pt x="11773" y="6797"/>
                    <a:pt x="11757" y="6858"/>
                  </a:cubicBezTo>
                  <a:cubicBezTo>
                    <a:pt x="11745" y="6898"/>
                    <a:pt x="11738" y="6935"/>
                    <a:pt x="11731" y="6976"/>
                  </a:cubicBezTo>
                  <a:cubicBezTo>
                    <a:pt x="11728" y="6996"/>
                    <a:pt x="11725" y="7014"/>
                    <a:pt x="11722" y="7036"/>
                  </a:cubicBezTo>
                  <a:cubicBezTo>
                    <a:pt x="11718" y="7056"/>
                    <a:pt x="11718" y="7076"/>
                    <a:pt x="11715" y="7095"/>
                  </a:cubicBezTo>
                  <a:cubicBezTo>
                    <a:pt x="11710" y="7123"/>
                    <a:pt x="11709" y="7151"/>
                    <a:pt x="11707" y="7178"/>
                  </a:cubicBezTo>
                  <a:cubicBezTo>
                    <a:pt x="11699" y="7289"/>
                    <a:pt x="11694" y="7399"/>
                    <a:pt x="11681" y="7507"/>
                  </a:cubicBezTo>
                  <a:cubicBezTo>
                    <a:pt x="11678" y="7543"/>
                    <a:pt x="11674" y="7579"/>
                    <a:pt x="11670" y="7616"/>
                  </a:cubicBezTo>
                  <a:cubicBezTo>
                    <a:pt x="11665" y="7652"/>
                    <a:pt x="11658" y="7687"/>
                    <a:pt x="11649" y="7725"/>
                  </a:cubicBezTo>
                  <a:cubicBezTo>
                    <a:pt x="11645" y="7941"/>
                    <a:pt x="11642" y="8160"/>
                    <a:pt x="11638" y="8375"/>
                  </a:cubicBezTo>
                  <a:cubicBezTo>
                    <a:pt x="11638" y="8697"/>
                    <a:pt x="11629" y="9058"/>
                    <a:pt x="11691" y="9339"/>
                  </a:cubicBezTo>
                  <a:cubicBezTo>
                    <a:pt x="11720" y="9478"/>
                    <a:pt x="11703" y="9618"/>
                    <a:pt x="11732" y="9744"/>
                  </a:cubicBezTo>
                  <a:cubicBezTo>
                    <a:pt x="11732" y="9749"/>
                    <a:pt x="11735" y="9756"/>
                    <a:pt x="11735" y="9763"/>
                  </a:cubicBezTo>
                  <a:cubicBezTo>
                    <a:pt x="11742" y="9846"/>
                    <a:pt x="11747" y="9929"/>
                    <a:pt x="11754" y="10010"/>
                  </a:cubicBezTo>
                  <a:cubicBezTo>
                    <a:pt x="11767" y="10061"/>
                    <a:pt x="11774" y="10115"/>
                    <a:pt x="11781" y="10167"/>
                  </a:cubicBezTo>
                  <a:cubicBezTo>
                    <a:pt x="11789" y="10220"/>
                    <a:pt x="11795" y="10275"/>
                    <a:pt x="11802" y="10327"/>
                  </a:cubicBezTo>
                  <a:cubicBezTo>
                    <a:pt x="11822" y="10508"/>
                    <a:pt x="11832" y="10694"/>
                    <a:pt x="11870" y="10865"/>
                  </a:cubicBezTo>
                  <a:cubicBezTo>
                    <a:pt x="11885" y="10936"/>
                    <a:pt x="11885" y="11011"/>
                    <a:pt x="11891" y="11083"/>
                  </a:cubicBezTo>
                  <a:cubicBezTo>
                    <a:pt x="11892" y="11111"/>
                    <a:pt x="11895" y="11140"/>
                    <a:pt x="11896" y="11166"/>
                  </a:cubicBezTo>
                  <a:cubicBezTo>
                    <a:pt x="11899" y="11181"/>
                    <a:pt x="11899" y="11194"/>
                    <a:pt x="11904" y="11208"/>
                  </a:cubicBezTo>
                  <a:cubicBezTo>
                    <a:pt x="11907" y="11307"/>
                    <a:pt x="11911" y="11405"/>
                    <a:pt x="11914" y="11501"/>
                  </a:cubicBezTo>
                  <a:cubicBezTo>
                    <a:pt x="11918" y="11599"/>
                    <a:pt x="11921" y="11697"/>
                    <a:pt x="11925" y="11794"/>
                  </a:cubicBezTo>
                  <a:cubicBezTo>
                    <a:pt x="11956" y="11934"/>
                    <a:pt x="11936" y="12136"/>
                    <a:pt x="11936" y="12297"/>
                  </a:cubicBezTo>
                  <a:cubicBezTo>
                    <a:pt x="11936" y="12510"/>
                    <a:pt x="11968" y="12776"/>
                    <a:pt x="11925" y="12968"/>
                  </a:cubicBezTo>
                  <a:lnTo>
                    <a:pt x="11925" y="13223"/>
                  </a:lnTo>
                  <a:cubicBezTo>
                    <a:pt x="11898" y="13556"/>
                    <a:pt x="11869" y="13888"/>
                    <a:pt x="11841" y="14218"/>
                  </a:cubicBezTo>
                  <a:lnTo>
                    <a:pt x="11766" y="14741"/>
                  </a:lnTo>
                  <a:cubicBezTo>
                    <a:pt x="11722" y="14965"/>
                    <a:pt x="11677" y="15191"/>
                    <a:pt x="11633" y="15414"/>
                  </a:cubicBezTo>
                  <a:cubicBezTo>
                    <a:pt x="11590" y="15640"/>
                    <a:pt x="11543" y="15862"/>
                    <a:pt x="11499" y="16088"/>
                  </a:cubicBezTo>
                  <a:cubicBezTo>
                    <a:pt x="11497" y="16101"/>
                    <a:pt x="11492" y="16114"/>
                    <a:pt x="11491" y="16124"/>
                  </a:cubicBezTo>
                  <a:cubicBezTo>
                    <a:pt x="11488" y="16137"/>
                    <a:pt x="11485" y="16152"/>
                    <a:pt x="11482" y="16163"/>
                  </a:cubicBezTo>
                  <a:cubicBezTo>
                    <a:pt x="11473" y="16214"/>
                    <a:pt x="11466" y="16262"/>
                    <a:pt x="11460" y="16312"/>
                  </a:cubicBezTo>
                  <a:cubicBezTo>
                    <a:pt x="11456" y="16338"/>
                    <a:pt x="11454" y="16361"/>
                    <a:pt x="11451" y="16386"/>
                  </a:cubicBezTo>
                  <a:cubicBezTo>
                    <a:pt x="11440" y="16486"/>
                    <a:pt x="11430" y="16585"/>
                    <a:pt x="11402" y="16687"/>
                  </a:cubicBezTo>
                  <a:cubicBezTo>
                    <a:pt x="11322" y="17004"/>
                    <a:pt x="11286" y="17366"/>
                    <a:pt x="11198" y="17680"/>
                  </a:cubicBezTo>
                  <a:cubicBezTo>
                    <a:pt x="11185" y="17773"/>
                    <a:pt x="11171" y="17866"/>
                    <a:pt x="11156" y="17959"/>
                  </a:cubicBezTo>
                  <a:cubicBezTo>
                    <a:pt x="11103" y="18157"/>
                    <a:pt x="11053" y="18356"/>
                    <a:pt x="11005" y="18556"/>
                  </a:cubicBezTo>
                  <a:cubicBezTo>
                    <a:pt x="11002" y="18574"/>
                    <a:pt x="10996" y="18593"/>
                    <a:pt x="10993" y="18613"/>
                  </a:cubicBezTo>
                  <a:cubicBezTo>
                    <a:pt x="10989" y="18632"/>
                    <a:pt x="10983" y="18652"/>
                    <a:pt x="10980" y="18673"/>
                  </a:cubicBezTo>
                  <a:cubicBezTo>
                    <a:pt x="10976" y="18690"/>
                    <a:pt x="10972" y="18709"/>
                    <a:pt x="10967" y="18729"/>
                  </a:cubicBezTo>
                  <a:cubicBezTo>
                    <a:pt x="10946" y="18827"/>
                    <a:pt x="10924" y="18926"/>
                    <a:pt x="10902" y="19022"/>
                  </a:cubicBezTo>
                  <a:cubicBezTo>
                    <a:pt x="10899" y="19035"/>
                    <a:pt x="10896" y="19046"/>
                    <a:pt x="10893" y="19059"/>
                  </a:cubicBezTo>
                  <a:cubicBezTo>
                    <a:pt x="10870" y="19168"/>
                    <a:pt x="10845" y="19282"/>
                    <a:pt x="10820" y="19392"/>
                  </a:cubicBezTo>
                  <a:cubicBezTo>
                    <a:pt x="10797" y="19503"/>
                    <a:pt x="10771" y="19616"/>
                    <a:pt x="10746" y="19727"/>
                  </a:cubicBezTo>
                  <a:cubicBezTo>
                    <a:pt x="10722" y="19836"/>
                    <a:pt x="10697" y="19943"/>
                    <a:pt x="10669" y="20052"/>
                  </a:cubicBezTo>
                  <a:cubicBezTo>
                    <a:pt x="10666" y="20071"/>
                    <a:pt x="10662" y="20090"/>
                    <a:pt x="10656" y="20108"/>
                  </a:cubicBezTo>
                  <a:cubicBezTo>
                    <a:pt x="10653" y="20127"/>
                    <a:pt x="10649" y="20143"/>
                    <a:pt x="10645" y="20159"/>
                  </a:cubicBezTo>
                  <a:cubicBezTo>
                    <a:pt x="10640" y="20179"/>
                    <a:pt x="10634" y="20199"/>
                    <a:pt x="10630" y="20220"/>
                  </a:cubicBezTo>
                  <a:cubicBezTo>
                    <a:pt x="10608" y="20307"/>
                    <a:pt x="10586" y="20394"/>
                    <a:pt x="10560" y="20481"/>
                  </a:cubicBezTo>
                  <a:cubicBezTo>
                    <a:pt x="10536" y="20573"/>
                    <a:pt x="10514" y="20665"/>
                    <a:pt x="10495" y="20758"/>
                  </a:cubicBezTo>
                  <a:cubicBezTo>
                    <a:pt x="10492" y="20776"/>
                    <a:pt x="10486" y="20794"/>
                    <a:pt x="10482" y="20813"/>
                  </a:cubicBezTo>
                  <a:lnTo>
                    <a:pt x="10460" y="20922"/>
                  </a:lnTo>
                  <a:cubicBezTo>
                    <a:pt x="10458" y="20928"/>
                    <a:pt x="10457" y="20935"/>
                    <a:pt x="10457" y="20942"/>
                  </a:cubicBezTo>
                  <a:cubicBezTo>
                    <a:pt x="10453" y="20961"/>
                    <a:pt x="10451" y="20979"/>
                    <a:pt x="10445" y="20999"/>
                  </a:cubicBezTo>
                  <a:cubicBezTo>
                    <a:pt x="10438" y="21037"/>
                    <a:pt x="10431" y="21077"/>
                    <a:pt x="10424" y="21115"/>
                  </a:cubicBezTo>
                  <a:cubicBezTo>
                    <a:pt x="10419" y="21152"/>
                    <a:pt x="10412" y="21186"/>
                    <a:pt x="10405" y="21220"/>
                  </a:cubicBezTo>
                  <a:cubicBezTo>
                    <a:pt x="10387" y="21303"/>
                    <a:pt x="10368" y="21384"/>
                    <a:pt x="10348" y="21464"/>
                  </a:cubicBezTo>
                  <a:cubicBezTo>
                    <a:pt x="10293" y="21668"/>
                    <a:pt x="10264" y="21879"/>
                    <a:pt x="10237" y="22092"/>
                  </a:cubicBezTo>
                  <a:cubicBezTo>
                    <a:pt x="10235" y="22113"/>
                    <a:pt x="10233" y="22129"/>
                    <a:pt x="10232" y="22149"/>
                  </a:cubicBezTo>
                  <a:cubicBezTo>
                    <a:pt x="10230" y="22162"/>
                    <a:pt x="10227" y="22175"/>
                    <a:pt x="10227" y="22187"/>
                  </a:cubicBezTo>
                  <a:cubicBezTo>
                    <a:pt x="10224" y="22220"/>
                    <a:pt x="10219" y="22252"/>
                    <a:pt x="10216" y="22287"/>
                  </a:cubicBezTo>
                  <a:cubicBezTo>
                    <a:pt x="10213" y="22306"/>
                    <a:pt x="10211" y="22323"/>
                    <a:pt x="10208" y="22344"/>
                  </a:cubicBezTo>
                  <a:cubicBezTo>
                    <a:pt x="10204" y="22364"/>
                    <a:pt x="10203" y="22386"/>
                    <a:pt x="10201" y="22405"/>
                  </a:cubicBezTo>
                  <a:cubicBezTo>
                    <a:pt x="10198" y="22415"/>
                    <a:pt x="10197" y="22425"/>
                    <a:pt x="10197" y="22432"/>
                  </a:cubicBezTo>
                  <a:cubicBezTo>
                    <a:pt x="10181" y="22541"/>
                    <a:pt x="10160" y="22649"/>
                    <a:pt x="10137" y="22757"/>
                  </a:cubicBezTo>
                  <a:cubicBezTo>
                    <a:pt x="10128" y="22866"/>
                    <a:pt x="10117" y="22978"/>
                    <a:pt x="10107" y="23088"/>
                  </a:cubicBezTo>
                  <a:cubicBezTo>
                    <a:pt x="10101" y="23116"/>
                    <a:pt x="10094" y="23142"/>
                    <a:pt x="10092" y="23168"/>
                  </a:cubicBezTo>
                  <a:cubicBezTo>
                    <a:pt x="10088" y="23196"/>
                    <a:pt x="10085" y="23222"/>
                    <a:pt x="10080" y="23251"/>
                  </a:cubicBezTo>
                  <a:cubicBezTo>
                    <a:pt x="10079" y="23260"/>
                    <a:pt x="10079" y="23268"/>
                    <a:pt x="10078" y="23277"/>
                  </a:cubicBezTo>
                  <a:cubicBezTo>
                    <a:pt x="10070" y="23360"/>
                    <a:pt x="10066" y="23443"/>
                    <a:pt x="10060" y="23524"/>
                  </a:cubicBezTo>
                  <a:cubicBezTo>
                    <a:pt x="10057" y="23575"/>
                    <a:pt x="10051" y="23626"/>
                    <a:pt x="10044" y="23677"/>
                  </a:cubicBezTo>
                  <a:cubicBezTo>
                    <a:pt x="10041" y="23706"/>
                    <a:pt x="10035" y="23734"/>
                    <a:pt x="10030" y="23761"/>
                  </a:cubicBezTo>
                  <a:cubicBezTo>
                    <a:pt x="10005" y="23879"/>
                    <a:pt x="10015" y="24036"/>
                    <a:pt x="9986" y="24157"/>
                  </a:cubicBezTo>
                  <a:lnTo>
                    <a:pt x="9986" y="24327"/>
                  </a:lnTo>
                  <a:cubicBezTo>
                    <a:pt x="9950" y="24496"/>
                    <a:pt x="10006" y="24715"/>
                    <a:pt x="9966" y="24894"/>
                  </a:cubicBezTo>
                  <a:cubicBezTo>
                    <a:pt x="9918" y="25116"/>
                    <a:pt x="9954" y="25427"/>
                    <a:pt x="9954" y="25673"/>
                  </a:cubicBezTo>
                  <a:cubicBezTo>
                    <a:pt x="9954" y="26079"/>
                    <a:pt x="9950" y="26461"/>
                    <a:pt x="10028" y="26794"/>
                  </a:cubicBezTo>
                  <a:cubicBezTo>
                    <a:pt x="10060" y="26932"/>
                    <a:pt x="10043" y="27069"/>
                    <a:pt x="10094" y="27191"/>
                  </a:cubicBezTo>
                  <a:cubicBezTo>
                    <a:pt x="10111" y="27236"/>
                    <a:pt x="10153" y="27280"/>
                    <a:pt x="10179" y="27319"/>
                  </a:cubicBezTo>
                  <a:cubicBezTo>
                    <a:pt x="10380" y="27645"/>
                    <a:pt x="10617" y="27935"/>
                    <a:pt x="10915" y="28162"/>
                  </a:cubicBezTo>
                  <a:cubicBezTo>
                    <a:pt x="11017" y="28239"/>
                    <a:pt x="11146" y="28392"/>
                    <a:pt x="11223" y="28495"/>
                  </a:cubicBezTo>
                  <a:cubicBezTo>
                    <a:pt x="11236" y="28514"/>
                    <a:pt x="11251" y="28529"/>
                    <a:pt x="11270" y="28543"/>
                  </a:cubicBezTo>
                  <a:cubicBezTo>
                    <a:pt x="11315" y="28588"/>
                    <a:pt x="11373" y="28626"/>
                    <a:pt x="11419" y="28671"/>
                  </a:cubicBezTo>
                  <a:cubicBezTo>
                    <a:pt x="11422" y="28674"/>
                    <a:pt x="11424" y="28675"/>
                    <a:pt x="11425" y="28675"/>
                  </a:cubicBezTo>
                  <a:cubicBezTo>
                    <a:pt x="11550" y="28801"/>
                    <a:pt x="11674" y="28926"/>
                    <a:pt x="11800" y="29049"/>
                  </a:cubicBezTo>
                  <a:cubicBezTo>
                    <a:pt x="11979" y="29184"/>
                    <a:pt x="12132" y="29354"/>
                    <a:pt x="12312" y="29488"/>
                  </a:cubicBezTo>
                  <a:cubicBezTo>
                    <a:pt x="12391" y="29546"/>
                    <a:pt x="12474" y="29609"/>
                    <a:pt x="12558" y="29660"/>
                  </a:cubicBezTo>
                  <a:cubicBezTo>
                    <a:pt x="12588" y="29680"/>
                    <a:pt x="12626" y="29680"/>
                    <a:pt x="12652" y="29703"/>
                  </a:cubicBezTo>
                  <a:cubicBezTo>
                    <a:pt x="12695" y="29703"/>
                    <a:pt x="12721" y="29692"/>
                    <a:pt x="12745" y="29670"/>
                  </a:cubicBezTo>
                  <a:cubicBezTo>
                    <a:pt x="12753" y="29664"/>
                    <a:pt x="12760" y="29655"/>
                    <a:pt x="12764" y="29644"/>
                  </a:cubicBezTo>
                  <a:cubicBezTo>
                    <a:pt x="12792" y="29600"/>
                    <a:pt x="12801" y="29535"/>
                    <a:pt x="12806" y="29462"/>
                  </a:cubicBezTo>
                  <a:cubicBezTo>
                    <a:pt x="12811" y="29362"/>
                    <a:pt x="12804" y="29250"/>
                    <a:pt x="12821" y="29170"/>
                  </a:cubicBezTo>
                  <a:cubicBezTo>
                    <a:pt x="12827" y="29141"/>
                    <a:pt x="12834" y="29110"/>
                    <a:pt x="12836" y="29081"/>
                  </a:cubicBezTo>
                  <a:cubicBezTo>
                    <a:pt x="12840" y="29052"/>
                    <a:pt x="12840" y="29020"/>
                    <a:pt x="12841" y="28988"/>
                  </a:cubicBezTo>
                  <a:cubicBezTo>
                    <a:pt x="12844" y="28928"/>
                    <a:pt x="12849" y="28866"/>
                    <a:pt x="12865" y="28806"/>
                  </a:cubicBezTo>
                  <a:cubicBezTo>
                    <a:pt x="12956" y="28424"/>
                    <a:pt x="12990" y="28039"/>
                    <a:pt x="13099" y="27674"/>
                  </a:cubicBezTo>
                  <a:cubicBezTo>
                    <a:pt x="13432" y="26578"/>
                    <a:pt x="13720" y="25486"/>
                    <a:pt x="14116" y="24477"/>
                  </a:cubicBezTo>
                  <a:cubicBezTo>
                    <a:pt x="14144" y="24407"/>
                    <a:pt x="14175" y="24336"/>
                    <a:pt x="14204" y="24264"/>
                  </a:cubicBezTo>
                  <a:cubicBezTo>
                    <a:pt x="14233" y="24193"/>
                    <a:pt x="14265" y="24123"/>
                    <a:pt x="14295" y="24052"/>
                  </a:cubicBezTo>
                  <a:cubicBezTo>
                    <a:pt x="14303" y="24033"/>
                    <a:pt x="14311" y="24016"/>
                    <a:pt x="14320" y="24000"/>
                  </a:cubicBezTo>
                  <a:cubicBezTo>
                    <a:pt x="14330" y="23981"/>
                    <a:pt x="14339" y="23963"/>
                    <a:pt x="14346" y="23944"/>
                  </a:cubicBezTo>
                  <a:cubicBezTo>
                    <a:pt x="14362" y="23908"/>
                    <a:pt x="14381" y="23870"/>
                    <a:pt x="14397" y="23834"/>
                  </a:cubicBezTo>
                  <a:cubicBezTo>
                    <a:pt x="14444" y="23732"/>
                    <a:pt x="14494" y="23629"/>
                    <a:pt x="14545" y="23529"/>
                  </a:cubicBezTo>
                  <a:cubicBezTo>
                    <a:pt x="14556" y="23513"/>
                    <a:pt x="14564" y="23494"/>
                    <a:pt x="14573" y="23478"/>
                  </a:cubicBezTo>
                  <a:cubicBezTo>
                    <a:pt x="14593" y="23440"/>
                    <a:pt x="14614" y="23401"/>
                    <a:pt x="14636" y="23361"/>
                  </a:cubicBezTo>
                  <a:cubicBezTo>
                    <a:pt x="14650" y="23334"/>
                    <a:pt x="14665" y="23306"/>
                    <a:pt x="14681" y="23280"/>
                  </a:cubicBezTo>
                  <a:cubicBezTo>
                    <a:pt x="14697" y="23248"/>
                    <a:pt x="14717" y="23218"/>
                    <a:pt x="14733" y="23187"/>
                  </a:cubicBezTo>
                  <a:cubicBezTo>
                    <a:pt x="14848" y="22999"/>
                    <a:pt x="14907" y="22797"/>
                    <a:pt x="15022" y="22611"/>
                  </a:cubicBezTo>
                  <a:cubicBezTo>
                    <a:pt x="15043" y="22578"/>
                    <a:pt x="15060" y="22546"/>
                    <a:pt x="15079" y="22511"/>
                  </a:cubicBezTo>
                  <a:cubicBezTo>
                    <a:pt x="15098" y="22478"/>
                    <a:pt x="15115" y="22441"/>
                    <a:pt x="15131" y="22409"/>
                  </a:cubicBezTo>
                  <a:cubicBezTo>
                    <a:pt x="15168" y="22338"/>
                    <a:pt x="15204" y="22264"/>
                    <a:pt x="15242" y="22191"/>
                  </a:cubicBezTo>
                  <a:cubicBezTo>
                    <a:pt x="15246" y="22179"/>
                    <a:pt x="15251" y="22171"/>
                    <a:pt x="15256" y="22162"/>
                  </a:cubicBezTo>
                  <a:cubicBezTo>
                    <a:pt x="15264" y="22146"/>
                    <a:pt x="15275" y="22133"/>
                    <a:pt x="15282" y="22117"/>
                  </a:cubicBezTo>
                  <a:cubicBezTo>
                    <a:pt x="15290" y="22105"/>
                    <a:pt x="15297" y="22095"/>
                    <a:pt x="15301" y="22082"/>
                  </a:cubicBezTo>
                  <a:cubicBezTo>
                    <a:pt x="15314" y="22060"/>
                    <a:pt x="15329" y="22034"/>
                    <a:pt x="15338" y="22009"/>
                  </a:cubicBezTo>
                  <a:cubicBezTo>
                    <a:pt x="15344" y="21996"/>
                    <a:pt x="15349" y="21983"/>
                    <a:pt x="15351" y="21972"/>
                  </a:cubicBezTo>
                  <a:cubicBezTo>
                    <a:pt x="15351" y="21966"/>
                    <a:pt x="15338" y="21950"/>
                    <a:pt x="15323" y="21925"/>
                  </a:cubicBezTo>
                  <a:cubicBezTo>
                    <a:pt x="15314" y="21913"/>
                    <a:pt x="15304" y="21900"/>
                    <a:pt x="15297" y="21886"/>
                  </a:cubicBezTo>
                  <a:lnTo>
                    <a:pt x="15297" y="21884"/>
                  </a:lnTo>
                  <a:cubicBezTo>
                    <a:pt x="15275" y="21855"/>
                    <a:pt x="15249" y="21823"/>
                    <a:pt x="15227" y="21794"/>
                  </a:cubicBezTo>
                  <a:lnTo>
                    <a:pt x="15227" y="21793"/>
                  </a:lnTo>
                  <a:cubicBezTo>
                    <a:pt x="15214" y="21778"/>
                    <a:pt x="15205" y="21764"/>
                    <a:pt x="15195" y="21749"/>
                  </a:cubicBezTo>
                  <a:cubicBezTo>
                    <a:pt x="15185" y="21736"/>
                    <a:pt x="15176" y="21727"/>
                    <a:pt x="15169" y="21719"/>
                  </a:cubicBezTo>
                  <a:cubicBezTo>
                    <a:pt x="15160" y="21705"/>
                    <a:pt x="15153" y="21698"/>
                    <a:pt x="15149" y="21691"/>
                  </a:cubicBezTo>
                  <a:cubicBezTo>
                    <a:pt x="15131" y="21669"/>
                    <a:pt x="15101" y="21659"/>
                    <a:pt x="15066" y="21652"/>
                  </a:cubicBezTo>
                  <a:cubicBezTo>
                    <a:pt x="15051" y="21647"/>
                    <a:pt x="15031" y="21644"/>
                    <a:pt x="15015" y="21640"/>
                  </a:cubicBezTo>
                  <a:cubicBezTo>
                    <a:pt x="14999" y="21637"/>
                    <a:pt x="14980" y="21631"/>
                    <a:pt x="14967" y="21626"/>
                  </a:cubicBezTo>
                  <a:cubicBezTo>
                    <a:pt x="14891" y="21595"/>
                    <a:pt x="14807" y="21547"/>
                    <a:pt x="14745" y="21499"/>
                  </a:cubicBezTo>
                  <a:cubicBezTo>
                    <a:pt x="14731" y="21489"/>
                    <a:pt x="14718" y="21479"/>
                    <a:pt x="14705" y="21470"/>
                  </a:cubicBezTo>
                  <a:cubicBezTo>
                    <a:pt x="14676" y="21442"/>
                    <a:pt x="14646" y="21406"/>
                    <a:pt x="14617" y="21370"/>
                  </a:cubicBezTo>
                  <a:cubicBezTo>
                    <a:pt x="14608" y="21357"/>
                    <a:pt x="14599" y="21343"/>
                    <a:pt x="14589" y="21333"/>
                  </a:cubicBezTo>
                  <a:cubicBezTo>
                    <a:pt x="14572" y="21310"/>
                    <a:pt x="14557" y="21284"/>
                    <a:pt x="14544" y="21261"/>
                  </a:cubicBezTo>
                  <a:cubicBezTo>
                    <a:pt x="14544" y="21259"/>
                    <a:pt x="14542" y="21259"/>
                    <a:pt x="14542" y="21259"/>
                  </a:cubicBezTo>
                  <a:cubicBezTo>
                    <a:pt x="14524" y="21227"/>
                    <a:pt x="14509" y="21197"/>
                    <a:pt x="14497" y="21166"/>
                  </a:cubicBezTo>
                  <a:cubicBezTo>
                    <a:pt x="14492" y="21153"/>
                    <a:pt x="14487" y="21137"/>
                    <a:pt x="14484" y="21122"/>
                  </a:cubicBezTo>
                  <a:cubicBezTo>
                    <a:pt x="14480" y="21106"/>
                    <a:pt x="14478" y="21089"/>
                    <a:pt x="14473" y="21073"/>
                  </a:cubicBezTo>
                  <a:cubicBezTo>
                    <a:pt x="14473" y="21066"/>
                    <a:pt x="14470" y="21059"/>
                    <a:pt x="14470" y="21050"/>
                  </a:cubicBezTo>
                  <a:cubicBezTo>
                    <a:pt x="14465" y="21038"/>
                    <a:pt x="14461" y="21028"/>
                    <a:pt x="14454" y="21016"/>
                  </a:cubicBezTo>
                  <a:lnTo>
                    <a:pt x="14454" y="20900"/>
                  </a:lnTo>
                  <a:cubicBezTo>
                    <a:pt x="14441" y="20875"/>
                    <a:pt x="14383" y="20854"/>
                    <a:pt x="14359" y="20835"/>
                  </a:cubicBezTo>
                  <a:cubicBezTo>
                    <a:pt x="14316" y="20803"/>
                    <a:pt x="14259" y="20721"/>
                    <a:pt x="14231" y="20675"/>
                  </a:cubicBezTo>
                  <a:cubicBezTo>
                    <a:pt x="14194" y="20614"/>
                    <a:pt x="14195" y="20522"/>
                    <a:pt x="14156" y="20461"/>
                  </a:cubicBezTo>
                  <a:lnTo>
                    <a:pt x="14156" y="20271"/>
                  </a:lnTo>
                  <a:cubicBezTo>
                    <a:pt x="14153" y="20268"/>
                    <a:pt x="14151" y="20266"/>
                    <a:pt x="14148" y="20265"/>
                  </a:cubicBezTo>
                  <a:cubicBezTo>
                    <a:pt x="14141" y="20259"/>
                    <a:pt x="14130" y="20252"/>
                    <a:pt x="14116" y="20244"/>
                  </a:cubicBezTo>
                  <a:cubicBezTo>
                    <a:pt x="14105" y="20237"/>
                    <a:pt x="14090" y="20230"/>
                    <a:pt x="14077" y="20223"/>
                  </a:cubicBezTo>
                  <a:cubicBezTo>
                    <a:pt x="14057" y="20212"/>
                    <a:pt x="14035" y="20202"/>
                    <a:pt x="14028" y="20195"/>
                  </a:cubicBezTo>
                  <a:cubicBezTo>
                    <a:pt x="14018" y="20191"/>
                    <a:pt x="14010" y="20180"/>
                    <a:pt x="14000" y="20173"/>
                  </a:cubicBezTo>
                  <a:cubicBezTo>
                    <a:pt x="13964" y="20143"/>
                    <a:pt x="13930" y="20100"/>
                    <a:pt x="13897" y="20061"/>
                  </a:cubicBezTo>
                  <a:cubicBezTo>
                    <a:pt x="13881" y="20041"/>
                    <a:pt x="13866" y="20018"/>
                    <a:pt x="13853" y="19999"/>
                  </a:cubicBezTo>
                  <a:cubicBezTo>
                    <a:pt x="13847" y="19990"/>
                    <a:pt x="13840" y="19980"/>
                    <a:pt x="13833" y="19972"/>
                  </a:cubicBezTo>
                  <a:cubicBezTo>
                    <a:pt x="13814" y="19940"/>
                    <a:pt x="13797" y="19904"/>
                    <a:pt x="13781" y="19871"/>
                  </a:cubicBezTo>
                  <a:cubicBezTo>
                    <a:pt x="13685" y="19641"/>
                    <a:pt x="13686" y="19340"/>
                    <a:pt x="13804" y="19123"/>
                  </a:cubicBezTo>
                  <a:cubicBezTo>
                    <a:pt x="13811" y="19104"/>
                    <a:pt x="13823" y="19088"/>
                    <a:pt x="13831" y="19074"/>
                  </a:cubicBezTo>
                  <a:cubicBezTo>
                    <a:pt x="13852" y="19045"/>
                    <a:pt x="13874" y="19020"/>
                    <a:pt x="13898" y="18998"/>
                  </a:cubicBezTo>
                  <a:cubicBezTo>
                    <a:pt x="13923" y="18977"/>
                    <a:pt x="13949" y="18955"/>
                    <a:pt x="13975" y="18936"/>
                  </a:cubicBezTo>
                  <a:cubicBezTo>
                    <a:pt x="14003" y="18915"/>
                    <a:pt x="14029" y="18898"/>
                    <a:pt x="14058" y="18879"/>
                  </a:cubicBezTo>
                  <a:cubicBezTo>
                    <a:pt x="14086" y="18860"/>
                    <a:pt x="14115" y="18841"/>
                    <a:pt x="14143" y="18820"/>
                  </a:cubicBezTo>
                  <a:lnTo>
                    <a:pt x="14143" y="18818"/>
                  </a:lnTo>
                  <a:cubicBezTo>
                    <a:pt x="14143" y="18814"/>
                    <a:pt x="14141" y="18812"/>
                    <a:pt x="14138" y="18806"/>
                  </a:cubicBezTo>
                  <a:cubicBezTo>
                    <a:pt x="14119" y="18761"/>
                    <a:pt x="14055" y="18596"/>
                    <a:pt x="14036" y="18564"/>
                  </a:cubicBezTo>
                  <a:cubicBezTo>
                    <a:pt x="14028" y="18545"/>
                    <a:pt x="14018" y="18527"/>
                    <a:pt x="14006" y="18508"/>
                  </a:cubicBezTo>
                  <a:cubicBezTo>
                    <a:pt x="13993" y="18492"/>
                    <a:pt x="13984" y="18472"/>
                    <a:pt x="13970" y="18455"/>
                  </a:cubicBezTo>
                  <a:lnTo>
                    <a:pt x="13968" y="18453"/>
                  </a:lnTo>
                  <a:cubicBezTo>
                    <a:pt x="13957" y="18434"/>
                    <a:pt x="13945" y="18417"/>
                    <a:pt x="13932" y="18395"/>
                  </a:cubicBezTo>
                  <a:cubicBezTo>
                    <a:pt x="13830" y="18232"/>
                    <a:pt x="13731" y="18034"/>
                    <a:pt x="13875" y="17837"/>
                  </a:cubicBezTo>
                  <a:cubicBezTo>
                    <a:pt x="13928" y="17765"/>
                    <a:pt x="14033" y="17725"/>
                    <a:pt x="14140" y="17725"/>
                  </a:cubicBezTo>
                  <a:cubicBezTo>
                    <a:pt x="14204" y="17725"/>
                    <a:pt x="14269" y="17739"/>
                    <a:pt x="14323" y="17771"/>
                  </a:cubicBezTo>
                  <a:cubicBezTo>
                    <a:pt x="14506" y="17880"/>
                    <a:pt x="14702" y="18113"/>
                    <a:pt x="14825" y="18286"/>
                  </a:cubicBezTo>
                  <a:cubicBezTo>
                    <a:pt x="14843" y="18312"/>
                    <a:pt x="14862" y="18346"/>
                    <a:pt x="14880" y="18373"/>
                  </a:cubicBezTo>
                  <a:cubicBezTo>
                    <a:pt x="14900" y="18402"/>
                    <a:pt x="14919" y="18431"/>
                    <a:pt x="14942" y="18456"/>
                  </a:cubicBezTo>
                  <a:cubicBezTo>
                    <a:pt x="14947" y="18458"/>
                    <a:pt x="14958" y="18459"/>
                    <a:pt x="14974" y="18459"/>
                  </a:cubicBezTo>
                  <a:cubicBezTo>
                    <a:pt x="15009" y="18459"/>
                    <a:pt x="15067" y="18455"/>
                    <a:pt x="15134" y="18450"/>
                  </a:cubicBezTo>
                  <a:cubicBezTo>
                    <a:pt x="15176" y="18449"/>
                    <a:pt x="15220" y="18446"/>
                    <a:pt x="15264" y="18442"/>
                  </a:cubicBezTo>
                  <a:cubicBezTo>
                    <a:pt x="15322" y="18439"/>
                    <a:pt x="15378" y="18431"/>
                    <a:pt x="15424" y="18427"/>
                  </a:cubicBezTo>
                  <a:cubicBezTo>
                    <a:pt x="15435" y="18426"/>
                    <a:pt x="15444" y="18424"/>
                    <a:pt x="15454" y="18424"/>
                  </a:cubicBezTo>
                  <a:cubicBezTo>
                    <a:pt x="15461" y="18424"/>
                    <a:pt x="15467" y="18421"/>
                    <a:pt x="15474" y="18420"/>
                  </a:cubicBezTo>
                  <a:cubicBezTo>
                    <a:pt x="15495" y="18417"/>
                    <a:pt x="15509" y="18414"/>
                    <a:pt x="15518" y="18412"/>
                  </a:cubicBezTo>
                  <a:cubicBezTo>
                    <a:pt x="15656" y="18376"/>
                    <a:pt x="15788" y="18344"/>
                    <a:pt x="15927" y="18315"/>
                  </a:cubicBezTo>
                  <a:cubicBezTo>
                    <a:pt x="16162" y="18265"/>
                    <a:pt x="16408" y="18229"/>
                    <a:pt x="16694" y="18229"/>
                  </a:cubicBezTo>
                  <a:cubicBezTo>
                    <a:pt x="16729" y="18229"/>
                    <a:pt x="16765" y="18230"/>
                    <a:pt x="16802" y="18231"/>
                  </a:cubicBezTo>
                  <a:cubicBezTo>
                    <a:pt x="16911" y="18235"/>
                    <a:pt x="17014" y="18244"/>
                    <a:pt x="17116" y="18252"/>
                  </a:cubicBezTo>
                  <a:cubicBezTo>
                    <a:pt x="17218" y="18266"/>
                    <a:pt x="17315" y="18282"/>
                    <a:pt x="17412" y="18300"/>
                  </a:cubicBezTo>
                  <a:cubicBezTo>
                    <a:pt x="17603" y="18338"/>
                    <a:pt x="17785" y="18389"/>
                    <a:pt x="17955" y="18443"/>
                  </a:cubicBezTo>
                  <a:cubicBezTo>
                    <a:pt x="18048" y="18472"/>
                    <a:pt x="18126" y="18469"/>
                    <a:pt x="18222" y="18497"/>
                  </a:cubicBezTo>
                  <a:cubicBezTo>
                    <a:pt x="18331" y="18527"/>
                    <a:pt x="18469" y="18555"/>
                    <a:pt x="18619" y="18569"/>
                  </a:cubicBezTo>
                  <a:cubicBezTo>
                    <a:pt x="18677" y="18574"/>
                    <a:pt x="18736" y="18577"/>
                    <a:pt x="18795" y="18577"/>
                  </a:cubicBezTo>
                  <a:cubicBezTo>
                    <a:pt x="18893" y="18577"/>
                    <a:pt x="18990" y="18569"/>
                    <a:pt x="19079" y="18549"/>
                  </a:cubicBezTo>
                  <a:lnTo>
                    <a:pt x="19205" y="18549"/>
                  </a:lnTo>
                  <a:cubicBezTo>
                    <a:pt x="19282" y="18529"/>
                    <a:pt x="19368" y="18527"/>
                    <a:pt x="19449" y="18516"/>
                  </a:cubicBezTo>
                  <a:cubicBezTo>
                    <a:pt x="19486" y="18513"/>
                    <a:pt x="19524" y="18504"/>
                    <a:pt x="19558" y="18497"/>
                  </a:cubicBezTo>
                  <a:cubicBezTo>
                    <a:pt x="19601" y="18487"/>
                    <a:pt x="19641" y="18476"/>
                    <a:pt x="19683" y="18465"/>
                  </a:cubicBezTo>
                  <a:lnTo>
                    <a:pt x="19685" y="18465"/>
                  </a:lnTo>
                  <a:cubicBezTo>
                    <a:pt x="20077" y="18369"/>
                    <a:pt x="20473" y="18271"/>
                    <a:pt x="20863" y="18174"/>
                  </a:cubicBezTo>
                  <a:cubicBezTo>
                    <a:pt x="20956" y="18145"/>
                    <a:pt x="21052" y="18119"/>
                    <a:pt x="21149" y="18091"/>
                  </a:cubicBezTo>
                  <a:cubicBezTo>
                    <a:pt x="21196" y="18078"/>
                    <a:pt x="21245" y="18063"/>
                    <a:pt x="21291" y="18049"/>
                  </a:cubicBezTo>
                  <a:cubicBezTo>
                    <a:pt x="21341" y="18034"/>
                    <a:pt x="21390" y="18020"/>
                    <a:pt x="21440" y="18004"/>
                  </a:cubicBezTo>
                  <a:cubicBezTo>
                    <a:pt x="21505" y="17982"/>
                    <a:pt x="21566" y="17960"/>
                    <a:pt x="21636" y="17941"/>
                  </a:cubicBezTo>
                  <a:cubicBezTo>
                    <a:pt x="21680" y="17930"/>
                    <a:pt x="21725" y="17918"/>
                    <a:pt x="21771" y="17909"/>
                  </a:cubicBezTo>
                  <a:cubicBezTo>
                    <a:pt x="21821" y="17901"/>
                    <a:pt x="21872" y="17893"/>
                    <a:pt x="21924" y="17889"/>
                  </a:cubicBezTo>
                  <a:cubicBezTo>
                    <a:pt x="21965" y="17886"/>
                    <a:pt x="22004" y="17886"/>
                    <a:pt x="22050" y="17886"/>
                  </a:cubicBezTo>
                  <a:cubicBezTo>
                    <a:pt x="22037" y="17697"/>
                    <a:pt x="22123" y="17600"/>
                    <a:pt x="22199" y="17480"/>
                  </a:cubicBezTo>
                  <a:cubicBezTo>
                    <a:pt x="22235" y="17422"/>
                    <a:pt x="22247" y="17353"/>
                    <a:pt x="22284" y="17299"/>
                  </a:cubicBezTo>
                  <a:cubicBezTo>
                    <a:pt x="22312" y="17261"/>
                    <a:pt x="22344" y="17226"/>
                    <a:pt x="22382" y="17196"/>
                  </a:cubicBezTo>
                  <a:cubicBezTo>
                    <a:pt x="22395" y="17184"/>
                    <a:pt x="22407" y="17175"/>
                    <a:pt x="22418" y="17166"/>
                  </a:cubicBezTo>
                  <a:cubicBezTo>
                    <a:pt x="22431" y="17156"/>
                    <a:pt x="22446" y="17148"/>
                    <a:pt x="22459" y="17139"/>
                  </a:cubicBezTo>
                  <a:cubicBezTo>
                    <a:pt x="22516" y="17102"/>
                    <a:pt x="22575" y="17069"/>
                    <a:pt x="22641" y="17038"/>
                  </a:cubicBezTo>
                  <a:lnTo>
                    <a:pt x="22642" y="17038"/>
                  </a:lnTo>
                  <a:cubicBezTo>
                    <a:pt x="22716" y="17002"/>
                    <a:pt x="22793" y="16970"/>
                    <a:pt x="22869" y="16937"/>
                  </a:cubicBezTo>
                  <a:cubicBezTo>
                    <a:pt x="22873" y="16935"/>
                    <a:pt x="22876" y="16934"/>
                    <a:pt x="22881" y="16934"/>
                  </a:cubicBezTo>
                  <a:cubicBezTo>
                    <a:pt x="22908" y="16921"/>
                    <a:pt x="22933" y="16906"/>
                    <a:pt x="22961" y="16893"/>
                  </a:cubicBezTo>
                  <a:cubicBezTo>
                    <a:pt x="23094" y="16822"/>
                    <a:pt x="23202" y="16730"/>
                    <a:pt x="23302" y="16630"/>
                  </a:cubicBezTo>
                  <a:cubicBezTo>
                    <a:pt x="23369" y="16565"/>
                    <a:pt x="23429" y="16495"/>
                    <a:pt x="23493" y="16428"/>
                  </a:cubicBezTo>
                  <a:cubicBezTo>
                    <a:pt x="23533" y="16384"/>
                    <a:pt x="23574" y="16342"/>
                    <a:pt x="23618" y="16303"/>
                  </a:cubicBezTo>
                  <a:cubicBezTo>
                    <a:pt x="23637" y="16284"/>
                    <a:pt x="23654" y="16269"/>
                    <a:pt x="23672" y="16255"/>
                  </a:cubicBezTo>
                  <a:cubicBezTo>
                    <a:pt x="23674" y="16252"/>
                    <a:pt x="23676" y="16250"/>
                    <a:pt x="23680" y="16248"/>
                  </a:cubicBezTo>
                  <a:cubicBezTo>
                    <a:pt x="23701" y="16230"/>
                    <a:pt x="23722" y="16214"/>
                    <a:pt x="23741" y="16200"/>
                  </a:cubicBezTo>
                  <a:cubicBezTo>
                    <a:pt x="23762" y="16182"/>
                    <a:pt x="23783" y="16171"/>
                    <a:pt x="23804" y="16156"/>
                  </a:cubicBezTo>
                  <a:cubicBezTo>
                    <a:pt x="23831" y="16137"/>
                    <a:pt x="23862" y="16123"/>
                    <a:pt x="23893" y="16109"/>
                  </a:cubicBezTo>
                  <a:cubicBezTo>
                    <a:pt x="23894" y="16109"/>
                    <a:pt x="23897" y="16109"/>
                    <a:pt x="23897" y="16108"/>
                  </a:cubicBezTo>
                  <a:cubicBezTo>
                    <a:pt x="23913" y="16101"/>
                    <a:pt x="23929" y="16095"/>
                    <a:pt x="23948" y="16091"/>
                  </a:cubicBezTo>
                  <a:cubicBezTo>
                    <a:pt x="23959" y="16086"/>
                    <a:pt x="23974" y="16080"/>
                    <a:pt x="23988" y="16077"/>
                  </a:cubicBezTo>
                  <a:cubicBezTo>
                    <a:pt x="24015" y="16070"/>
                    <a:pt x="24039" y="16064"/>
                    <a:pt x="24066" y="16057"/>
                  </a:cubicBezTo>
                  <a:cubicBezTo>
                    <a:pt x="24079" y="16054"/>
                    <a:pt x="24093" y="16051"/>
                    <a:pt x="24105" y="16048"/>
                  </a:cubicBezTo>
                  <a:cubicBezTo>
                    <a:pt x="24141" y="16041"/>
                    <a:pt x="24180" y="16034"/>
                    <a:pt x="24218" y="16027"/>
                  </a:cubicBezTo>
                  <a:cubicBezTo>
                    <a:pt x="24278" y="16013"/>
                    <a:pt x="24336" y="16003"/>
                    <a:pt x="24394" y="15990"/>
                  </a:cubicBezTo>
                  <a:cubicBezTo>
                    <a:pt x="24398" y="15986"/>
                    <a:pt x="24406" y="15986"/>
                    <a:pt x="24409" y="15984"/>
                  </a:cubicBezTo>
                  <a:cubicBezTo>
                    <a:pt x="24435" y="15979"/>
                    <a:pt x="24461" y="15971"/>
                    <a:pt x="24486" y="15963"/>
                  </a:cubicBezTo>
                  <a:cubicBezTo>
                    <a:pt x="24538" y="15947"/>
                    <a:pt x="24585" y="15926"/>
                    <a:pt x="24631" y="15903"/>
                  </a:cubicBezTo>
                  <a:cubicBezTo>
                    <a:pt x="24643" y="15899"/>
                    <a:pt x="24653" y="15891"/>
                    <a:pt x="24665" y="15884"/>
                  </a:cubicBezTo>
                  <a:cubicBezTo>
                    <a:pt x="24787" y="15819"/>
                    <a:pt x="24887" y="15739"/>
                    <a:pt x="24999" y="15663"/>
                  </a:cubicBezTo>
                  <a:cubicBezTo>
                    <a:pt x="25012" y="15654"/>
                    <a:pt x="25027" y="15647"/>
                    <a:pt x="25043" y="15640"/>
                  </a:cubicBezTo>
                  <a:cubicBezTo>
                    <a:pt x="25072" y="15622"/>
                    <a:pt x="25104" y="15612"/>
                    <a:pt x="25130" y="15596"/>
                  </a:cubicBezTo>
                  <a:cubicBezTo>
                    <a:pt x="25144" y="15589"/>
                    <a:pt x="25157" y="15577"/>
                    <a:pt x="25170" y="15569"/>
                  </a:cubicBezTo>
                  <a:cubicBezTo>
                    <a:pt x="25195" y="15534"/>
                    <a:pt x="25188" y="15468"/>
                    <a:pt x="25166" y="15397"/>
                  </a:cubicBezTo>
                  <a:cubicBezTo>
                    <a:pt x="25162" y="15380"/>
                    <a:pt x="25154" y="15359"/>
                    <a:pt x="25147" y="15337"/>
                  </a:cubicBezTo>
                  <a:cubicBezTo>
                    <a:pt x="25128" y="15287"/>
                    <a:pt x="25107" y="15237"/>
                    <a:pt x="25086" y="15192"/>
                  </a:cubicBezTo>
                  <a:cubicBezTo>
                    <a:pt x="25079" y="15176"/>
                    <a:pt x="25072" y="15157"/>
                    <a:pt x="25067" y="15143"/>
                  </a:cubicBezTo>
                  <a:cubicBezTo>
                    <a:pt x="25061" y="15131"/>
                    <a:pt x="25056" y="15121"/>
                    <a:pt x="25053" y="15112"/>
                  </a:cubicBezTo>
                  <a:cubicBezTo>
                    <a:pt x="25048" y="15103"/>
                    <a:pt x="25045" y="15095"/>
                    <a:pt x="25041" y="15087"/>
                  </a:cubicBezTo>
                  <a:cubicBezTo>
                    <a:pt x="25028" y="15051"/>
                    <a:pt x="25018" y="15016"/>
                    <a:pt x="25005" y="14980"/>
                  </a:cubicBezTo>
                  <a:cubicBezTo>
                    <a:pt x="24992" y="14943"/>
                    <a:pt x="24981" y="14907"/>
                    <a:pt x="24968" y="14872"/>
                  </a:cubicBezTo>
                  <a:cubicBezTo>
                    <a:pt x="24910" y="14779"/>
                    <a:pt x="24832" y="14688"/>
                    <a:pt x="24787" y="14583"/>
                  </a:cubicBezTo>
                  <a:cubicBezTo>
                    <a:pt x="24669" y="14314"/>
                    <a:pt x="24590" y="14049"/>
                    <a:pt x="24496" y="13751"/>
                  </a:cubicBezTo>
                  <a:cubicBezTo>
                    <a:pt x="24483" y="13711"/>
                    <a:pt x="24473" y="13670"/>
                    <a:pt x="24461" y="13629"/>
                  </a:cubicBezTo>
                  <a:cubicBezTo>
                    <a:pt x="24425" y="13506"/>
                    <a:pt x="24398" y="13382"/>
                    <a:pt x="24369" y="13255"/>
                  </a:cubicBezTo>
                  <a:cubicBezTo>
                    <a:pt x="24349" y="13171"/>
                    <a:pt x="24330" y="13088"/>
                    <a:pt x="24308" y="13002"/>
                  </a:cubicBezTo>
                  <a:cubicBezTo>
                    <a:pt x="24289" y="12918"/>
                    <a:pt x="24265" y="12837"/>
                    <a:pt x="24239" y="12757"/>
                  </a:cubicBezTo>
                  <a:cubicBezTo>
                    <a:pt x="24231" y="12732"/>
                    <a:pt x="24221" y="12706"/>
                    <a:pt x="24212" y="12681"/>
                  </a:cubicBezTo>
                  <a:cubicBezTo>
                    <a:pt x="24137" y="12438"/>
                    <a:pt x="24060" y="12194"/>
                    <a:pt x="23986" y="11948"/>
                  </a:cubicBezTo>
                  <a:lnTo>
                    <a:pt x="23986" y="11947"/>
                  </a:lnTo>
                  <a:cubicBezTo>
                    <a:pt x="23945" y="11813"/>
                    <a:pt x="23906" y="11679"/>
                    <a:pt x="23863" y="11549"/>
                  </a:cubicBezTo>
                  <a:cubicBezTo>
                    <a:pt x="23858" y="11522"/>
                    <a:pt x="23850" y="11499"/>
                    <a:pt x="23843" y="11474"/>
                  </a:cubicBezTo>
                  <a:cubicBezTo>
                    <a:pt x="23833" y="11441"/>
                    <a:pt x="23824" y="11406"/>
                    <a:pt x="23818" y="11370"/>
                  </a:cubicBezTo>
                  <a:cubicBezTo>
                    <a:pt x="23807" y="11319"/>
                    <a:pt x="23802" y="11267"/>
                    <a:pt x="23798" y="11214"/>
                  </a:cubicBezTo>
                  <a:cubicBezTo>
                    <a:pt x="23797" y="11208"/>
                    <a:pt x="23797" y="11201"/>
                    <a:pt x="23797" y="11194"/>
                  </a:cubicBezTo>
                  <a:cubicBezTo>
                    <a:pt x="23789" y="11137"/>
                    <a:pt x="23785" y="11079"/>
                    <a:pt x="23781" y="11021"/>
                  </a:cubicBezTo>
                  <a:cubicBezTo>
                    <a:pt x="23773" y="10929"/>
                    <a:pt x="23762" y="10838"/>
                    <a:pt x="23738" y="10749"/>
                  </a:cubicBezTo>
                  <a:cubicBezTo>
                    <a:pt x="23738" y="10745"/>
                    <a:pt x="23737" y="10740"/>
                    <a:pt x="23734" y="10736"/>
                  </a:cubicBezTo>
                  <a:cubicBezTo>
                    <a:pt x="23711" y="10649"/>
                    <a:pt x="23658" y="10556"/>
                    <a:pt x="23628" y="10468"/>
                  </a:cubicBezTo>
                  <a:cubicBezTo>
                    <a:pt x="23609" y="10377"/>
                    <a:pt x="23593" y="10284"/>
                    <a:pt x="23574" y="10191"/>
                  </a:cubicBezTo>
                  <a:cubicBezTo>
                    <a:pt x="23549" y="10080"/>
                    <a:pt x="23578" y="9919"/>
                    <a:pt x="23596" y="9839"/>
                  </a:cubicBezTo>
                  <a:cubicBezTo>
                    <a:pt x="23593" y="9769"/>
                    <a:pt x="23589" y="9704"/>
                    <a:pt x="23584" y="9635"/>
                  </a:cubicBezTo>
                  <a:cubicBezTo>
                    <a:pt x="23581" y="9535"/>
                    <a:pt x="23589" y="9427"/>
                    <a:pt x="23602" y="9327"/>
                  </a:cubicBezTo>
                  <a:cubicBezTo>
                    <a:pt x="23606" y="9291"/>
                    <a:pt x="23613" y="9257"/>
                    <a:pt x="23618" y="9224"/>
                  </a:cubicBezTo>
                  <a:cubicBezTo>
                    <a:pt x="23622" y="9206"/>
                    <a:pt x="23624" y="9192"/>
                    <a:pt x="23628" y="9174"/>
                  </a:cubicBezTo>
                  <a:cubicBezTo>
                    <a:pt x="23635" y="9093"/>
                    <a:pt x="23642" y="9010"/>
                    <a:pt x="23650" y="8930"/>
                  </a:cubicBezTo>
                  <a:cubicBezTo>
                    <a:pt x="23669" y="8852"/>
                    <a:pt x="23680" y="8767"/>
                    <a:pt x="23693" y="8684"/>
                  </a:cubicBezTo>
                  <a:lnTo>
                    <a:pt x="23693" y="8683"/>
                  </a:lnTo>
                  <a:cubicBezTo>
                    <a:pt x="23709" y="8552"/>
                    <a:pt x="23719" y="8421"/>
                    <a:pt x="23737" y="8292"/>
                  </a:cubicBezTo>
                  <a:cubicBezTo>
                    <a:pt x="23740" y="8254"/>
                    <a:pt x="23747" y="8215"/>
                    <a:pt x="23754" y="8176"/>
                  </a:cubicBezTo>
                  <a:cubicBezTo>
                    <a:pt x="23760" y="8138"/>
                    <a:pt x="23767" y="8098"/>
                    <a:pt x="23776" y="8062"/>
                  </a:cubicBezTo>
                  <a:cubicBezTo>
                    <a:pt x="23811" y="7915"/>
                    <a:pt x="23798" y="7784"/>
                    <a:pt x="23842" y="7658"/>
                  </a:cubicBezTo>
                  <a:cubicBezTo>
                    <a:pt x="23862" y="7597"/>
                    <a:pt x="23885" y="7545"/>
                    <a:pt x="23913" y="7494"/>
                  </a:cubicBezTo>
                  <a:cubicBezTo>
                    <a:pt x="23926" y="7476"/>
                    <a:pt x="23936" y="7457"/>
                    <a:pt x="23949" y="7440"/>
                  </a:cubicBezTo>
                  <a:cubicBezTo>
                    <a:pt x="23962" y="7421"/>
                    <a:pt x="23972" y="7405"/>
                    <a:pt x="23986" y="7386"/>
                  </a:cubicBezTo>
                  <a:lnTo>
                    <a:pt x="23986" y="7385"/>
                  </a:lnTo>
                  <a:cubicBezTo>
                    <a:pt x="23993" y="7372"/>
                    <a:pt x="24002" y="7363"/>
                    <a:pt x="24009" y="7350"/>
                  </a:cubicBezTo>
                  <a:cubicBezTo>
                    <a:pt x="24044" y="7305"/>
                    <a:pt x="24079" y="7263"/>
                    <a:pt x="24112" y="7219"/>
                  </a:cubicBezTo>
                  <a:lnTo>
                    <a:pt x="24112" y="7217"/>
                  </a:lnTo>
                  <a:cubicBezTo>
                    <a:pt x="24148" y="7174"/>
                    <a:pt x="24182" y="7135"/>
                    <a:pt x="24217" y="7088"/>
                  </a:cubicBezTo>
                  <a:lnTo>
                    <a:pt x="24217" y="7087"/>
                  </a:lnTo>
                  <a:cubicBezTo>
                    <a:pt x="24294" y="6983"/>
                    <a:pt x="24385" y="6868"/>
                    <a:pt x="24481" y="6764"/>
                  </a:cubicBezTo>
                  <a:cubicBezTo>
                    <a:pt x="24531" y="6710"/>
                    <a:pt x="24580" y="6658"/>
                    <a:pt x="24628" y="6608"/>
                  </a:cubicBezTo>
                  <a:cubicBezTo>
                    <a:pt x="24654" y="6585"/>
                    <a:pt x="24682" y="6562"/>
                    <a:pt x="24707" y="6540"/>
                  </a:cubicBezTo>
                  <a:cubicBezTo>
                    <a:pt x="24720" y="6528"/>
                    <a:pt x="24733" y="6520"/>
                    <a:pt x="24744" y="6509"/>
                  </a:cubicBezTo>
                  <a:cubicBezTo>
                    <a:pt x="24758" y="6498"/>
                    <a:pt x="24771" y="6488"/>
                    <a:pt x="24784" y="6477"/>
                  </a:cubicBezTo>
                  <a:cubicBezTo>
                    <a:pt x="24806" y="6460"/>
                    <a:pt x="24827" y="6441"/>
                    <a:pt x="24846" y="6419"/>
                  </a:cubicBezTo>
                  <a:lnTo>
                    <a:pt x="24875" y="6390"/>
                  </a:lnTo>
                  <a:cubicBezTo>
                    <a:pt x="24887" y="6379"/>
                    <a:pt x="24896" y="6371"/>
                    <a:pt x="24907" y="6358"/>
                  </a:cubicBezTo>
                  <a:cubicBezTo>
                    <a:pt x="24951" y="6322"/>
                    <a:pt x="25002" y="6288"/>
                    <a:pt x="25079" y="6285"/>
                  </a:cubicBezTo>
                  <a:lnTo>
                    <a:pt x="25079" y="6285"/>
                  </a:lnTo>
                  <a:cubicBezTo>
                    <a:pt x="25064" y="6403"/>
                    <a:pt x="24858" y="6579"/>
                    <a:pt x="24791" y="6672"/>
                  </a:cubicBezTo>
                  <a:cubicBezTo>
                    <a:pt x="24663" y="6845"/>
                    <a:pt x="24489" y="7037"/>
                    <a:pt x="24342" y="7244"/>
                  </a:cubicBezTo>
                  <a:cubicBezTo>
                    <a:pt x="24292" y="7312"/>
                    <a:pt x="24249" y="7383"/>
                    <a:pt x="24205" y="7452"/>
                  </a:cubicBezTo>
                  <a:cubicBezTo>
                    <a:pt x="24177" y="7499"/>
                    <a:pt x="24153" y="7546"/>
                    <a:pt x="24131" y="7595"/>
                  </a:cubicBezTo>
                  <a:cubicBezTo>
                    <a:pt x="24111" y="7643"/>
                    <a:pt x="24090" y="7691"/>
                    <a:pt x="24076" y="7741"/>
                  </a:cubicBezTo>
                  <a:cubicBezTo>
                    <a:pt x="24066" y="7771"/>
                    <a:pt x="24058" y="7805"/>
                    <a:pt x="24051" y="7837"/>
                  </a:cubicBezTo>
                  <a:cubicBezTo>
                    <a:pt x="24038" y="7905"/>
                    <a:pt x="24031" y="7972"/>
                    <a:pt x="24023" y="8040"/>
                  </a:cubicBezTo>
                  <a:cubicBezTo>
                    <a:pt x="24010" y="8181"/>
                    <a:pt x="24009" y="8327"/>
                    <a:pt x="23987" y="8462"/>
                  </a:cubicBezTo>
                  <a:cubicBezTo>
                    <a:pt x="23986" y="8474"/>
                    <a:pt x="23984" y="8482"/>
                    <a:pt x="23984" y="8494"/>
                  </a:cubicBezTo>
                  <a:cubicBezTo>
                    <a:pt x="23980" y="8517"/>
                    <a:pt x="23974" y="8542"/>
                    <a:pt x="23971" y="8564"/>
                  </a:cubicBezTo>
                  <a:cubicBezTo>
                    <a:pt x="23959" y="8600"/>
                    <a:pt x="23952" y="8641"/>
                    <a:pt x="23945" y="8680"/>
                  </a:cubicBezTo>
                  <a:cubicBezTo>
                    <a:pt x="23930" y="8760"/>
                    <a:pt x="23919" y="8840"/>
                    <a:pt x="23908" y="8924"/>
                  </a:cubicBezTo>
                  <a:cubicBezTo>
                    <a:pt x="23898" y="9006"/>
                    <a:pt x="23890" y="9090"/>
                    <a:pt x="23879" y="9171"/>
                  </a:cubicBezTo>
                  <a:cubicBezTo>
                    <a:pt x="23872" y="9230"/>
                    <a:pt x="23863" y="9288"/>
                    <a:pt x="23855" y="9344"/>
                  </a:cubicBezTo>
                  <a:lnTo>
                    <a:pt x="23855" y="9347"/>
                  </a:lnTo>
                  <a:cubicBezTo>
                    <a:pt x="23850" y="9376"/>
                    <a:pt x="23846" y="9407"/>
                    <a:pt x="23840" y="9436"/>
                  </a:cubicBezTo>
                  <a:cubicBezTo>
                    <a:pt x="23834" y="9465"/>
                    <a:pt x="23827" y="9497"/>
                    <a:pt x="23821" y="9523"/>
                  </a:cubicBezTo>
                  <a:cubicBezTo>
                    <a:pt x="23820" y="9528"/>
                    <a:pt x="23818" y="9533"/>
                    <a:pt x="23818" y="9538"/>
                  </a:cubicBezTo>
                  <a:cubicBezTo>
                    <a:pt x="23817" y="9544"/>
                    <a:pt x="23814" y="9551"/>
                    <a:pt x="23814" y="9557"/>
                  </a:cubicBezTo>
                  <a:cubicBezTo>
                    <a:pt x="23810" y="9621"/>
                    <a:pt x="23820" y="9711"/>
                    <a:pt x="23831" y="9776"/>
                  </a:cubicBezTo>
                  <a:cubicBezTo>
                    <a:pt x="23834" y="9795"/>
                    <a:pt x="23836" y="9811"/>
                    <a:pt x="23842" y="9821"/>
                  </a:cubicBezTo>
                  <a:lnTo>
                    <a:pt x="23842" y="10037"/>
                  </a:lnTo>
                  <a:cubicBezTo>
                    <a:pt x="23847" y="10061"/>
                    <a:pt x="23853" y="10086"/>
                    <a:pt x="23856" y="10111"/>
                  </a:cubicBezTo>
                  <a:cubicBezTo>
                    <a:pt x="23861" y="10137"/>
                    <a:pt x="23865" y="10162"/>
                    <a:pt x="23869" y="10185"/>
                  </a:cubicBezTo>
                  <a:lnTo>
                    <a:pt x="23879" y="10262"/>
                  </a:lnTo>
                  <a:cubicBezTo>
                    <a:pt x="23884" y="10284"/>
                    <a:pt x="23885" y="10306"/>
                    <a:pt x="23890" y="10329"/>
                  </a:cubicBezTo>
                  <a:cubicBezTo>
                    <a:pt x="23891" y="10335"/>
                    <a:pt x="23893" y="10342"/>
                    <a:pt x="23893" y="10348"/>
                  </a:cubicBezTo>
                  <a:cubicBezTo>
                    <a:pt x="23901" y="10417"/>
                    <a:pt x="23913" y="10487"/>
                    <a:pt x="23923" y="10556"/>
                  </a:cubicBezTo>
                  <a:cubicBezTo>
                    <a:pt x="23927" y="10580"/>
                    <a:pt x="23933" y="10604"/>
                    <a:pt x="23938" y="10625"/>
                  </a:cubicBezTo>
                  <a:cubicBezTo>
                    <a:pt x="23955" y="10734"/>
                    <a:pt x="23971" y="10843"/>
                    <a:pt x="23986" y="10951"/>
                  </a:cubicBezTo>
                  <a:cubicBezTo>
                    <a:pt x="24002" y="11067"/>
                    <a:pt x="24018" y="11181"/>
                    <a:pt x="24035" y="11297"/>
                  </a:cubicBezTo>
                  <a:cubicBezTo>
                    <a:pt x="24112" y="11573"/>
                    <a:pt x="24205" y="11839"/>
                    <a:pt x="24291" y="12100"/>
                  </a:cubicBezTo>
                  <a:cubicBezTo>
                    <a:pt x="24314" y="12169"/>
                    <a:pt x="24336" y="12242"/>
                    <a:pt x="24358" y="12312"/>
                  </a:cubicBezTo>
                  <a:cubicBezTo>
                    <a:pt x="24398" y="12456"/>
                    <a:pt x="24435" y="12601"/>
                    <a:pt x="24474" y="12742"/>
                  </a:cubicBezTo>
                  <a:cubicBezTo>
                    <a:pt x="24494" y="12815"/>
                    <a:pt x="24518" y="12886"/>
                    <a:pt x="24539" y="12955"/>
                  </a:cubicBezTo>
                  <a:cubicBezTo>
                    <a:pt x="24560" y="13016"/>
                    <a:pt x="24576" y="13078"/>
                    <a:pt x="24590" y="13142"/>
                  </a:cubicBezTo>
                  <a:cubicBezTo>
                    <a:pt x="24595" y="13158"/>
                    <a:pt x="24598" y="13173"/>
                    <a:pt x="24602" y="13191"/>
                  </a:cubicBezTo>
                  <a:cubicBezTo>
                    <a:pt x="24617" y="13255"/>
                    <a:pt x="24628" y="13318"/>
                    <a:pt x="24641" y="13382"/>
                  </a:cubicBezTo>
                  <a:cubicBezTo>
                    <a:pt x="24654" y="13455"/>
                    <a:pt x="24669" y="13526"/>
                    <a:pt x="24685" y="13597"/>
                  </a:cubicBezTo>
                  <a:cubicBezTo>
                    <a:pt x="24692" y="13633"/>
                    <a:pt x="24701" y="13667"/>
                    <a:pt x="24711" y="13703"/>
                  </a:cubicBezTo>
                  <a:cubicBezTo>
                    <a:pt x="24721" y="13740"/>
                    <a:pt x="24730" y="13773"/>
                    <a:pt x="24743" y="13809"/>
                  </a:cubicBezTo>
                  <a:cubicBezTo>
                    <a:pt x="24787" y="13942"/>
                    <a:pt x="24836" y="14074"/>
                    <a:pt x="24887" y="14202"/>
                  </a:cubicBezTo>
                  <a:cubicBezTo>
                    <a:pt x="24939" y="14331"/>
                    <a:pt x="24990" y="14456"/>
                    <a:pt x="25043" y="14579"/>
                  </a:cubicBezTo>
                  <a:cubicBezTo>
                    <a:pt x="25056" y="14610"/>
                    <a:pt x="25067" y="14640"/>
                    <a:pt x="25076" y="14670"/>
                  </a:cubicBezTo>
                  <a:cubicBezTo>
                    <a:pt x="25079" y="14685"/>
                    <a:pt x="25085" y="14698"/>
                    <a:pt x="25089" y="14711"/>
                  </a:cubicBezTo>
                  <a:cubicBezTo>
                    <a:pt x="25101" y="14746"/>
                    <a:pt x="25111" y="14779"/>
                    <a:pt x="25121" y="14813"/>
                  </a:cubicBezTo>
                  <a:cubicBezTo>
                    <a:pt x="25134" y="14858"/>
                    <a:pt x="25150" y="14906"/>
                    <a:pt x="25172" y="14951"/>
                  </a:cubicBezTo>
                  <a:cubicBezTo>
                    <a:pt x="25195" y="15003"/>
                    <a:pt x="25246" y="15051"/>
                    <a:pt x="25266" y="15099"/>
                  </a:cubicBezTo>
                  <a:cubicBezTo>
                    <a:pt x="25290" y="15153"/>
                    <a:pt x="25290" y="15208"/>
                    <a:pt x="25322" y="15249"/>
                  </a:cubicBezTo>
                  <a:cubicBezTo>
                    <a:pt x="25325" y="15259"/>
                    <a:pt x="25325" y="15262"/>
                    <a:pt x="25326" y="15265"/>
                  </a:cubicBezTo>
                  <a:cubicBezTo>
                    <a:pt x="25329" y="15265"/>
                    <a:pt x="25329" y="15269"/>
                    <a:pt x="25330" y="15271"/>
                  </a:cubicBezTo>
                  <a:cubicBezTo>
                    <a:pt x="25377" y="15156"/>
                    <a:pt x="25439" y="15060"/>
                    <a:pt x="25505" y="14968"/>
                  </a:cubicBezTo>
                  <a:cubicBezTo>
                    <a:pt x="25569" y="14877"/>
                    <a:pt x="25637" y="14789"/>
                    <a:pt x="25703" y="14692"/>
                  </a:cubicBezTo>
                  <a:cubicBezTo>
                    <a:pt x="25730" y="14651"/>
                    <a:pt x="25758" y="14609"/>
                    <a:pt x="25784" y="14568"/>
                  </a:cubicBezTo>
                  <a:cubicBezTo>
                    <a:pt x="25838" y="14487"/>
                    <a:pt x="25890" y="14407"/>
                    <a:pt x="25944" y="14331"/>
                  </a:cubicBezTo>
                  <a:cubicBezTo>
                    <a:pt x="25972" y="14291"/>
                    <a:pt x="25998" y="14253"/>
                    <a:pt x="26027" y="14215"/>
                  </a:cubicBezTo>
                  <a:cubicBezTo>
                    <a:pt x="26065" y="14164"/>
                    <a:pt x="26102" y="14115"/>
                    <a:pt x="26143" y="14067"/>
                  </a:cubicBezTo>
                  <a:lnTo>
                    <a:pt x="26143" y="14065"/>
                  </a:lnTo>
                  <a:cubicBezTo>
                    <a:pt x="26179" y="14023"/>
                    <a:pt x="26216" y="13982"/>
                    <a:pt x="26252" y="13946"/>
                  </a:cubicBezTo>
                  <a:cubicBezTo>
                    <a:pt x="26268" y="13929"/>
                    <a:pt x="26281" y="13913"/>
                    <a:pt x="26297" y="13900"/>
                  </a:cubicBezTo>
                  <a:cubicBezTo>
                    <a:pt x="26380" y="13818"/>
                    <a:pt x="26473" y="13744"/>
                    <a:pt x="26579" y="13677"/>
                  </a:cubicBezTo>
                  <a:cubicBezTo>
                    <a:pt x="26733" y="13580"/>
                    <a:pt x="26909" y="13491"/>
                    <a:pt x="27082" y="13420"/>
                  </a:cubicBezTo>
                  <a:cubicBezTo>
                    <a:pt x="27173" y="13395"/>
                    <a:pt x="27266" y="13372"/>
                    <a:pt x="27360" y="13346"/>
                  </a:cubicBezTo>
                  <a:lnTo>
                    <a:pt x="27402" y="13346"/>
                  </a:lnTo>
                  <a:cubicBezTo>
                    <a:pt x="27328" y="13455"/>
                    <a:pt x="27184" y="13519"/>
                    <a:pt x="27071" y="13591"/>
                  </a:cubicBezTo>
                  <a:cubicBezTo>
                    <a:pt x="26928" y="13687"/>
                    <a:pt x="26784" y="13789"/>
                    <a:pt x="26645" y="13892"/>
                  </a:cubicBezTo>
                  <a:cubicBezTo>
                    <a:pt x="26598" y="13927"/>
                    <a:pt x="26552" y="13962"/>
                    <a:pt x="26504" y="13997"/>
                  </a:cubicBezTo>
                  <a:cubicBezTo>
                    <a:pt x="26300" y="14150"/>
                    <a:pt x="26203" y="14407"/>
                    <a:pt x="26057" y="14616"/>
                  </a:cubicBezTo>
                  <a:cubicBezTo>
                    <a:pt x="26022" y="14666"/>
                    <a:pt x="25988" y="14712"/>
                    <a:pt x="25954" y="14760"/>
                  </a:cubicBezTo>
                  <a:cubicBezTo>
                    <a:pt x="25919" y="14805"/>
                    <a:pt x="25884" y="14852"/>
                    <a:pt x="25848" y="14900"/>
                  </a:cubicBezTo>
                  <a:cubicBezTo>
                    <a:pt x="25812" y="14946"/>
                    <a:pt x="25777" y="14993"/>
                    <a:pt x="25740" y="15039"/>
                  </a:cubicBezTo>
                  <a:cubicBezTo>
                    <a:pt x="25707" y="15084"/>
                    <a:pt x="25672" y="15132"/>
                    <a:pt x="25636" y="15179"/>
                  </a:cubicBezTo>
                  <a:cubicBezTo>
                    <a:pt x="25608" y="15215"/>
                    <a:pt x="25580" y="15255"/>
                    <a:pt x="25554" y="15291"/>
                  </a:cubicBezTo>
                  <a:cubicBezTo>
                    <a:pt x="25541" y="15307"/>
                    <a:pt x="25527" y="15323"/>
                    <a:pt x="25511" y="15336"/>
                  </a:cubicBezTo>
                  <a:cubicBezTo>
                    <a:pt x="25493" y="15352"/>
                    <a:pt x="25479" y="15368"/>
                    <a:pt x="25464" y="15381"/>
                  </a:cubicBezTo>
                  <a:cubicBezTo>
                    <a:pt x="25450" y="15396"/>
                    <a:pt x="25435" y="15410"/>
                    <a:pt x="25421" y="15426"/>
                  </a:cubicBezTo>
                  <a:cubicBezTo>
                    <a:pt x="25409" y="15444"/>
                    <a:pt x="25394" y="15461"/>
                    <a:pt x="25383" y="15480"/>
                  </a:cubicBezTo>
                  <a:cubicBezTo>
                    <a:pt x="25556" y="15407"/>
                    <a:pt x="25874" y="15327"/>
                    <a:pt x="25992" y="15212"/>
                  </a:cubicBezTo>
                  <a:lnTo>
                    <a:pt x="26002" y="15212"/>
                  </a:lnTo>
                  <a:cubicBezTo>
                    <a:pt x="25992" y="15256"/>
                    <a:pt x="25976" y="15295"/>
                    <a:pt x="25954" y="15329"/>
                  </a:cubicBezTo>
                  <a:cubicBezTo>
                    <a:pt x="25900" y="15422"/>
                    <a:pt x="25820" y="15484"/>
                    <a:pt x="25730" y="15540"/>
                  </a:cubicBezTo>
                  <a:cubicBezTo>
                    <a:pt x="25703" y="15554"/>
                    <a:pt x="25678" y="15567"/>
                    <a:pt x="25650" y="15579"/>
                  </a:cubicBezTo>
                  <a:cubicBezTo>
                    <a:pt x="25627" y="15592"/>
                    <a:pt x="25601" y="15604"/>
                    <a:pt x="25576" y="15614"/>
                  </a:cubicBezTo>
                  <a:cubicBezTo>
                    <a:pt x="25548" y="15627"/>
                    <a:pt x="25522" y="15637"/>
                    <a:pt x="25496" y="15649"/>
                  </a:cubicBezTo>
                  <a:cubicBezTo>
                    <a:pt x="25469" y="15662"/>
                    <a:pt x="25442" y="15670"/>
                    <a:pt x="25413" y="15681"/>
                  </a:cubicBezTo>
                  <a:cubicBezTo>
                    <a:pt x="25377" y="15695"/>
                    <a:pt x="25341" y="15708"/>
                    <a:pt x="25307" y="15724"/>
                  </a:cubicBezTo>
                  <a:cubicBezTo>
                    <a:pt x="25191" y="15778"/>
                    <a:pt x="25086" y="15843"/>
                    <a:pt x="24983" y="15912"/>
                  </a:cubicBezTo>
                  <a:cubicBezTo>
                    <a:pt x="24931" y="15947"/>
                    <a:pt x="24881" y="15982"/>
                    <a:pt x="24827" y="16012"/>
                  </a:cubicBezTo>
                  <a:cubicBezTo>
                    <a:pt x="24774" y="16043"/>
                    <a:pt x="24718" y="16072"/>
                    <a:pt x="24654" y="16098"/>
                  </a:cubicBezTo>
                  <a:cubicBezTo>
                    <a:pt x="24625" y="16109"/>
                    <a:pt x="24595" y="16120"/>
                    <a:pt x="24561" y="16130"/>
                  </a:cubicBezTo>
                  <a:cubicBezTo>
                    <a:pt x="24538" y="16137"/>
                    <a:pt x="24512" y="16143"/>
                    <a:pt x="24489" y="16150"/>
                  </a:cubicBezTo>
                  <a:cubicBezTo>
                    <a:pt x="24438" y="16160"/>
                    <a:pt x="24388" y="16171"/>
                    <a:pt x="24337" y="16179"/>
                  </a:cubicBezTo>
                  <a:cubicBezTo>
                    <a:pt x="24313" y="16182"/>
                    <a:pt x="24287" y="16188"/>
                    <a:pt x="24262" y="16192"/>
                  </a:cubicBezTo>
                  <a:cubicBezTo>
                    <a:pt x="24228" y="16197"/>
                    <a:pt x="24195" y="16204"/>
                    <a:pt x="24161" y="16211"/>
                  </a:cubicBezTo>
                  <a:cubicBezTo>
                    <a:pt x="24138" y="16217"/>
                    <a:pt x="24112" y="16224"/>
                    <a:pt x="24089" y="16230"/>
                  </a:cubicBezTo>
                  <a:cubicBezTo>
                    <a:pt x="24071" y="16233"/>
                    <a:pt x="24052" y="16240"/>
                    <a:pt x="24036" y="16246"/>
                  </a:cubicBezTo>
                  <a:cubicBezTo>
                    <a:pt x="24022" y="16250"/>
                    <a:pt x="24009" y="16255"/>
                    <a:pt x="23993" y="16262"/>
                  </a:cubicBezTo>
                  <a:cubicBezTo>
                    <a:pt x="23988" y="16262"/>
                    <a:pt x="23987" y="16265"/>
                    <a:pt x="23984" y="16266"/>
                  </a:cubicBezTo>
                  <a:lnTo>
                    <a:pt x="23984" y="16268"/>
                  </a:lnTo>
                  <a:cubicBezTo>
                    <a:pt x="23974" y="16272"/>
                    <a:pt x="23964" y="16274"/>
                    <a:pt x="23956" y="16280"/>
                  </a:cubicBezTo>
                  <a:cubicBezTo>
                    <a:pt x="23936" y="16290"/>
                    <a:pt x="23914" y="16298"/>
                    <a:pt x="23897" y="16312"/>
                  </a:cubicBezTo>
                  <a:cubicBezTo>
                    <a:pt x="23877" y="16325"/>
                    <a:pt x="23856" y="16338"/>
                    <a:pt x="23836" y="16354"/>
                  </a:cubicBezTo>
                  <a:cubicBezTo>
                    <a:pt x="23827" y="16362"/>
                    <a:pt x="23817" y="16371"/>
                    <a:pt x="23805" y="16378"/>
                  </a:cubicBezTo>
                  <a:cubicBezTo>
                    <a:pt x="23785" y="16397"/>
                    <a:pt x="23763" y="16415"/>
                    <a:pt x="23744" y="16437"/>
                  </a:cubicBezTo>
                  <a:lnTo>
                    <a:pt x="23740" y="16441"/>
                  </a:lnTo>
                  <a:cubicBezTo>
                    <a:pt x="23667" y="16509"/>
                    <a:pt x="23592" y="16592"/>
                    <a:pt x="23526" y="16665"/>
                  </a:cubicBezTo>
                  <a:cubicBezTo>
                    <a:pt x="23514" y="16675"/>
                    <a:pt x="23506" y="16684"/>
                    <a:pt x="23497" y="16695"/>
                  </a:cubicBezTo>
                  <a:cubicBezTo>
                    <a:pt x="23487" y="16706"/>
                    <a:pt x="23478" y="16716"/>
                    <a:pt x="23469" y="16726"/>
                  </a:cubicBezTo>
                  <a:cubicBezTo>
                    <a:pt x="23462" y="16738"/>
                    <a:pt x="23453" y="16746"/>
                    <a:pt x="23443" y="16755"/>
                  </a:cubicBezTo>
                  <a:cubicBezTo>
                    <a:pt x="23436" y="16764"/>
                    <a:pt x="23429" y="16771"/>
                    <a:pt x="23420" y="16781"/>
                  </a:cubicBezTo>
                  <a:cubicBezTo>
                    <a:pt x="23395" y="16807"/>
                    <a:pt x="23368" y="16841"/>
                    <a:pt x="23339" y="16868"/>
                  </a:cubicBezTo>
                  <a:cubicBezTo>
                    <a:pt x="23308" y="16895"/>
                    <a:pt x="23276" y="16919"/>
                    <a:pt x="23238" y="16929"/>
                  </a:cubicBezTo>
                  <a:cubicBezTo>
                    <a:pt x="23266" y="16980"/>
                    <a:pt x="23435" y="17028"/>
                    <a:pt x="23494" y="17059"/>
                  </a:cubicBezTo>
                  <a:cubicBezTo>
                    <a:pt x="23577" y="17101"/>
                    <a:pt x="23660" y="17142"/>
                    <a:pt x="23741" y="17185"/>
                  </a:cubicBezTo>
                  <a:cubicBezTo>
                    <a:pt x="23826" y="17232"/>
                    <a:pt x="23911" y="17278"/>
                    <a:pt x="23988" y="17329"/>
                  </a:cubicBezTo>
                  <a:cubicBezTo>
                    <a:pt x="23991" y="17331"/>
                    <a:pt x="23993" y="17331"/>
                    <a:pt x="23993" y="17334"/>
                  </a:cubicBezTo>
                  <a:cubicBezTo>
                    <a:pt x="24028" y="17355"/>
                    <a:pt x="24060" y="17377"/>
                    <a:pt x="24090" y="17402"/>
                  </a:cubicBezTo>
                  <a:cubicBezTo>
                    <a:pt x="24320" y="17574"/>
                    <a:pt x="24516" y="17816"/>
                    <a:pt x="24676" y="18065"/>
                  </a:cubicBezTo>
                  <a:cubicBezTo>
                    <a:pt x="24699" y="18101"/>
                    <a:pt x="24721" y="18135"/>
                    <a:pt x="24744" y="18173"/>
                  </a:cubicBezTo>
                  <a:cubicBezTo>
                    <a:pt x="24758" y="18199"/>
                    <a:pt x="24772" y="18229"/>
                    <a:pt x="24785" y="18264"/>
                  </a:cubicBezTo>
                  <a:cubicBezTo>
                    <a:pt x="24823" y="18366"/>
                    <a:pt x="24854" y="18492"/>
                    <a:pt x="24903" y="18556"/>
                  </a:cubicBezTo>
                  <a:lnTo>
                    <a:pt x="24903" y="18600"/>
                  </a:lnTo>
                  <a:lnTo>
                    <a:pt x="24894" y="18600"/>
                  </a:lnTo>
                  <a:lnTo>
                    <a:pt x="24894" y="18599"/>
                  </a:lnTo>
                  <a:lnTo>
                    <a:pt x="24893" y="18599"/>
                  </a:lnTo>
                  <a:cubicBezTo>
                    <a:pt x="24881" y="18559"/>
                    <a:pt x="24868" y="18523"/>
                    <a:pt x="24851" y="18489"/>
                  </a:cubicBezTo>
                  <a:cubicBezTo>
                    <a:pt x="24798" y="18382"/>
                    <a:pt x="24718" y="18283"/>
                    <a:pt x="24656" y="18194"/>
                  </a:cubicBezTo>
                  <a:cubicBezTo>
                    <a:pt x="24576" y="18071"/>
                    <a:pt x="24500" y="17968"/>
                    <a:pt x="24420" y="17876"/>
                  </a:cubicBezTo>
                  <a:cubicBezTo>
                    <a:pt x="24396" y="17850"/>
                    <a:pt x="24371" y="17822"/>
                    <a:pt x="24345" y="17796"/>
                  </a:cubicBezTo>
                  <a:cubicBezTo>
                    <a:pt x="24318" y="17770"/>
                    <a:pt x="24292" y="17742"/>
                    <a:pt x="24263" y="17716"/>
                  </a:cubicBezTo>
                  <a:cubicBezTo>
                    <a:pt x="24207" y="17665"/>
                    <a:pt x="24148" y="17620"/>
                    <a:pt x="24086" y="17576"/>
                  </a:cubicBezTo>
                  <a:cubicBezTo>
                    <a:pt x="24057" y="17556"/>
                    <a:pt x="24025" y="17534"/>
                    <a:pt x="23994" y="17517"/>
                  </a:cubicBezTo>
                  <a:cubicBezTo>
                    <a:pt x="23991" y="17515"/>
                    <a:pt x="23991" y="17512"/>
                    <a:pt x="23987" y="17512"/>
                  </a:cubicBezTo>
                  <a:cubicBezTo>
                    <a:pt x="23911" y="17467"/>
                    <a:pt x="23831" y="17422"/>
                    <a:pt x="23740" y="17379"/>
                  </a:cubicBezTo>
                  <a:cubicBezTo>
                    <a:pt x="23688" y="17351"/>
                    <a:pt x="23629" y="17326"/>
                    <a:pt x="23567" y="17299"/>
                  </a:cubicBezTo>
                  <a:cubicBezTo>
                    <a:pt x="23478" y="17261"/>
                    <a:pt x="23157" y="17083"/>
                    <a:pt x="23009" y="17083"/>
                  </a:cubicBezTo>
                  <a:cubicBezTo>
                    <a:pt x="22998" y="17083"/>
                    <a:pt x="22987" y="17084"/>
                    <a:pt x="22978" y="17086"/>
                  </a:cubicBezTo>
                  <a:cubicBezTo>
                    <a:pt x="22969" y="17088"/>
                    <a:pt x="22961" y="17089"/>
                    <a:pt x="22949" y="17095"/>
                  </a:cubicBezTo>
                  <a:cubicBezTo>
                    <a:pt x="22930" y="17102"/>
                    <a:pt x="22905" y="17113"/>
                    <a:pt x="22881" y="17127"/>
                  </a:cubicBezTo>
                  <a:lnTo>
                    <a:pt x="22879" y="17130"/>
                  </a:lnTo>
                  <a:cubicBezTo>
                    <a:pt x="22860" y="17139"/>
                    <a:pt x="22843" y="17149"/>
                    <a:pt x="22824" y="17159"/>
                  </a:cubicBezTo>
                  <a:cubicBezTo>
                    <a:pt x="22804" y="17169"/>
                    <a:pt x="22786" y="17181"/>
                    <a:pt x="22764" y="17196"/>
                  </a:cubicBezTo>
                  <a:cubicBezTo>
                    <a:pt x="22724" y="17220"/>
                    <a:pt x="22683" y="17248"/>
                    <a:pt x="22641" y="17275"/>
                  </a:cubicBezTo>
                  <a:cubicBezTo>
                    <a:pt x="22639" y="17275"/>
                    <a:pt x="22639" y="17277"/>
                    <a:pt x="22639" y="17277"/>
                  </a:cubicBezTo>
                  <a:cubicBezTo>
                    <a:pt x="22596" y="17306"/>
                    <a:pt x="22555" y="17337"/>
                    <a:pt x="22519" y="17364"/>
                  </a:cubicBezTo>
                  <a:lnTo>
                    <a:pt x="22516" y="17367"/>
                  </a:lnTo>
                  <a:cubicBezTo>
                    <a:pt x="22489" y="17387"/>
                    <a:pt x="22468" y="17406"/>
                    <a:pt x="22446" y="17424"/>
                  </a:cubicBezTo>
                  <a:cubicBezTo>
                    <a:pt x="22417" y="17451"/>
                    <a:pt x="22394" y="17475"/>
                    <a:pt x="22379" y="17494"/>
                  </a:cubicBezTo>
                  <a:cubicBezTo>
                    <a:pt x="22322" y="17569"/>
                    <a:pt x="22309" y="17683"/>
                    <a:pt x="22250" y="17760"/>
                  </a:cubicBezTo>
                  <a:cubicBezTo>
                    <a:pt x="22254" y="17781"/>
                    <a:pt x="22268" y="17800"/>
                    <a:pt x="22286" y="17815"/>
                  </a:cubicBezTo>
                  <a:cubicBezTo>
                    <a:pt x="22305" y="17829"/>
                    <a:pt x="22328" y="17840"/>
                    <a:pt x="22353" y="17850"/>
                  </a:cubicBezTo>
                  <a:cubicBezTo>
                    <a:pt x="22379" y="17858"/>
                    <a:pt x="22407" y="17867"/>
                    <a:pt x="22430" y="17876"/>
                  </a:cubicBezTo>
                  <a:cubicBezTo>
                    <a:pt x="22455" y="17882"/>
                    <a:pt x="22479" y="17890"/>
                    <a:pt x="22498" y="17901"/>
                  </a:cubicBezTo>
                  <a:cubicBezTo>
                    <a:pt x="22510" y="17904"/>
                    <a:pt x="22519" y="17911"/>
                    <a:pt x="22527" y="17918"/>
                  </a:cubicBezTo>
                  <a:cubicBezTo>
                    <a:pt x="22556" y="17931"/>
                    <a:pt x="22588" y="17949"/>
                    <a:pt x="22615" y="17968"/>
                  </a:cubicBezTo>
                  <a:cubicBezTo>
                    <a:pt x="22622" y="17970"/>
                    <a:pt x="22632" y="17976"/>
                    <a:pt x="22639" y="17982"/>
                  </a:cubicBezTo>
                  <a:cubicBezTo>
                    <a:pt x="22641" y="17982"/>
                    <a:pt x="22641" y="17984"/>
                    <a:pt x="22641" y="17984"/>
                  </a:cubicBezTo>
                  <a:cubicBezTo>
                    <a:pt x="22680" y="18007"/>
                    <a:pt x="22719" y="18032"/>
                    <a:pt x="22757" y="18058"/>
                  </a:cubicBezTo>
                  <a:cubicBezTo>
                    <a:pt x="22799" y="18085"/>
                    <a:pt x="22838" y="18113"/>
                    <a:pt x="22876" y="18142"/>
                  </a:cubicBezTo>
                  <a:cubicBezTo>
                    <a:pt x="22937" y="18186"/>
                    <a:pt x="22995" y="18231"/>
                    <a:pt x="23054" y="18274"/>
                  </a:cubicBezTo>
                  <a:cubicBezTo>
                    <a:pt x="23065" y="18283"/>
                    <a:pt x="23075" y="18295"/>
                    <a:pt x="23090" y="18308"/>
                  </a:cubicBezTo>
                  <a:cubicBezTo>
                    <a:pt x="23115" y="18330"/>
                    <a:pt x="23142" y="18360"/>
                    <a:pt x="23166" y="18391"/>
                  </a:cubicBezTo>
                  <a:cubicBezTo>
                    <a:pt x="23179" y="18407"/>
                    <a:pt x="23192" y="18421"/>
                    <a:pt x="23202" y="18439"/>
                  </a:cubicBezTo>
                  <a:cubicBezTo>
                    <a:pt x="23225" y="18471"/>
                    <a:pt x="23250" y="18505"/>
                    <a:pt x="23272" y="18536"/>
                  </a:cubicBezTo>
                  <a:cubicBezTo>
                    <a:pt x="23291" y="18569"/>
                    <a:pt x="23312" y="18600"/>
                    <a:pt x="23331" y="18629"/>
                  </a:cubicBezTo>
                  <a:cubicBezTo>
                    <a:pt x="23410" y="18745"/>
                    <a:pt x="23487" y="18865"/>
                    <a:pt x="23557" y="18995"/>
                  </a:cubicBezTo>
                  <a:cubicBezTo>
                    <a:pt x="23592" y="19057"/>
                    <a:pt x="23622" y="19119"/>
                    <a:pt x="23650" y="19183"/>
                  </a:cubicBezTo>
                  <a:cubicBezTo>
                    <a:pt x="23679" y="19253"/>
                    <a:pt x="23708" y="19320"/>
                    <a:pt x="23731" y="19392"/>
                  </a:cubicBezTo>
                  <a:cubicBezTo>
                    <a:pt x="23734" y="19398"/>
                    <a:pt x="23734" y="19403"/>
                    <a:pt x="23737" y="19408"/>
                  </a:cubicBezTo>
                  <a:cubicBezTo>
                    <a:pt x="23738" y="19413"/>
                    <a:pt x="23740" y="19416"/>
                    <a:pt x="23740" y="19420"/>
                  </a:cubicBezTo>
                  <a:cubicBezTo>
                    <a:pt x="23751" y="19449"/>
                    <a:pt x="23756" y="19480"/>
                    <a:pt x="23763" y="19509"/>
                  </a:cubicBezTo>
                  <a:cubicBezTo>
                    <a:pt x="23773" y="19551"/>
                    <a:pt x="23778" y="19592"/>
                    <a:pt x="23785" y="19635"/>
                  </a:cubicBezTo>
                  <a:cubicBezTo>
                    <a:pt x="23792" y="19683"/>
                    <a:pt x="23799" y="19730"/>
                    <a:pt x="23813" y="19785"/>
                  </a:cubicBezTo>
                  <a:cubicBezTo>
                    <a:pt x="23821" y="19815"/>
                    <a:pt x="23827" y="19852"/>
                    <a:pt x="23833" y="19888"/>
                  </a:cubicBezTo>
                  <a:cubicBezTo>
                    <a:pt x="23836" y="19917"/>
                    <a:pt x="23843" y="19948"/>
                    <a:pt x="23846" y="19981"/>
                  </a:cubicBezTo>
                  <a:cubicBezTo>
                    <a:pt x="23863" y="20137"/>
                    <a:pt x="23869" y="20321"/>
                    <a:pt x="23840" y="20462"/>
                  </a:cubicBezTo>
                  <a:cubicBezTo>
                    <a:pt x="23836" y="20489"/>
                    <a:pt x="23829" y="20507"/>
                    <a:pt x="23824" y="20532"/>
                  </a:cubicBezTo>
                  <a:cubicBezTo>
                    <a:pt x="23820" y="20544"/>
                    <a:pt x="23814" y="20558"/>
                    <a:pt x="23810" y="20570"/>
                  </a:cubicBezTo>
                  <a:cubicBezTo>
                    <a:pt x="23798" y="20595"/>
                    <a:pt x="23789" y="20617"/>
                    <a:pt x="23781" y="20638"/>
                  </a:cubicBezTo>
                  <a:cubicBezTo>
                    <a:pt x="23767" y="20665"/>
                    <a:pt x="23754" y="20686"/>
                    <a:pt x="23740" y="20707"/>
                  </a:cubicBezTo>
                  <a:lnTo>
                    <a:pt x="23740" y="20708"/>
                  </a:lnTo>
                  <a:cubicBezTo>
                    <a:pt x="23737" y="20711"/>
                    <a:pt x="23734" y="20717"/>
                    <a:pt x="23730" y="20721"/>
                  </a:cubicBezTo>
                  <a:cubicBezTo>
                    <a:pt x="23718" y="20737"/>
                    <a:pt x="23705" y="20752"/>
                    <a:pt x="23693" y="20765"/>
                  </a:cubicBezTo>
                  <a:cubicBezTo>
                    <a:pt x="23686" y="20774"/>
                    <a:pt x="23679" y="20781"/>
                    <a:pt x="23672" y="20790"/>
                  </a:cubicBezTo>
                  <a:cubicBezTo>
                    <a:pt x="23666" y="20798"/>
                    <a:pt x="23657" y="20806"/>
                    <a:pt x="23650" y="20811"/>
                  </a:cubicBezTo>
                  <a:cubicBezTo>
                    <a:pt x="23644" y="20820"/>
                    <a:pt x="23635" y="20827"/>
                    <a:pt x="23628" y="20835"/>
                  </a:cubicBezTo>
                  <a:lnTo>
                    <a:pt x="23606" y="20856"/>
                  </a:lnTo>
                  <a:cubicBezTo>
                    <a:pt x="23570" y="20896"/>
                    <a:pt x="23529" y="20935"/>
                    <a:pt x="23493" y="20990"/>
                  </a:cubicBezTo>
                  <a:lnTo>
                    <a:pt x="23480" y="20990"/>
                  </a:lnTo>
                  <a:cubicBezTo>
                    <a:pt x="23514" y="20906"/>
                    <a:pt x="23545" y="20819"/>
                    <a:pt x="23577" y="20733"/>
                  </a:cubicBezTo>
                  <a:lnTo>
                    <a:pt x="23577" y="20711"/>
                  </a:lnTo>
                  <a:cubicBezTo>
                    <a:pt x="23557" y="20714"/>
                    <a:pt x="23506" y="20718"/>
                    <a:pt x="23455" y="20724"/>
                  </a:cubicBezTo>
                  <a:cubicBezTo>
                    <a:pt x="23442" y="20726"/>
                    <a:pt x="23429" y="20728"/>
                    <a:pt x="23419" y="20728"/>
                  </a:cubicBezTo>
                  <a:cubicBezTo>
                    <a:pt x="23405" y="20730"/>
                    <a:pt x="23395" y="20731"/>
                    <a:pt x="23384" y="20731"/>
                  </a:cubicBezTo>
                  <a:cubicBezTo>
                    <a:pt x="23381" y="20731"/>
                    <a:pt x="23375" y="20733"/>
                    <a:pt x="23371" y="20736"/>
                  </a:cubicBezTo>
                  <a:cubicBezTo>
                    <a:pt x="23359" y="20739"/>
                    <a:pt x="23347" y="20743"/>
                    <a:pt x="23341" y="20746"/>
                  </a:cubicBezTo>
                  <a:lnTo>
                    <a:pt x="23224" y="20746"/>
                  </a:lnTo>
                  <a:cubicBezTo>
                    <a:pt x="23254" y="20823"/>
                    <a:pt x="23276" y="20904"/>
                    <a:pt x="23320" y="20968"/>
                  </a:cubicBezTo>
                  <a:lnTo>
                    <a:pt x="23385" y="21034"/>
                  </a:lnTo>
                  <a:cubicBezTo>
                    <a:pt x="23416" y="21038"/>
                    <a:pt x="23447" y="21040"/>
                    <a:pt x="23477" y="21040"/>
                  </a:cubicBezTo>
                  <a:cubicBezTo>
                    <a:pt x="23501" y="21040"/>
                    <a:pt x="23524" y="21039"/>
                    <a:pt x="23548" y="21037"/>
                  </a:cubicBezTo>
                  <a:lnTo>
                    <a:pt x="23562" y="21037"/>
                  </a:lnTo>
                  <a:cubicBezTo>
                    <a:pt x="23578" y="21035"/>
                    <a:pt x="23596" y="21034"/>
                    <a:pt x="23613" y="21031"/>
                  </a:cubicBezTo>
                  <a:cubicBezTo>
                    <a:pt x="23657" y="21028"/>
                    <a:pt x="23696" y="21021"/>
                    <a:pt x="23740" y="21012"/>
                  </a:cubicBezTo>
                  <a:cubicBezTo>
                    <a:pt x="23770" y="21006"/>
                    <a:pt x="23802" y="20999"/>
                    <a:pt x="23833" y="20992"/>
                  </a:cubicBezTo>
                  <a:cubicBezTo>
                    <a:pt x="23885" y="20980"/>
                    <a:pt x="23935" y="20970"/>
                    <a:pt x="23987" y="20957"/>
                  </a:cubicBezTo>
                  <a:lnTo>
                    <a:pt x="23987" y="20955"/>
                  </a:lnTo>
                  <a:lnTo>
                    <a:pt x="24036" y="20944"/>
                  </a:lnTo>
                  <a:cubicBezTo>
                    <a:pt x="24096" y="20942"/>
                    <a:pt x="24159" y="20941"/>
                    <a:pt x="24218" y="20941"/>
                  </a:cubicBezTo>
                  <a:cubicBezTo>
                    <a:pt x="24337" y="20936"/>
                    <a:pt x="24458" y="20935"/>
                    <a:pt x="24582" y="20933"/>
                  </a:cubicBezTo>
                  <a:lnTo>
                    <a:pt x="24583" y="20933"/>
                  </a:lnTo>
                  <a:cubicBezTo>
                    <a:pt x="24711" y="20906"/>
                    <a:pt x="24842" y="20903"/>
                    <a:pt x="24952" y="20867"/>
                  </a:cubicBezTo>
                  <a:cubicBezTo>
                    <a:pt x="24968" y="20859"/>
                    <a:pt x="24983" y="20854"/>
                    <a:pt x="24997" y="20846"/>
                  </a:cubicBezTo>
                  <a:cubicBezTo>
                    <a:pt x="25011" y="20840"/>
                    <a:pt x="25019" y="20835"/>
                    <a:pt x="25028" y="20830"/>
                  </a:cubicBezTo>
                  <a:cubicBezTo>
                    <a:pt x="25040" y="20826"/>
                    <a:pt x="25048" y="20819"/>
                    <a:pt x="25057" y="20811"/>
                  </a:cubicBezTo>
                  <a:cubicBezTo>
                    <a:pt x="25061" y="20808"/>
                    <a:pt x="25069" y="20806"/>
                    <a:pt x="25072" y="20801"/>
                  </a:cubicBezTo>
                  <a:cubicBezTo>
                    <a:pt x="25085" y="20791"/>
                    <a:pt x="25098" y="20781"/>
                    <a:pt x="25108" y="20772"/>
                  </a:cubicBezTo>
                  <a:cubicBezTo>
                    <a:pt x="25265" y="20622"/>
                    <a:pt x="25272" y="20366"/>
                    <a:pt x="25265" y="20034"/>
                  </a:cubicBezTo>
                  <a:cubicBezTo>
                    <a:pt x="25264" y="19923"/>
                    <a:pt x="25256" y="19772"/>
                    <a:pt x="25234" y="19671"/>
                  </a:cubicBezTo>
                  <a:cubicBezTo>
                    <a:pt x="25195" y="19490"/>
                    <a:pt x="25224" y="19211"/>
                    <a:pt x="25137" y="19083"/>
                  </a:cubicBezTo>
                  <a:lnTo>
                    <a:pt x="25137" y="19051"/>
                  </a:lnTo>
                  <a:lnTo>
                    <a:pt x="25150" y="19051"/>
                  </a:lnTo>
                  <a:cubicBezTo>
                    <a:pt x="25173" y="19122"/>
                    <a:pt x="25195" y="19192"/>
                    <a:pt x="25220" y="19263"/>
                  </a:cubicBezTo>
                  <a:cubicBezTo>
                    <a:pt x="25243" y="19336"/>
                    <a:pt x="25265" y="19407"/>
                    <a:pt x="25288" y="19475"/>
                  </a:cubicBezTo>
                  <a:cubicBezTo>
                    <a:pt x="25301" y="19514"/>
                    <a:pt x="25310" y="19552"/>
                    <a:pt x="25317" y="19592"/>
                  </a:cubicBezTo>
                  <a:cubicBezTo>
                    <a:pt x="25330" y="19648"/>
                    <a:pt x="25338" y="19703"/>
                    <a:pt x="25348" y="19762"/>
                  </a:cubicBezTo>
                  <a:cubicBezTo>
                    <a:pt x="25354" y="19799"/>
                    <a:pt x="25361" y="19837"/>
                    <a:pt x="25368" y="19878"/>
                  </a:cubicBezTo>
                  <a:cubicBezTo>
                    <a:pt x="25374" y="19897"/>
                    <a:pt x="25380" y="19916"/>
                    <a:pt x="25383" y="19938"/>
                  </a:cubicBezTo>
                  <a:cubicBezTo>
                    <a:pt x="25387" y="19952"/>
                    <a:pt x="25390" y="19965"/>
                    <a:pt x="25394" y="19981"/>
                  </a:cubicBezTo>
                  <a:cubicBezTo>
                    <a:pt x="25403" y="20010"/>
                    <a:pt x="25410" y="20041"/>
                    <a:pt x="25416" y="20076"/>
                  </a:cubicBezTo>
                  <a:cubicBezTo>
                    <a:pt x="25421" y="20090"/>
                    <a:pt x="25425" y="20108"/>
                    <a:pt x="25428" y="20125"/>
                  </a:cubicBezTo>
                  <a:cubicBezTo>
                    <a:pt x="25434" y="20157"/>
                    <a:pt x="25439" y="20192"/>
                    <a:pt x="25441" y="20227"/>
                  </a:cubicBezTo>
                  <a:cubicBezTo>
                    <a:pt x="25447" y="20260"/>
                    <a:pt x="25448" y="20295"/>
                    <a:pt x="25448" y="20332"/>
                  </a:cubicBezTo>
                  <a:cubicBezTo>
                    <a:pt x="25501" y="20326"/>
                    <a:pt x="25556" y="20314"/>
                    <a:pt x="25605" y="20297"/>
                  </a:cubicBezTo>
                  <a:cubicBezTo>
                    <a:pt x="25688" y="20271"/>
                    <a:pt x="25769" y="20234"/>
                    <a:pt x="25841" y="20205"/>
                  </a:cubicBezTo>
                  <a:cubicBezTo>
                    <a:pt x="26008" y="20135"/>
                    <a:pt x="26159" y="20090"/>
                    <a:pt x="26300" y="20002"/>
                  </a:cubicBezTo>
                  <a:cubicBezTo>
                    <a:pt x="26688" y="19756"/>
                    <a:pt x="26976" y="19403"/>
                    <a:pt x="27391" y="19177"/>
                  </a:cubicBezTo>
                  <a:cubicBezTo>
                    <a:pt x="27577" y="19078"/>
                    <a:pt x="27789" y="19006"/>
                    <a:pt x="28009" y="18943"/>
                  </a:cubicBezTo>
                  <a:cubicBezTo>
                    <a:pt x="28026" y="18940"/>
                    <a:pt x="28040" y="18936"/>
                    <a:pt x="28052" y="18933"/>
                  </a:cubicBezTo>
                  <a:cubicBezTo>
                    <a:pt x="28081" y="18926"/>
                    <a:pt x="28110" y="18921"/>
                    <a:pt x="28142" y="18920"/>
                  </a:cubicBezTo>
                  <a:cubicBezTo>
                    <a:pt x="28168" y="18915"/>
                    <a:pt x="28198" y="18915"/>
                    <a:pt x="28227" y="18913"/>
                  </a:cubicBezTo>
                  <a:cubicBezTo>
                    <a:pt x="28270" y="18908"/>
                    <a:pt x="28314" y="18899"/>
                    <a:pt x="28360" y="18891"/>
                  </a:cubicBezTo>
                  <a:cubicBezTo>
                    <a:pt x="28571" y="18838"/>
                    <a:pt x="28786" y="18798"/>
                    <a:pt x="28968" y="18718"/>
                  </a:cubicBezTo>
                  <a:cubicBezTo>
                    <a:pt x="29423" y="18520"/>
                    <a:pt x="29933" y="18018"/>
                    <a:pt x="30218" y="17639"/>
                  </a:cubicBezTo>
                  <a:cubicBezTo>
                    <a:pt x="30277" y="17585"/>
                    <a:pt x="30333" y="17531"/>
                    <a:pt x="30390" y="17479"/>
                  </a:cubicBezTo>
                  <a:cubicBezTo>
                    <a:pt x="30415" y="17447"/>
                    <a:pt x="30439" y="17417"/>
                    <a:pt x="30466" y="17386"/>
                  </a:cubicBezTo>
                  <a:cubicBezTo>
                    <a:pt x="30505" y="17341"/>
                    <a:pt x="30543" y="17294"/>
                    <a:pt x="30582" y="17251"/>
                  </a:cubicBezTo>
                  <a:cubicBezTo>
                    <a:pt x="30623" y="17207"/>
                    <a:pt x="30660" y="17162"/>
                    <a:pt x="30698" y="17117"/>
                  </a:cubicBezTo>
                  <a:cubicBezTo>
                    <a:pt x="30761" y="17043"/>
                    <a:pt x="30819" y="16966"/>
                    <a:pt x="30871" y="16880"/>
                  </a:cubicBezTo>
                  <a:cubicBezTo>
                    <a:pt x="30890" y="16854"/>
                    <a:pt x="30905" y="16822"/>
                    <a:pt x="30919" y="16791"/>
                  </a:cubicBezTo>
                  <a:cubicBezTo>
                    <a:pt x="30931" y="16761"/>
                    <a:pt x="30945" y="16730"/>
                    <a:pt x="30957" y="16697"/>
                  </a:cubicBezTo>
                  <a:cubicBezTo>
                    <a:pt x="30960" y="16684"/>
                    <a:pt x="30967" y="16672"/>
                    <a:pt x="30970" y="16659"/>
                  </a:cubicBezTo>
                  <a:cubicBezTo>
                    <a:pt x="31001" y="16566"/>
                    <a:pt x="31022" y="16466"/>
                    <a:pt x="31037" y="16360"/>
                  </a:cubicBezTo>
                  <a:cubicBezTo>
                    <a:pt x="31046" y="16298"/>
                    <a:pt x="31052" y="16239"/>
                    <a:pt x="31057" y="16178"/>
                  </a:cubicBezTo>
                  <a:cubicBezTo>
                    <a:pt x="31089" y="16034"/>
                    <a:pt x="31089" y="15887"/>
                    <a:pt x="31079" y="15737"/>
                  </a:cubicBezTo>
                  <a:cubicBezTo>
                    <a:pt x="31076" y="15710"/>
                    <a:pt x="31075" y="15681"/>
                    <a:pt x="31073" y="15654"/>
                  </a:cubicBezTo>
                  <a:cubicBezTo>
                    <a:pt x="31062" y="15542"/>
                    <a:pt x="31050" y="15433"/>
                    <a:pt x="31031" y="15330"/>
                  </a:cubicBezTo>
                  <a:cubicBezTo>
                    <a:pt x="30996" y="15121"/>
                    <a:pt x="30947" y="14925"/>
                    <a:pt x="30897" y="14768"/>
                  </a:cubicBezTo>
                  <a:cubicBezTo>
                    <a:pt x="30804" y="14488"/>
                    <a:pt x="30666" y="14231"/>
                    <a:pt x="30556" y="13975"/>
                  </a:cubicBezTo>
                  <a:cubicBezTo>
                    <a:pt x="30508" y="13863"/>
                    <a:pt x="30499" y="13750"/>
                    <a:pt x="30448" y="13633"/>
                  </a:cubicBezTo>
                  <a:cubicBezTo>
                    <a:pt x="30397" y="13520"/>
                    <a:pt x="30320" y="13402"/>
                    <a:pt x="30277" y="13270"/>
                  </a:cubicBezTo>
                  <a:cubicBezTo>
                    <a:pt x="30202" y="13043"/>
                    <a:pt x="30192" y="12815"/>
                    <a:pt x="30128" y="12575"/>
                  </a:cubicBezTo>
                  <a:cubicBezTo>
                    <a:pt x="29989" y="12057"/>
                    <a:pt x="29931" y="11514"/>
                    <a:pt x="29763" y="11012"/>
                  </a:cubicBezTo>
                  <a:cubicBezTo>
                    <a:pt x="29737" y="10934"/>
                    <a:pt x="29710" y="10857"/>
                    <a:pt x="29685" y="10779"/>
                  </a:cubicBezTo>
                  <a:cubicBezTo>
                    <a:pt x="29633" y="10625"/>
                    <a:pt x="29576" y="10474"/>
                    <a:pt x="29516" y="10326"/>
                  </a:cubicBezTo>
                  <a:cubicBezTo>
                    <a:pt x="29484" y="10253"/>
                    <a:pt x="29454" y="10178"/>
                    <a:pt x="29423" y="10105"/>
                  </a:cubicBezTo>
                  <a:cubicBezTo>
                    <a:pt x="29381" y="10010"/>
                    <a:pt x="29332" y="9920"/>
                    <a:pt x="29281" y="9827"/>
                  </a:cubicBezTo>
                  <a:cubicBezTo>
                    <a:pt x="29249" y="9768"/>
                    <a:pt x="29214" y="9705"/>
                    <a:pt x="29179" y="9645"/>
                  </a:cubicBezTo>
                  <a:cubicBezTo>
                    <a:pt x="29147" y="9583"/>
                    <a:pt x="29113" y="9523"/>
                    <a:pt x="29083" y="9464"/>
                  </a:cubicBezTo>
                  <a:cubicBezTo>
                    <a:pt x="29067" y="9430"/>
                    <a:pt x="29052" y="9401"/>
                    <a:pt x="29039" y="9371"/>
                  </a:cubicBezTo>
                  <a:cubicBezTo>
                    <a:pt x="29003" y="9295"/>
                    <a:pt x="28980" y="9215"/>
                    <a:pt x="28954" y="9138"/>
                  </a:cubicBezTo>
                  <a:cubicBezTo>
                    <a:pt x="28929" y="9060"/>
                    <a:pt x="28903" y="8978"/>
                    <a:pt x="28871" y="8900"/>
                  </a:cubicBezTo>
                  <a:cubicBezTo>
                    <a:pt x="28843" y="8840"/>
                    <a:pt x="28791" y="8780"/>
                    <a:pt x="28763" y="8718"/>
                  </a:cubicBezTo>
                  <a:cubicBezTo>
                    <a:pt x="28706" y="8590"/>
                    <a:pt x="28647" y="8462"/>
                    <a:pt x="28589" y="8337"/>
                  </a:cubicBezTo>
                  <a:cubicBezTo>
                    <a:pt x="28501" y="8149"/>
                    <a:pt x="28413" y="7963"/>
                    <a:pt x="28330" y="7770"/>
                  </a:cubicBezTo>
                  <a:cubicBezTo>
                    <a:pt x="28247" y="7579"/>
                    <a:pt x="28168" y="7385"/>
                    <a:pt x="28102" y="7180"/>
                  </a:cubicBezTo>
                  <a:cubicBezTo>
                    <a:pt x="28045" y="6954"/>
                    <a:pt x="27987" y="6730"/>
                    <a:pt x="27929" y="6505"/>
                  </a:cubicBezTo>
                  <a:cubicBezTo>
                    <a:pt x="27908" y="6386"/>
                    <a:pt x="27885" y="6264"/>
                    <a:pt x="27867" y="6142"/>
                  </a:cubicBezTo>
                  <a:cubicBezTo>
                    <a:pt x="27802" y="6076"/>
                    <a:pt x="27738" y="6015"/>
                    <a:pt x="27673" y="5950"/>
                  </a:cubicBezTo>
                  <a:cubicBezTo>
                    <a:pt x="27526" y="5840"/>
                    <a:pt x="27239" y="5741"/>
                    <a:pt x="26944" y="5741"/>
                  </a:cubicBezTo>
                  <a:cubicBezTo>
                    <a:pt x="26859" y="5741"/>
                    <a:pt x="26773" y="5749"/>
                    <a:pt x="26690" y="5768"/>
                  </a:cubicBezTo>
                  <a:cubicBezTo>
                    <a:pt x="26646" y="5778"/>
                    <a:pt x="26600" y="5780"/>
                    <a:pt x="26556" y="5784"/>
                  </a:cubicBezTo>
                  <a:cubicBezTo>
                    <a:pt x="26537" y="5785"/>
                    <a:pt x="26515" y="5787"/>
                    <a:pt x="26495" y="5790"/>
                  </a:cubicBezTo>
                  <a:cubicBezTo>
                    <a:pt x="26475" y="5791"/>
                    <a:pt x="26454" y="5794"/>
                    <a:pt x="26435" y="5801"/>
                  </a:cubicBezTo>
                  <a:cubicBezTo>
                    <a:pt x="26411" y="5807"/>
                    <a:pt x="26389" y="5819"/>
                    <a:pt x="26367" y="5833"/>
                  </a:cubicBezTo>
                  <a:lnTo>
                    <a:pt x="26337" y="5833"/>
                  </a:lnTo>
                  <a:lnTo>
                    <a:pt x="26337" y="5820"/>
                  </a:lnTo>
                  <a:cubicBezTo>
                    <a:pt x="26366" y="5812"/>
                    <a:pt x="26392" y="5794"/>
                    <a:pt x="26418" y="5780"/>
                  </a:cubicBezTo>
                  <a:cubicBezTo>
                    <a:pt x="26446" y="5764"/>
                    <a:pt x="26472" y="5749"/>
                    <a:pt x="26496" y="5736"/>
                  </a:cubicBezTo>
                  <a:cubicBezTo>
                    <a:pt x="26632" y="5691"/>
                    <a:pt x="26767" y="5644"/>
                    <a:pt x="26902" y="5598"/>
                  </a:cubicBezTo>
                  <a:cubicBezTo>
                    <a:pt x="26962" y="5579"/>
                    <a:pt x="27027" y="5572"/>
                    <a:pt x="27091" y="5572"/>
                  </a:cubicBezTo>
                  <a:cubicBezTo>
                    <a:pt x="27143" y="5572"/>
                    <a:pt x="27194" y="5575"/>
                    <a:pt x="27247" y="5586"/>
                  </a:cubicBezTo>
                  <a:cubicBezTo>
                    <a:pt x="27267" y="5589"/>
                    <a:pt x="27283" y="5593"/>
                    <a:pt x="27302" y="5598"/>
                  </a:cubicBezTo>
                  <a:cubicBezTo>
                    <a:pt x="27354" y="5611"/>
                    <a:pt x="27404" y="5625"/>
                    <a:pt x="27450" y="5644"/>
                  </a:cubicBezTo>
                  <a:cubicBezTo>
                    <a:pt x="27485" y="5656"/>
                    <a:pt x="27516" y="5669"/>
                    <a:pt x="27545" y="5685"/>
                  </a:cubicBezTo>
                  <a:cubicBezTo>
                    <a:pt x="27635" y="5729"/>
                    <a:pt x="27710" y="5778"/>
                    <a:pt x="27763" y="5829"/>
                  </a:cubicBezTo>
                  <a:lnTo>
                    <a:pt x="27789" y="5855"/>
                  </a:lnTo>
                  <a:lnTo>
                    <a:pt x="27799" y="5855"/>
                  </a:lnTo>
                  <a:cubicBezTo>
                    <a:pt x="27770" y="5782"/>
                    <a:pt x="27740" y="5713"/>
                    <a:pt x="27700" y="5649"/>
                  </a:cubicBezTo>
                  <a:cubicBezTo>
                    <a:pt x="27657" y="5566"/>
                    <a:pt x="27603" y="5492"/>
                    <a:pt x="27549" y="5420"/>
                  </a:cubicBezTo>
                  <a:cubicBezTo>
                    <a:pt x="27494" y="5348"/>
                    <a:pt x="27433" y="5281"/>
                    <a:pt x="27370" y="5217"/>
                  </a:cubicBezTo>
                  <a:cubicBezTo>
                    <a:pt x="27143" y="4987"/>
                    <a:pt x="26876" y="4797"/>
                    <a:pt x="26611" y="4605"/>
                  </a:cubicBezTo>
                  <a:cubicBezTo>
                    <a:pt x="26467" y="4497"/>
                    <a:pt x="26331" y="4366"/>
                    <a:pt x="26185" y="4263"/>
                  </a:cubicBezTo>
                  <a:cubicBezTo>
                    <a:pt x="25790" y="3984"/>
                    <a:pt x="25405" y="3706"/>
                    <a:pt x="25011" y="3429"/>
                  </a:cubicBezTo>
                  <a:cubicBezTo>
                    <a:pt x="24758" y="3250"/>
                    <a:pt x="24510" y="3046"/>
                    <a:pt x="24250" y="2875"/>
                  </a:cubicBezTo>
                  <a:cubicBezTo>
                    <a:pt x="24170" y="2821"/>
                    <a:pt x="24089" y="2767"/>
                    <a:pt x="24007" y="2716"/>
                  </a:cubicBezTo>
                  <a:cubicBezTo>
                    <a:pt x="23924" y="2661"/>
                    <a:pt x="23842" y="2609"/>
                    <a:pt x="23760" y="2556"/>
                  </a:cubicBezTo>
                  <a:cubicBezTo>
                    <a:pt x="23690" y="2513"/>
                    <a:pt x="23624" y="2469"/>
                    <a:pt x="23554" y="2425"/>
                  </a:cubicBezTo>
                  <a:cubicBezTo>
                    <a:pt x="23529" y="2409"/>
                    <a:pt x="23501" y="2396"/>
                    <a:pt x="23472" y="2382"/>
                  </a:cubicBezTo>
                  <a:cubicBezTo>
                    <a:pt x="23449" y="2369"/>
                    <a:pt x="23426" y="2359"/>
                    <a:pt x="23400" y="2345"/>
                  </a:cubicBezTo>
                  <a:cubicBezTo>
                    <a:pt x="23389" y="2341"/>
                    <a:pt x="23379" y="2334"/>
                    <a:pt x="23371" y="2331"/>
                  </a:cubicBezTo>
                  <a:cubicBezTo>
                    <a:pt x="23350" y="2322"/>
                    <a:pt x="23334" y="2311"/>
                    <a:pt x="23318" y="2302"/>
                  </a:cubicBezTo>
                  <a:cubicBezTo>
                    <a:pt x="23288" y="2281"/>
                    <a:pt x="23259" y="2260"/>
                    <a:pt x="23237" y="2232"/>
                  </a:cubicBezTo>
                  <a:lnTo>
                    <a:pt x="23215" y="2232"/>
                  </a:lnTo>
                  <a:cubicBezTo>
                    <a:pt x="23270" y="2518"/>
                    <a:pt x="23246" y="2848"/>
                    <a:pt x="23311" y="3141"/>
                  </a:cubicBezTo>
                  <a:cubicBezTo>
                    <a:pt x="23331" y="3231"/>
                    <a:pt x="23318" y="3325"/>
                    <a:pt x="23324" y="3410"/>
                  </a:cubicBezTo>
                  <a:cubicBezTo>
                    <a:pt x="23325" y="3431"/>
                    <a:pt x="23327" y="3453"/>
                    <a:pt x="23333" y="3472"/>
                  </a:cubicBezTo>
                  <a:cubicBezTo>
                    <a:pt x="23334" y="3548"/>
                    <a:pt x="23336" y="3626"/>
                    <a:pt x="23336" y="3703"/>
                  </a:cubicBezTo>
                  <a:cubicBezTo>
                    <a:pt x="23339" y="3780"/>
                    <a:pt x="23340" y="3860"/>
                    <a:pt x="23340" y="3940"/>
                  </a:cubicBezTo>
                  <a:cubicBezTo>
                    <a:pt x="23375" y="4096"/>
                    <a:pt x="23372" y="4483"/>
                    <a:pt x="23340" y="4637"/>
                  </a:cubicBezTo>
                  <a:cubicBezTo>
                    <a:pt x="23325" y="4709"/>
                    <a:pt x="23328" y="4787"/>
                    <a:pt x="23328" y="4855"/>
                  </a:cubicBezTo>
                  <a:cubicBezTo>
                    <a:pt x="23328" y="4898"/>
                    <a:pt x="23325" y="4941"/>
                    <a:pt x="23318" y="4978"/>
                  </a:cubicBezTo>
                  <a:cubicBezTo>
                    <a:pt x="23314" y="5044"/>
                    <a:pt x="23311" y="5106"/>
                    <a:pt x="23307" y="5172"/>
                  </a:cubicBezTo>
                  <a:cubicBezTo>
                    <a:pt x="23247" y="5423"/>
                    <a:pt x="23227" y="5698"/>
                    <a:pt x="23078" y="5858"/>
                  </a:cubicBezTo>
                  <a:cubicBezTo>
                    <a:pt x="23058" y="5881"/>
                    <a:pt x="23035" y="5902"/>
                    <a:pt x="23007" y="5918"/>
                  </a:cubicBezTo>
                  <a:cubicBezTo>
                    <a:pt x="22990" y="5931"/>
                    <a:pt x="22968" y="5939"/>
                    <a:pt x="22942" y="5947"/>
                  </a:cubicBezTo>
                  <a:cubicBezTo>
                    <a:pt x="22927" y="5953"/>
                    <a:pt x="22913" y="5958"/>
                    <a:pt x="22897" y="5961"/>
                  </a:cubicBezTo>
                  <a:cubicBezTo>
                    <a:pt x="22882" y="5966"/>
                    <a:pt x="22868" y="5969"/>
                    <a:pt x="22852" y="5974"/>
                  </a:cubicBezTo>
                  <a:cubicBezTo>
                    <a:pt x="22790" y="5987"/>
                    <a:pt x="22725" y="5995"/>
                    <a:pt x="22660" y="5996"/>
                  </a:cubicBezTo>
                  <a:lnTo>
                    <a:pt x="22658" y="5996"/>
                  </a:lnTo>
                  <a:cubicBezTo>
                    <a:pt x="22631" y="5996"/>
                    <a:pt x="22600" y="5995"/>
                    <a:pt x="22575" y="5993"/>
                  </a:cubicBezTo>
                  <a:cubicBezTo>
                    <a:pt x="22548" y="5989"/>
                    <a:pt x="22520" y="5987"/>
                    <a:pt x="22497" y="5980"/>
                  </a:cubicBezTo>
                  <a:cubicBezTo>
                    <a:pt x="22162" y="5907"/>
                    <a:pt x="21770" y="5852"/>
                    <a:pt x="21385" y="5852"/>
                  </a:cubicBezTo>
                  <a:cubicBezTo>
                    <a:pt x="21387" y="5916"/>
                    <a:pt x="21392" y="5982"/>
                    <a:pt x="21399" y="6044"/>
                  </a:cubicBezTo>
                  <a:cubicBezTo>
                    <a:pt x="21409" y="6171"/>
                    <a:pt x="21427" y="6296"/>
                    <a:pt x="21444" y="6418"/>
                  </a:cubicBezTo>
                  <a:cubicBezTo>
                    <a:pt x="21464" y="6540"/>
                    <a:pt x="21488" y="6656"/>
                    <a:pt x="21514" y="6774"/>
                  </a:cubicBezTo>
                  <a:cubicBezTo>
                    <a:pt x="21533" y="6860"/>
                    <a:pt x="21555" y="6947"/>
                    <a:pt x="21579" y="7028"/>
                  </a:cubicBezTo>
                  <a:cubicBezTo>
                    <a:pt x="21597" y="7088"/>
                    <a:pt x="21613" y="7149"/>
                    <a:pt x="21632" y="7207"/>
                  </a:cubicBezTo>
                  <a:cubicBezTo>
                    <a:pt x="21637" y="7231"/>
                    <a:pt x="21645" y="7252"/>
                    <a:pt x="21652" y="7276"/>
                  </a:cubicBezTo>
                  <a:cubicBezTo>
                    <a:pt x="21675" y="7347"/>
                    <a:pt x="21691" y="7420"/>
                    <a:pt x="21706" y="7491"/>
                  </a:cubicBezTo>
                  <a:cubicBezTo>
                    <a:pt x="21717" y="7539"/>
                    <a:pt x="21726" y="7587"/>
                    <a:pt x="21735" y="7633"/>
                  </a:cubicBezTo>
                  <a:cubicBezTo>
                    <a:pt x="21749" y="7704"/>
                    <a:pt x="21765" y="7777"/>
                    <a:pt x="21787" y="7851"/>
                  </a:cubicBezTo>
                  <a:cubicBezTo>
                    <a:pt x="21874" y="8141"/>
                    <a:pt x="21950" y="8562"/>
                    <a:pt x="21902" y="8930"/>
                  </a:cubicBezTo>
                  <a:cubicBezTo>
                    <a:pt x="21896" y="8968"/>
                    <a:pt x="21889" y="9007"/>
                    <a:pt x="21882" y="9046"/>
                  </a:cubicBezTo>
                  <a:cubicBezTo>
                    <a:pt x="21879" y="9065"/>
                    <a:pt x="21874" y="9083"/>
                    <a:pt x="21870" y="9100"/>
                  </a:cubicBezTo>
                  <a:cubicBezTo>
                    <a:pt x="21867" y="9109"/>
                    <a:pt x="21866" y="9116"/>
                    <a:pt x="21863" y="9126"/>
                  </a:cubicBezTo>
                  <a:lnTo>
                    <a:pt x="21863" y="9129"/>
                  </a:lnTo>
                  <a:cubicBezTo>
                    <a:pt x="21860" y="9138"/>
                    <a:pt x="21858" y="9148"/>
                    <a:pt x="21856" y="9157"/>
                  </a:cubicBezTo>
                  <a:cubicBezTo>
                    <a:pt x="21802" y="9324"/>
                    <a:pt x="21715" y="9480"/>
                    <a:pt x="21611" y="9625"/>
                  </a:cubicBezTo>
                  <a:cubicBezTo>
                    <a:pt x="21574" y="9683"/>
                    <a:pt x="21528" y="9740"/>
                    <a:pt x="21479" y="9792"/>
                  </a:cubicBezTo>
                  <a:cubicBezTo>
                    <a:pt x="21363" y="9930"/>
                    <a:pt x="21233" y="10054"/>
                    <a:pt x="21101" y="10167"/>
                  </a:cubicBezTo>
                  <a:lnTo>
                    <a:pt x="21100" y="10167"/>
                  </a:lnTo>
                  <a:cubicBezTo>
                    <a:pt x="21021" y="10236"/>
                    <a:pt x="20941" y="10300"/>
                    <a:pt x="20863" y="10359"/>
                  </a:cubicBezTo>
                  <a:cubicBezTo>
                    <a:pt x="20838" y="10380"/>
                    <a:pt x="20810" y="10400"/>
                    <a:pt x="20787" y="10420"/>
                  </a:cubicBezTo>
                  <a:cubicBezTo>
                    <a:pt x="20658" y="10516"/>
                    <a:pt x="20533" y="10617"/>
                    <a:pt x="20406" y="10718"/>
                  </a:cubicBezTo>
                  <a:cubicBezTo>
                    <a:pt x="20157" y="10923"/>
                    <a:pt x="19915" y="11134"/>
                    <a:pt x="19667" y="11339"/>
                  </a:cubicBezTo>
                  <a:cubicBezTo>
                    <a:pt x="19541" y="11441"/>
                    <a:pt x="19417" y="11543"/>
                    <a:pt x="19289" y="11639"/>
                  </a:cubicBezTo>
                  <a:cubicBezTo>
                    <a:pt x="19221" y="11690"/>
                    <a:pt x="19163" y="11746"/>
                    <a:pt x="19100" y="11804"/>
                  </a:cubicBezTo>
                  <a:cubicBezTo>
                    <a:pt x="19039" y="11864"/>
                    <a:pt x="18980" y="11921"/>
                    <a:pt x="18913" y="11972"/>
                  </a:cubicBezTo>
                  <a:cubicBezTo>
                    <a:pt x="18875" y="12015"/>
                    <a:pt x="18834" y="12056"/>
                    <a:pt x="18797" y="12100"/>
                  </a:cubicBezTo>
                  <a:lnTo>
                    <a:pt x="18792" y="12100"/>
                  </a:lnTo>
                  <a:cubicBezTo>
                    <a:pt x="18776" y="12111"/>
                    <a:pt x="18759" y="12129"/>
                    <a:pt x="18746" y="12143"/>
                  </a:cubicBezTo>
                  <a:cubicBezTo>
                    <a:pt x="18727" y="12158"/>
                    <a:pt x="18712" y="12174"/>
                    <a:pt x="18698" y="12188"/>
                  </a:cubicBezTo>
                  <a:cubicBezTo>
                    <a:pt x="18682" y="12206"/>
                    <a:pt x="18666" y="12223"/>
                    <a:pt x="18651" y="12235"/>
                  </a:cubicBezTo>
                  <a:cubicBezTo>
                    <a:pt x="18635" y="12252"/>
                    <a:pt x="18621" y="12268"/>
                    <a:pt x="18602" y="12278"/>
                  </a:cubicBezTo>
                  <a:cubicBezTo>
                    <a:pt x="18497" y="12358"/>
                    <a:pt x="18389" y="12456"/>
                    <a:pt x="18294" y="12559"/>
                  </a:cubicBezTo>
                  <a:cubicBezTo>
                    <a:pt x="18250" y="12606"/>
                    <a:pt x="18209" y="12654"/>
                    <a:pt x="18170" y="12703"/>
                  </a:cubicBezTo>
                  <a:cubicBezTo>
                    <a:pt x="18157" y="12719"/>
                    <a:pt x="18144" y="12734"/>
                    <a:pt x="18134" y="12750"/>
                  </a:cubicBezTo>
                  <a:cubicBezTo>
                    <a:pt x="18093" y="12784"/>
                    <a:pt x="18054" y="12819"/>
                    <a:pt x="18014" y="12856"/>
                  </a:cubicBezTo>
                  <a:cubicBezTo>
                    <a:pt x="17916" y="12955"/>
                    <a:pt x="17811" y="13062"/>
                    <a:pt x="17724" y="13175"/>
                  </a:cubicBezTo>
                  <a:cubicBezTo>
                    <a:pt x="17687" y="13212"/>
                    <a:pt x="17648" y="13245"/>
                    <a:pt x="17607" y="13285"/>
                  </a:cubicBezTo>
                  <a:cubicBezTo>
                    <a:pt x="17542" y="13367"/>
                    <a:pt x="17465" y="13444"/>
                    <a:pt x="17389" y="13522"/>
                  </a:cubicBezTo>
                  <a:cubicBezTo>
                    <a:pt x="17346" y="13570"/>
                    <a:pt x="17305" y="13616"/>
                    <a:pt x="17264" y="13667"/>
                  </a:cubicBezTo>
                  <a:cubicBezTo>
                    <a:pt x="17251" y="13686"/>
                    <a:pt x="17237" y="13703"/>
                    <a:pt x="17221" y="13721"/>
                  </a:cubicBezTo>
                  <a:cubicBezTo>
                    <a:pt x="17164" y="13793"/>
                    <a:pt x="17104" y="13868"/>
                    <a:pt x="17046" y="13939"/>
                  </a:cubicBezTo>
                  <a:cubicBezTo>
                    <a:pt x="16822" y="14208"/>
                    <a:pt x="16585" y="14465"/>
                    <a:pt x="16377" y="14746"/>
                  </a:cubicBezTo>
                  <a:cubicBezTo>
                    <a:pt x="16159" y="15041"/>
                    <a:pt x="15938" y="15336"/>
                    <a:pt x="15724" y="15634"/>
                  </a:cubicBezTo>
                  <a:cubicBezTo>
                    <a:pt x="15656" y="15729"/>
                    <a:pt x="15608" y="15846"/>
                    <a:pt x="15531" y="15934"/>
                  </a:cubicBezTo>
                  <a:lnTo>
                    <a:pt x="15531" y="15955"/>
                  </a:lnTo>
                  <a:lnTo>
                    <a:pt x="15521" y="15955"/>
                  </a:lnTo>
                  <a:lnTo>
                    <a:pt x="15521" y="15986"/>
                  </a:lnTo>
                  <a:lnTo>
                    <a:pt x="15511" y="15986"/>
                  </a:lnTo>
                  <a:cubicBezTo>
                    <a:pt x="15512" y="15982"/>
                    <a:pt x="15512" y="15977"/>
                    <a:pt x="15512" y="15974"/>
                  </a:cubicBezTo>
                  <a:cubicBezTo>
                    <a:pt x="15512" y="15970"/>
                    <a:pt x="15512" y="15968"/>
                    <a:pt x="15514" y="15967"/>
                  </a:cubicBezTo>
                  <a:cubicBezTo>
                    <a:pt x="15517" y="15963"/>
                    <a:pt x="15518" y="15961"/>
                    <a:pt x="15521" y="15955"/>
                  </a:cubicBezTo>
                  <a:lnTo>
                    <a:pt x="15521" y="15952"/>
                  </a:lnTo>
                  <a:cubicBezTo>
                    <a:pt x="15543" y="15804"/>
                    <a:pt x="15655" y="15634"/>
                    <a:pt x="15746" y="15494"/>
                  </a:cubicBezTo>
                  <a:cubicBezTo>
                    <a:pt x="15761" y="15470"/>
                    <a:pt x="15778" y="15448"/>
                    <a:pt x="15790" y="15426"/>
                  </a:cubicBezTo>
                  <a:cubicBezTo>
                    <a:pt x="15803" y="15404"/>
                    <a:pt x="15818" y="15383"/>
                    <a:pt x="15829" y="15365"/>
                  </a:cubicBezTo>
                  <a:cubicBezTo>
                    <a:pt x="15867" y="15303"/>
                    <a:pt x="15903" y="15241"/>
                    <a:pt x="15938" y="15178"/>
                  </a:cubicBezTo>
                  <a:cubicBezTo>
                    <a:pt x="15975" y="15116"/>
                    <a:pt x="16007" y="15052"/>
                    <a:pt x="16043" y="14989"/>
                  </a:cubicBezTo>
                  <a:cubicBezTo>
                    <a:pt x="16078" y="14927"/>
                    <a:pt x="16113" y="14863"/>
                    <a:pt x="16146" y="14799"/>
                  </a:cubicBezTo>
                  <a:cubicBezTo>
                    <a:pt x="16181" y="14740"/>
                    <a:pt x="16217" y="14676"/>
                    <a:pt x="16255" y="14616"/>
                  </a:cubicBezTo>
                  <a:cubicBezTo>
                    <a:pt x="16287" y="14567"/>
                    <a:pt x="16319" y="14520"/>
                    <a:pt x="16354" y="14472"/>
                  </a:cubicBezTo>
                  <a:cubicBezTo>
                    <a:pt x="16389" y="14427"/>
                    <a:pt x="16422" y="14379"/>
                    <a:pt x="16462" y="14334"/>
                  </a:cubicBezTo>
                  <a:lnTo>
                    <a:pt x="16462" y="14333"/>
                  </a:lnTo>
                  <a:cubicBezTo>
                    <a:pt x="16514" y="14263"/>
                    <a:pt x="16571" y="14196"/>
                    <a:pt x="16622" y="14128"/>
                  </a:cubicBezTo>
                  <a:cubicBezTo>
                    <a:pt x="16640" y="14106"/>
                    <a:pt x="16658" y="14081"/>
                    <a:pt x="16674" y="14058"/>
                  </a:cubicBezTo>
                  <a:lnTo>
                    <a:pt x="16674" y="14057"/>
                  </a:lnTo>
                  <a:cubicBezTo>
                    <a:pt x="16755" y="13946"/>
                    <a:pt x="16841" y="13838"/>
                    <a:pt x="16927" y="13732"/>
                  </a:cubicBezTo>
                  <a:cubicBezTo>
                    <a:pt x="17014" y="13628"/>
                    <a:pt x="17103" y="13522"/>
                    <a:pt x="17189" y="13417"/>
                  </a:cubicBezTo>
                  <a:cubicBezTo>
                    <a:pt x="17244" y="13346"/>
                    <a:pt x="17301" y="13273"/>
                    <a:pt x="17356" y="13202"/>
                  </a:cubicBezTo>
                  <a:cubicBezTo>
                    <a:pt x="17380" y="13168"/>
                    <a:pt x="17408" y="13136"/>
                    <a:pt x="17436" y="13107"/>
                  </a:cubicBezTo>
                  <a:cubicBezTo>
                    <a:pt x="17494" y="13046"/>
                    <a:pt x="17552" y="12988"/>
                    <a:pt x="17607" y="12925"/>
                  </a:cubicBezTo>
                  <a:cubicBezTo>
                    <a:pt x="17635" y="12893"/>
                    <a:pt x="17663" y="12863"/>
                    <a:pt x="17687" y="12829"/>
                  </a:cubicBezTo>
                  <a:cubicBezTo>
                    <a:pt x="17700" y="12812"/>
                    <a:pt x="17715" y="12795"/>
                    <a:pt x="17731" y="12777"/>
                  </a:cubicBezTo>
                  <a:cubicBezTo>
                    <a:pt x="17748" y="12757"/>
                    <a:pt x="17763" y="12741"/>
                    <a:pt x="17780" y="12725"/>
                  </a:cubicBezTo>
                  <a:cubicBezTo>
                    <a:pt x="17846" y="12655"/>
                    <a:pt x="17924" y="12591"/>
                    <a:pt x="17991" y="12524"/>
                  </a:cubicBezTo>
                  <a:cubicBezTo>
                    <a:pt x="18010" y="12508"/>
                    <a:pt x="18025" y="12492"/>
                    <a:pt x="18041" y="12473"/>
                  </a:cubicBezTo>
                  <a:cubicBezTo>
                    <a:pt x="18057" y="12456"/>
                    <a:pt x="18070" y="12438"/>
                    <a:pt x="18084" y="12421"/>
                  </a:cubicBezTo>
                  <a:cubicBezTo>
                    <a:pt x="18171" y="12305"/>
                    <a:pt x="18280" y="12216"/>
                    <a:pt x="18384" y="12111"/>
                  </a:cubicBezTo>
                  <a:cubicBezTo>
                    <a:pt x="18411" y="12085"/>
                    <a:pt x="18436" y="12059"/>
                    <a:pt x="18462" y="12031"/>
                  </a:cubicBezTo>
                  <a:cubicBezTo>
                    <a:pt x="18538" y="11950"/>
                    <a:pt x="18615" y="11868"/>
                    <a:pt x="18704" y="11803"/>
                  </a:cubicBezTo>
                  <a:cubicBezTo>
                    <a:pt x="18747" y="11758"/>
                    <a:pt x="18791" y="11710"/>
                    <a:pt x="18833" y="11663"/>
                  </a:cubicBezTo>
                  <a:lnTo>
                    <a:pt x="18833" y="11661"/>
                  </a:lnTo>
                  <a:cubicBezTo>
                    <a:pt x="18904" y="11608"/>
                    <a:pt x="18971" y="11550"/>
                    <a:pt x="19035" y="11489"/>
                  </a:cubicBezTo>
                  <a:cubicBezTo>
                    <a:pt x="19144" y="11389"/>
                    <a:pt x="19249" y="11283"/>
                    <a:pt x="19367" y="11194"/>
                  </a:cubicBezTo>
                  <a:cubicBezTo>
                    <a:pt x="19740" y="10915"/>
                    <a:pt x="20077" y="10582"/>
                    <a:pt x="20448" y="10306"/>
                  </a:cubicBezTo>
                  <a:cubicBezTo>
                    <a:pt x="20733" y="10093"/>
                    <a:pt x="21057" y="9832"/>
                    <a:pt x="21296" y="9541"/>
                  </a:cubicBezTo>
                  <a:cubicBezTo>
                    <a:pt x="21348" y="9471"/>
                    <a:pt x="21399" y="9403"/>
                    <a:pt x="21443" y="9333"/>
                  </a:cubicBezTo>
                  <a:cubicBezTo>
                    <a:pt x="21450" y="9323"/>
                    <a:pt x="21457" y="9311"/>
                    <a:pt x="21463" y="9297"/>
                  </a:cubicBezTo>
                  <a:cubicBezTo>
                    <a:pt x="21470" y="9283"/>
                    <a:pt x="21475" y="9272"/>
                    <a:pt x="21482" y="9260"/>
                  </a:cubicBezTo>
                  <a:cubicBezTo>
                    <a:pt x="21495" y="9235"/>
                    <a:pt x="21507" y="9208"/>
                    <a:pt x="21517" y="9180"/>
                  </a:cubicBezTo>
                  <a:cubicBezTo>
                    <a:pt x="21528" y="9153"/>
                    <a:pt x="21537" y="9123"/>
                    <a:pt x="21544" y="9094"/>
                  </a:cubicBezTo>
                  <a:cubicBezTo>
                    <a:pt x="21553" y="9065"/>
                    <a:pt x="21560" y="9035"/>
                    <a:pt x="21568" y="9003"/>
                  </a:cubicBezTo>
                  <a:cubicBezTo>
                    <a:pt x="21633" y="8690"/>
                    <a:pt x="21611" y="8306"/>
                    <a:pt x="21528" y="8007"/>
                  </a:cubicBezTo>
                  <a:cubicBezTo>
                    <a:pt x="21332" y="7318"/>
                    <a:pt x="21094" y="6586"/>
                    <a:pt x="21111" y="5742"/>
                  </a:cubicBezTo>
                  <a:cubicBezTo>
                    <a:pt x="21129" y="5721"/>
                    <a:pt x="21148" y="5700"/>
                    <a:pt x="21165" y="5678"/>
                  </a:cubicBezTo>
                  <a:cubicBezTo>
                    <a:pt x="21174" y="5678"/>
                    <a:pt x="21183" y="5678"/>
                    <a:pt x="21192" y="5678"/>
                  </a:cubicBezTo>
                  <a:cubicBezTo>
                    <a:pt x="21376" y="5678"/>
                    <a:pt x="21562" y="5692"/>
                    <a:pt x="21748" y="5707"/>
                  </a:cubicBezTo>
                  <a:cubicBezTo>
                    <a:pt x="21938" y="5724"/>
                    <a:pt x="22132" y="5743"/>
                    <a:pt x="22327" y="5753"/>
                  </a:cubicBezTo>
                  <a:cubicBezTo>
                    <a:pt x="22347" y="5755"/>
                    <a:pt x="22372" y="5756"/>
                    <a:pt x="22395" y="5756"/>
                  </a:cubicBezTo>
                  <a:cubicBezTo>
                    <a:pt x="22458" y="5760"/>
                    <a:pt x="22523" y="5761"/>
                    <a:pt x="22587" y="5761"/>
                  </a:cubicBezTo>
                  <a:cubicBezTo>
                    <a:pt x="22609" y="5761"/>
                    <a:pt x="22630" y="5761"/>
                    <a:pt x="22651" y="5761"/>
                  </a:cubicBezTo>
                  <a:lnTo>
                    <a:pt x="22651" y="4295"/>
                  </a:lnTo>
                  <a:lnTo>
                    <a:pt x="22651" y="4294"/>
                  </a:lnTo>
                  <a:cubicBezTo>
                    <a:pt x="22636" y="4256"/>
                    <a:pt x="22622" y="4217"/>
                    <a:pt x="22610" y="4177"/>
                  </a:cubicBezTo>
                  <a:cubicBezTo>
                    <a:pt x="22521" y="3923"/>
                    <a:pt x="22452" y="3650"/>
                    <a:pt x="22359" y="3401"/>
                  </a:cubicBezTo>
                  <a:cubicBezTo>
                    <a:pt x="22337" y="3340"/>
                    <a:pt x="22241" y="3003"/>
                    <a:pt x="22263" y="2963"/>
                  </a:cubicBezTo>
                  <a:lnTo>
                    <a:pt x="22263" y="2963"/>
                  </a:lnTo>
                  <a:cubicBezTo>
                    <a:pt x="22287" y="3115"/>
                    <a:pt x="22434" y="3352"/>
                    <a:pt x="22498" y="3497"/>
                  </a:cubicBezTo>
                  <a:cubicBezTo>
                    <a:pt x="22511" y="3530"/>
                    <a:pt x="22526" y="3561"/>
                    <a:pt x="22536" y="3594"/>
                  </a:cubicBezTo>
                  <a:cubicBezTo>
                    <a:pt x="22549" y="3625"/>
                    <a:pt x="22562" y="3657"/>
                    <a:pt x="22572" y="3689"/>
                  </a:cubicBezTo>
                  <a:cubicBezTo>
                    <a:pt x="22600" y="3766"/>
                    <a:pt x="22626" y="3844"/>
                    <a:pt x="22651" y="3923"/>
                  </a:cubicBezTo>
                  <a:lnTo>
                    <a:pt x="22651" y="3205"/>
                  </a:lnTo>
                  <a:lnTo>
                    <a:pt x="22651" y="3203"/>
                  </a:lnTo>
                  <a:cubicBezTo>
                    <a:pt x="22642" y="3180"/>
                    <a:pt x="22635" y="3155"/>
                    <a:pt x="22628" y="3131"/>
                  </a:cubicBezTo>
                  <a:cubicBezTo>
                    <a:pt x="22615" y="3087"/>
                    <a:pt x="22600" y="3042"/>
                    <a:pt x="22591" y="2995"/>
                  </a:cubicBezTo>
                  <a:cubicBezTo>
                    <a:pt x="22580" y="2950"/>
                    <a:pt x="22571" y="2904"/>
                    <a:pt x="22568" y="2856"/>
                  </a:cubicBezTo>
                  <a:cubicBezTo>
                    <a:pt x="22564" y="2828"/>
                    <a:pt x="22564" y="2803"/>
                    <a:pt x="22564" y="2777"/>
                  </a:cubicBezTo>
                  <a:lnTo>
                    <a:pt x="22585" y="2777"/>
                  </a:lnTo>
                  <a:cubicBezTo>
                    <a:pt x="22609" y="2824"/>
                    <a:pt x="22631" y="2870"/>
                    <a:pt x="22652" y="2921"/>
                  </a:cubicBezTo>
                  <a:cubicBezTo>
                    <a:pt x="22652" y="2923"/>
                    <a:pt x="22655" y="2926"/>
                    <a:pt x="22655" y="2926"/>
                  </a:cubicBezTo>
                  <a:cubicBezTo>
                    <a:pt x="22731" y="3109"/>
                    <a:pt x="22786" y="3327"/>
                    <a:pt x="22779" y="3577"/>
                  </a:cubicBezTo>
                  <a:cubicBezTo>
                    <a:pt x="22769" y="3567"/>
                    <a:pt x="22761" y="3555"/>
                    <a:pt x="22757" y="3541"/>
                  </a:cubicBezTo>
                  <a:cubicBezTo>
                    <a:pt x="22751" y="3532"/>
                    <a:pt x="22747" y="3523"/>
                    <a:pt x="22744" y="3514"/>
                  </a:cubicBezTo>
                  <a:cubicBezTo>
                    <a:pt x="22740" y="3507"/>
                    <a:pt x="22740" y="3498"/>
                    <a:pt x="22737" y="3493"/>
                  </a:cubicBezTo>
                  <a:cubicBezTo>
                    <a:pt x="22729" y="3472"/>
                    <a:pt x="22724" y="3449"/>
                    <a:pt x="22718" y="3423"/>
                  </a:cubicBezTo>
                  <a:cubicBezTo>
                    <a:pt x="22716" y="3413"/>
                    <a:pt x="22715" y="3401"/>
                    <a:pt x="22710" y="3388"/>
                  </a:cubicBezTo>
                  <a:cubicBezTo>
                    <a:pt x="22708" y="3369"/>
                    <a:pt x="22702" y="3349"/>
                    <a:pt x="22696" y="3330"/>
                  </a:cubicBezTo>
                  <a:cubicBezTo>
                    <a:pt x="22694" y="3327"/>
                    <a:pt x="22694" y="3325"/>
                    <a:pt x="22693" y="3321"/>
                  </a:cubicBezTo>
                  <a:cubicBezTo>
                    <a:pt x="22680" y="3285"/>
                    <a:pt x="22667" y="3247"/>
                    <a:pt x="22655" y="3206"/>
                  </a:cubicBezTo>
                  <a:lnTo>
                    <a:pt x="22655" y="3932"/>
                  </a:lnTo>
                  <a:lnTo>
                    <a:pt x="22655" y="3935"/>
                  </a:lnTo>
                  <a:lnTo>
                    <a:pt x="22671" y="3984"/>
                  </a:lnTo>
                  <a:cubicBezTo>
                    <a:pt x="22692" y="4051"/>
                    <a:pt x="22713" y="4116"/>
                    <a:pt x="22732" y="4182"/>
                  </a:cubicBezTo>
                  <a:cubicBezTo>
                    <a:pt x="22738" y="4199"/>
                    <a:pt x="22744" y="4215"/>
                    <a:pt x="22751" y="4234"/>
                  </a:cubicBezTo>
                  <a:cubicBezTo>
                    <a:pt x="22754" y="4250"/>
                    <a:pt x="22761" y="4267"/>
                    <a:pt x="22769" y="4285"/>
                  </a:cubicBezTo>
                  <a:cubicBezTo>
                    <a:pt x="22772" y="4288"/>
                    <a:pt x="22773" y="4289"/>
                    <a:pt x="22773" y="4295"/>
                  </a:cubicBezTo>
                  <a:lnTo>
                    <a:pt x="22773" y="4297"/>
                  </a:lnTo>
                  <a:cubicBezTo>
                    <a:pt x="22776" y="4307"/>
                    <a:pt x="22780" y="4318"/>
                    <a:pt x="22786" y="4333"/>
                  </a:cubicBezTo>
                  <a:cubicBezTo>
                    <a:pt x="22788" y="4337"/>
                    <a:pt x="22788" y="4343"/>
                    <a:pt x="22789" y="4346"/>
                  </a:cubicBezTo>
                  <a:cubicBezTo>
                    <a:pt x="22793" y="4359"/>
                    <a:pt x="22796" y="4375"/>
                    <a:pt x="22802" y="4391"/>
                  </a:cubicBezTo>
                  <a:cubicBezTo>
                    <a:pt x="22815" y="4443"/>
                    <a:pt x="22831" y="4506"/>
                    <a:pt x="22846" y="4567"/>
                  </a:cubicBezTo>
                  <a:cubicBezTo>
                    <a:pt x="22847" y="4580"/>
                    <a:pt x="22849" y="4595"/>
                    <a:pt x="22852" y="4609"/>
                  </a:cubicBezTo>
                  <a:cubicBezTo>
                    <a:pt x="22863" y="4691"/>
                    <a:pt x="22866" y="4763"/>
                    <a:pt x="22844" y="4798"/>
                  </a:cubicBezTo>
                  <a:lnTo>
                    <a:pt x="22844" y="4810"/>
                  </a:lnTo>
                  <a:cubicBezTo>
                    <a:pt x="22834" y="4798"/>
                    <a:pt x="22827" y="4788"/>
                    <a:pt x="22820" y="4773"/>
                  </a:cubicBezTo>
                  <a:cubicBezTo>
                    <a:pt x="22805" y="4746"/>
                    <a:pt x="22793" y="4715"/>
                    <a:pt x="22782" y="4682"/>
                  </a:cubicBezTo>
                  <a:cubicBezTo>
                    <a:pt x="22754" y="4599"/>
                    <a:pt x="22732" y="4502"/>
                    <a:pt x="22706" y="4433"/>
                  </a:cubicBezTo>
                  <a:cubicBezTo>
                    <a:pt x="22687" y="4391"/>
                    <a:pt x="22671" y="4350"/>
                    <a:pt x="22657" y="4307"/>
                  </a:cubicBezTo>
                  <a:lnTo>
                    <a:pt x="22657" y="5768"/>
                  </a:lnTo>
                  <a:cubicBezTo>
                    <a:pt x="22678" y="5768"/>
                    <a:pt x="22700" y="5768"/>
                    <a:pt x="22724" y="5765"/>
                  </a:cubicBezTo>
                  <a:cubicBezTo>
                    <a:pt x="22724" y="5766"/>
                    <a:pt x="22725" y="5767"/>
                    <a:pt x="22726" y="5767"/>
                  </a:cubicBezTo>
                  <a:cubicBezTo>
                    <a:pt x="22727" y="5767"/>
                    <a:pt x="22728" y="5766"/>
                    <a:pt x="22728" y="5765"/>
                  </a:cubicBezTo>
                  <a:cubicBezTo>
                    <a:pt x="22772" y="5762"/>
                    <a:pt x="22812" y="5762"/>
                    <a:pt x="22856" y="5758"/>
                  </a:cubicBezTo>
                  <a:cubicBezTo>
                    <a:pt x="22869" y="5746"/>
                    <a:pt x="22882" y="5732"/>
                    <a:pt x="22895" y="5714"/>
                  </a:cubicBezTo>
                  <a:cubicBezTo>
                    <a:pt x="22898" y="5708"/>
                    <a:pt x="22904" y="5702"/>
                    <a:pt x="22907" y="5697"/>
                  </a:cubicBezTo>
                  <a:cubicBezTo>
                    <a:pt x="22920" y="5682"/>
                    <a:pt x="22929" y="5668"/>
                    <a:pt x="22939" y="5649"/>
                  </a:cubicBezTo>
                  <a:cubicBezTo>
                    <a:pt x="22950" y="5630"/>
                    <a:pt x="22963" y="5609"/>
                    <a:pt x="22975" y="5588"/>
                  </a:cubicBezTo>
                  <a:cubicBezTo>
                    <a:pt x="22994" y="5544"/>
                    <a:pt x="23014" y="5496"/>
                    <a:pt x="23030" y="5448"/>
                  </a:cubicBezTo>
                  <a:cubicBezTo>
                    <a:pt x="23038" y="5428"/>
                    <a:pt x="23045" y="5404"/>
                    <a:pt x="23051" y="5380"/>
                  </a:cubicBezTo>
                  <a:cubicBezTo>
                    <a:pt x="23070" y="5313"/>
                    <a:pt x="23084" y="5242"/>
                    <a:pt x="23094" y="5167"/>
                  </a:cubicBezTo>
                  <a:cubicBezTo>
                    <a:pt x="23106" y="5099"/>
                    <a:pt x="23113" y="5024"/>
                    <a:pt x="23118" y="4948"/>
                  </a:cubicBezTo>
                  <a:cubicBezTo>
                    <a:pt x="23144" y="4634"/>
                    <a:pt x="23132" y="4286"/>
                    <a:pt x="23131" y="3984"/>
                  </a:cubicBezTo>
                  <a:cubicBezTo>
                    <a:pt x="23131" y="3772"/>
                    <a:pt x="23139" y="3538"/>
                    <a:pt x="23100" y="3344"/>
                  </a:cubicBezTo>
                  <a:cubicBezTo>
                    <a:pt x="23096" y="3333"/>
                    <a:pt x="23096" y="3320"/>
                    <a:pt x="23094" y="3308"/>
                  </a:cubicBezTo>
                  <a:cubicBezTo>
                    <a:pt x="23081" y="3221"/>
                    <a:pt x="23091" y="3136"/>
                    <a:pt x="23081" y="3058"/>
                  </a:cubicBezTo>
                  <a:cubicBezTo>
                    <a:pt x="23081" y="3045"/>
                    <a:pt x="23080" y="3035"/>
                    <a:pt x="23078" y="3021"/>
                  </a:cubicBezTo>
                  <a:lnTo>
                    <a:pt x="23078" y="2883"/>
                  </a:lnTo>
                  <a:cubicBezTo>
                    <a:pt x="23057" y="2787"/>
                    <a:pt x="23051" y="2681"/>
                    <a:pt x="23041" y="2577"/>
                  </a:cubicBezTo>
                  <a:cubicBezTo>
                    <a:pt x="23036" y="2523"/>
                    <a:pt x="23033" y="2470"/>
                    <a:pt x="23027" y="2420"/>
                  </a:cubicBezTo>
                  <a:cubicBezTo>
                    <a:pt x="23022" y="2369"/>
                    <a:pt x="23014" y="2319"/>
                    <a:pt x="23004" y="2273"/>
                  </a:cubicBezTo>
                  <a:cubicBezTo>
                    <a:pt x="23000" y="2203"/>
                    <a:pt x="22997" y="2138"/>
                    <a:pt x="22993" y="2069"/>
                  </a:cubicBezTo>
                  <a:cubicBezTo>
                    <a:pt x="22975" y="1992"/>
                    <a:pt x="22956" y="1919"/>
                    <a:pt x="22939" y="1844"/>
                  </a:cubicBezTo>
                  <a:cubicBezTo>
                    <a:pt x="22926" y="1787"/>
                    <a:pt x="22911" y="1733"/>
                    <a:pt x="22895" y="1678"/>
                  </a:cubicBezTo>
                  <a:cubicBezTo>
                    <a:pt x="22895" y="1675"/>
                    <a:pt x="22895" y="1671"/>
                    <a:pt x="22891" y="1668"/>
                  </a:cubicBezTo>
                  <a:lnTo>
                    <a:pt x="22891" y="1665"/>
                  </a:lnTo>
                  <a:lnTo>
                    <a:pt x="22891" y="1662"/>
                  </a:lnTo>
                  <a:cubicBezTo>
                    <a:pt x="22878" y="1611"/>
                    <a:pt x="22863" y="1562"/>
                    <a:pt x="22847" y="1512"/>
                  </a:cubicBezTo>
                  <a:cubicBezTo>
                    <a:pt x="22825" y="1440"/>
                    <a:pt x="22802" y="1373"/>
                    <a:pt x="22774" y="1302"/>
                  </a:cubicBezTo>
                  <a:cubicBezTo>
                    <a:pt x="22761" y="1270"/>
                    <a:pt x="22747" y="1233"/>
                    <a:pt x="22732" y="1203"/>
                  </a:cubicBezTo>
                  <a:cubicBezTo>
                    <a:pt x="22718" y="1168"/>
                    <a:pt x="22702" y="1133"/>
                    <a:pt x="22684" y="1102"/>
                  </a:cubicBezTo>
                  <a:cubicBezTo>
                    <a:pt x="22674" y="1082"/>
                    <a:pt x="22664" y="1062"/>
                    <a:pt x="22652" y="1043"/>
                  </a:cubicBezTo>
                  <a:cubicBezTo>
                    <a:pt x="22652" y="1040"/>
                    <a:pt x="22652" y="1038"/>
                    <a:pt x="22651" y="1038"/>
                  </a:cubicBezTo>
                  <a:cubicBezTo>
                    <a:pt x="22488" y="745"/>
                    <a:pt x="22255" y="499"/>
                    <a:pt x="22061" y="239"/>
                  </a:cubicBezTo>
                  <a:cubicBezTo>
                    <a:pt x="22042" y="214"/>
                    <a:pt x="21995" y="165"/>
                    <a:pt x="21947" y="121"/>
                  </a:cubicBezTo>
                  <a:cubicBezTo>
                    <a:pt x="21909" y="86"/>
                    <a:pt x="21872" y="56"/>
                    <a:pt x="21841" y="37"/>
                  </a:cubicBezTo>
                  <a:cubicBezTo>
                    <a:pt x="21829" y="32"/>
                    <a:pt x="21822" y="26"/>
                    <a:pt x="21813" y="25"/>
                  </a:cubicBezTo>
                  <a:cubicBezTo>
                    <a:pt x="21803" y="22"/>
                    <a:pt x="21791" y="21"/>
                    <a:pt x="21777" y="21"/>
                  </a:cubicBezTo>
                  <a:cubicBezTo>
                    <a:pt x="21770" y="21"/>
                    <a:pt x="21762" y="22"/>
                    <a:pt x="21754" y="22"/>
                  </a:cubicBezTo>
                  <a:cubicBezTo>
                    <a:pt x="21741" y="25"/>
                    <a:pt x="21726" y="26"/>
                    <a:pt x="21715" y="28"/>
                  </a:cubicBezTo>
                  <a:cubicBezTo>
                    <a:pt x="21703" y="32"/>
                    <a:pt x="21693" y="32"/>
                    <a:pt x="21688" y="34"/>
                  </a:cubicBezTo>
                  <a:cubicBezTo>
                    <a:pt x="21663" y="39"/>
                    <a:pt x="21623" y="42"/>
                    <a:pt x="21576" y="42"/>
                  </a:cubicBezTo>
                  <a:cubicBezTo>
                    <a:pt x="21449" y="42"/>
                    <a:pt x="21276" y="24"/>
                    <a:pt x="2124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1"/>
            <p:cNvSpPr/>
            <p:nvPr/>
          </p:nvSpPr>
          <p:spPr>
            <a:xfrm>
              <a:off x="1994204" y="1624898"/>
              <a:ext cx="355241" cy="282585"/>
            </a:xfrm>
            <a:custGeom>
              <a:rect b="b" l="l" r="r" t="t"/>
              <a:pathLst>
                <a:path extrusionOk="0" h="9988" w="12556">
                  <a:moveTo>
                    <a:pt x="9476" y="876"/>
                  </a:moveTo>
                  <a:cubicBezTo>
                    <a:pt x="9504" y="879"/>
                    <a:pt x="9527" y="895"/>
                    <a:pt x="9547" y="912"/>
                  </a:cubicBezTo>
                  <a:cubicBezTo>
                    <a:pt x="9557" y="921"/>
                    <a:pt x="9569" y="931"/>
                    <a:pt x="9578" y="943"/>
                  </a:cubicBezTo>
                  <a:cubicBezTo>
                    <a:pt x="9585" y="950"/>
                    <a:pt x="9592" y="959"/>
                    <a:pt x="9598" y="967"/>
                  </a:cubicBezTo>
                  <a:cubicBezTo>
                    <a:pt x="9618" y="993"/>
                    <a:pt x="9634" y="1021"/>
                    <a:pt x="9649" y="1044"/>
                  </a:cubicBezTo>
                  <a:cubicBezTo>
                    <a:pt x="9669" y="1072"/>
                    <a:pt x="9685" y="1098"/>
                    <a:pt x="9700" y="1120"/>
                  </a:cubicBezTo>
                  <a:cubicBezTo>
                    <a:pt x="9728" y="1159"/>
                    <a:pt x="9757" y="1198"/>
                    <a:pt x="9786" y="1239"/>
                  </a:cubicBezTo>
                  <a:cubicBezTo>
                    <a:pt x="9829" y="1299"/>
                    <a:pt x="9873" y="1358"/>
                    <a:pt x="9914" y="1421"/>
                  </a:cubicBezTo>
                  <a:cubicBezTo>
                    <a:pt x="9924" y="1432"/>
                    <a:pt x="9931" y="1444"/>
                    <a:pt x="9938" y="1457"/>
                  </a:cubicBezTo>
                  <a:cubicBezTo>
                    <a:pt x="9970" y="1508"/>
                    <a:pt x="10001" y="1559"/>
                    <a:pt x="10030" y="1613"/>
                  </a:cubicBezTo>
                  <a:cubicBezTo>
                    <a:pt x="10049" y="1648"/>
                    <a:pt x="10063" y="1693"/>
                    <a:pt x="10079" y="1742"/>
                  </a:cubicBezTo>
                  <a:cubicBezTo>
                    <a:pt x="10087" y="1763"/>
                    <a:pt x="10092" y="1784"/>
                    <a:pt x="10100" y="1802"/>
                  </a:cubicBezTo>
                  <a:cubicBezTo>
                    <a:pt x="10120" y="1864"/>
                    <a:pt x="10142" y="1922"/>
                    <a:pt x="10171" y="1954"/>
                  </a:cubicBezTo>
                  <a:lnTo>
                    <a:pt x="10171" y="1979"/>
                  </a:lnTo>
                  <a:lnTo>
                    <a:pt x="10146" y="1979"/>
                  </a:lnTo>
                  <a:cubicBezTo>
                    <a:pt x="10123" y="1936"/>
                    <a:pt x="10091" y="1895"/>
                    <a:pt x="10055" y="1858"/>
                  </a:cubicBezTo>
                  <a:cubicBezTo>
                    <a:pt x="10040" y="1842"/>
                    <a:pt x="10023" y="1826"/>
                    <a:pt x="10007" y="1809"/>
                  </a:cubicBezTo>
                  <a:cubicBezTo>
                    <a:pt x="9978" y="1778"/>
                    <a:pt x="9947" y="1748"/>
                    <a:pt x="9924" y="1712"/>
                  </a:cubicBezTo>
                  <a:cubicBezTo>
                    <a:pt x="9869" y="1633"/>
                    <a:pt x="9823" y="1552"/>
                    <a:pt x="9775" y="1467"/>
                  </a:cubicBezTo>
                  <a:cubicBezTo>
                    <a:pt x="9752" y="1428"/>
                    <a:pt x="9732" y="1390"/>
                    <a:pt x="9709" y="1350"/>
                  </a:cubicBezTo>
                  <a:cubicBezTo>
                    <a:pt x="9706" y="1347"/>
                    <a:pt x="9703" y="1339"/>
                    <a:pt x="9700" y="1334"/>
                  </a:cubicBezTo>
                  <a:cubicBezTo>
                    <a:pt x="9691" y="1315"/>
                    <a:pt x="9680" y="1299"/>
                    <a:pt x="9671" y="1281"/>
                  </a:cubicBezTo>
                  <a:cubicBezTo>
                    <a:pt x="9658" y="1261"/>
                    <a:pt x="9648" y="1239"/>
                    <a:pt x="9634" y="1219"/>
                  </a:cubicBezTo>
                  <a:cubicBezTo>
                    <a:pt x="9620" y="1195"/>
                    <a:pt x="9604" y="1172"/>
                    <a:pt x="9586" y="1146"/>
                  </a:cubicBezTo>
                  <a:cubicBezTo>
                    <a:pt x="9560" y="1108"/>
                    <a:pt x="9534" y="1066"/>
                    <a:pt x="9512" y="1021"/>
                  </a:cubicBezTo>
                  <a:cubicBezTo>
                    <a:pt x="9509" y="1009"/>
                    <a:pt x="9502" y="999"/>
                    <a:pt x="9498" y="986"/>
                  </a:cubicBezTo>
                  <a:cubicBezTo>
                    <a:pt x="9489" y="964"/>
                    <a:pt x="9482" y="940"/>
                    <a:pt x="9477" y="915"/>
                  </a:cubicBezTo>
                  <a:cubicBezTo>
                    <a:pt x="9475" y="903"/>
                    <a:pt x="9475" y="890"/>
                    <a:pt x="9475" y="877"/>
                  </a:cubicBezTo>
                  <a:lnTo>
                    <a:pt x="9476" y="877"/>
                  </a:lnTo>
                  <a:lnTo>
                    <a:pt x="9476" y="876"/>
                  </a:lnTo>
                  <a:close/>
                  <a:moveTo>
                    <a:pt x="9003" y="1169"/>
                  </a:moveTo>
                  <a:lnTo>
                    <a:pt x="9003" y="1169"/>
                  </a:lnTo>
                  <a:cubicBezTo>
                    <a:pt x="9056" y="1254"/>
                    <a:pt x="9121" y="1332"/>
                    <a:pt x="9182" y="1415"/>
                  </a:cubicBezTo>
                  <a:cubicBezTo>
                    <a:pt x="9201" y="1443"/>
                    <a:pt x="9222" y="1472"/>
                    <a:pt x="9240" y="1501"/>
                  </a:cubicBezTo>
                  <a:cubicBezTo>
                    <a:pt x="9243" y="1507"/>
                    <a:pt x="9248" y="1512"/>
                    <a:pt x="9251" y="1521"/>
                  </a:cubicBezTo>
                  <a:cubicBezTo>
                    <a:pt x="9262" y="1537"/>
                    <a:pt x="9270" y="1553"/>
                    <a:pt x="9278" y="1569"/>
                  </a:cubicBezTo>
                  <a:cubicBezTo>
                    <a:pt x="9310" y="1640"/>
                    <a:pt x="9335" y="1713"/>
                    <a:pt x="9368" y="1789"/>
                  </a:cubicBezTo>
                  <a:cubicBezTo>
                    <a:pt x="9498" y="2082"/>
                    <a:pt x="9623" y="2370"/>
                    <a:pt x="9744" y="2687"/>
                  </a:cubicBezTo>
                  <a:cubicBezTo>
                    <a:pt x="9826" y="2905"/>
                    <a:pt x="9933" y="3180"/>
                    <a:pt x="9925" y="3466"/>
                  </a:cubicBezTo>
                  <a:cubicBezTo>
                    <a:pt x="9917" y="3456"/>
                    <a:pt x="9912" y="3449"/>
                    <a:pt x="9911" y="3440"/>
                  </a:cubicBezTo>
                  <a:cubicBezTo>
                    <a:pt x="9905" y="3423"/>
                    <a:pt x="9902" y="3405"/>
                    <a:pt x="9898" y="3387"/>
                  </a:cubicBezTo>
                  <a:cubicBezTo>
                    <a:pt x="9896" y="3376"/>
                    <a:pt x="9895" y="3368"/>
                    <a:pt x="9889" y="3357"/>
                  </a:cubicBezTo>
                  <a:cubicBezTo>
                    <a:pt x="9841" y="3244"/>
                    <a:pt x="9793" y="3128"/>
                    <a:pt x="9739" y="3006"/>
                  </a:cubicBezTo>
                  <a:cubicBezTo>
                    <a:pt x="9560" y="2597"/>
                    <a:pt x="9383" y="2161"/>
                    <a:pt x="9206" y="1747"/>
                  </a:cubicBezTo>
                  <a:cubicBezTo>
                    <a:pt x="9146" y="1605"/>
                    <a:pt x="9114" y="1470"/>
                    <a:pt x="9056" y="1328"/>
                  </a:cubicBezTo>
                  <a:cubicBezTo>
                    <a:pt x="9040" y="1289"/>
                    <a:pt x="8986" y="1209"/>
                    <a:pt x="9003" y="1169"/>
                  </a:cubicBezTo>
                  <a:close/>
                  <a:moveTo>
                    <a:pt x="8404" y="1678"/>
                  </a:moveTo>
                  <a:cubicBezTo>
                    <a:pt x="8461" y="1771"/>
                    <a:pt x="8516" y="1867"/>
                    <a:pt x="8567" y="1966"/>
                  </a:cubicBezTo>
                  <a:cubicBezTo>
                    <a:pt x="8576" y="1983"/>
                    <a:pt x="8588" y="2001"/>
                    <a:pt x="8595" y="2018"/>
                  </a:cubicBezTo>
                  <a:cubicBezTo>
                    <a:pt x="8598" y="2020"/>
                    <a:pt x="8598" y="2023"/>
                    <a:pt x="8596" y="2023"/>
                  </a:cubicBezTo>
                  <a:cubicBezTo>
                    <a:pt x="8620" y="2062"/>
                    <a:pt x="8640" y="2104"/>
                    <a:pt x="8659" y="2146"/>
                  </a:cubicBezTo>
                  <a:cubicBezTo>
                    <a:pt x="8691" y="2207"/>
                    <a:pt x="8720" y="2271"/>
                    <a:pt x="8749" y="2335"/>
                  </a:cubicBezTo>
                  <a:cubicBezTo>
                    <a:pt x="8793" y="2430"/>
                    <a:pt x="8835" y="2527"/>
                    <a:pt x="8874" y="2628"/>
                  </a:cubicBezTo>
                  <a:cubicBezTo>
                    <a:pt x="8909" y="2708"/>
                    <a:pt x="8939" y="2789"/>
                    <a:pt x="8969" y="2873"/>
                  </a:cubicBezTo>
                  <a:cubicBezTo>
                    <a:pt x="9003" y="2961"/>
                    <a:pt x="9035" y="3049"/>
                    <a:pt x="9067" y="3139"/>
                  </a:cubicBezTo>
                  <a:cubicBezTo>
                    <a:pt x="9114" y="3273"/>
                    <a:pt x="9162" y="3411"/>
                    <a:pt x="9207" y="3551"/>
                  </a:cubicBezTo>
                  <a:cubicBezTo>
                    <a:pt x="9213" y="3568"/>
                    <a:pt x="9220" y="3587"/>
                    <a:pt x="9224" y="3603"/>
                  </a:cubicBezTo>
                  <a:cubicBezTo>
                    <a:pt x="9238" y="3639"/>
                    <a:pt x="9251" y="3677"/>
                    <a:pt x="9261" y="3717"/>
                  </a:cubicBezTo>
                  <a:cubicBezTo>
                    <a:pt x="9281" y="3775"/>
                    <a:pt x="9300" y="3834"/>
                    <a:pt x="9318" y="3895"/>
                  </a:cubicBezTo>
                  <a:cubicBezTo>
                    <a:pt x="9329" y="3932"/>
                    <a:pt x="9338" y="3971"/>
                    <a:pt x="9348" y="4007"/>
                  </a:cubicBezTo>
                  <a:cubicBezTo>
                    <a:pt x="9360" y="4044"/>
                    <a:pt x="9368" y="4083"/>
                    <a:pt x="9376" y="4121"/>
                  </a:cubicBezTo>
                  <a:cubicBezTo>
                    <a:pt x="9383" y="4148"/>
                    <a:pt x="9389" y="4175"/>
                    <a:pt x="9392" y="4199"/>
                  </a:cubicBezTo>
                  <a:cubicBezTo>
                    <a:pt x="9399" y="4234"/>
                    <a:pt x="9405" y="4269"/>
                    <a:pt x="9411" y="4302"/>
                  </a:cubicBezTo>
                  <a:cubicBezTo>
                    <a:pt x="9421" y="4361"/>
                    <a:pt x="9427" y="4419"/>
                    <a:pt x="9428" y="4475"/>
                  </a:cubicBezTo>
                  <a:cubicBezTo>
                    <a:pt x="9432" y="4503"/>
                    <a:pt x="9432" y="4531"/>
                    <a:pt x="9432" y="4557"/>
                  </a:cubicBezTo>
                  <a:lnTo>
                    <a:pt x="9432" y="4596"/>
                  </a:lnTo>
                  <a:lnTo>
                    <a:pt x="9429" y="4596"/>
                  </a:lnTo>
                  <a:cubicBezTo>
                    <a:pt x="9409" y="4569"/>
                    <a:pt x="9403" y="4532"/>
                    <a:pt x="9396" y="4496"/>
                  </a:cubicBezTo>
                  <a:cubicBezTo>
                    <a:pt x="9395" y="4489"/>
                    <a:pt x="9393" y="4483"/>
                    <a:pt x="9393" y="4475"/>
                  </a:cubicBezTo>
                  <a:lnTo>
                    <a:pt x="9387" y="4459"/>
                  </a:lnTo>
                  <a:cubicBezTo>
                    <a:pt x="9374" y="4425"/>
                    <a:pt x="9361" y="4390"/>
                    <a:pt x="9351" y="4353"/>
                  </a:cubicBezTo>
                  <a:cubicBezTo>
                    <a:pt x="9338" y="4320"/>
                    <a:pt x="9326" y="4285"/>
                    <a:pt x="9315" y="4247"/>
                  </a:cubicBezTo>
                  <a:cubicBezTo>
                    <a:pt x="9290" y="4176"/>
                    <a:pt x="9265" y="4105"/>
                    <a:pt x="9236" y="4032"/>
                  </a:cubicBezTo>
                  <a:cubicBezTo>
                    <a:pt x="9208" y="3965"/>
                    <a:pt x="9184" y="3897"/>
                    <a:pt x="9158" y="3828"/>
                  </a:cubicBezTo>
                  <a:lnTo>
                    <a:pt x="9136" y="3775"/>
                  </a:lnTo>
                  <a:cubicBezTo>
                    <a:pt x="9118" y="3722"/>
                    <a:pt x="9099" y="3674"/>
                    <a:pt x="9083" y="3621"/>
                  </a:cubicBezTo>
                  <a:cubicBezTo>
                    <a:pt x="8983" y="3343"/>
                    <a:pt x="8894" y="3059"/>
                    <a:pt x="8798" y="2783"/>
                  </a:cubicBezTo>
                  <a:cubicBezTo>
                    <a:pt x="8750" y="2644"/>
                    <a:pt x="8701" y="2507"/>
                    <a:pt x="8649" y="2375"/>
                  </a:cubicBezTo>
                  <a:cubicBezTo>
                    <a:pt x="8583" y="2206"/>
                    <a:pt x="8540" y="2039"/>
                    <a:pt x="8467" y="1873"/>
                  </a:cubicBezTo>
                  <a:cubicBezTo>
                    <a:pt x="8455" y="1844"/>
                    <a:pt x="8423" y="1790"/>
                    <a:pt x="8409" y="1742"/>
                  </a:cubicBezTo>
                  <a:cubicBezTo>
                    <a:pt x="8406" y="1735"/>
                    <a:pt x="8406" y="1728"/>
                    <a:pt x="8404" y="1720"/>
                  </a:cubicBezTo>
                  <a:cubicBezTo>
                    <a:pt x="8402" y="1717"/>
                    <a:pt x="8402" y="1713"/>
                    <a:pt x="8400" y="1707"/>
                  </a:cubicBezTo>
                  <a:cubicBezTo>
                    <a:pt x="8399" y="1700"/>
                    <a:pt x="8399" y="1696"/>
                    <a:pt x="8402" y="1688"/>
                  </a:cubicBezTo>
                  <a:cubicBezTo>
                    <a:pt x="8402" y="1684"/>
                    <a:pt x="8404" y="1683"/>
                    <a:pt x="8404" y="1678"/>
                  </a:cubicBezTo>
                  <a:close/>
                  <a:moveTo>
                    <a:pt x="7826" y="1851"/>
                  </a:moveTo>
                  <a:cubicBezTo>
                    <a:pt x="7830" y="1864"/>
                    <a:pt x="7832" y="1877"/>
                    <a:pt x="7835" y="1888"/>
                  </a:cubicBezTo>
                  <a:cubicBezTo>
                    <a:pt x="7835" y="1892"/>
                    <a:pt x="7837" y="1896"/>
                    <a:pt x="7839" y="1901"/>
                  </a:cubicBezTo>
                  <a:cubicBezTo>
                    <a:pt x="7842" y="1911"/>
                    <a:pt x="7845" y="1921"/>
                    <a:pt x="7849" y="1933"/>
                  </a:cubicBezTo>
                  <a:cubicBezTo>
                    <a:pt x="7853" y="1946"/>
                    <a:pt x="7859" y="1959"/>
                    <a:pt x="7864" y="1972"/>
                  </a:cubicBezTo>
                  <a:cubicBezTo>
                    <a:pt x="7878" y="2010"/>
                    <a:pt x="7899" y="2047"/>
                    <a:pt x="7914" y="2085"/>
                  </a:cubicBezTo>
                  <a:cubicBezTo>
                    <a:pt x="7920" y="2098"/>
                    <a:pt x="7926" y="2111"/>
                    <a:pt x="7929" y="2125"/>
                  </a:cubicBezTo>
                  <a:cubicBezTo>
                    <a:pt x="7935" y="2136"/>
                    <a:pt x="7941" y="2149"/>
                    <a:pt x="7944" y="2161"/>
                  </a:cubicBezTo>
                  <a:cubicBezTo>
                    <a:pt x="7954" y="2186"/>
                    <a:pt x="7961" y="2213"/>
                    <a:pt x="7968" y="2236"/>
                  </a:cubicBezTo>
                  <a:cubicBezTo>
                    <a:pt x="7984" y="2284"/>
                    <a:pt x="7999" y="2332"/>
                    <a:pt x="8012" y="2380"/>
                  </a:cubicBezTo>
                  <a:lnTo>
                    <a:pt x="8012" y="2382"/>
                  </a:lnTo>
                  <a:cubicBezTo>
                    <a:pt x="8035" y="2457"/>
                    <a:pt x="8056" y="2535"/>
                    <a:pt x="8077" y="2612"/>
                  </a:cubicBezTo>
                  <a:cubicBezTo>
                    <a:pt x="8104" y="2702"/>
                    <a:pt x="8130" y="2790"/>
                    <a:pt x="8157" y="2876"/>
                  </a:cubicBezTo>
                  <a:cubicBezTo>
                    <a:pt x="8226" y="3086"/>
                    <a:pt x="8291" y="3296"/>
                    <a:pt x="8355" y="3503"/>
                  </a:cubicBezTo>
                  <a:cubicBezTo>
                    <a:pt x="8391" y="3626"/>
                    <a:pt x="8429" y="3749"/>
                    <a:pt x="8466" y="3868"/>
                  </a:cubicBezTo>
                  <a:cubicBezTo>
                    <a:pt x="8502" y="3988"/>
                    <a:pt x="8543" y="4111"/>
                    <a:pt x="8580" y="4228"/>
                  </a:cubicBezTo>
                  <a:cubicBezTo>
                    <a:pt x="8593" y="4273"/>
                    <a:pt x="8608" y="4320"/>
                    <a:pt x="8624" y="4364"/>
                  </a:cubicBezTo>
                  <a:cubicBezTo>
                    <a:pt x="8646" y="4430"/>
                    <a:pt x="8668" y="4496"/>
                    <a:pt x="8692" y="4561"/>
                  </a:cubicBezTo>
                  <a:cubicBezTo>
                    <a:pt x="8713" y="4627"/>
                    <a:pt x="8736" y="4691"/>
                    <a:pt x="8762" y="4756"/>
                  </a:cubicBezTo>
                  <a:cubicBezTo>
                    <a:pt x="8794" y="4840"/>
                    <a:pt x="8828" y="4928"/>
                    <a:pt x="8862" y="5013"/>
                  </a:cubicBezTo>
                  <a:lnTo>
                    <a:pt x="8928" y="5237"/>
                  </a:lnTo>
                  <a:cubicBezTo>
                    <a:pt x="8937" y="5259"/>
                    <a:pt x="8944" y="5281"/>
                    <a:pt x="8951" y="5306"/>
                  </a:cubicBezTo>
                  <a:cubicBezTo>
                    <a:pt x="8960" y="5327"/>
                    <a:pt x="8967" y="5352"/>
                    <a:pt x="8974" y="5375"/>
                  </a:cubicBezTo>
                  <a:cubicBezTo>
                    <a:pt x="9009" y="5468"/>
                    <a:pt x="9041" y="5564"/>
                    <a:pt x="9073" y="5657"/>
                  </a:cubicBezTo>
                  <a:cubicBezTo>
                    <a:pt x="9089" y="5703"/>
                    <a:pt x="9104" y="5749"/>
                    <a:pt x="9118" y="5796"/>
                  </a:cubicBezTo>
                  <a:cubicBezTo>
                    <a:pt x="9121" y="5810"/>
                    <a:pt x="9129" y="5826"/>
                    <a:pt x="9131" y="5844"/>
                  </a:cubicBezTo>
                  <a:cubicBezTo>
                    <a:pt x="9134" y="5861"/>
                    <a:pt x="9140" y="5878"/>
                    <a:pt x="9143" y="5894"/>
                  </a:cubicBezTo>
                  <a:cubicBezTo>
                    <a:pt x="9147" y="5908"/>
                    <a:pt x="9149" y="5921"/>
                    <a:pt x="9150" y="5934"/>
                  </a:cubicBezTo>
                  <a:cubicBezTo>
                    <a:pt x="9150" y="5937"/>
                    <a:pt x="9153" y="5942"/>
                    <a:pt x="9155" y="5945"/>
                  </a:cubicBezTo>
                  <a:cubicBezTo>
                    <a:pt x="9158" y="5964"/>
                    <a:pt x="9162" y="5982"/>
                    <a:pt x="9165" y="5999"/>
                  </a:cubicBezTo>
                  <a:cubicBezTo>
                    <a:pt x="9172" y="6033"/>
                    <a:pt x="9182" y="6066"/>
                    <a:pt x="9192" y="6097"/>
                  </a:cubicBezTo>
                  <a:cubicBezTo>
                    <a:pt x="9198" y="6113"/>
                    <a:pt x="9206" y="6127"/>
                    <a:pt x="9213" y="6140"/>
                  </a:cubicBezTo>
                  <a:cubicBezTo>
                    <a:pt x="9219" y="6153"/>
                    <a:pt x="9226" y="6168"/>
                    <a:pt x="9235" y="6178"/>
                  </a:cubicBezTo>
                  <a:cubicBezTo>
                    <a:pt x="9236" y="6178"/>
                    <a:pt x="9236" y="6181"/>
                    <a:pt x="9236" y="6181"/>
                  </a:cubicBezTo>
                  <a:lnTo>
                    <a:pt x="9236" y="6211"/>
                  </a:lnTo>
                  <a:lnTo>
                    <a:pt x="9226" y="6211"/>
                  </a:lnTo>
                  <a:cubicBezTo>
                    <a:pt x="9182" y="6060"/>
                    <a:pt x="9083" y="5922"/>
                    <a:pt x="9022" y="5783"/>
                  </a:cubicBezTo>
                  <a:cubicBezTo>
                    <a:pt x="8953" y="5626"/>
                    <a:pt x="8896" y="5461"/>
                    <a:pt x="8838" y="5298"/>
                  </a:cubicBezTo>
                  <a:cubicBezTo>
                    <a:pt x="8828" y="5272"/>
                    <a:pt x="8819" y="5246"/>
                    <a:pt x="8807" y="5221"/>
                  </a:cubicBezTo>
                  <a:cubicBezTo>
                    <a:pt x="8797" y="5194"/>
                    <a:pt x="8787" y="5168"/>
                    <a:pt x="8777" y="5143"/>
                  </a:cubicBezTo>
                  <a:cubicBezTo>
                    <a:pt x="8762" y="5106"/>
                    <a:pt x="8749" y="5069"/>
                    <a:pt x="8739" y="5034"/>
                  </a:cubicBezTo>
                  <a:cubicBezTo>
                    <a:pt x="8704" y="4925"/>
                    <a:pt x="8681" y="4817"/>
                    <a:pt x="8639" y="4705"/>
                  </a:cubicBezTo>
                  <a:cubicBezTo>
                    <a:pt x="8582" y="4553"/>
                    <a:pt x="8529" y="4396"/>
                    <a:pt x="8477" y="4236"/>
                  </a:cubicBezTo>
                  <a:cubicBezTo>
                    <a:pt x="8458" y="4183"/>
                    <a:pt x="8441" y="4129"/>
                    <a:pt x="8423" y="4077"/>
                  </a:cubicBezTo>
                  <a:cubicBezTo>
                    <a:pt x="8409" y="4032"/>
                    <a:pt x="8397" y="3987"/>
                    <a:pt x="8380" y="3942"/>
                  </a:cubicBezTo>
                  <a:cubicBezTo>
                    <a:pt x="8361" y="3881"/>
                    <a:pt x="8342" y="3820"/>
                    <a:pt x="8322" y="3760"/>
                  </a:cubicBezTo>
                  <a:cubicBezTo>
                    <a:pt x="8288" y="3653"/>
                    <a:pt x="8253" y="3546"/>
                    <a:pt x="8218" y="3443"/>
                  </a:cubicBezTo>
                  <a:cubicBezTo>
                    <a:pt x="8213" y="3423"/>
                    <a:pt x="8205" y="3407"/>
                    <a:pt x="8202" y="3387"/>
                  </a:cubicBezTo>
                  <a:cubicBezTo>
                    <a:pt x="8191" y="3350"/>
                    <a:pt x="8182" y="3314"/>
                    <a:pt x="8175" y="3277"/>
                  </a:cubicBezTo>
                  <a:cubicBezTo>
                    <a:pt x="8166" y="3241"/>
                    <a:pt x="8159" y="3205"/>
                    <a:pt x="8150" y="3168"/>
                  </a:cubicBezTo>
                  <a:cubicBezTo>
                    <a:pt x="8140" y="3132"/>
                    <a:pt x="8131" y="3096"/>
                    <a:pt x="8121" y="3059"/>
                  </a:cubicBezTo>
                  <a:cubicBezTo>
                    <a:pt x="8115" y="3040"/>
                    <a:pt x="8108" y="3023"/>
                    <a:pt x="8102" y="3004"/>
                  </a:cubicBezTo>
                  <a:cubicBezTo>
                    <a:pt x="8080" y="2939"/>
                    <a:pt x="8058" y="2873"/>
                    <a:pt x="8042" y="2808"/>
                  </a:cubicBezTo>
                  <a:cubicBezTo>
                    <a:pt x="8034" y="2776"/>
                    <a:pt x="8024" y="2744"/>
                    <a:pt x="8015" y="2713"/>
                  </a:cubicBezTo>
                  <a:cubicBezTo>
                    <a:pt x="8013" y="2708"/>
                    <a:pt x="8012" y="2700"/>
                    <a:pt x="8012" y="2696"/>
                  </a:cubicBezTo>
                  <a:cubicBezTo>
                    <a:pt x="7964" y="2517"/>
                    <a:pt x="7920" y="2331"/>
                    <a:pt x="7869" y="2151"/>
                  </a:cubicBezTo>
                  <a:cubicBezTo>
                    <a:pt x="7868" y="2146"/>
                    <a:pt x="7867" y="2136"/>
                    <a:pt x="7862" y="2126"/>
                  </a:cubicBezTo>
                  <a:cubicBezTo>
                    <a:pt x="7856" y="2106"/>
                    <a:pt x="7849" y="2078"/>
                    <a:pt x="7846" y="2049"/>
                  </a:cubicBezTo>
                  <a:cubicBezTo>
                    <a:pt x="7837" y="2011"/>
                    <a:pt x="7830" y="1969"/>
                    <a:pt x="7826" y="1933"/>
                  </a:cubicBezTo>
                  <a:cubicBezTo>
                    <a:pt x="7824" y="1922"/>
                    <a:pt x="7823" y="1911"/>
                    <a:pt x="7823" y="1902"/>
                  </a:cubicBezTo>
                  <a:cubicBezTo>
                    <a:pt x="7819" y="1877"/>
                    <a:pt x="7820" y="1858"/>
                    <a:pt x="7826" y="1851"/>
                  </a:cubicBezTo>
                  <a:close/>
                  <a:moveTo>
                    <a:pt x="6907" y="6198"/>
                  </a:moveTo>
                  <a:lnTo>
                    <a:pt x="6907" y="6222"/>
                  </a:lnTo>
                  <a:lnTo>
                    <a:pt x="6897" y="6222"/>
                  </a:lnTo>
                  <a:lnTo>
                    <a:pt x="6897" y="6220"/>
                  </a:lnTo>
                  <a:lnTo>
                    <a:pt x="6895" y="6220"/>
                  </a:lnTo>
                  <a:cubicBezTo>
                    <a:pt x="6897" y="6217"/>
                    <a:pt x="6900" y="6213"/>
                    <a:pt x="6900" y="6211"/>
                  </a:cubicBezTo>
                  <a:cubicBezTo>
                    <a:pt x="6901" y="6206"/>
                    <a:pt x="6900" y="6207"/>
                    <a:pt x="6907" y="6198"/>
                  </a:cubicBezTo>
                  <a:close/>
                  <a:moveTo>
                    <a:pt x="7289" y="3084"/>
                  </a:moveTo>
                  <a:cubicBezTo>
                    <a:pt x="7294" y="3118"/>
                    <a:pt x="7299" y="3152"/>
                    <a:pt x="7307" y="3184"/>
                  </a:cubicBezTo>
                  <a:cubicBezTo>
                    <a:pt x="7318" y="3234"/>
                    <a:pt x="7333" y="3283"/>
                    <a:pt x="7350" y="3330"/>
                  </a:cubicBezTo>
                  <a:lnTo>
                    <a:pt x="7355" y="3347"/>
                  </a:lnTo>
                  <a:cubicBezTo>
                    <a:pt x="7368" y="3389"/>
                    <a:pt x="7382" y="3429"/>
                    <a:pt x="7397" y="3466"/>
                  </a:cubicBezTo>
                  <a:cubicBezTo>
                    <a:pt x="7410" y="3509"/>
                    <a:pt x="7425" y="3551"/>
                    <a:pt x="7433" y="3594"/>
                  </a:cubicBezTo>
                  <a:lnTo>
                    <a:pt x="7435" y="3594"/>
                  </a:lnTo>
                  <a:cubicBezTo>
                    <a:pt x="7448" y="3641"/>
                    <a:pt x="7459" y="3690"/>
                    <a:pt x="7471" y="3738"/>
                  </a:cubicBezTo>
                  <a:cubicBezTo>
                    <a:pt x="7484" y="3786"/>
                    <a:pt x="7496" y="3834"/>
                    <a:pt x="7507" y="3879"/>
                  </a:cubicBezTo>
                  <a:cubicBezTo>
                    <a:pt x="7520" y="3923"/>
                    <a:pt x="7534" y="3968"/>
                    <a:pt x="7547" y="4012"/>
                  </a:cubicBezTo>
                  <a:cubicBezTo>
                    <a:pt x="7606" y="4192"/>
                    <a:pt x="7627" y="4359"/>
                    <a:pt x="7686" y="4535"/>
                  </a:cubicBezTo>
                  <a:cubicBezTo>
                    <a:pt x="7842" y="5005"/>
                    <a:pt x="7987" y="5487"/>
                    <a:pt x="8157" y="5945"/>
                  </a:cubicBezTo>
                  <a:cubicBezTo>
                    <a:pt x="8191" y="6038"/>
                    <a:pt x="8220" y="6134"/>
                    <a:pt x="8247" y="6232"/>
                  </a:cubicBezTo>
                  <a:cubicBezTo>
                    <a:pt x="8266" y="6293"/>
                    <a:pt x="8282" y="6357"/>
                    <a:pt x="8298" y="6421"/>
                  </a:cubicBezTo>
                  <a:cubicBezTo>
                    <a:pt x="8313" y="6473"/>
                    <a:pt x="8327" y="6527"/>
                    <a:pt x="8343" y="6578"/>
                  </a:cubicBezTo>
                  <a:cubicBezTo>
                    <a:pt x="8356" y="6621"/>
                    <a:pt x="8370" y="6662"/>
                    <a:pt x="8383" y="6706"/>
                  </a:cubicBezTo>
                  <a:cubicBezTo>
                    <a:pt x="8412" y="6796"/>
                    <a:pt x="8409" y="6908"/>
                    <a:pt x="8444" y="6991"/>
                  </a:cubicBezTo>
                  <a:cubicBezTo>
                    <a:pt x="8448" y="6999"/>
                    <a:pt x="8450" y="7007"/>
                    <a:pt x="8455" y="7014"/>
                  </a:cubicBezTo>
                  <a:cubicBezTo>
                    <a:pt x="8458" y="7021"/>
                    <a:pt x="8463" y="7029"/>
                    <a:pt x="8467" y="7036"/>
                  </a:cubicBezTo>
                  <a:lnTo>
                    <a:pt x="8467" y="7065"/>
                  </a:lnTo>
                  <a:lnTo>
                    <a:pt x="8457" y="7065"/>
                  </a:lnTo>
                  <a:cubicBezTo>
                    <a:pt x="8368" y="6883"/>
                    <a:pt x="8278" y="6701"/>
                    <a:pt x="8189" y="6523"/>
                  </a:cubicBezTo>
                  <a:cubicBezTo>
                    <a:pt x="8106" y="6323"/>
                    <a:pt x="8064" y="6127"/>
                    <a:pt x="7986" y="5924"/>
                  </a:cubicBezTo>
                  <a:cubicBezTo>
                    <a:pt x="7773" y="5355"/>
                    <a:pt x="7628" y="4746"/>
                    <a:pt x="7441" y="4140"/>
                  </a:cubicBezTo>
                  <a:cubicBezTo>
                    <a:pt x="7432" y="4109"/>
                    <a:pt x="7423" y="4077"/>
                    <a:pt x="7416" y="4047"/>
                  </a:cubicBezTo>
                  <a:cubicBezTo>
                    <a:pt x="7403" y="4000"/>
                    <a:pt x="7394" y="3952"/>
                    <a:pt x="7384" y="3903"/>
                  </a:cubicBezTo>
                  <a:cubicBezTo>
                    <a:pt x="7381" y="3888"/>
                    <a:pt x="7379" y="3872"/>
                    <a:pt x="7375" y="3856"/>
                  </a:cubicBezTo>
                  <a:cubicBezTo>
                    <a:pt x="7369" y="3826"/>
                    <a:pt x="7365" y="3792"/>
                    <a:pt x="7361" y="3760"/>
                  </a:cubicBezTo>
                  <a:cubicBezTo>
                    <a:pt x="7359" y="3753"/>
                    <a:pt x="7358" y="3743"/>
                    <a:pt x="7358" y="3735"/>
                  </a:cubicBezTo>
                  <a:cubicBezTo>
                    <a:pt x="7352" y="3696"/>
                    <a:pt x="7345" y="3655"/>
                    <a:pt x="7337" y="3615"/>
                  </a:cubicBezTo>
                  <a:cubicBezTo>
                    <a:pt x="7337" y="3607"/>
                    <a:pt x="7336" y="3602"/>
                    <a:pt x="7333" y="3594"/>
                  </a:cubicBezTo>
                  <a:cubicBezTo>
                    <a:pt x="7329" y="3564"/>
                    <a:pt x="7323" y="3530"/>
                    <a:pt x="7317" y="3498"/>
                  </a:cubicBezTo>
                  <a:cubicBezTo>
                    <a:pt x="7310" y="3456"/>
                    <a:pt x="7301" y="3414"/>
                    <a:pt x="7289" y="3372"/>
                  </a:cubicBezTo>
                  <a:cubicBezTo>
                    <a:pt x="7288" y="3366"/>
                    <a:pt x="7286" y="3357"/>
                    <a:pt x="7286" y="3347"/>
                  </a:cubicBezTo>
                  <a:cubicBezTo>
                    <a:pt x="7275" y="3275"/>
                    <a:pt x="7273" y="3110"/>
                    <a:pt x="7289" y="3084"/>
                  </a:cubicBezTo>
                  <a:close/>
                  <a:moveTo>
                    <a:pt x="6943" y="4792"/>
                  </a:moveTo>
                  <a:cubicBezTo>
                    <a:pt x="6945" y="4811"/>
                    <a:pt x="6946" y="4829"/>
                    <a:pt x="6951" y="4848"/>
                  </a:cubicBezTo>
                  <a:cubicBezTo>
                    <a:pt x="6952" y="4861"/>
                    <a:pt x="6953" y="4874"/>
                    <a:pt x="6958" y="4884"/>
                  </a:cubicBezTo>
                  <a:cubicBezTo>
                    <a:pt x="6965" y="4917"/>
                    <a:pt x="6974" y="4949"/>
                    <a:pt x="6984" y="4983"/>
                  </a:cubicBezTo>
                  <a:cubicBezTo>
                    <a:pt x="6990" y="5005"/>
                    <a:pt x="6997" y="5027"/>
                    <a:pt x="7004" y="5050"/>
                  </a:cubicBezTo>
                  <a:cubicBezTo>
                    <a:pt x="7006" y="5057"/>
                    <a:pt x="7009" y="5064"/>
                    <a:pt x="7013" y="5072"/>
                  </a:cubicBezTo>
                  <a:cubicBezTo>
                    <a:pt x="7032" y="5122"/>
                    <a:pt x="7054" y="5172"/>
                    <a:pt x="7074" y="5220"/>
                  </a:cubicBezTo>
                  <a:cubicBezTo>
                    <a:pt x="7086" y="5247"/>
                    <a:pt x="7099" y="5275"/>
                    <a:pt x="7110" y="5303"/>
                  </a:cubicBezTo>
                  <a:cubicBezTo>
                    <a:pt x="7115" y="5314"/>
                    <a:pt x="7122" y="5329"/>
                    <a:pt x="7128" y="5342"/>
                  </a:cubicBezTo>
                  <a:cubicBezTo>
                    <a:pt x="7147" y="5383"/>
                    <a:pt x="7163" y="5419"/>
                    <a:pt x="7177" y="5452"/>
                  </a:cubicBezTo>
                  <a:cubicBezTo>
                    <a:pt x="7198" y="5499"/>
                    <a:pt x="7214" y="5546"/>
                    <a:pt x="7231" y="5589"/>
                  </a:cubicBezTo>
                  <a:cubicBezTo>
                    <a:pt x="7259" y="5662"/>
                    <a:pt x="7285" y="5735"/>
                    <a:pt x="7314" y="5807"/>
                  </a:cubicBezTo>
                  <a:lnTo>
                    <a:pt x="7340" y="5878"/>
                  </a:lnTo>
                  <a:cubicBezTo>
                    <a:pt x="7353" y="5910"/>
                    <a:pt x="7366" y="5944"/>
                    <a:pt x="7381" y="5976"/>
                  </a:cubicBezTo>
                  <a:cubicBezTo>
                    <a:pt x="7491" y="6229"/>
                    <a:pt x="7622" y="6495"/>
                    <a:pt x="7733" y="6745"/>
                  </a:cubicBezTo>
                  <a:cubicBezTo>
                    <a:pt x="7810" y="6919"/>
                    <a:pt x="7884" y="7087"/>
                    <a:pt x="7957" y="7258"/>
                  </a:cubicBezTo>
                  <a:cubicBezTo>
                    <a:pt x="7990" y="7350"/>
                    <a:pt x="8022" y="7443"/>
                    <a:pt x="8053" y="7536"/>
                  </a:cubicBezTo>
                  <a:lnTo>
                    <a:pt x="8053" y="7632"/>
                  </a:lnTo>
                  <a:lnTo>
                    <a:pt x="8051" y="7632"/>
                  </a:lnTo>
                  <a:cubicBezTo>
                    <a:pt x="8045" y="7630"/>
                    <a:pt x="8038" y="7629"/>
                    <a:pt x="8035" y="7622"/>
                  </a:cubicBezTo>
                  <a:cubicBezTo>
                    <a:pt x="8021" y="7613"/>
                    <a:pt x="8005" y="7600"/>
                    <a:pt x="7990" y="7580"/>
                  </a:cubicBezTo>
                  <a:cubicBezTo>
                    <a:pt x="7983" y="7571"/>
                    <a:pt x="7976" y="7562"/>
                    <a:pt x="7970" y="7552"/>
                  </a:cubicBezTo>
                  <a:cubicBezTo>
                    <a:pt x="7961" y="7543"/>
                    <a:pt x="7955" y="7533"/>
                    <a:pt x="7949" y="7521"/>
                  </a:cubicBezTo>
                  <a:cubicBezTo>
                    <a:pt x="7935" y="7501"/>
                    <a:pt x="7922" y="7476"/>
                    <a:pt x="7907" y="7450"/>
                  </a:cubicBezTo>
                  <a:cubicBezTo>
                    <a:pt x="7893" y="7424"/>
                    <a:pt x="7881" y="7392"/>
                    <a:pt x="7864" y="7361"/>
                  </a:cubicBezTo>
                  <a:cubicBezTo>
                    <a:pt x="7853" y="7338"/>
                    <a:pt x="7845" y="7315"/>
                    <a:pt x="7833" y="7292"/>
                  </a:cubicBezTo>
                  <a:cubicBezTo>
                    <a:pt x="7827" y="7280"/>
                    <a:pt x="7820" y="7265"/>
                    <a:pt x="7817" y="7254"/>
                  </a:cubicBezTo>
                  <a:cubicBezTo>
                    <a:pt x="7803" y="7218"/>
                    <a:pt x="7789" y="7187"/>
                    <a:pt x="7776" y="7162"/>
                  </a:cubicBezTo>
                  <a:cubicBezTo>
                    <a:pt x="7776" y="7158"/>
                    <a:pt x="7775" y="7158"/>
                    <a:pt x="7775" y="7156"/>
                  </a:cubicBezTo>
                  <a:cubicBezTo>
                    <a:pt x="7772" y="7146"/>
                    <a:pt x="7766" y="7139"/>
                    <a:pt x="7762" y="7132"/>
                  </a:cubicBezTo>
                  <a:cubicBezTo>
                    <a:pt x="7714" y="7023"/>
                    <a:pt x="7666" y="6911"/>
                    <a:pt x="7621" y="6797"/>
                  </a:cubicBezTo>
                  <a:cubicBezTo>
                    <a:pt x="7573" y="6684"/>
                    <a:pt x="7526" y="6569"/>
                    <a:pt x="7481" y="6454"/>
                  </a:cubicBezTo>
                  <a:cubicBezTo>
                    <a:pt x="7435" y="6342"/>
                    <a:pt x="7390" y="6227"/>
                    <a:pt x="7346" y="6113"/>
                  </a:cubicBezTo>
                  <a:cubicBezTo>
                    <a:pt x="7301" y="5996"/>
                    <a:pt x="7256" y="5880"/>
                    <a:pt x="7214" y="5764"/>
                  </a:cubicBezTo>
                  <a:cubicBezTo>
                    <a:pt x="7206" y="5748"/>
                    <a:pt x="7201" y="5729"/>
                    <a:pt x="7193" y="5713"/>
                  </a:cubicBezTo>
                  <a:cubicBezTo>
                    <a:pt x="7179" y="5673"/>
                    <a:pt x="7163" y="5633"/>
                    <a:pt x="7148" y="5594"/>
                  </a:cubicBezTo>
                  <a:cubicBezTo>
                    <a:pt x="7134" y="5553"/>
                    <a:pt x="7118" y="5515"/>
                    <a:pt x="7103" y="5473"/>
                  </a:cubicBezTo>
                  <a:cubicBezTo>
                    <a:pt x="7054" y="5306"/>
                    <a:pt x="7003" y="5138"/>
                    <a:pt x="6953" y="4971"/>
                  </a:cubicBezTo>
                  <a:cubicBezTo>
                    <a:pt x="6952" y="4965"/>
                    <a:pt x="6951" y="4958"/>
                    <a:pt x="6948" y="4951"/>
                  </a:cubicBezTo>
                  <a:cubicBezTo>
                    <a:pt x="6945" y="4939"/>
                    <a:pt x="6943" y="4926"/>
                    <a:pt x="6939" y="4913"/>
                  </a:cubicBezTo>
                  <a:cubicBezTo>
                    <a:pt x="6932" y="4869"/>
                    <a:pt x="6926" y="4817"/>
                    <a:pt x="6943" y="4792"/>
                  </a:cubicBezTo>
                  <a:close/>
                  <a:moveTo>
                    <a:pt x="6919" y="6229"/>
                  </a:moveTo>
                  <a:lnTo>
                    <a:pt x="6919" y="6229"/>
                  </a:lnTo>
                  <a:cubicBezTo>
                    <a:pt x="6962" y="6412"/>
                    <a:pt x="7071" y="6576"/>
                    <a:pt x="7142" y="6742"/>
                  </a:cubicBezTo>
                  <a:cubicBezTo>
                    <a:pt x="7268" y="7029"/>
                    <a:pt x="7339" y="7325"/>
                    <a:pt x="7452" y="7629"/>
                  </a:cubicBezTo>
                  <a:cubicBezTo>
                    <a:pt x="7519" y="7809"/>
                    <a:pt x="7627" y="8115"/>
                    <a:pt x="7528" y="8315"/>
                  </a:cubicBezTo>
                  <a:lnTo>
                    <a:pt x="7518" y="8327"/>
                  </a:lnTo>
                  <a:cubicBezTo>
                    <a:pt x="7513" y="8322"/>
                    <a:pt x="7512" y="8315"/>
                    <a:pt x="7507" y="8309"/>
                  </a:cubicBezTo>
                  <a:cubicBezTo>
                    <a:pt x="7504" y="8298"/>
                    <a:pt x="7500" y="8285"/>
                    <a:pt x="7499" y="8272"/>
                  </a:cubicBezTo>
                  <a:cubicBezTo>
                    <a:pt x="7496" y="8260"/>
                    <a:pt x="7496" y="8245"/>
                    <a:pt x="7496" y="8228"/>
                  </a:cubicBezTo>
                  <a:lnTo>
                    <a:pt x="7490" y="8184"/>
                  </a:lnTo>
                  <a:cubicBezTo>
                    <a:pt x="7489" y="8179"/>
                    <a:pt x="7486" y="8173"/>
                    <a:pt x="7486" y="8164"/>
                  </a:cubicBezTo>
                  <a:cubicBezTo>
                    <a:pt x="7449" y="8051"/>
                    <a:pt x="7420" y="7927"/>
                    <a:pt x="7379" y="7801"/>
                  </a:cubicBezTo>
                  <a:cubicBezTo>
                    <a:pt x="7263" y="7449"/>
                    <a:pt x="7151" y="7076"/>
                    <a:pt x="7038" y="6732"/>
                  </a:cubicBezTo>
                  <a:cubicBezTo>
                    <a:pt x="7033" y="6725"/>
                    <a:pt x="7032" y="6716"/>
                    <a:pt x="7031" y="6709"/>
                  </a:cubicBezTo>
                  <a:cubicBezTo>
                    <a:pt x="7023" y="6687"/>
                    <a:pt x="7016" y="6665"/>
                    <a:pt x="7010" y="6640"/>
                  </a:cubicBezTo>
                  <a:cubicBezTo>
                    <a:pt x="6991" y="6578"/>
                    <a:pt x="6975" y="6517"/>
                    <a:pt x="6958" y="6459"/>
                  </a:cubicBezTo>
                  <a:cubicBezTo>
                    <a:pt x="6951" y="6430"/>
                    <a:pt x="6940" y="6398"/>
                    <a:pt x="6930" y="6368"/>
                  </a:cubicBezTo>
                  <a:cubicBezTo>
                    <a:pt x="6917" y="6329"/>
                    <a:pt x="6904" y="6256"/>
                    <a:pt x="6919" y="6229"/>
                  </a:cubicBezTo>
                  <a:close/>
                  <a:moveTo>
                    <a:pt x="6639" y="7303"/>
                  </a:moveTo>
                  <a:cubicBezTo>
                    <a:pt x="6648" y="7329"/>
                    <a:pt x="6657" y="7356"/>
                    <a:pt x="6664" y="7380"/>
                  </a:cubicBezTo>
                  <a:cubicBezTo>
                    <a:pt x="6674" y="7407"/>
                    <a:pt x="6682" y="7433"/>
                    <a:pt x="6686" y="7460"/>
                  </a:cubicBezTo>
                  <a:cubicBezTo>
                    <a:pt x="6700" y="7513"/>
                    <a:pt x="6714" y="7565"/>
                    <a:pt x="6727" y="7617"/>
                  </a:cubicBezTo>
                  <a:cubicBezTo>
                    <a:pt x="6750" y="7726"/>
                    <a:pt x="6772" y="7834"/>
                    <a:pt x="6799" y="7943"/>
                  </a:cubicBezTo>
                  <a:cubicBezTo>
                    <a:pt x="6810" y="7988"/>
                    <a:pt x="6812" y="8036"/>
                    <a:pt x="6815" y="8083"/>
                  </a:cubicBezTo>
                  <a:cubicBezTo>
                    <a:pt x="6820" y="8131"/>
                    <a:pt x="6821" y="8176"/>
                    <a:pt x="6830" y="8219"/>
                  </a:cubicBezTo>
                  <a:cubicBezTo>
                    <a:pt x="6856" y="8315"/>
                    <a:pt x="6837" y="8482"/>
                    <a:pt x="6801" y="8555"/>
                  </a:cubicBezTo>
                  <a:cubicBezTo>
                    <a:pt x="6798" y="8562"/>
                    <a:pt x="6794" y="8568"/>
                    <a:pt x="6788" y="8574"/>
                  </a:cubicBezTo>
                  <a:cubicBezTo>
                    <a:pt x="6783" y="8591"/>
                    <a:pt x="6786" y="8584"/>
                    <a:pt x="6778" y="8594"/>
                  </a:cubicBezTo>
                  <a:cubicBezTo>
                    <a:pt x="6773" y="8580"/>
                    <a:pt x="6770" y="8562"/>
                    <a:pt x="6764" y="8548"/>
                  </a:cubicBezTo>
                  <a:cubicBezTo>
                    <a:pt x="6754" y="8503"/>
                    <a:pt x="6741" y="8456"/>
                    <a:pt x="6728" y="8407"/>
                  </a:cubicBezTo>
                  <a:cubicBezTo>
                    <a:pt x="6712" y="8343"/>
                    <a:pt x="6696" y="8276"/>
                    <a:pt x="6679" y="8211"/>
                  </a:cubicBezTo>
                  <a:cubicBezTo>
                    <a:pt x="6671" y="8176"/>
                    <a:pt x="6667" y="8141"/>
                    <a:pt x="6661" y="8107"/>
                  </a:cubicBezTo>
                  <a:cubicBezTo>
                    <a:pt x="6657" y="8085"/>
                    <a:pt x="6655" y="8064"/>
                    <a:pt x="6654" y="8039"/>
                  </a:cubicBezTo>
                  <a:cubicBezTo>
                    <a:pt x="6653" y="8024"/>
                    <a:pt x="6650" y="8010"/>
                    <a:pt x="6650" y="7995"/>
                  </a:cubicBezTo>
                  <a:cubicBezTo>
                    <a:pt x="6647" y="7952"/>
                    <a:pt x="6645" y="7911"/>
                    <a:pt x="6641" y="7869"/>
                  </a:cubicBezTo>
                  <a:cubicBezTo>
                    <a:pt x="6635" y="7803"/>
                    <a:pt x="6628" y="7739"/>
                    <a:pt x="6613" y="7675"/>
                  </a:cubicBezTo>
                  <a:cubicBezTo>
                    <a:pt x="6610" y="7660"/>
                    <a:pt x="6609" y="7638"/>
                    <a:pt x="6606" y="7610"/>
                  </a:cubicBezTo>
                  <a:cubicBezTo>
                    <a:pt x="6603" y="7574"/>
                    <a:pt x="6603" y="7529"/>
                    <a:pt x="6605" y="7485"/>
                  </a:cubicBezTo>
                  <a:cubicBezTo>
                    <a:pt x="6605" y="7470"/>
                    <a:pt x="6605" y="7456"/>
                    <a:pt x="6606" y="7441"/>
                  </a:cubicBezTo>
                  <a:cubicBezTo>
                    <a:pt x="6609" y="7424"/>
                    <a:pt x="6610" y="7409"/>
                    <a:pt x="6612" y="7395"/>
                  </a:cubicBezTo>
                  <a:cubicBezTo>
                    <a:pt x="6612" y="7388"/>
                    <a:pt x="6613" y="7380"/>
                    <a:pt x="6616" y="7373"/>
                  </a:cubicBezTo>
                  <a:lnTo>
                    <a:pt x="6616" y="7366"/>
                  </a:lnTo>
                  <a:cubicBezTo>
                    <a:pt x="6618" y="7361"/>
                    <a:pt x="6618" y="7359"/>
                    <a:pt x="6619" y="7353"/>
                  </a:cubicBezTo>
                  <a:cubicBezTo>
                    <a:pt x="6623" y="7340"/>
                    <a:pt x="6626" y="7327"/>
                    <a:pt x="6631" y="7318"/>
                  </a:cubicBezTo>
                  <a:cubicBezTo>
                    <a:pt x="6634" y="7315"/>
                    <a:pt x="6635" y="7308"/>
                    <a:pt x="6638" y="7305"/>
                  </a:cubicBezTo>
                  <a:cubicBezTo>
                    <a:pt x="6639" y="7305"/>
                    <a:pt x="6639" y="7303"/>
                    <a:pt x="6639" y="7303"/>
                  </a:cubicBezTo>
                  <a:close/>
                  <a:moveTo>
                    <a:pt x="10777" y="0"/>
                  </a:moveTo>
                  <a:cubicBezTo>
                    <a:pt x="10770" y="5"/>
                    <a:pt x="10764" y="11"/>
                    <a:pt x="10757" y="13"/>
                  </a:cubicBezTo>
                  <a:cubicBezTo>
                    <a:pt x="10750" y="18"/>
                    <a:pt x="10745" y="22"/>
                    <a:pt x="10738" y="27"/>
                  </a:cubicBezTo>
                  <a:cubicBezTo>
                    <a:pt x="10716" y="41"/>
                    <a:pt x="10694" y="56"/>
                    <a:pt x="10674" y="72"/>
                  </a:cubicBezTo>
                  <a:cubicBezTo>
                    <a:pt x="10639" y="98"/>
                    <a:pt x="10607" y="124"/>
                    <a:pt x="10574" y="149"/>
                  </a:cubicBezTo>
                  <a:cubicBezTo>
                    <a:pt x="10549" y="168"/>
                    <a:pt x="10523" y="186"/>
                    <a:pt x="10498" y="207"/>
                  </a:cubicBezTo>
                  <a:cubicBezTo>
                    <a:pt x="10473" y="226"/>
                    <a:pt x="10447" y="243"/>
                    <a:pt x="10421" y="261"/>
                  </a:cubicBezTo>
                  <a:cubicBezTo>
                    <a:pt x="10405" y="274"/>
                    <a:pt x="10385" y="287"/>
                    <a:pt x="10369" y="297"/>
                  </a:cubicBezTo>
                  <a:cubicBezTo>
                    <a:pt x="10332" y="319"/>
                    <a:pt x="10295" y="339"/>
                    <a:pt x="10255" y="355"/>
                  </a:cubicBezTo>
                  <a:cubicBezTo>
                    <a:pt x="10236" y="364"/>
                    <a:pt x="10217" y="374"/>
                    <a:pt x="10197" y="381"/>
                  </a:cubicBezTo>
                  <a:cubicBezTo>
                    <a:pt x="10178" y="389"/>
                    <a:pt x="10159" y="397"/>
                    <a:pt x="10138" y="405"/>
                  </a:cubicBezTo>
                  <a:cubicBezTo>
                    <a:pt x="10117" y="413"/>
                    <a:pt x="10100" y="419"/>
                    <a:pt x="10078" y="426"/>
                  </a:cubicBezTo>
                  <a:cubicBezTo>
                    <a:pt x="10037" y="439"/>
                    <a:pt x="9998" y="454"/>
                    <a:pt x="9956" y="470"/>
                  </a:cubicBezTo>
                  <a:cubicBezTo>
                    <a:pt x="9935" y="477"/>
                    <a:pt x="9914" y="485"/>
                    <a:pt x="9895" y="492"/>
                  </a:cubicBezTo>
                  <a:cubicBezTo>
                    <a:pt x="9869" y="502"/>
                    <a:pt x="9845" y="512"/>
                    <a:pt x="9822" y="519"/>
                  </a:cubicBezTo>
                  <a:cubicBezTo>
                    <a:pt x="9713" y="564"/>
                    <a:pt x="9582" y="624"/>
                    <a:pt x="9447" y="637"/>
                  </a:cubicBezTo>
                  <a:cubicBezTo>
                    <a:pt x="9376" y="799"/>
                    <a:pt x="9320" y="941"/>
                    <a:pt x="9178" y="1031"/>
                  </a:cubicBezTo>
                  <a:cubicBezTo>
                    <a:pt x="9127" y="1068"/>
                    <a:pt x="9069" y="1089"/>
                    <a:pt x="9009" y="1104"/>
                  </a:cubicBezTo>
                  <a:cubicBezTo>
                    <a:pt x="8958" y="1118"/>
                    <a:pt x="8903" y="1127"/>
                    <a:pt x="8848" y="1139"/>
                  </a:cubicBezTo>
                  <a:cubicBezTo>
                    <a:pt x="8791" y="1149"/>
                    <a:pt x="8733" y="1159"/>
                    <a:pt x="8675" y="1174"/>
                  </a:cubicBezTo>
                  <a:lnTo>
                    <a:pt x="8197" y="1174"/>
                  </a:lnTo>
                  <a:cubicBezTo>
                    <a:pt x="8165" y="1178"/>
                    <a:pt x="8128" y="1181"/>
                    <a:pt x="8089" y="1181"/>
                  </a:cubicBezTo>
                  <a:cubicBezTo>
                    <a:pt x="8077" y="1182"/>
                    <a:pt x="8063" y="1182"/>
                    <a:pt x="8048" y="1184"/>
                  </a:cubicBezTo>
                  <a:cubicBezTo>
                    <a:pt x="8035" y="1184"/>
                    <a:pt x="8024" y="1185"/>
                    <a:pt x="8012" y="1188"/>
                  </a:cubicBezTo>
                  <a:lnTo>
                    <a:pt x="8008" y="1188"/>
                  </a:lnTo>
                  <a:cubicBezTo>
                    <a:pt x="7999" y="1190"/>
                    <a:pt x="7992" y="1191"/>
                    <a:pt x="7983" y="1193"/>
                  </a:cubicBezTo>
                  <a:cubicBezTo>
                    <a:pt x="7922" y="1207"/>
                    <a:pt x="7842" y="1229"/>
                    <a:pt x="7760" y="1251"/>
                  </a:cubicBezTo>
                  <a:cubicBezTo>
                    <a:pt x="7740" y="1255"/>
                    <a:pt x="7723" y="1261"/>
                    <a:pt x="7702" y="1264"/>
                  </a:cubicBezTo>
                  <a:cubicBezTo>
                    <a:pt x="7685" y="1268"/>
                    <a:pt x="7666" y="1270"/>
                    <a:pt x="7650" y="1273"/>
                  </a:cubicBezTo>
                  <a:cubicBezTo>
                    <a:pt x="7604" y="1280"/>
                    <a:pt x="7557" y="1285"/>
                    <a:pt x="7513" y="1285"/>
                  </a:cubicBezTo>
                  <a:cubicBezTo>
                    <a:pt x="7438" y="1285"/>
                    <a:pt x="7368" y="1272"/>
                    <a:pt x="7310" y="1236"/>
                  </a:cubicBezTo>
                  <a:cubicBezTo>
                    <a:pt x="7215" y="1181"/>
                    <a:pt x="7198" y="1089"/>
                    <a:pt x="7148" y="980"/>
                  </a:cubicBezTo>
                  <a:cubicBezTo>
                    <a:pt x="7121" y="922"/>
                    <a:pt x="7070" y="897"/>
                    <a:pt x="7064" y="812"/>
                  </a:cubicBezTo>
                  <a:lnTo>
                    <a:pt x="6663" y="812"/>
                  </a:lnTo>
                  <a:lnTo>
                    <a:pt x="6663" y="816"/>
                  </a:lnTo>
                  <a:cubicBezTo>
                    <a:pt x="6432" y="813"/>
                    <a:pt x="6199" y="813"/>
                    <a:pt x="5966" y="813"/>
                  </a:cubicBezTo>
                  <a:cubicBezTo>
                    <a:pt x="5896" y="816"/>
                    <a:pt x="5827" y="816"/>
                    <a:pt x="5755" y="816"/>
                  </a:cubicBezTo>
                  <a:cubicBezTo>
                    <a:pt x="5617" y="819"/>
                    <a:pt x="5479" y="819"/>
                    <a:pt x="5344" y="825"/>
                  </a:cubicBezTo>
                  <a:cubicBezTo>
                    <a:pt x="5274" y="828"/>
                    <a:pt x="5209" y="828"/>
                    <a:pt x="5140" y="832"/>
                  </a:cubicBezTo>
                  <a:cubicBezTo>
                    <a:pt x="4938" y="841"/>
                    <a:pt x="4741" y="854"/>
                    <a:pt x="4546" y="871"/>
                  </a:cubicBezTo>
                  <a:cubicBezTo>
                    <a:pt x="4461" y="879"/>
                    <a:pt x="4380" y="889"/>
                    <a:pt x="4299" y="899"/>
                  </a:cubicBezTo>
                  <a:cubicBezTo>
                    <a:pt x="4286" y="900"/>
                    <a:pt x="4271" y="903"/>
                    <a:pt x="4256" y="903"/>
                  </a:cubicBezTo>
                  <a:cubicBezTo>
                    <a:pt x="4163" y="915"/>
                    <a:pt x="4072" y="928"/>
                    <a:pt x="3985" y="944"/>
                  </a:cubicBezTo>
                  <a:cubicBezTo>
                    <a:pt x="3966" y="948"/>
                    <a:pt x="3948" y="950"/>
                    <a:pt x="3929" y="954"/>
                  </a:cubicBezTo>
                  <a:cubicBezTo>
                    <a:pt x="3835" y="972"/>
                    <a:pt x="3745" y="990"/>
                    <a:pt x="3653" y="1012"/>
                  </a:cubicBezTo>
                  <a:cubicBezTo>
                    <a:pt x="3602" y="1024"/>
                    <a:pt x="3553" y="1037"/>
                    <a:pt x="3506" y="1050"/>
                  </a:cubicBezTo>
                  <a:cubicBezTo>
                    <a:pt x="3272" y="1113"/>
                    <a:pt x="3025" y="1130"/>
                    <a:pt x="2810" y="1198"/>
                  </a:cubicBezTo>
                  <a:cubicBezTo>
                    <a:pt x="2789" y="1203"/>
                    <a:pt x="2771" y="1206"/>
                    <a:pt x="2752" y="1210"/>
                  </a:cubicBezTo>
                  <a:cubicBezTo>
                    <a:pt x="2742" y="1211"/>
                    <a:pt x="2731" y="1213"/>
                    <a:pt x="2723" y="1214"/>
                  </a:cubicBezTo>
                  <a:cubicBezTo>
                    <a:pt x="2714" y="1217"/>
                    <a:pt x="2702" y="1219"/>
                    <a:pt x="2694" y="1220"/>
                  </a:cubicBezTo>
                  <a:cubicBezTo>
                    <a:pt x="2627" y="1307"/>
                    <a:pt x="2560" y="1399"/>
                    <a:pt x="2490" y="1486"/>
                  </a:cubicBezTo>
                  <a:cubicBezTo>
                    <a:pt x="2407" y="1576"/>
                    <a:pt x="2321" y="1662"/>
                    <a:pt x="2230" y="1744"/>
                  </a:cubicBezTo>
                  <a:cubicBezTo>
                    <a:pt x="2081" y="1882"/>
                    <a:pt x="1922" y="2010"/>
                    <a:pt x="1741" y="2119"/>
                  </a:cubicBezTo>
                  <a:cubicBezTo>
                    <a:pt x="1721" y="2130"/>
                    <a:pt x="1698" y="2143"/>
                    <a:pt x="1674" y="2155"/>
                  </a:cubicBezTo>
                  <a:lnTo>
                    <a:pt x="1631" y="2177"/>
                  </a:lnTo>
                  <a:cubicBezTo>
                    <a:pt x="1618" y="2184"/>
                    <a:pt x="1603" y="2188"/>
                    <a:pt x="1587" y="2196"/>
                  </a:cubicBezTo>
                  <a:cubicBezTo>
                    <a:pt x="1581" y="2200"/>
                    <a:pt x="1574" y="2202"/>
                    <a:pt x="1567" y="2206"/>
                  </a:cubicBezTo>
                  <a:cubicBezTo>
                    <a:pt x="1546" y="2215"/>
                    <a:pt x="1528" y="2223"/>
                    <a:pt x="1507" y="2231"/>
                  </a:cubicBezTo>
                  <a:cubicBezTo>
                    <a:pt x="1485" y="2239"/>
                    <a:pt x="1464" y="2247"/>
                    <a:pt x="1440" y="2254"/>
                  </a:cubicBezTo>
                  <a:cubicBezTo>
                    <a:pt x="1369" y="2280"/>
                    <a:pt x="1291" y="2300"/>
                    <a:pt x="1212" y="2319"/>
                  </a:cubicBezTo>
                  <a:cubicBezTo>
                    <a:pt x="1168" y="2331"/>
                    <a:pt x="1123" y="2340"/>
                    <a:pt x="1078" y="2347"/>
                  </a:cubicBezTo>
                  <a:cubicBezTo>
                    <a:pt x="1049" y="2351"/>
                    <a:pt x="1020" y="2359"/>
                    <a:pt x="991" y="2360"/>
                  </a:cubicBezTo>
                  <a:cubicBezTo>
                    <a:pt x="943" y="2367"/>
                    <a:pt x="895" y="2373"/>
                    <a:pt x="846" y="2380"/>
                  </a:cubicBezTo>
                  <a:cubicBezTo>
                    <a:pt x="808" y="2383"/>
                    <a:pt x="767" y="2388"/>
                    <a:pt x="729" y="2391"/>
                  </a:cubicBezTo>
                  <a:cubicBezTo>
                    <a:pt x="674" y="2395"/>
                    <a:pt x="620" y="2396"/>
                    <a:pt x="568" y="2396"/>
                  </a:cubicBezTo>
                  <a:cubicBezTo>
                    <a:pt x="527" y="2396"/>
                    <a:pt x="474" y="2397"/>
                    <a:pt x="416" y="2397"/>
                  </a:cubicBezTo>
                  <a:cubicBezTo>
                    <a:pt x="373" y="2397"/>
                    <a:pt x="328" y="2397"/>
                    <a:pt x="284" y="2395"/>
                  </a:cubicBezTo>
                  <a:cubicBezTo>
                    <a:pt x="248" y="2392"/>
                    <a:pt x="215" y="2391"/>
                    <a:pt x="184" y="2389"/>
                  </a:cubicBezTo>
                  <a:cubicBezTo>
                    <a:pt x="155" y="2385"/>
                    <a:pt x="126" y="2382"/>
                    <a:pt x="106" y="2376"/>
                  </a:cubicBezTo>
                  <a:cubicBezTo>
                    <a:pt x="81" y="2370"/>
                    <a:pt x="59" y="2363"/>
                    <a:pt x="45" y="2353"/>
                  </a:cubicBezTo>
                  <a:lnTo>
                    <a:pt x="1" y="2353"/>
                  </a:lnTo>
                  <a:cubicBezTo>
                    <a:pt x="5" y="2373"/>
                    <a:pt x="13" y="2395"/>
                    <a:pt x="23" y="2412"/>
                  </a:cubicBezTo>
                  <a:cubicBezTo>
                    <a:pt x="30" y="2433"/>
                    <a:pt x="39" y="2453"/>
                    <a:pt x="49" y="2472"/>
                  </a:cubicBezTo>
                  <a:cubicBezTo>
                    <a:pt x="61" y="2492"/>
                    <a:pt x="69" y="2513"/>
                    <a:pt x="82" y="2533"/>
                  </a:cubicBezTo>
                  <a:cubicBezTo>
                    <a:pt x="97" y="2562"/>
                    <a:pt x="114" y="2593"/>
                    <a:pt x="132" y="2620"/>
                  </a:cubicBezTo>
                  <a:cubicBezTo>
                    <a:pt x="146" y="2649"/>
                    <a:pt x="161" y="2678"/>
                    <a:pt x="172" y="2705"/>
                  </a:cubicBezTo>
                  <a:cubicBezTo>
                    <a:pt x="270" y="2920"/>
                    <a:pt x="366" y="3131"/>
                    <a:pt x="462" y="3343"/>
                  </a:cubicBezTo>
                  <a:cubicBezTo>
                    <a:pt x="489" y="3400"/>
                    <a:pt x="514" y="3458"/>
                    <a:pt x="540" y="3516"/>
                  </a:cubicBezTo>
                  <a:lnTo>
                    <a:pt x="572" y="3592"/>
                  </a:lnTo>
                  <a:cubicBezTo>
                    <a:pt x="575" y="3594"/>
                    <a:pt x="577" y="3596"/>
                    <a:pt x="577" y="3597"/>
                  </a:cubicBezTo>
                  <a:cubicBezTo>
                    <a:pt x="590" y="3625"/>
                    <a:pt x="600" y="3650"/>
                    <a:pt x="613" y="3677"/>
                  </a:cubicBezTo>
                  <a:cubicBezTo>
                    <a:pt x="674" y="3817"/>
                    <a:pt x="735" y="3958"/>
                    <a:pt x="790" y="4099"/>
                  </a:cubicBezTo>
                  <a:lnTo>
                    <a:pt x="790" y="4100"/>
                  </a:lnTo>
                  <a:cubicBezTo>
                    <a:pt x="862" y="4273"/>
                    <a:pt x="931" y="4445"/>
                    <a:pt x="998" y="4619"/>
                  </a:cubicBezTo>
                  <a:cubicBezTo>
                    <a:pt x="1224" y="5204"/>
                    <a:pt x="1430" y="5804"/>
                    <a:pt x="1638" y="6424"/>
                  </a:cubicBezTo>
                  <a:cubicBezTo>
                    <a:pt x="1778" y="6841"/>
                    <a:pt x="1849" y="7281"/>
                    <a:pt x="1971" y="7705"/>
                  </a:cubicBezTo>
                  <a:cubicBezTo>
                    <a:pt x="2016" y="7865"/>
                    <a:pt x="2015" y="8024"/>
                    <a:pt x="2077" y="8176"/>
                  </a:cubicBezTo>
                  <a:cubicBezTo>
                    <a:pt x="2211" y="8494"/>
                    <a:pt x="2411" y="8853"/>
                    <a:pt x="2590" y="9137"/>
                  </a:cubicBezTo>
                  <a:cubicBezTo>
                    <a:pt x="2627" y="9195"/>
                    <a:pt x="2663" y="9259"/>
                    <a:pt x="2698" y="9318"/>
                  </a:cubicBezTo>
                  <a:cubicBezTo>
                    <a:pt x="2734" y="9379"/>
                    <a:pt x="2771" y="9445"/>
                    <a:pt x="2808" y="9500"/>
                  </a:cubicBezTo>
                  <a:cubicBezTo>
                    <a:pt x="2884" y="9621"/>
                    <a:pt x="2971" y="9730"/>
                    <a:pt x="3080" y="9810"/>
                  </a:cubicBezTo>
                  <a:cubicBezTo>
                    <a:pt x="3240" y="9922"/>
                    <a:pt x="3530" y="9988"/>
                    <a:pt x="3802" y="9988"/>
                  </a:cubicBezTo>
                  <a:cubicBezTo>
                    <a:pt x="3905" y="9988"/>
                    <a:pt x="4007" y="9978"/>
                    <a:pt x="4097" y="9958"/>
                  </a:cubicBezTo>
                  <a:cubicBezTo>
                    <a:pt x="4128" y="9951"/>
                    <a:pt x="4163" y="9949"/>
                    <a:pt x="4198" y="9949"/>
                  </a:cubicBezTo>
                  <a:cubicBezTo>
                    <a:pt x="4253" y="9949"/>
                    <a:pt x="4309" y="9954"/>
                    <a:pt x="4360" y="9954"/>
                  </a:cubicBezTo>
                  <a:cubicBezTo>
                    <a:pt x="4388" y="9954"/>
                    <a:pt x="4415" y="9953"/>
                    <a:pt x="4438" y="9948"/>
                  </a:cubicBezTo>
                  <a:lnTo>
                    <a:pt x="4793" y="9948"/>
                  </a:lnTo>
                  <a:cubicBezTo>
                    <a:pt x="4812" y="9943"/>
                    <a:pt x="4834" y="9942"/>
                    <a:pt x="4859" y="9942"/>
                  </a:cubicBezTo>
                  <a:cubicBezTo>
                    <a:pt x="4893" y="9942"/>
                    <a:pt x="4930" y="9945"/>
                    <a:pt x="4966" y="9945"/>
                  </a:cubicBezTo>
                  <a:cubicBezTo>
                    <a:pt x="4977" y="9945"/>
                    <a:pt x="4989" y="9944"/>
                    <a:pt x="4999" y="9944"/>
                  </a:cubicBezTo>
                  <a:cubicBezTo>
                    <a:pt x="5005" y="9944"/>
                    <a:pt x="5013" y="9942"/>
                    <a:pt x="5020" y="9941"/>
                  </a:cubicBezTo>
                  <a:cubicBezTo>
                    <a:pt x="5024" y="9941"/>
                    <a:pt x="5026" y="9939"/>
                    <a:pt x="5028" y="9939"/>
                  </a:cubicBezTo>
                  <a:cubicBezTo>
                    <a:pt x="5033" y="9936"/>
                    <a:pt x="5034" y="9936"/>
                    <a:pt x="5039" y="9935"/>
                  </a:cubicBezTo>
                  <a:cubicBezTo>
                    <a:pt x="5164" y="9907"/>
                    <a:pt x="5308" y="9900"/>
                    <a:pt x="5449" y="9899"/>
                  </a:cubicBezTo>
                  <a:cubicBezTo>
                    <a:pt x="5591" y="9896"/>
                    <a:pt x="5737" y="9893"/>
                    <a:pt x="5863" y="9874"/>
                  </a:cubicBezTo>
                  <a:cubicBezTo>
                    <a:pt x="6035" y="9848"/>
                    <a:pt x="6199" y="9830"/>
                    <a:pt x="6362" y="9811"/>
                  </a:cubicBezTo>
                  <a:cubicBezTo>
                    <a:pt x="6405" y="9808"/>
                    <a:pt x="6446" y="9803"/>
                    <a:pt x="6488" y="9798"/>
                  </a:cubicBezTo>
                  <a:cubicBezTo>
                    <a:pt x="6567" y="9789"/>
                    <a:pt x="6645" y="9779"/>
                    <a:pt x="6719" y="9768"/>
                  </a:cubicBezTo>
                  <a:cubicBezTo>
                    <a:pt x="6759" y="9765"/>
                    <a:pt x="6798" y="9757"/>
                    <a:pt x="6836" y="9750"/>
                  </a:cubicBezTo>
                  <a:cubicBezTo>
                    <a:pt x="6939" y="9730"/>
                    <a:pt x="7041" y="9708"/>
                    <a:pt x="7142" y="9680"/>
                  </a:cubicBezTo>
                  <a:cubicBezTo>
                    <a:pt x="7183" y="9670"/>
                    <a:pt x="7220" y="9659"/>
                    <a:pt x="7259" y="9648"/>
                  </a:cubicBezTo>
                  <a:cubicBezTo>
                    <a:pt x="7358" y="9621"/>
                    <a:pt x="7455" y="9590"/>
                    <a:pt x="7551" y="9557"/>
                  </a:cubicBezTo>
                  <a:cubicBezTo>
                    <a:pt x="7635" y="9529"/>
                    <a:pt x="7721" y="9503"/>
                    <a:pt x="7803" y="9474"/>
                  </a:cubicBezTo>
                  <a:cubicBezTo>
                    <a:pt x="7906" y="9439"/>
                    <a:pt x="8008" y="9401"/>
                    <a:pt x="8111" y="9361"/>
                  </a:cubicBezTo>
                  <a:cubicBezTo>
                    <a:pt x="8131" y="9355"/>
                    <a:pt x="8154" y="9347"/>
                    <a:pt x="8175" y="9337"/>
                  </a:cubicBezTo>
                  <a:cubicBezTo>
                    <a:pt x="8291" y="9292"/>
                    <a:pt x="8407" y="9244"/>
                    <a:pt x="8522" y="9195"/>
                  </a:cubicBezTo>
                  <a:cubicBezTo>
                    <a:pt x="8631" y="9150"/>
                    <a:pt x="8739" y="9103"/>
                    <a:pt x="8845" y="9054"/>
                  </a:cubicBezTo>
                  <a:cubicBezTo>
                    <a:pt x="9059" y="8955"/>
                    <a:pt x="9267" y="8852"/>
                    <a:pt x="9469" y="8744"/>
                  </a:cubicBezTo>
                  <a:cubicBezTo>
                    <a:pt x="9569" y="8692"/>
                    <a:pt x="9671" y="8635"/>
                    <a:pt x="9768" y="8580"/>
                  </a:cubicBezTo>
                  <a:cubicBezTo>
                    <a:pt x="9883" y="8514"/>
                    <a:pt x="9994" y="8449"/>
                    <a:pt x="10103" y="8381"/>
                  </a:cubicBezTo>
                  <a:cubicBezTo>
                    <a:pt x="10181" y="8333"/>
                    <a:pt x="10260" y="8285"/>
                    <a:pt x="10340" y="8240"/>
                  </a:cubicBezTo>
                  <a:cubicBezTo>
                    <a:pt x="10377" y="8215"/>
                    <a:pt x="10418" y="8196"/>
                    <a:pt x="10456" y="8170"/>
                  </a:cubicBezTo>
                  <a:lnTo>
                    <a:pt x="10581" y="8094"/>
                  </a:lnTo>
                  <a:cubicBezTo>
                    <a:pt x="10665" y="8043"/>
                    <a:pt x="10747" y="7992"/>
                    <a:pt x="10827" y="7937"/>
                  </a:cubicBezTo>
                  <a:cubicBezTo>
                    <a:pt x="10869" y="7910"/>
                    <a:pt x="10908" y="7883"/>
                    <a:pt x="10949" y="7854"/>
                  </a:cubicBezTo>
                  <a:cubicBezTo>
                    <a:pt x="10974" y="7837"/>
                    <a:pt x="10995" y="7818"/>
                    <a:pt x="11021" y="7801"/>
                  </a:cubicBezTo>
                  <a:cubicBezTo>
                    <a:pt x="11033" y="7792"/>
                    <a:pt x="11045" y="7783"/>
                    <a:pt x="11058" y="7774"/>
                  </a:cubicBezTo>
                  <a:lnTo>
                    <a:pt x="11059" y="7773"/>
                  </a:lnTo>
                  <a:cubicBezTo>
                    <a:pt x="11080" y="7760"/>
                    <a:pt x="11097" y="7744"/>
                    <a:pt x="11117" y="7726"/>
                  </a:cubicBezTo>
                  <a:lnTo>
                    <a:pt x="11119" y="7726"/>
                  </a:lnTo>
                  <a:cubicBezTo>
                    <a:pt x="11181" y="7674"/>
                    <a:pt x="11242" y="7622"/>
                    <a:pt x="11302" y="7569"/>
                  </a:cubicBezTo>
                  <a:cubicBezTo>
                    <a:pt x="11334" y="7542"/>
                    <a:pt x="11365" y="7516"/>
                    <a:pt x="11397" y="7492"/>
                  </a:cubicBezTo>
                  <a:cubicBezTo>
                    <a:pt x="11436" y="7455"/>
                    <a:pt x="11468" y="7417"/>
                    <a:pt x="11504" y="7376"/>
                  </a:cubicBezTo>
                  <a:cubicBezTo>
                    <a:pt x="11523" y="7363"/>
                    <a:pt x="11539" y="7351"/>
                    <a:pt x="11555" y="7337"/>
                  </a:cubicBezTo>
                  <a:cubicBezTo>
                    <a:pt x="11590" y="7309"/>
                    <a:pt x="11625" y="7280"/>
                    <a:pt x="11655" y="7250"/>
                  </a:cubicBezTo>
                  <a:cubicBezTo>
                    <a:pt x="11738" y="7171"/>
                    <a:pt x="11817" y="7084"/>
                    <a:pt x="11876" y="7002"/>
                  </a:cubicBezTo>
                  <a:cubicBezTo>
                    <a:pt x="12122" y="6677"/>
                    <a:pt x="12333" y="6370"/>
                    <a:pt x="12443" y="5902"/>
                  </a:cubicBezTo>
                  <a:cubicBezTo>
                    <a:pt x="12555" y="5436"/>
                    <a:pt x="12269" y="4938"/>
                    <a:pt x="12145" y="4650"/>
                  </a:cubicBezTo>
                  <a:cubicBezTo>
                    <a:pt x="12025" y="4372"/>
                    <a:pt x="11905" y="4092"/>
                    <a:pt x="11789" y="3811"/>
                  </a:cubicBezTo>
                  <a:cubicBezTo>
                    <a:pt x="11673" y="3528"/>
                    <a:pt x="11557" y="3244"/>
                    <a:pt x="11440" y="2962"/>
                  </a:cubicBezTo>
                  <a:cubicBezTo>
                    <a:pt x="11334" y="2706"/>
                    <a:pt x="11283" y="2444"/>
                    <a:pt x="11171" y="2183"/>
                  </a:cubicBezTo>
                  <a:cubicBezTo>
                    <a:pt x="11033" y="1845"/>
                    <a:pt x="10924" y="1489"/>
                    <a:pt x="10840" y="1102"/>
                  </a:cubicBezTo>
                  <a:cubicBezTo>
                    <a:pt x="10827" y="1037"/>
                    <a:pt x="10812" y="973"/>
                    <a:pt x="10800" y="906"/>
                  </a:cubicBezTo>
                  <a:cubicBezTo>
                    <a:pt x="10789" y="842"/>
                    <a:pt x="10777" y="777"/>
                    <a:pt x="10764" y="711"/>
                  </a:cubicBezTo>
                  <a:lnTo>
                    <a:pt x="10764" y="707"/>
                  </a:lnTo>
                  <a:cubicBezTo>
                    <a:pt x="10748" y="599"/>
                    <a:pt x="10735" y="461"/>
                    <a:pt x="10745" y="348"/>
                  </a:cubicBezTo>
                  <a:cubicBezTo>
                    <a:pt x="10747" y="323"/>
                    <a:pt x="10748" y="301"/>
                    <a:pt x="10754" y="280"/>
                  </a:cubicBezTo>
                  <a:cubicBezTo>
                    <a:pt x="10755" y="272"/>
                    <a:pt x="10757" y="266"/>
                    <a:pt x="10757" y="259"/>
                  </a:cubicBezTo>
                  <a:lnTo>
                    <a:pt x="10757" y="252"/>
                  </a:lnTo>
                  <a:cubicBezTo>
                    <a:pt x="10760" y="239"/>
                    <a:pt x="10761" y="224"/>
                    <a:pt x="10761" y="210"/>
                  </a:cubicBezTo>
                  <a:cubicBezTo>
                    <a:pt x="10761" y="198"/>
                    <a:pt x="10760" y="188"/>
                    <a:pt x="10760" y="176"/>
                  </a:cubicBezTo>
                  <a:cubicBezTo>
                    <a:pt x="10755" y="124"/>
                    <a:pt x="10755" y="77"/>
                    <a:pt x="10777" y="43"/>
                  </a:cubicBezTo>
                  <a:lnTo>
                    <a:pt x="1077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
            <p:cNvSpPr/>
            <p:nvPr/>
          </p:nvSpPr>
          <p:spPr>
            <a:xfrm>
              <a:off x="1240683" y="1096692"/>
              <a:ext cx="314386" cy="163248"/>
            </a:xfrm>
            <a:custGeom>
              <a:rect b="b" l="l" r="r" t="t"/>
              <a:pathLst>
                <a:path extrusionOk="0" h="5770" w="11112">
                  <a:moveTo>
                    <a:pt x="4358" y="3570"/>
                  </a:moveTo>
                  <a:cubicBezTo>
                    <a:pt x="4364" y="3570"/>
                    <a:pt x="4370" y="3571"/>
                    <a:pt x="4377" y="3573"/>
                  </a:cubicBezTo>
                  <a:cubicBezTo>
                    <a:pt x="4412" y="3585"/>
                    <a:pt x="4445" y="3596"/>
                    <a:pt x="4479" y="3609"/>
                  </a:cubicBezTo>
                  <a:cubicBezTo>
                    <a:pt x="4534" y="3627"/>
                    <a:pt x="4513" y="3700"/>
                    <a:pt x="4461" y="3700"/>
                  </a:cubicBezTo>
                  <a:cubicBezTo>
                    <a:pt x="4459" y="3700"/>
                    <a:pt x="4456" y="3700"/>
                    <a:pt x="4453" y="3700"/>
                  </a:cubicBezTo>
                  <a:cubicBezTo>
                    <a:pt x="4416" y="3694"/>
                    <a:pt x="4380" y="3687"/>
                    <a:pt x="4344" y="3682"/>
                  </a:cubicBezTo>
                  <a:cubicBezTo>
                    <a:pt x="4282" y="3672"/>
                    <a:pt x="4301" y="3570"/>
                    <a:pt x="4358" y="3570"/>
                  </a:cubicBezTo>
                  <a:close/>
                  <a:moveTo>
                    <a:pt x="4162" y="4076"/>
                  </a:moveTo>
                  <a:cubicBezTo>
                    <a:pt x="4173" y="4076"/>
                    <a:pt x="4183" y="4077"/>
                    <a:pt x="4194" y="4078"/>
                  </a:cubicBezTo>
                  <a:cubicBezTo>
                    <a:pt x="4230" y="4082"/>
                    <a:pt x="4238" y="4129"/>
                    <a:pt x="4203" y="4140"/>
                  </a:cubicBezTo>
                  <a:cubicBezTo>
                    <a:pt x="4137" y="4162"/>
                    <a:pt x="4066" y="4159"/>
                    <a:pt x="3999" y="4166"/>
                  </a:cubicBezTo>
                  <a:cubicBezTo>
                    <a:pt x="3922" y="4172"/>
                    <a:pt x="3848" y="4179"/>
                    <a:pt x="3772" y="4187"/>
                  </a:cubicBezTo>
                  <a:cubicBezTo>
                    <a:pt x="3772" y="4187"/>
                    <a:pt x="3771" y="4187"/>
                    <a:pt x="3771" y="4187"/>
                  </a:cubicBezTo>
                  <a:cubicBezTo>
                    <a:pt x="3740" y="4187"/>
                    <a:pt x="3732" y="4131"/>
                    <a:pt x="3765" y="4129"/>
                  </a:cubicBezTo>
                  <a:cubicBezTo>
                    <a:pt x="3841" y="4118"/>
                    <a:pt x="3913" y="4108"/>
                    <a:pt x="3990" y="4098"/>
                  </a:cubicBezTo>
                  <a:cubicBezTo>
                    <a:pt x="4046" y="4091"/>
                    <a:pt x="4104" y="4076"/>
                    <a:pt x="4162" y="4076"/>
                  </a:cubicBezTo>
                  <a:close/>
                  <a:moveTo>
                    <a:pt x="4246" y="4300"/>
                  </a:moveTo>
                  <a:cubicBezTo>
                    <a:pt x="4293" y="4300"/>
                    <a:pt x="4297" y="4361"/>
                    <a:pt x="4256" y="4376"/>
                  </a:cubicBezTo>
                  <a:cubicBezTo>
                    <a:pt x="4220" y="4389"/>
                    <a:pt x="4185" y="4402"/>
                    <a:pt x="4147" y="4409"/>
                  </a:cubicBezTo>
                  <a:cubicBezTo>
                    <a:pt x="4207" y="4445"/>
                    <a:pt x="4275" y="4469"/>
                    <a:pt x="4344" y="4482"/>
                  </a:cubicBezTo>
                  <a:cubicBezTo>
                    <a:pt x="4441" y="4501"/>
                    <a:pt x="4540" y="4486"/>
                    <a:pt x="4636" y="4499"/>
                  </a:cubicBezTo>
                  <a:cubicBezTo>
                    <a:pt x="4675" y="4507"/>
                    <a:pt x="4697" y="4555"/>
                    <a:pt x="4656" y="4579"/>
                  </a:cubicBezTo>
                  <a:cubicBezTo>
                    <a:pt x="4594" y="4617"/>
                    <a:pt x="4525" y="4633"/>
                    <a:pt x="4453" y="4633"/>
                  </a:cubicBezTo>
                  <a:cubicBezTo>
                    <a:pt x="4284" y="4633"/>
                    <a:pt x="4103" y="4542"/>
                    <a:pt x="3980" y="4441"/>
                  </a:cubicBezTo>
                  <a:cubicBezTo>
                    <a:pt x="3889" y="4454"/>
                    <a:pt x="3791" y="4461"/>
                    <a:pt x="3702" y="4475"/>
                  </a:cubicBezTo>
                  <a:cubicBezTo>
                    <a:pt x="3701" y="4475"/>
                    <a:pt x="3700" y="4475"/>
                    <a:pt x="3699" y="4475"/>
                  </a:cubicBezTo>
                  <a:cubicBezTo>
                    <a:pt x="3667" y="4475"/>
                    <a:pt x="3654" y="4431"/>
                    <a:pt x="3688" y="4421"/>
                  </a:cubicBezTo>
                  <a:cubicBezTo>
                    <a:pt x="3868" y="4376"/>
                    <a:pt x="4060" y="4304"/>
                    <a:pt x="4246" y="4300"/>
                  </a:cubicBezTo>
                  <a:close/>
                  <a:moveTo>
                    <a:pt x="9847" y="4768"/>
                  </a:moveTo>
                  <a:cubicBezTo>
                    <a:pt x="9849" y="4768"/>
                    <a:pt x="9851" y="4768"/>
                    <a:pt x="9853" y="4768"/>
                  </a:cubicBezTo>
                  <a:cubicBezTo>
                    <a:pt x="9946" y="4783"/>
                    <a:pt x="10042" y="4796"/>
                    <a:pt x="10139" y="4810"/>
                  </a:cubicBezTo>
                  <a:cubicBezTo>
                    <a:pt x="10209" y="4821"/>
                    <a:pt x="10280" y="4831"/>
                    <a:pt x="10348" y="4845"/>
                  </a:cubicBezTo>
                  <a:cubicBezTo>
                    <a:pt x="10338" y="4855"/>
                    <a:pt x="10324" y="4861"/>
                    <a:pt x="10310" y="4869"/>
                  </a:cubicBezTo>
                  <a:cubicBezTo>
                    <a:pt x="10300" y="4874"/>
                    <a:pt x="10290" y="4886"/>
                    <a:pt x="10287" y="4898"/>
                  </a:cubicBezTo>
                  <a:cubicBezTo>
                    <a:pt x="10283" y="4909"/>
                    <a:pt x="10284" y="4924"/>
                    <a:pt x="10290" y="4934"/>
                  </a:cubicBezTo>
                  <a:cubicBezTo>
                    <a:pt x="10292" y="4937"/>
                    <a:pt x="10294" y="4937"/>
                    <a:pt x="10294" y="4941"/>
                  </a:cubicBezTo>
                  <a:cubicBezTo>
                    <a:pt x="10210" y="4921"/>
                    <a:pt x="10129" y="4898"/>
                    <a:pt x="10049" y="4876"/>
                  </a:cubicBezTo>
                  <a:cubicBezTo>
                    <a:pt x="9978" y="4855"/>
                    <a:pt x="9909" y="4834"/>
                    <a:pt x="9839" y="4815"/>
                  </a:cubicBezTo>
                  <a:cubicBezTo>
                    <a:pt x="9809" y="4808"/>
                    <a:pt x="9820" y="4768"/>
                    <a:pt x="9847" y="4768"/>
                  </a:cubicBezTo>
                  <a:close/>
                  <a:moveTo>
                    <a:pt x="298" y="1"/>
                  </a:moveTo>
                  <a:cubicBezTo>
                    <a:pt x="169" y="1"/>
                    <a:pt x="87" y="16"/>
                    <a:pt x="8" y="55"/>
                  </a:cubicBezTo>
                  <a:cubicBezTo>
                    <a:pt x="1" y="91"/>
                    <a:pt x="2" y="123"/>
                    <a:pt x="8" y="152"/>
                  </a:cubicBezTo>
                  <a:cubicBezTo>
                    <a:pt x="14" y="180"/>
                    <a:pt x="26" y="204"/>
                    <a:pt x="39" y="229"/>
                  </a:cubicBezTo>
                  <a:cubicBezTo>
                    <a:pt x="53" y="251"/>
                    <a:pt x="72" y="273"/>
                    <a:pt x="91" y="290"/>
                  </a:cubicBezTo>
                  <a:cubicBezTo>
                    <a:pt x="111" y="311"/>
                    <a:pt x="132" y="328"/>
                    <a:pt x="152" y="347"/>
                  </a:cubicBezTo>
                  <a:cubicBezTo>
                    <a:pt x="162" y="357"/>
                    <a:pt x="171" y="367"/>
                    <a:pt x="181" y="375"/>
                  </a:cubicBezTo>
                  <a:cubicBezTo>
                    <a:pt x="210" y="404"/>
                    <a:pt x="242" y="434"/>
                    <a:pt x="276" y="459"/>
                  </a:cubicBezTo>
                  <a:cubicBezTo>
                    <a:pt x="295" y="478"/>
                    <a:pt x="313" y="492"/>
                    <a:pt x="335" y="507"/>
                  </a:cubicBezTo>
                  <a:cubicBezTo>
                    <a:pt x="392" y="553"/>
                    <a:pt x="452" y="596"/>
                    <a:pt x="513" y="638"/>
                  </a:cubicBezTo>
                  <a:cubicBezTo>
                    <a:pt x="564" y="674"/>
                    <a:pt x="617" y="706"/>
                    <a:pt x="670" y="739"/>
                  </a:cubicBezTo>
                  <a:cubicBezTo>
                    <a:pt x="686" y="750"/>
                    <a:pt x="702" y="760"/>
                    <a:pt x="716" y="769"/>
                  </a:cubicBezTo>
                  <a:cubicBezTo>
                    <a:pt x="737" y="782"/>
                    <a:pt x="755" y="792"/>
                    <a:pt x="774" y="805"/>
                  </a:cubicBezTo>
                  <a:cubicBezTo>
                    <a:pt x="811" y="827"/>
                    <a:pt x="844" y="849"/>
                    <a:pt x="880" y="870"/>
                  </a:cubicBezTo>
                  <a:cubicBezTo>
                    <a:pt x="917" y="892"/>
                    <a:pt x="949" y="915"/>
                    <a:pt x="982" y="939"/>
                  </a:cubicBezTo>
                  <a:cubicBezTo>
                    <a:pt x="1573" y="1337"/>
                    <a:pt x="1958" y="1917"/>
                    <a:pt x="2278" y="2580"/>
                  </a:cubicBezTo>
                  <a:cubicBezTo>
                    <a:pt x="2321" y="2669"/>
                    <a:pt x="2362" y="2760"/>
                    <a:pt x="2403" y="2853"/>
                  </a:cubicBezTo>
                  <a:cubicBezTo>
                    <a:pt x="2417" y="2884"/>
                    <a:pt x="2451" y="2913"/>
                    <a:pt x="2468" y="2938"/>
                  </a:cubicBezTo>
                  <a:cubicBezTo>
                    <a:pt x="2472" y="2944"/>
                    <a:pt x="2475" y="2951"/>
                    <a:pt x="2481" y="2958"/>
                  </a:cubicBezTo>
                  <a:lnTo>
                    <a:pt x="2481" y="2960"/>
                  </a:lnTo>
                  <a:cubicBezTo>
                    <a:pt x="2494" y="2980"/>
                    <a:pt x="2507" y="3003"/>
                    <a:pt x="2518" y="3025"/>
                  </a:cubicBezTo>
                  <a:cubicBezTo>
                    <a:pt x="2563" y="3117"/>
                    <a:pt x="2606" y="3218"/>
                    <a:pt x="2638" y="3313"/>
                  </a:cubicBezTo>
                  <a:cubicBezTo>
                    <a:pt x="2752" y="3647"/>
                    <a:pt x="2682" y="3852"/>
                    <a:pt x="2529" y="3998"/>
                  </a:cubicBezTo>
                  <a:cubicBezTo>
                    <a:pt x="2515" y="4012"/>
                    <a:pt x="2497" y="4027"/>
                    <a:pt x="2480" y="4040"/>
                  </a:cubicBezTo>
                  <a:lnTo>
                    <a:pt x="2480" y="4041"/>
                  </a:lnTo>
                  <a:cubicBezTo>
                    <a:pt x="2451" y="4065"/>
                    <a:pt x="2417" y="4086"/>
                    <a:pt x="2384" y="4107"/>
                  </a:cubicBezTo>
                  <a:cubicBezTo>
                    <a:pt x="2349" y="4127"/>
                    <a:pt x="2314" y="4147"/>
                    <a:pt x="2276" y="4165"/>
                  </a:cubicBezTo>
                  <a:cubicBezTo>
                    <a:pt x="2017" y="4290"/>
                    <a:pt x="1698" y="4367"/>
                    <a:pt x="1494" y="4512"/>
                  </a:cubicBezTo>
                  <a:cubicBezTo>
                    <a:pt x="1479" y="4523"/>
                    <a:pt x="1465" y="4534"/>
                    <a:pt x="1450" y="4547"/>
                  </a:cubicBezTo>
                  <a:cubicBezTo>
                    <a:pt x="1436" y="4559"/>
                    <a:pt x="1424" y="4573"/>
                    <a:pt x="1410" y="4587"/>
                  </a:cubicBezTo>
                  <a:cubicBezTo>
                    <a:pt x="1370" y="4627"/>
                    <a:pt x="1338" y="4674"/>
                    <a:pt x="1317" y="4723"/>
                  </a:cubicBezTo>
                  <a:cubicBezTo>
                    <a:pt x="1309" y="4739"/>
                    <a:pt x="1302" y="4755"/>
                    <a:pt x="1296" y="4774"/>
                  </a:cubicBezTo>
                  <a:cubicBezTo>
                    <a:pt x="1253" y="4911"/>
                    <a:pt x="1293" y="5053"/>
                    <a:pt x="1479" y="5132"/>
                  </a:cubicBezTo>
                  <a:cubicBezTo>
                    <a:pt x="1549" y="5159"/>
                    <a:pt x="1629" y="5172"/>
                    <a:pt x="1709" y="5172"/>
                  </a:cubicBezTo>
                  <a:cubicBezTo>
                    <a:pt x="1731" y="5172"/>
                    <a:pt x="1754" y="5170"/>
                    <a:pt x="1778" y="5168"/>
                  </a:cubicBezTo>
                  <a:cubicBezTo>
                    <a:pt x="1834" y="5165"/>
                    <a:pt x="1894" y="5155"/>
                    <a:pt x="1951" y="5145"/>
                  </a:cubicBezTo>
                  <a:cubicBezTo>
                    <a:pt x="1987" y="5138"/>
                    <a:pt x="2022" y="5129"/>
                    <a:pt x="2058" y="5119"/>
                  </a:cubicBezTo>
                  <a:cubicBezTo>
                    <a:pt x="2097" y="5108"/>
                    <a:pt x="2137" y="5100"/>
                    <a:pt x="2174" y="5087"/>
                  </a:cubicBezTo>
                  <a:cubicBezTo>
                    <a:pt x="2206" y="5075"/>
                    <a:pt x="2240" y="5066"/>
                    <a:pt x="2270" y="5056"/>
                  </a:cubicBezTo>
                  <a:cubicBezTo>
                    <a:pt x="2343" y="5031"/>
                    <a:pt x="2413" y="5008"/>
                    <a:pt x="2474" y="4988"/>
                  </a:cubicBezTo>
                  <a:cubicBezTo>
                    <a:pt x="2487" y="4985"/>
                    <a:pt x="2497" y="4981"/>
                    <a:pt x="2509" y="4978"/>
                  </a:cubicBezTo>
                  <a:cubicBezTo>
                    <a:pt x="2531" y="4970"/>
                    <a:pt x="2551" y="4965"/>
                    <a:pt x="2568" y="4957"/>
                  </a:cubicBezTo>
                  <a:cubicBezTo>
                    <a:pt x="2587" y="4954"/>
                    <a:pt x="2603" y="4949"/>
                    <a:pt x="2621" y="4944"/>
                  </a:cubicBezTo>
                  <a:cubicBezTo>
                    <a:pt x="2638" y="4941"/>
                    <a:pt x="2654" y="4937"/>
                    <a:pt x="2670" y="4935"/>
                  </a:cubicBezTo>
                  <a:cubicBezTo>
                    <a:pt x="2675" y="4934"/>
                    <a:pt x="2676" y="4934"/>
                    <a:pt x="2679" y="4934"/>
                  </a:cubicBezTo>
                  <a:cubicBezTo>
                    <a:pt x="2696" y="4930"/>
                    <a:pt x="2712" y="4928"/>
                    <a:pt x="2730" y="4927"/>
                  </a:cubicBezTo>
                  <a:cubicBezTo>
                    <a:pt x="2773" y="4921"/>
                    <a:pt x="2817" y="4918"/>
                    <a:pt x="2864" y="4914"/>
                  </a:cubicBezTo>
                  <a:cubicBezTo>
                    <a:pt x="2897" y="4912"/>
                    <a:pt x="2932" y="4911"/>
                    <a:pt x="2965" y="4911"/>
                  </a:cubicBezTo>
                  <a:lnTo>
                    <a:pt x="2968" y="4911"/>
                  </a:lnTo>
                  <a:cubicBezTo>
                    <a:pt x="3013" y="4906"/>
                    <a:pt x="3060" y="4906"/>
                    <a:pt x="3103" y="4905"/>
                  </a:cubicBezTo>
                  <a:cubicBezTo>
                    <a:pt x="3127" y="4903"/>
                    <a:pt x="3150" y="4901"/>
                    <a:pt x="3172" y="4901"/>
                  </a:cubicBezTo>
                  <a:cubicBezTo>
                    <a:pt x="3179" y="4901"/>
                    <a:pt x="3185" y="4901"/>
                    <a:pt x="3192" y="4899"/>
                  </a:cubicBezTo>
                  <a:lnTo>
                    <a:pt x="3194" y="4899"/>
                  </a:lnTo>
                  <a:cubicBezTo>
                    <a:pt x="3221" y="4898"/>
                    <a:pt x="3246" y="4893"/>
                    <a:pt x="3274" y="4889"/>
                  </a:cubicBezTo>
                  <a:lnTo>
                    <a:pt x="3329" y="4883"/>
                  </a:lnTo>
                  <a:lnTo>
                    <a:pt x="3383" y="4871"/>
                  </a:lnTo>
                  <a:lnTo>
                    <a:pt x="3639" y="4871"/>
                  </a:lnTo>
                  <a:cubicBezTo>
                    <a:pt x="3739" y="4850"/>
                    <a:pt x="3841" y="4834"/>
                    <a:pt x="3939" y="4819"/>
                  </a:cubicBezTo>
                  <a:cubicBezTo>
                    <a:pt x="4038" y="4803"/>
                    <a:pt x="4133" y="4787"/>
                    <a:pt x="4226" y="4765"/>
                  </a:cubicBezTo>
                  <a:cubicBezTo>
                    <a:pt x="4290" y="4760"/>
                    <a:pt x="4355" y="4752"/>
                    <a:pt x="4416" y="4745"/>
                  </a:cubicBezTo>
                  <a:lnTo>
                    <a:pt x="4419" y="4745"/>
                  </a:lnTo>
                  <a:cubicBezTo>
                    <a:pt x="4453" y="4733"/>
                    <a:pt x="4486" y="4725"/>
                    <a:pt x="4517" y="4714"/>
                  </a:cubicBezTo>
                  <a:cubicBezTo>
                    <a:pt x="4522" y="4712"/>
                    <a:pt x="4528" y="4710"/>
                    <a:pt x="4531" y="4710"/>
                  </a:cubicBezTo>
                  <a:cubicBezTo>
                    <a:pt x="4559" y="4700"/>
                    <a:pt x="4584" y="4690"/>
                    <a:pt x="4610" y="4681"/>
                  </a:cubicBezTo>
                  <a:lnTo>
                    <a:pt x="4637" y="4671"/>
                  </a:lnTo>
                  <a:cubicBezTo>
                    <a:pt x="4671" y="4658"/>
                    <a:pt x="4704" y="4643"/>
                    <a:pt x="4736" y="4630"/>
                  </a:cubicBezTo>
                  <a:cubicBezTo>
                    <a:pt x="4754" y="4623"/>
                    <a:pt x="4770" y="4616"/>
                    <a:pt x="4786" y="4610"/>
                  </a:cubicBezTo>
                  <a:cubicBezTo>
                    <a:pt x="4812" y="4600"/>
                    <a:pt x="4837" y="4591"/>
                    <a:pt x="4863" y="4584"/>
                  </a:cubicBezTo>
                  <a:cubicBezTo>
                    <a:pt x="4874" y="4578"/>
                    <a:pt x="4886" y="4572"/>
                    <a:pt x="4899" y="4571"/>
                  </a:cubicBezTo>
                  <a:cubicBezTo>
                    <a:pt x="4918" y="4563"/>
                    <a:pt x="4938" y="4557"/>
                    <a:pt x="4959" y="4550"/>
                  </a:cubicBezTo>
                  <a:cubicBezTo>
                    <a:pt x="4979" y="4543"/>
                    <a:pt x="4998" y="4537"/>
                    <a:pt x="5020" y="4534"/>
                  </a:cubicBezTo>
                  <a:cubicBezTo>
                    <a:pt x="5053" y="4525"/>
                    <a:pt x="5088" y="4520"/>
                    <a:pt x="5124" y="4514"/>
                  </a:cubicBezTo>
                  <a:cubicBezTo>
                    <a:pt x="5183" y="4505"/>
                    <a:pt x="5245" y="4501"/>
                    <a:pt x="5315" y="4501"/>
                  </a:cubicBezTo>
                  <a:lnTo>
                    <a:pt x="5497" y="4501"/>
                  </a:lnTo>
                  <a:cubicBezTo>
                    <a:pt x="5510" y="4505"/>
                    <a:pt x="5521" y="4507"/>
                    <a:pt x="5533" y="4508"/>
                  </a:cubicBezTo>
                  <a:lnTo>
                    <a:pt x="5534" y="4508"/>
                  </a:lnTo>
                  <a:cubicBezTo>
                    <a:pt x="5539" y="4511"/>
                    <a:pt x="5543" y="4511"/>
                    <a:pt x="5548" y="4511"/>
                  </a:cubicBezTo>
                  <a:cubicBezTo>
                    <a:pt x="5569" y="4514"/>
                    <a:pt x="5591" y="4515"/>
                    <a:pt x="5614" y="4518"/>
                  </a:cubicBezTo>
                  <a:cubicBezTo>
                    <a:pt x="5636" y="4521"/>
                    <a:pt x="5659" y="4521"/>
                    <a:pt x="5684" y="4521"/>
                  </a:cubicBezTo>
                  <a:cubicBezTo>
                    <a:pt x="5751" y="4525"/>
                    <a:pt x="5816" y="4528"/>
                    <a:pt x="5880" y="4544"/>
                  </a:cubicBezTo>
                  <a:cubicBezTo>
                    <a:pt x="6200" y="4608"/>
                    <a:pt x="6520" y="4672"/>
                    <a:pt x="6841" y="4736"/>
                  </a:cubicBezTo>
                  <a:cubicBezTo>
                    <a:pt x="7014" y="4784"/>
                    <a:pt x="7185" y="4835"/>
                    <a:pt x="7356" y="4886"/>
                  </a:cubicBezTo>
                  <a:cubicBezTo>
                    <a:pt x="7525" y="4937"/>
                    <a:pt x="7692" y="4991"/>
                    <a:pt x="7859" y="5043"/>
                  </a:cubicBezTo>
                  <a:cubicBezTo>
                    <a:pt x="8026" y="5095"/>
                    <a:pt x="8192" y="5151"/>
                    <a:pt x="8355" y="5203"/>
                  </a:cubicBezTo>
                  <a:cubicBezTo>
                    <a:pt x="8521" y="5257"/>
                    <a:pt x="8684" y="5312"/>
                    <a:pt x="8849" y="5366"/>
                  </a:cubicBezTo>
                  <a:cubicBezTo>
                    <a:pt x="8926" y="5392"/>
                    <a:pt x="9006" y="5414"/>
                    <a:pt x="9083" y="5436"/>
                  </a:cubicBezTo>
                  <a:cubicBezTo>
                    <a:pt x="9140" y="5450"/>
                    <a:pt x="9197" y="5465"/>
                    <a:pt x="9255" y="5479"/>
                  </a:cubicBezTo>
                  <a:cubicBezTo>
                    <a:pt x="9275" y="5485"/>
                    <a:pt x="9299" y="5492"/>
                    <a:pt x="9320" y="5500"/>
                  </a:cubicBezTo>
                  <a:cubicBezTo>
                    <a:pt x="9342" y="5504"/>
                    <a:pt x="9364" y="5511"/>
                    <a:pt x="9386" y="5518"/>
                  </a:cubicBezTo>
                  <a:cubicBezTo>
                    <a:pt x="9413" y="5529"/>
                    <a:pt x="9440" y="5537"/>
                    <a:pt x="9469" y="5546"/>
                  </a:cubicBezTo>
                  <a:cubicBezTo>
                    <a:pt x="9493" y="5553"/>
                    <a:pt x="9517" y="5561"/>
                    <a:pt x="9540" y="5566"/>
                  </a:cubicBezTo>
                  <a:cubicBezTo>
                    <a:pt x="9592" y="5581"/>
                    <a:pt x="9643" y="5596"/>
                    <a:pt x="9697" y="5610"/>
                  </a:cubicBezTo>
                  <a:cubicBezTo>
                    <a:pt x="9714" y="5616"/>
                    <a:pt x="9730" y="5620"/>
                    <a:pt x="9749" y="5625"/>
                  </a:cubicBezTo>
                  <a:cubicBezTo>
                    <a:pt x="9818" y="5642"/>
                    <a:pt x="9886" y="5659"/>
                    <a:pt x="9954" y="5674"/>
                  </a:cubicBezTo>
                  <a:cubicBezTo>
                    <a:pt x="10026" y="5690"/>
                    <a:pt x="10094" y="5706"/>
                    <a:pt x="10167" y="5722"/>
                  </a:cubicBezTo>
                  <a:cubicBezTo>
                    <a:pt x="10213" y="5734"/>
                    <a:pt x="10260" y="5742"/>
                    <a:pt x="10305" y="5755"/>
                  </a:cubicBezTo>
                  <a:cubicBezTo>
                    <a:pt x="10342" y="5765"/>
                    <a:pt x="10379" y="5770"/>
                    <a:pt x="10414" y="5770"/>
                  </a:cubicBezTo>
                  <a:cubicBezTo>
                    <a:pt x="10450" y="5770"/>
                    <a:pt x="10484" y="5765"/>
                    <a:pt x="10514" y="5757"/>
                  </a:cubicBezTo>
                  <a:lnTo>
                    <a:pt x="10515" y="5757"/>
                  </a:lnTo>
                  <a:cubicBezTo>
                    <a:pt x="10547" y="5751"/>
                    <a:pt x="10577" y="5739"/>
                    <a:pt x="10600" y="5726"/>
                  </a:cubicBezTo>
                  <a:lnTo>
                    <a:pt x="10603" y="5726"/>
                  </a:lnTo>
                  <a:cubicBezTo>
                    <a:pt x="10614" y="5721"/>
                    <a:pt x="10622" y="5715"/>
                    <a:pt x="10630" y="5707"/>
                  </a:cubicBezTo>
                  <a:cubicBezTo>
                    <a:pt x="10639" y="5705"/>
                    <a:pt x="10649" y="5697"/>
                    <a:pt x="10658" y="5690"/>
                  </a:cubicBezTo>
                  <a:cubicBezTo>
                    <a:pt x="10661" y="5686"/>
                    <a:pt x="10667" y="5684"/>
                    <a:pt x="10671" y="5678"/>
                  </a:cubicBezTo>
                  <a:lnTo>
                    <a:pt x="10673" y="5678"/>
                  </a:lnTo>
                  <a:cubicBezTo>
                    <a:pt x="10683" y="5670"/>
                    <a:pt x="10693" y="5662"/>
                    <a:pt x="10700" y="5652"/>
                  </a:cubicBezTo>
                  <a:cubicBezTo>
                    <a:pt x="10710" y="5642"/>
                    <a:pt x="10716" y="5635"/>
                    <a:pt x="10722" y="5626"/>
                  </a:cubicBezTo>
                  <a:lnTo>
                    <a:pt x="10722" y="5625"/>
                  </a:lnTo>
                  <a:cubicBezTo>
                    <a:pt x="10739" y="5598"/>
                    <a:pt x="10755" y="5574"/>
                    <a:pt x="10770" y="5548"/>
                  </a:cubicBezTo>
                  <a:cubicBezTo>
                    <a:pt x="10773" y="5545"/>
                    <a:pt x="10774" y="5545"/>
                    <a:pt x="10774" y="5540"/>
                  </a:cubicBezTo>
                  <a:cubicBezTo>
                    <a:pt x="10795" y="5504"/>
                    <a:pt x="10812" y="5465"/>
                    <a:pt x="10827" y="5424"/>
                  </a:cubicBezTo>
                  <a:cubicBezTo>
                    <a:pt x="10834" y="5412"/>
                    <a:pt x="10840" y="5398"/>
                    <a:pt x="10846" y="5380"/>
                  </a:cubicBezTo>
                  <a:cubicBezTo>
                    <a:pt x="10850" y="5366"/>
                    <a:pt x="10857" y="5351"/>
                    <a:pt x="10864" y="5337"/>
                  </a:cubicBezTo>
                  <a:cubicBezTo>
                    <a:pt x="10870" y="5322"/>
                    <a:pt x="10878" y="5308"/>
                    <a:pt x="10883" y="5293"/>
                  </a:cubicBezTo>
                  <a:cubicBezTo>
                    <a:pt x="10886" y="5289"/>
                    <a:pt x="10889" y="5281"/>
                    <a:pt x="10892" y="5274"/>
                  </a:cubicBezTo>
                  <a:cubicBezTo>
                    <a:pt x="10893" y="5271"/>
                    <a:pt x="10893" y="5270"/>
                    <a:pt x="10893" y="5270"/>
                  </a:cubicBezTo>
                  <a:cubicBezTo>
                    <a:pt x="10898" y="5264"/>
                    <a:pt x="10898" y="5257"/>
                    <a:pt x="10899" y="5252"/>
                  </a:cubicBezTo>
                  <a:cubicBezTo>
                    <a:pt x="10901" y="5248"/>
                    <a:pt x="10904" y="5247"/>
                    <a:pt x="10904" y="5241"/>
                  </a:cubicBezTo>
                  <a:cubicBezTo>
                    <a:pt x="10907" y="5231"/>
                    <a:pt x="10914" y="5217"/>
                    <a:pt x="10915" y="5204"/>
                  </a:cubicBezTo>
                  <a:cubicBezTo>
                    <a:pt x="10920" y="5197"/>
                    <a:pt x="10921" y="5190"/>
                    <a:pt x="10925" y="5181"/>
                  </a:cubicBezTo>
                  <a:cubicBezTo>
                    <a:pt x="10928" y="5172"/>
                    <a:pt x="10930" y="5162"/>
                    <a:pt x="10934" y="5154"/>
                  </a:cubicBezTo>
                  <a:cubicBezTo>
                    <a:pt x="10936" y="5151"/>
                    <a:pt x="10937" y="5145"/>
                    <a:pt x="10937" y="5140"/>
                  </a:cubicBezTo>
                  <a:lnTo>
                    <a:pt x="10949" y="5103"/>
                  </a:lnTo>
                  <a:cubicBezTo>
                    <a:pt x="10959" y="5066"/>
                    <a:pt x="10971" y="5028"/>
                    <a:pt x="10981" y="4991"/>
                  </a:cubicBezTo>
                  <a:cubicBezTo>
                    <a:pt x="11000" y="4921"/>
                    <a:pt x="11016" y="4848"/>
                    <a:pt x="11030" y="4770"/>
                  </a:cubicBezTo>
                  <a:cubicBezTo>
                    <a:pt x="11035" y="4761"/>
                    <a:pt x="11036" y="4751"/>
                    <a:pt x="11037" y="4739"/>
                  </a:cubicBezTo>
                  <a:lnTo>
                    <a:pt x="11037" y="4736"/>
                  </a:lnTo>
                  <a:cubicBezTo>
                    <a:pt x="11045" y="4690"/>
                    <a:pt x="11053" y="4645"/>
                    <a:pt x="11061" y="4598"/>
                  </a:cubicBezTo>
                  <a:cubicBezTo>
                    <a:pt x="11065" y="4571"/>
                    <a:pt x="11071" y="4540"/>
                    <a:pt x="11074" y="4511"/>
                  </a:cubicBezTo>
                  <a:cubicBezTo>
                    <a:pt x="11078" y="4485"/>
                    <a:pt x="11080" y="4461"/>
                    <a:pt x="11083" y="4435"/>
                  </a:cubicBezTo>
                  <a:cubicBezTo>
                    <a:pt x="11085" y="4432"/>
                    <a:pt x="11085" y="4427"/>
                    <a:pt x="11085" y="4424"/>
                  </a:cubicBezTo>
                  <a:cubicBezTo>
                    <a:pt x="11088" y="4387"/>
                    <a:pt x="11093" y="4352"/>
                    <a:pt x="11097" y="4316"/>
                  </a:cubicBezTo>
                  <a:lnTo>
                    <a:pt x="11097" y="4309"/>
                  </a:lnTo>
                  <a:cubicBezTo>
                    <a:pt x="11097" y="4304"/>
                    <a:pt x="11097" y="4304"/>
                    <a:pt x="11100" y="4302"/>
                  </a:cubicBezTo>
                  <a:cubicBezTo>
                    <a:pt x="11101" y="4259"/>
                    <a:pt x="11103" y="4217"/>
                    <a:pt x="11107" y="4177"/>
                  </a:cubicBezTo>
                  <a:cubicBezTo>
                    <a:pt x="11109" y="4156"/>
                    <a:pt x="11109" y="4140"/>
                    <a:pt x="11109" y="4120"/>
                  </a:cubicBezTo>
                  <a:cubicBezTo>
                    <a:pt x="11112" y="4035"/>
                    <a:pt x="11110" y="3954"/>
                    <a:pt x="11107" y="3876"/>
                  </a:cubicBezTo>
                  <a:cubicBezTo>
                    <a:pt x="11107" y="3852"/>
                    <a:pt x="11103" y="3829"/>
                    <a:pt x="11103" y="3804"/>
                  </a:cubicBezTo>
                  <a:cubicBezTo>
                    <a:pt x="11097" y="3735"/>
                    <a:pt x="11088" y="3665"/>
                    <a:pt x="11075" y="3599"/>
                  </a:cubicBezTo>
                  <a:cubicBezTo>
                    <a:pt x="11074" y="3586"/>
                    <a:pt x="11072" y="3575"/>
                    <a:pt x="11068" y="3562"/>
                  </a:cubicBezTo>
                  <a:cubicBezTo>
                    <a:pt x="11032" y="3404"/>
                    <a:pt x="10976" y="3269"/>
                    <a:pt x="10891" y="3172"/>
                  </a:cubicBezTo>
                  <a:lnTo>
                    <a:pt x="10889" y="3170"/>
                  </a:lnTo>
                  <a:cubicBezTo>
                    <a:pt x="10879" y="3160"/>
                    <a:pt x="10870" y="3150"/>
                    <a:pt x="10862" y="3141"/>
                  </a:cubicBezTo>
                  <a:cubicBezTo>
                    <a:pt x="10857" y="3138"/>
                    <a:pt x="10856" y="3138"/>
                    <a:pt x="10853" y="3134"/>
                  </a:cubicBezTo>
                  <a:cubicBezTo>
                    <a:pt x="10840" y="3122"/>
                    <a:pt x="10827" y="3111"/>
                    <a:pt x="10814" y="3102"/>
                  </a:cubicBezTo>
                  <a:cubicBezTo>
                    <a:pt x="10717" y="3031"/>
                    <a:pt x="10609" y="3015"/>
                    <a:pt x="10493" y="3015"/>
                  </a:cubicBezTo>
                  <a:cubicBezTo>
                    <a:pt x="10451" y="3015"/>
                    <a:pt x="10407" y="3017"/>
                    <a:pt x="10363" y="3019"/>
                  </a:cubicBezTo>
                  <a:cubicBezTo>
                    <a:pt x="10304" y="3022"/>
                    <a:pt x="10244" y="3026"/>
                    <a:pt x="10181" y="3026"/>
                  </a:cubicBezTo>
                  <a:cubicBezTo>
                    <a:pt x="10149" y="3026"/>
                    <a:pt x="10116" y="3025"/>
                    <a:pt x="10084" y="3022"/>
                  </a:cubicBezTo>
                  <a:cubicBezTo>
                    <a:pt x="10049" y="3018"/>
                    <a:pt x="10014" y="3012"/>
                    <a:pt x="9980" y="3005"/>
                  </a:cubicBezTo>
                  <a:lnTo>
                    <a:pt x="9745" y="3005"/>
                  </a:lnTo>
                  <a:cubicBezTo>
                    <a:pt x="9662" y="2987"/>
                    <a:pt x="9560" y="2981"/>
                    <a:pt x="9451" y="2981"/>
                  </a:cubicBezTo>
                  <a:cubicBezTo>
                    <a:pt x="9385" y="2981"/>
                    <a:pt x="9316" y="2983"/>
                    <a:pt x="9248" y="2986"/>
                  </a:cubicBezTo>
                  <a:cubicBezTo>
                    <a:pt x="9174" y="2989"/>
                    <a:pt x="9098" y="2990"/>
                    <a:pt x="9030" y="2993"/>
                  </a:cubicBezTo>
                  <a:cubicBezTo>
                    <a:pt x="8993" y="2994"/>
                    <a:pt x="8955" y="2996"/>
                    <a:pt x="8921" y="2996"/>
                  </a:cubicBezTo>
                  <a:cubicBezTo>
                    <a:pt x="8333" y="2996"/>
                    <a:pt x="7759" y="3018"/>
                    <a:pt x="7157" y="3018"/>
                  </a:cubicBezTo>
                  <a:cubicBezTo>
                    <a:pt x="7064" y="3018"/>
                    <a:pt x="6966" y="3019"/>
                    <a:pt x="6866" y="3019"/>
                  </a:cubicBezTo>
                  <a:cubicBezTo>
                    <a:pt x="6675" y="3019"/>
                    <a:pt x="6478" y="3015"/>
                    <a:pt x="6309" y="2993"/>
                  </a:cubicBezTo>
                  <a:cubicBezTo>
                    <a:pt x="6254" y="2986"/>
                    <a:pt x="6200" y="2976"/>
                    <a:pt x="6152" y="2965"/>
                  </a:cubicBezTo>
                  <a:cubicBezTo>
                    <a:pt x="6136" y="2961"/>
                    <a:pt x="6122" y="2958"/>
                    <a:pt x="6107" y="2952"/>
                  </a:cubicBezTo>
                  <a:cubicBezTo>
                    <a:pt x="6040" y="2936"/>
                    <a:pt x="5976" y="2917"/>
                    <a:pt x="5914" y="2900"/>
                  </a:cubicBezTo>
                  <a:lnTo>
                    <a:pt x="5912" y="2900"/>
                  </a:lnTo>
                  <a:cubicBezTo>
                    <a:pt x="5837" y="2877"/>
                    <a:pt x="5761" y="2852"/>
                    <a:pt x="5691" y="2826"/>
                  </a:cubicBezTo>
                  <a:cubicBezTo>
                    <a:pt x="5563" y="2776"/>
                    <a:pt x="5444" y="2717"/>
                    <a:pt x="5332" y="2644"/>
                  </a:cubicBezTo>
                  <a:cubicBezTo>
                    <a:pt x="5321" y="2637"/>
                    <a:pt x="5311" y="2630"/>
                    <a:pt x="5299" y="2622"/>
                  </a:cubicBezTo>
                  <a:cubicBezTo>
                    <a:pt x="5286" y="2615"/>
                    <a:pt x="5277" y="2605"/>
                    <a:pt x="5265" y="2596"/>
                  </a:cubicBezTo>
                  <a:cubicBezTo>
                    <a:pt x="5252" y="2587"/>
                    <a:pt x="5244" y="2579"/>
                    <a:pt x="5233" y="2568"/>
                  </a:cubicBezTo>
                  <a:cubicBezTo>
                    <a:pt x="5212" y="2551"/>
                    <a:pt x="5190" y="2532"/>
                    <a:pt x="5169" y="2515"/>
                  </a:cubicBezTo>
                  <a:cubicBezTo>
                    <a:pt x="5156" y="2502"/>
                    <a:pt x="5142" y="2491"/>
                    <a:pt x="5129" y="2480"/>
                  </a:cubicBezTo>
                  <a:lnTo>
                    <a:pt x="5129" y="2478"/>
                  </a:lnTo>
                  <a:cubicBezTo>
                    <a:pt x="5103" y="2452"/>
                    <a:pt x="5071" y="2429"/>
                    <a:pt x="5042" y="2407"/>
                  </a:cubicBezTo>
                  <a:cubicBezTo>
                    <a:pt x="4996" y="2371"/>
                    <a:pt x="4947" y="2336"/>
                    <a:pt x="4901" y="2298"/>
                  </a:cubicBezTo>
                  <a:lnTo>
                    <a:pt x="4896" y="2295"/>
                  </a:lnTo>
                  <a:cubicBezTo>
                    <a:pt x="4851" y="2256"/>
                    <a:pt x="4807" y="2217"/>
                    <a:pt x="4773" y="2172"/>
                  </a:cubicBezTo>
                  <a:cubicBezTo>
                    <a:pt x="4751" y="2143"/>
                    <a:pt x="4729" y="2111"/>
                    <a:pt x="4707" y="2080"/>
                  </a:cubicBezTo>
                  <a:cubicBezTo>
                    <a:pt x="4675" y="2035"/>
                    <a:pt x="4642" y="1987"/>
                    <a:pt x="4608" y="1942"/>
                  </a:cubicBezTo>
                  <a:cubicBezTo>
                    <a:pt x="4575" y="1898"/>
                    <a:pt x="4540" y="1852"/>
                    <a:pt x="4508" y="1805"/>
                  </a:cubicBezTo>
                  <a:cubicBezTo>
                    <a:pt x="4501" y="1796"/>
                    <a:pt x="4492" y="1788"/>
                    <a:pt x="4482" y="1779"/>
                  </a:cubicBezTo>
                  <a:cubicBezTo>
                    <a:pt x="4429" y="1725"/>
                    <a:pt x="4358" y="1686"/>
                    <a:pt x="4307" y="1629"/>
                  </a:cubicBezTo>
                  <a:cubicBezTo>
                    <a:pt x="4299" y="1622"/>
                    <a:pt x="4290" y="1612"/>
                    <a:pt x="4283" y="1602"/>
                  </a:cubicBezTo>
                  <a:cubicBezTo>
                    <a:pt x="4268" y="1583"/>
                    <a:pt x="4252" y="1562"/>
                    <a:pt x="4238" y="1541"/>
                  </a:cubicBezTo>
                  <a:cubicBezTo>
                    <a:pt x="4220" y="1519"/>
                    <a:pt x="4203" y="1497"/>
                    <a:pt x="4187" y="1474"/>
                  </a:cubicBezTo>
                  <a:cubicBezTo>
                    <a:pt x="4174" y="1459"/>
                    <a:pt x="4165" y="1445"/>
                    <a:pt x="4152" y="1430"/>
                  </a:cubicBezTo>
                  <a:lnTo>
                    <a:pt x="4075" y="1331"/>
                  </a:lnTo>
                  <a:cubicBezTo>
                    <a:pt x="4066" y="1323"/>
                    <a:pt x="4060" y="1314"/>
                    <a:pt x="4053" y="1304"/>
                  </a:cubicBezTo>
                  <a:cubicBezTo>
                    <a:pt x="4021" y="1266"/>
                    <a:pt x="3990" y="1228"/>
                    <a:pt x="3958" y="1195"/>
                  </a:cubicBezTo>
                  <a:cubicBezTo>
                    <a:pt x="3939" y="1176"/>
                    <a:pt x="3921" y="1155"/>
                    <a:pt x="3900" y="1136"/>
                  </a:cubicBezTo>
                  <a:cubicBezTo>
                    <a:pt x="3889" y="1125"/>
                    <a:pt x="3876" y="1115"/>
                    <a:pt x="3864" y="1104"/>
                  </a:cubicBezTo>
                  <a:cubicBezTo>
                    <a:pt x="3860" y="1100"/>
                    <a:pt x="3852" y="1093"/>
                    <a:pt x="3845" y="1090"/>
                  </a:cubicBezTo>
                  <a:cubicBezTo>
                    <a:pt x="3817" y="1070"/>
                    <a:pt x="3790" y="1048"/>
                    <a:pt x="3762" y="1026"/>
                  </a:cubicBezTo>
                  <a:cubicBezTo>
                    <a:pt x="3736" y="1006"/>
                    <a:pt x="3708" y="982"/>
                    <a:pt x="3681" y="962"/>
                  </a:cubicBezTo>
                  <a:cubicBezTo>
                    <a:pt x="3653" y="943"/>
                    <a:pt x="3627" y="921"/>
                    <a:pt x="3598" y="901"/>
                  </a:cubicBezTo>
                  <a:cubicBezTo>
                    <a:pt x="3570" y="881"/>
                    <a:pt x="3541" y="863"/>
                    <a:pt x="3512" y="844"/>
                  </a:cubicBezTo>
                  <a:cubicBezTo>
                    <a:pt x="3506" y="841"/>
                    <a:pt x="3500" y="838"/>
                    <a:pt x="3496" y="834"/>
                  </a:cubicBezTo>
                  <a:cubicBezTo>
                    <a:pt x="3387" y="770"/>
                    <a:pt x="3274" y="719"/>
                    <a:pt x="3162" y="668"/>
                  </a:cubicBezTo>
                  <a:cubicBezTo>
                    <a:pt x="3162" y="667"/>
                    <a:pt x="3162" y="667"/>
                    <a:pt x="3159" y="667"/>
                  </a:cubicBezTo>
                  <a:cubicBezTo>
                    <a:pt x="3089" y="635"/>
                    <a:pt x="3016" y="603"/>
                    <a:pt x="2945" y="566"/>
                  </a:cubicBezTo>
                  <a:cubicBezTo>
                    <a:pt x="2945" y="565"/>
                    <a:pt x="2944" y="565"/>
                    <a:pt x="2944" y="565"/>
                  </a:cubicBezTo>
                  <a:cubicBezTo>
                    <a:pt x="2887" y="536"/>
                    <a:pt x="2832" y="504"/>
                    <a:pt x="2776" y="478"/>
                  </a:cubicBezTo>
                  <a:cubicBezTo>
                    <a:pt x="2720" y="450"/>
                    <a:pt x="2662" y="421"/>
                    <a:pt x="2603" y="395"/>
                  </a:cubicBezTo>
                  <a:cubicBezTo>
                    <a:pt x="2573" y="383"/>
                    <a:pt x="2538" y="369"/>
                    <a:pt x="2503" y="357"/>
                  </a:cubicBezTo>
                  <a:cubicBezTo>
                    <a:pt x="2494" y="354"/>
                    <a:pt x="2486" y="351"/>
                    <a:pt x="2475" y="348"/>
                  </a:cubicBezTo>
                  <a:lnTo>
                    <a:pt x="2475" y="457"/>
                  </a:lnTo>
                  <a:cubicBezTo>
                    <a:pt x="2507" y="485"/>
                    <a:pt x="2539" y="510"/>
                    <a:pt x="2570" y="532"/>
                  </a:cubicBezTo>
                  <a:cubicBezTo>
                    <a:pt x="2696" y="625"/>
                    <a:pt x="2821" y="706"/>
                    <a:pt x="2944" y="801"/>
                  </a:cubicBezTo>
                  <a:lnTo>
                    <a:pt x="2945" y="801"/>
                  </a:lnTo>
                  <a:cubicBezTo>
                    <a:pt x="2967" y="827"/>
                    <a:pt x="2987" y="851"/>
                    <a:pt x="3009" y="878"/>
                  </a:cubicBezTo>
                  <a:cubicBezTo>
                    <a:pt x="3077" y="930"/>
                    <a:pt x="3141" y="987"/>
                    <a:pt x="3205" y="1042"/>
                  </a:cubicBezTo>
                  <a:cubicBezTo>
                    <a:pt x="3268" y="1099"/>
                    <a:pt x="3333" y="1157"/>
                    <a:pt x="3403" y="1208"/>
                  </a:cubicBezTo>
                  <a:cubicBezTo>
                    <a:pt x="3471" y="1260"/>
                    <a:pt x="3511" y="1360"/>
                    <a:pt x="3585" y="1411"/>
                  </a:cubicBezTo>
                  <a:lnTo>
                    <a:pt x="3585" y="1433"/>
                  </a:lnTo>
                  <a:cubicBezTo>
                    <a:pt x="3563" y="1418"/>
                    <a:pt x="3541" y="1402"/>
                    <a:pt x="3522" y="1382"/>
                  </a:cubicBezTo>
                  <a:lnTo>
                    <a:pt x="3511" y="1369"/>
                  </a:lnTo>
                  <a:cubicBezTo>
                    <a:pt x="3492" y="1353"/>
                    <a:pt x="3477" y="1337"/>
                    <a:pt x="3460" y="1318"/>
                  </a:cubicBezTo>
                  <a:cubicBezTo>
                    <a:pt x="3445" y="1302"/>
                    <a:pt x="3426" y="1286"/>
                    <a:pt x="3410" y="1270"/>
                  </a:cubicBezTo>
                  <a:cubicBezTo>
                    <a:pt x="3399" y="1259"/>
                    <a:pt x="3390" y="1250"/>
                    <a:pt x="3381" y="1243"/>
                  </a:cubicBezTo>
                  <a:cubicBezTo>
                    <a:pt x="3370" y="1235"/>
                    <a:pt x="3361" y="1227"/>
                    <a:pt x="3348" y="1219"/>
                  </a:cubicBezTo>
                  <a:cubicBezTo>
                    <a:pt x="3224" y="1132"/>
                    <a:pt x="3096" y="1056"/>
                    <a:pt x="2965" y="984"/>
                  </a:cubicBezTo>
                  <a:cubicBezTo>
                    <a:pt x="2867" y="931"/>
                    <a:pt x="2769" y="878"/>
                    <a:pt x="2669" y="819"/>
                  </a:cubicBezTo>
                  <a:cubicBezTo>
                    <a:pt x="2635" y="799"/>
                    <a:pt x="2603" y="780"/>
                    <a:pt x="2570" y="758"/>
                  </a:cubicBezTo>
                  <a:cubicBezTo>
                    <a:pt x="2539" y="739"/>
                    <a:pt x="2509" y="719"/>
                    <a:pt x="2475" y="699"/>
                  </a:cubicBezTo>
                  <a:cubicBezTo>
                    <a:pt x="2409" y="655"/>
                    <a:pt x="2342" y="606"/>
                    <a:pt x="2272" y="562"/>
                  </a:cubicBezTo>
                  <a:lnTo>
                    <a:pt x="2272" y="561"/>
                  </a:lnTo>
                  <a:cubicBezTo>
                    <a:pt x="2217" y="523"/>
                    <a:pt x="2158" y="485"/>
                    <a:pt x="2100" y="450"/>
                  </a:cubicBezTo>
                  <a:cubicBezTo>
                    <a:pt x="1987" y="380"/>
                    <a:pt x="1828" y="303"/>
                    <a:pt x="1705" y="257"/>
                  </a:cubicBezTo>
                  <a:cubicBezTo>
                    <a:pt x="1687" y="250"/>
                    <a:pt x="1668" y="245"/>
                    <a:pt x="1651" y="238"/>
                  </a:cubicBezTo>
                  <a:cubicBezTo>
                    <a:pt x="1613" y="226"/>
                    <a:pt x="1573" y="218"/>
                    <a:pt x="1533" y="206"/>
                  </a:cubicBezTo>
                  <a:cubicBezTo>
                    <a:pt x="1507" y="202"/>
                    <a:pt x="1482" y="194"/>
                    <a:pt x="1456" y="187"/>
                  </a:cubicBezTo>
                  <a:cubicBezTo>
                    <a:pt x="1436" y="183"/>
                    <a:pt x="1420" y="175"/>
                    <a:pt x="1402" y="172"/>
                  </a:cubicBezTo>
                  <a:lnTo>
                    <a:pt x="1402" y="170"/>
                  </a:lnTo>
                  <a:cubicBezTo>
                    <a:pt x="1397" y="170"/>
                    <a:pt x="1391" y="168"/>
                    <a:pt x="1388" y="167"/>
                  </a:cubicBezTo>
                  <a:cubicBezTo>
                    <a:pt x="1384" y="165"/>
                    <a:pt x="1382" y="162"/>
                    <a:pt x="1378" y="162"/>
                  </a:cubicBezTo>
                  <a:cubicBezTo>
                    <a:pt x="1370" y="161"/>
                    <a:pt x="1363" y="159"/>
                    <a:pt x="1356" y="155"/>
                  </a:cubicBezTo>
                  <a:cubicBezTo>
                    <a:pt x="1354" y="155"/>
                    <a:pt x="1353" y="155"/>
                    <a:pt x="1352" y="154"/>
                  </a:cubicBezTo>
                  <a:lnTo>
                    <a:pt x="1352" y="152"/>
                  </a:lnTo>
                  <a:cubicBezTo>
                    <a:pt x="1346" y="152"/>
                    <a:pt x="1340" y="148"/>
                    <a:pt x="1334" y="148"/>
                  </a:cubicBezTo>
                  <a:cubicBezTo>
                    <a:pt x="1333" y="146"/>
                    <a:pt x="1331" y="146"/>
                    <a:pt x="1330" y="145"/>
                  </a:cubicBezTo>
                  <a:cubicBezTo>
                    <a:pt x="1315" y="139"/>
                    <a:pt x="1301" y="132"/>
                    <a:pt x="1286" y="123"/>
                  </a:cubicBezTo>
                  <a:lnTo>
                    <a:pt x="1283" y="123"/>
                  </a:lnTo>
                  <a:lnTo>
                    <a:pt x="1282" y="122"/>
                  </a:lnTo>
                  <a:lnTo>
                    <a:pt x="1280" y="120"/>
                  </a:lnTo>
                  <a:cubicBezTo>
                    <a:pt x="1272" y="117"/>
                    <a:pt x="1264" y="113"/>
                    <a:pt x="1257" y="107"/>
                  </a:cubicBezTo>
                  <a:lnTo>
                    <a:pt x="1250" y="107"/>
                  </a:lnTo>
                  <a:cubicBezTo>
                    <a:pt x="1251" y="110"/>
                    <a:pt x="1253" y="110"/>
                    <a:pt x="1253" y="114"/>
                  </a:cubicBezTo>
                  <a:cubicBezTo>
                    <a:pt x="1258" y="120"/>
                    <a:pt x="1266" y="127"/>
                    <a:pt x="1273" y="132"/>
                  </a:cubicBezTo>
                  <a:cubicBezTo>
                    <a:pt x="1286" y="145"/>
                    <a:pt x="1301" y="158"/>
                    <a:pt x="1318" y="171"/>
                  </a:cubicBezTo>
                  <a:lnTo>
                    <a:pt x="1356" y="197"/>
                  </a:lnTo>
                  <a:cubicBezTo>
                    <a:pt x="1363" y="202"/>
                    <a:pt x="1369" y="204"/>
                    <a:pt x="1376" y="210"/>
                  </a:cubicBezTo>
                  <a:cubicBezTo>
                    <a:pt x="1381" y="215"/>
                    <a:pt x="1388" y="218"/>
                    <a:pt x="1391" y="222"/>
                  </a:cubicBezTo>
                  <a:cubicBezTo>
                    <a:pt x="1395" y="225"/>
                    <a:pt x="1400" y="226"/>
                    <a:pt x="1404" y="231"/>
                  </a:cubicBezTo>
                  <a:cubicBezTo>
                    <a:pt x="1421" y="241"/>
                    <a:pt x="1440" y="252"/>
                    <a:pt x="1456" y="263"/>
                  </a:cubicBezTo>
                  <a:cubicBezTo>
                    <a:pt x="1469" y="273"/>
                    <a:pt x="1482" y="280"/>
                    <a:pt x="1493" y="287"/>
                  </a:cubicBezTo>
                  <a:lnTo>
                    <a:pt x="1494" y="289"/>
                  </a:lnTo>
                  <a:cubicBezTo>
                    <a:pt x="1500" y="292"/>
                    <a:pt x="1507" y="296"/>
                    <a:pt x="1511" y="299"/>
                  </a:cubicBezTo>
                  <a:cubicBezTo>
                    <a:pt x="1514" y="303"/>
                    <a:pt x="1522" y="306"/>
                    <a:pt x="1526" y="311"/>
                  </a:cubicBezTo>
                  <a:cubicBezTo>
                    <a:pt x="1551" y="331"/>
                    <a:pt x="1574" y="350"/>
                    <a:pt x="1599" y="370"/>
                  </a:cubicBezTo>
                  <a:cubicBezTo>
                    <a:pt x="1622" y="391"/>
                    <a:pt x="1645" y="414"/>
                    <a:pt x="1668" y="434"/>
                  </a:cubicBezTo>
                  <a:lnTo>
                    <a:pt x="1671" y="434"/>
                  </a:lnTo>
                  <a:cubicBezTo>
                    <a:pt x="1716" y="478"/>
                    <a:pt x="1763" y="521"/>
                    <a:pt x="1810" y="566"/>
                  </a:cubicBezTo>
                  <a:cubicBezTo>
                    <a:pt x="1885" y="645"/>
                    <a:pt x="1965" y="724"/>
                    <a:pt x="2051" y="790"/>
                  </a:cubicBezTo>
                  <a:cubicBezTo>
                    <a:pt x="2064" y="803"/>
                    <a:pt x="2078" y="812"/>
                    <a:pt x="2093" y="822"/>
                  </a:cubicBezTo>
                  <a:lnTo>
                    <a:pt x="2093" y="825"/>
                  </a:lnTo>
                  <a:lnTo>
                    <a:pt x="2276" y="1007"/>
                  </a:lnTo>
                  <a:lnTo>
                    <a:pt x="2276" y="1008"/>
                  </a:lnTo>
                  <a:lnTo>
                    <a:pt x="2457" y="1189"/>
                  </a:lnTo>
                  <a:cubicBezTo>
                    <a:pt x="2464" y="1199"/>
                    <a:pt x="2472" y="1208"/>
                    <a:pt x="2480" y="1221"/>
                  </a:cubicBezTo>
                  <a:lnTo>
                    <a:pt x="2480" y="1222"/>
                  </a:lnTo>
                  <a:cubicBezTo>
                    <a:pt x="2493" y="1240"/>
                    <a:pt x="2502" y="1257"/>
                    <a:pt x="2515" y="1273"/>
                  </a:cubicBezTo>
                  <a:cubicBezTo>
                    <a:pt x="2522" y="1285"/>
                    <a:pt x="2526" y="1293"/>
                    <a:pt x="2534" y="1301"/>
                  </a:cubicBezTo>
                  <a:cubicBezTo>
                    <a:pt x="2538" y="1305"/>
                    <a:pt x="2541" y="1312"/>
                    <a:pt x="2547" y="1315"/>
                  </a:cubicBezTo>
                  <a:lnTo>
                    <a:pt x="2555" y="1324"/>
                  </a:lnTo>
                  <a:cubicBezTo>
                    <a:pt x="2566" y="1334"/>
                    <a:pt x="2574" y="1341"/>
                    <a:pt x="2583" y="1349"/>
                  </a:cubicBezTo>
                  <a:lnTo>
                    <a:pt x="2583" y="1370"/>
                  </a:lnTo>
                  <a:cubicBezTo>
                    <a:pt x="2547" y="1357"/>
                    <a:pt x="2515" y="1343"/>
                    <a:pt x="2480" y="1321"/>
                  </a:cubicBezTo>
                  <a:cubicBezTo>
                    <a:pt x="2409" y="1279"/>
                    <a:pt x="2340" y="1222"/>
                    <a:pt x="2276" y="1171"/>
                  </a:cubicBezTo>
                  <a:cubicBezTo>
                    <a:pt x="2249" y="1149"/>
                    <a:pt x="2224" y="1131"/>
                    <a:pt x="2199" y="1112"/>
                  </a:cubicBezTo>
                  <a:cubicBezTo>
                    <a:pt x="1965" y="943"/>
                    <a:pt x="1756" y="761"/>
                    <a:pt x="1527" y="587"/>
                  </a:cubicBezTo>
                  <a:cubicBezTo>
                    <a:pt x="1472" y="545"/>
                    <a:pt x="1420" y="494"/>
                    <a:pt x="1368" y="447"/>
                  </a:cubicBezTo>
                  <a:cubicBezTo>
                    <a:pt x="1352" y="430"/>
                    <a:pt x="1334" y="415"/>
                    <a:pt x="1317" y="404"/>
                  </a:cubicBezTo>
                  <a:cubicBezTo>
                    <a:pt x="1312" y="399"/>
                    <a:pt x="1305" y="393"/>
                    <a:pt x="1298" y="391"/>
                  </a:cubicBezTo>
                  <a:cubicBezTo>
                    <a:pt x="1295" y="386"/>
                    <a:pt x="1293" y="385"/>
                    <a:pt x="1289" y="383"/>
                  </a:cubicBezTo>
                  <a:cubicBezTo>
                    <a:pt x="1286" y="382"/>
                    <a:pt x="1283" y="379"/>
                    <a:pt x="1280" y="377"/>
                  </a:cubicBezTo>
                  <a:cubicBezTo>
                    <a:pt x="1258" y="361"/>
                    <a:pt x="1235" y="345"/>
                    <a:pt x="1211" y="331"/>
                  </a:cubicBezTo>
                  <a:cubicBezTo>
                    <a:pt x="1179" y="311"/>
                    <a:pt x="1145" y="292"/>
                    <a:pt x="1112" y="273"/>
                  </a:cubicBezTo>
                  <a:cubicBezTo>
                    <a:pt x="1069" y="251"/>
                    <a:pt x="1027" y="229"/>
                    <a:pt x="982" y="209"/>
                  </a:cubicBezTo>
                  <a:lnTo>
                    <a:pt x="981" y="207"/>
                  </a:lnTo>
                  <a:cubicBezTo>
                    <a:pt x="937" y="187"/>
                    <a:pt x="889" y="167"/>
                    <a:pt x="843" y="146"/>
                  </a:cubicBezTo>
                  <a:cubicBezTo>
                    <a:pt x="801" y="130"/>
                    <a:pt x="758" y="114"/>
                    <a:pt x="715" y="100"/>
                  </a:cubicBezTo>
                  <a:cubicBezTo>
                    <a:pt x="693" y="91"/>
                    <a:pt x="671" y="84"/>
                    <a:pt x="648" y="77"/>
                  </a:cubicBezTo>
                  <a:cubicBezTo>
                    <a:pt x="603" y="65"/>
                    <a:pt x="556" y="56"/>
                    <a:pt x="511" y="45"/>
                  </a:cubicBezTo>
                  <a:cubicBezTo>
                    <a:pt x="447" y="33"/>
                    <a:pt x="382" y="18"/>
                    <a:pt x="316" y="1"/>
                  </a:cubicBezTo>
                  <a:cubicBezTo>
                    <a:pt x="310" y="1"/>
                    <a:pt x="304" y="1"/>
                    <a:pt x="29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1"/>
            <p:cNvSpPr/>
            <p:nvPr/>
          </p:nvSpPr>
          <p:spPr>
            <a:xfrm>
              <a:off x="2007954" y="942446"/>
              <a:ext cx="11685" cy="15108"/>
            </a:xfrm>
            <a:custGeom>
              <a:rect b="b" l="l" r="r" t="t"/>
              <a:pathLst>
                <a:path extrusionOk="0" h="534" w="413">
                  <a:moveTo>
                    <a:pt x="39" y="1"/>
                  </a:moveTo>
                  <a:cubicBezTo>
                    <a:pt x="19" y="1"/>
                    <a:pt x="0" y="20"/>
                    <a:pt x="14" y="40"/>
                  </a:cubicBezTo>
                  <a:cubicBezTo>
                    <a:pt x="76" y="130"/>
                    <a:pt x="137" y="222"/>
                    <a:pt x="201" y="312"/>
                  </a:cubicBezTo>
                  <a:cubicBezTo>
                    <a:pt x="252" y="385"/>
                    <a:pt x="296" y="476"/>
                    <a:pt x="368" y="529"/>
                  </a:cubicBezTo>
                  <a:cubicBezTo>
                    <a:pt x="373" y="532"/>
                    <a:pt x="377" y="533"/>
                    <a:pt x="382" y="533"/>
                  </a:cubicBezTo>
                  <a:cubicBezTo>
                    <a:pt x="398" y="533"/>
                    <a:pt x="412" y="515"/>
                    <a:pt x="408" y="498"/>
                  </a:cubicBezTo>
                  <a:cubicBezTo>
                    <a:pt x="381" y="411"/>
                    <a:pt x="304" y="335"/>
                    <a:pt x="251" y="263"/>
                  </a:cubicBezTo>
                  <a:cubicBezTo>
                    <a:pt x="187" y="180"/>
                    <a:pt x="124" y="95"/>
                    <a:pt x="62" y="12"/>
                  </a:cubicBezTo>
                  <a:cubicBezTo>
                    <a:pt x="55" y="4"/>
                    <a:pt x="47" y="1"/>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1"/>
            <p:cNvSpPr/>
            <p:nvPr/>
          </p:nvSpPr>
          <p:spPr>
            <a:xfrm>
              <a:off x="2003597" y="947906"/>
              <a:ext cx="10893" cy="13892"/>
            </a:xfrm>
            <a:custGeom>
              <a:rect b="b" l="l" r="r" t="t"/>
              <a:pathLst>
                <a:path extrusionOk="0" h="491" w="385">
                  <a:moveTo>
                    <a:pt x="35" y="1"/>
                  </a:moveTo>
                  <a:cubicBezTo>
                    <a:pt x="18" y="1"/>
                    <a:pt x="0" y="15"/>
                    <a:pt x="6" y="38"/>
                  </a:cubicBezTo>
                  <a:cubicBezTo>
                    <a:pt x="34" y="138"/>
                    <a:pt x="77" y="229"/>
                    <a:pt x="139" y="312"/>
                  </a:cubicBezTo>
                  <a:cubicBezTo>
                    <a:pt x="188" y="379"/>
                    <a:pt x="258" y="462"/>
                    <a:pt x="341" y="490"/>
                  </a:cubicBezTo>
                  <a:cubicBezTo>
                    <a:pt x="344" y="491"/>
                    <a:pt x="347" y="491"/>
                    <a:pt x="349" y="491"/>
                  </a:cubicBezTo>
                  <a:cubicBezTo>
                    <a:pt x="374" y="491"/>
                    <a:pt x="384" y="459"/>
                    <a:pt x="370" y="440"/>
                  </a:cubicBezTo>
                  <a:cubicBezTo>
                    <a:pt x="316" y="375"/>
                    <a:pt x="239" y="334"/>
                    <a:pt x="186" y="264"/>
                  </a:cubicBezTo>
                  <a:cubicBezTo>
                    <a:pt x="130" y="192"/>
                    <a:pt x="91" y="110"/>
                    <a:pt x="63" y="22"/>
                  </a:cubicBezTo>
                  <a:cubicBezTo>
                    <a:pt x="58" y="7"/>
                    <a:pt x="47" y="1"/>
                    <a:pt x="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1"/>
            <p:cNvSpPr/>
            <p:nvPr/>
          </p:nvSpPr>
          <p:spPr>
            <a:xfrm>
              <a:off x="2023062" y="1050181"/>
              <a:ext cx="14118" cy="14344"/>
            </a:xfrm>
            <a:custGeom>
              <a:rect b="b" l="l" r="r" t="t"/>
              <a:pathLst>
                <a:path extrusionOk="0" h="507" w="499">
                  <a:moveTo>
                    <a:pt x="51" y="0"/>
                  </a:moveTo>
                  <a:cubicBezTo>
                    <a:pt x="24" y="0"/>
                    <a:pt x="0" y="37"/>
                    <a:pt x="23" y="65"/>
                  </a:cubicBezTo>
                  <a:cubicBezTo>
                    <a:pt x="151" y="208"/>
                    <a:pt x="271" y="373"/>
                    <a:pt x="416" y="496"/>
                  </a:cubicBezTo>
                  <a:cubicBezTo>
                    <a:pt x="423" y="503"/>
                    <a:pt x="433" y="506"/>
                    <a:pt x="442" y="506"/>
                  </a:cubicBezTo>
                  <a:cubicBezTo>
                    <a:pt x="470" y="506"/>
                    <a:pt x="498" y="478"/>
                    <a:pt x="478" y="450"/>
                  </a:cubicBezTo>
                  <a:cubicBezTo>
                    <a:pt x="365" y="290"/>
                    <a:pt x="209" y="153"/>
                    <a:pt x="76" y="12"/>
                  </a:cubicBezTo>
                  <a:cubicBezTo>
                    <a:pt x="68" y="4"/>
                    <a:pt x="60" y="0"/>
                    <a:pt x="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1"/>
            <p:cNvSpPr/>
            <p:nvPr/>
          </p:nvSpPr>
          <p:spPr>
            <a:xfrm>
              <a:off x="2017007" y="1058555"/>
              <a:ext cx="9563" cy="16042"/>
            </a:xfrm>
            <a:custGeom>
              <a:rect b="b" l="l" r="r" t="t"/>
              <a:pathLst>
                <a:path extrusionOk="0" h="567" w="338">
                  <a:moveTo>
                    <a:pt x="72" y="0"/>
                  </a:moveTo>
                  <a:cubicBezTo>
                    <a:pt x="35" y="0"/>
                    <a:pt x="1" y="52"/>
                    <a:pt x="34" y="90"/>
                  </a:cubicBezTo>
                  <a:cubicBezTo>
                    <a:pt x="92" y="154"/>
                    <a:pt x="137" y="225"/>
                    <a:pt x="169" y="306"/>
                  </a:cubicBezTo>
                  <a:cubicBezTo>
                    <a:pt x="198" y="381"/>
                    <a:pt x="201" y="461"/>
                    <a:pt x="227" y="536"/>
                  </a:cubicBezTo>
                  <a:cubicBezTo>
                    <a:pt x="233" y="555"/>
                    <a:pt x="253" y="567"/>
                    <a:pt x="272" y="567"/>
                  </a:cubicBezTo>
                  <a:cubicBezTo>
                    <a:pt x="288" y="567"/>
                    <a:pt x="304" y="558"/>
                    <a:pt x="307" y="536"/>
                  </a:cubicBezTo>
                  <a:cubicBezTo>
                    <a:pt x="338" y="354"/>
                    <a:pt x="220" y="148"/>
                    <a:pt x="107" y="17"/>
                  </a:cubicBezTo>
                  <a:cubicBezTo>
                    <a:pt x="96" y="5"/>
                    <a:pt x="84" y="0"/>
                    <a:pt x="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31" name="Google Shape;731;p1"/>
          <p:cNvPicPr preferRelativeResize="0"/>
          <p:nvPr/>
        </p:nvPicPr>
        <p:blipFill>
          <a:blip r:embed="rId3">
            <a:alphaModFix/>
          </a:blip>
          <a:stretch>
            <a:fillRect/>
          </a:stretch>
        </p:blipFill>
        <p:spPr>
          <a:xfrm>
            <a:off x="8668123" y="51053"/>
            <a:ext cx="403800" cy="356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TABLE OF CONTENTS</a:t>
            </a:r>
            <a:endParaRPr/>
          </a:p>
        </p:txBody>
      </p:sp>
      <p:sp>
        <p:nvSpPr>
          <p:cNvPr id="737" name="Google Shape;737;p3"/>
          <p:cNvSpPr txBox="1"/>
          <p:nvPr>
            <p:ph idx="2" type="title"/>
          </p:nvPr>
        </p:nvSpPr>
        <p:spPr>
          <a:xfrm>
            <a:off x="399350" y="1365975"/>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01</a:t>
            </a:r>
            <a:endParaRPr/>
          </a:p>
        </p:txBody>
      </p:sp>
      <p:sp>
        <p:nvSpPr>
          <p:cNvPr id="738" name="Google Shape;738;p3"/>
          <p:cNvSpPr txBox="1"/>
          <p:nvPr>
            <p:ph idx="3" type="title"/>
          </p:nvPr>
        </p:nvSpPr>
        <p:spPr>
          <a:xfrm>
            <a:off x="399350" y="3028075"/>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05</a:t>
            </a:r>
            <a:endParaRPr/>
          </a:p>
        </p:txBody>
      </p:sp>
      <p:sp>
        <p:nvSpPr>
          <p:cNvPr id="739" name="Google Shape;739;p3"/>
          <p:cNvSpPr txBox="1"/>
          <p:nvPr>
            <p:ph idx="4" type="title"/>
          </p:nvPr>
        </p:nvSpPr>
        <p:spPr>
          <a:xfrm>
            <a:off x="2359375" y="1365975"/>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02</a:t>
            </a:r>
            <a:endParaRPr/>
          </a:p>
        </p:txBody>
      </p:sp>
      <p:sp>
        <p:nvSpPr>
          <p:cNvPr id="740" name="Google Shape;740;p3"/>
          <p:cNvSpPr txBox="1"/>
          <p:nvPr>
            <p:ph idx="5" type="title"/>
          </p:nvPr>
        </p:nvSpPr>
        <p:spPr>
          <a:xfrm>
            <a:off x="2359375" y="3028075"/>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06</a:t>
            </a:r>
            <a:endParaRPr/>
          </a:p>
        </p:txBody>
      </p:sp>
      <p:sp>
        <p:nvSpPr>
          <p:cNvPr id="741" name="Google Shape;741;p3"/>
          <p:cNvSpPr txBox="1"/>
          <p:nvPr>
            <p:ph idx="6" type="title"/>
          </p:nvPr>
        </p:nvSpPr>
        <p:spPr>
          <a:xfrm>
            <a:off x="4957400" y="1365975"/>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03</a:t>
            </a:r>
            <a:endParaRPr/>
          </a:p>
        </p:txBody>
      </p:sp>
      <p:sp>
        <p:nvSpPr>
          <p:cNvPr id="742" name="Google Shape;742;p3"/>
          <p:cNvSpPr txBox="1"/>
          <p:nvPr>
            <p:ph idx="7" type="title"/>
          </p:nvPr>
        </p:nvSpPr>
        <p:spPr>
          <a:xfrm>
            <a:off x="4957400" y="3028076"/>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07</a:t>
            </a:r>
            <a:endParaRPr/>
          </a:p>
        </p:txBody>
      </p:sp>
      <p:sp>
        <p:nvSpPr>
          <p:cNvPr id="743" name="Google Shape;743;p3"/>
          <p:cNvSpPr txBox="1"/>
          <p:nvPr>
            <p:ph idx="1" type="subTitle"/>
          </p:nvPr>
        </p:nvSpPr>
        <p:spPr>
          <a:xfrm>
            <a:off x="406125" y="2027075"/>
            <a:ext cx="1598700" cy="7878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Problem Statement</a:t>
            </a:r>
            <a:endParaRPr/>
          </a:p>
        </p:txBody>
      </p:sp>
      <p:sp>
        <p:nvSpPr>
          <p:cNvPr id="744" name="Google Shape;744;p3"/>
          <p:cNvSpPr txBox="1"/>
          <p:nvPr>
            <p:ph idx="8" type="subTitle"/>
          </p:nvPr>
        </p:nvSpPr>
        <p:spPr>
          <a:xfrm>
            <a:off x="2366275" y="2027075"/>
            <a:ext cx="1866000" cy="4839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Data Sources</a:t>
            </a:r>
            <a:endParaRPr/>
          </a:p>
        </p:txBody>
      </p:sp>
      <p:sp>
        <p:nvSpPr>
          <p:cNvPr id="745" name="Google Shape;745;p3"/>
          <p:cNvSpPr txBox="1"/>
          <p:nvPr>
            <p:ph idx="9" type="subTitle"/>
          </p:nvPr>
        </p:nvSpPr>
        <p:spPr>
          <a:xfrm>
            <a:off x="4964300" y="2027075"/>
            <a:ext cx="1819500" cy="4839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Methodology</a:t>
            </a:r>
            <a:endParaRPr/>
          </a:p>
        </p:txBody>
      </p:sp>
      <p:sp>
        <p:nvSpPr>
          <p:cNvPr id="746" name="Google Shape;746;p3"/>
          <p:cNvSpPr txBox="1"/>
          <p:nvPr>
            <p:ph idx="13" type="subTitle"/>
          </p:nvPr>
        </p:nvSpPr>
        <p:spPr>
          <a:xfrm>
            <a:off x="406125" y="3689025"/>
            <a:ext cx="1643100" cy="483900"/>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SzPts val="2400"/>
              <a:buNone/>
            </a:pPr>
            <a:r>
              <a:rPr lang="en"/>
              <a:t>Judgement</a:t>
            </a:r>
            <a:endParaRPr/>
          </a:p>
        </p:txBody>
      </p:sp>
      <p:sp>
        <p:nvSpPr>
          <p:cNvPr id="747" name="Google Shape;747;p3"/>
          <p:cNvSpPr txBox="1"/>
          <p:nvPr>
            <p:ph idx="14" type="subTitle"/>
          </p:nvPr>
        </p:nvSpPr>
        <p:spPr>
          <a:xfrm>
            <a:off x="2366275" y="3689025"/>
            <a:ext cx="2334900" cy="483900"/>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SzPts val="2400"/>
              <a:buNone/>
            </a:pPr>
            <a:r>
              <a:rPr lang="en"/>
              <a:t>Recommendation</a:t>
            </a:r>
            <a:endParaRPr/>
          </a:p>
        </p:txBody>
      </p:sp>
      <p:sp>
        <p:nvSpPr>
          <p:cNvPr id="748" name="Google Shape;748;p3"/>
          <p:cNvSpPr txBox="1"/>
          <p:nvPr>
            <p:ph idx="15" type="subTitle"/>
          </p:nvPr>
        </p:nvSpPr>
        <p:spPr>
          <a:xfrm>
            <a:off x="4964300" y="3689025"/>
            <a:ext cx="1643100" cy="7878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Forecast &amp; Conclusion</a:t>
            </a:r>
            <a:endParaRPr/>
          </a:p>
        </p:txBody>
      </p:sp>
      <p:sp>
        <p:nvSpPr>
          <p:cNvPr id="749" name="Google Shape;749;p3"/>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3"/>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3"/>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52" name="Google Shape;752;p3"/>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753" name="Google Shape;753;p3"/>
          <p:cNvSpPr txBox="1"/>
          <p:nvPr>
            <p:ph idx="6" type="title"/>
          </p:nvPr>
        </p:nvSpPr>
        <p:spPr>
          <a:xfrm>
            <a:off x="7033550" y="1356375"/>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04</a:t>
            </a:r>
            <a:endParaRPr/>
          </a:p>
        </p:txBody>
      </p:sp>
      <p:sp>
        <p:nvSpPr>
          <p:cNvPr id="754" name="Google Shape;754;p3"/>
          <p:cNvSpPr txBox="1"/>
          <p:nvPr>
            <p:ph idx="7" type="title"/>
          </p:nvPr>
        </p:nvSpPr>
        <p:spPr>
          <a:xfrm>
            <a:off x="7033550" y="3018476"/>
            <a:ext cx="1021200" cy="63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08</a:t>
            </a:r>
            <a:endParaRPr/>
          </a:p>
        </p:txBody>
      </p:sp>
      <p:sp>
        <p:nvSpPr>
          <p:cNvPr id="755" name="Google Shape;755;p3"/>
          <p:cNvSpPr txBox="1"/>
          <p:nvPr>
            <p:ph idx="9" type="subTitle"/>
          </p:nvPr>
        </p:nvSpPr>
        <p:spPr>
          <a:xfrm>
            <a:off x="7040450" y="2017475"/>
            <a:ext cx="1819500" cy="483900"/>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SzPts val="2400"/>
              <a:buNone/>
            </a:pPr>
            <a:r>
              <a:rPr lang="en"/>
              <a:t>Exploration</a:t>
            </a:r>
            <a:endParaRPr/>
          </a:p>
        </p:txBody>
      </p:sp>
      <p:sp>
        <p:nvSpPr>
          <p:cNvPr id="756" name="Google Shape;756;p3"/>
          <p:cNvSpPr txBox="1"/>
          <p:nvPr>
            <p:ph idx="15" type="subTitle"/>
          </p:nvPr>
        </p:nvSpPr>
        <p:spPr>
          <a:xfrm>
            <a:off x="7040450" y="3679425"/>
            <a:ext cx="1866000" cy="4839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Improvement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4"/>
          <p:cNvSpPr txBox="1"/>
          <p:nvPr>
            <p:ph type="title"/>
          </p:nvPr>
        </p:nvSpPr>
        <p:spPr>
          <a:xfrm>
            <a:off x="692975" y="297875"/>
            <a:ext cx="4294800" cy="619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Problem Statement</a:t>
            </a:r>
            <a:endParaRPr/>
          </a:p>
        </p:txBody>
      </p:sp>
      <p:sp>
        <p:nvSpPr>
          <p:cNvPr id="762" name="Google Shape;762;p4"/>
          <p:cNvSpPr txBox="1"/>
          <p:nvPr>
            <p:ph idx="1" type="subTitle"/>
          </p:nvPr>
        </p:nvSpPr>
        <p:spPr>
          <a:xfrm>
            <a:off x="692975" y="1040250"/>
            <a:ext cx="4294800" cy="3759000"/>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b="1" lang="en"/>
              <a:t>What to forecast</a:t>
            </a:r>
            <a:endParaRPr b="1"/>
          </a:p>
          <a:p>
            <a:pPr indent="-304800" lvl="0" marL="457200" rtl="0" algn="l">
              <a:spcBef>
                <a:spcPts val="1000"/>
              </a:spcBef>
              <a:spcAft>
                <a:spcPts val="0"/>
              </a:spcAft>
              <a:buSzPts val="1200"/>
              <a:buChar char="●"/>
            </a:pPr>
            <a:r>
              <a:rPr lang="en"/>
              <a:t>US Nonfinancial Corporate (NFC) trade receivables, quarterly, billions USD</a:t>
            </a:r>
            <a:endParaRPr/>
          </a:p>
          <a:p>
            <a:pPr indent="-304800" lvl="0" marL="457200" rtl="0" algn="l">
              <a:spcBef>
                <a:spcPts val="0"/>
              </a:spcBef>
              <a:spcAft>
                <a:spcPts val="0"/>
              </a:spcAft>
              <a:buSzPts val="1200"/>
              <a:buChar char="●"/>
            </a:pPr>
            <a:r>
              <a:rPr lang="en"/>
              <a:t>Forecast range: next 4 quarters</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Why it matters</a:t>
            </a:r>
            <a:endParaRPr b="1"/>
          </a:p>
          <a:p>
            <a:pPr indent="-304800" lvl="0" marL="457200" rtl="0" algn="l">
              <a:spcBef>
                <a:spcPts val="1000"/>
              </a:spcBef>
              <a:spcAft>
                <a:spcPts val="0"/>
              </a:spcAft>
              <a:buSzPts val="1200"/>
              <a:buChar char="■"/>
            </a:pPr>
            <a:r>
              <a:rPr lang="en"/>
              <a:t>Receivables track B2B sales on credit and demand</a:t>
            </a:r>
            <a:endParaRPr/>
          </a:p>
          <a:p>
            <a:pPr indent="-304800" lvl="0" marL="457200" rtl="0" algn="l">
              <a:spcBef>
                <a:spcPts val="0"/>
              </a:spcBef>
              <a:spcAft>
                <a:spcPts val="0"/>
              </a:spcAft>
              <a:buSzPts val="1200"/>
              <a:buChar char="■"/>
            </a:pPr>
            <a:r>
              <a:rPr lang="en"/>
              <a:t>They affect the cash conversion cycle and working capital</a:t>
            </a:r>
            <a:endParaRPr/>
          </a:p>
          <a:p>
            <a:pPr indent="-304800" lvl="0" marL="457200" rtl="0" algn="l">
              <a:spcBef>
                <a:spcPts val="0"/>
              </a:spcBef>
              <a:spcAft>
                <a:spcPts val="0"/>
              </a:spcAft>
              <a:buSzPts val="1200"/>
              <a:buChar char="■"/>
            </a:pPr>
            <a:r>
              <a:rPr lang="en"/>
              <a:t>They affect liquidity, borrowing base, and supply chain finance costs</a:t>
            </a:r>
            <a:endParaRPr/>
          </a:p>
          <a:p>
            <a:pPr indent="-304800" lvl="0" marL="457200" rtl="0" algn="l">
              <a:spcBef>
                <a:spcPts val="0"/>
              </a:spcBef>
              <a:spcAft>
                <a:spcPts val="0"/>
              </a:spcAft>
              <a:buSzPts val="1200"/>
              <a:buChar char="■"/>
            </a:pPr>
            <a:r>
              <a:rPr lang="en"/>
              <a:t>Better forecasts help set Accounts Receivable policy, collections targets, and cash plans</a:t>
            </a:r>
            <a:endParaRPr/>
          </a:p>
          <a:p>
            <a:pPr indent="0" lvl="0" marL="0" rtl="0" algn="l">
              <a:lnSpc>
                <a:spcPct val="100000"/>
              </a:lnSpc>
              <a:spcBef>
                <a:spcPts val="1000"/>
              </a:spcBef>
              <a:spcAft>
                <a:spcPts val="0"/>
              </a:spcAft>
              <a:buSzPts val="1200"/>
              <a:buNone/>
            </a:pPr>
            <a:r>
              <a:t/>
            </a:r>
            <a:endParaRPr/>
          </a:p>
        </p:txBody>
      </p:sp>
      <p:pic>
        <p:nvPicPr>
          <p:cNvPr id="763" name="Google Shape;763;p4"/>
          <p:cNvPicPr preferRelativeResize="0"/>
          <p:nvPr>
            <p:ph idx="2" type="pic"/>
          </p:nvPr>
        </p:nvPicPr>
        <p:blipFill rotWithShape="1">
          <a:blip r:embed="rId3">
            <a:alphaModFix/>
          </a:blip>
          <a:srcRect b="0" l="8382" r="45904" t="0"/>
          <a:stretch/>
        </p:blipFill>
        <p:spPr>
          <a:xfrm>
            <a:off x="5643775" y="539500"/>
            <a:ext cx="2787000" cy="4064502"/>
          </a:xfrm>
          <a:prstGeom prst="rect">
            <a:avLst/>
          </a:prstGeom>
          <a:noFill/>
          <a:ln cap="flat" cmpd="sng" w="114300">
            <a:solidFill>
              <a:schemeClr val="dk2"/>
            </a:solidFill>
            <a:prstDash val="solid"/>
            <a:miter lim="8000"/>
            <a:headEnd len="sm" w="sm" type="none"/>
            <a:tailEnd len="sm" w="sm" type="none"/>
          </a:ln>
        </p:spPr>
      </p:pic>
      <p:pic>
        <p:nvPicPr>
          <p:cNvPr id="764" name="Google Shape;764;p4"/>
          <p:cNvPicPr preferRelativeResize="0"/>
          <p:nvPr/>
        </p:nvPicPr>
        <p:blipFill>
          <a:blip r:embed="rId4">
            <a:alphaModFix/>
          </a:blip>
          <a:stretch>
            <a:fillRect/>
          </a:stretch>
        </p:blipFill>
        <p:spPr>
          <a:xfrm>
            <a:off x="8668123" y="51053"/>
            <a:ext cx="403800" cy="356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6"/>
          <p:cNvSpPr txBox="1"/>
          <p:nvPr>
            <p:ph idx="4" type="subTitle"/>
          </p:nvPr>
        </p:nvSpPr>
        <p:spPr>
          <a:xfrm>
            <a:off x="4742044" y="1827125"/>
            <a:ext cx="2725800" cy="476400"/>
          </a:xfrm>
          <a:prstGeom prst="rect">
            <a:avLst/>
          </a:prstGeom>
          <a:solidFill>
            <a:schemeClr val="dk2"/>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How it’s compiled</a:t>
            </a:r>
            <a:endParaRPr/>
          </a:p>
        </p:txBody>
      </p:sp>
      <p:sp>
        <p:nvSpPr>
          <p:cNvPr id="770" name="Google Shape;770;p6"/>
          <p:cNvSpPr txBox="1"/>
          <p:nvPr>
            <p:ph type="title"/>
          </p:nvPr>
        </p:nvSpPr>
        <p:spPr>
          <a:xfrm>
            <a:off x="722376" y="44805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
            </a:r>
            <a:r>
              <a:rPr lang="en"/>
              <a:t>ata</a:t>
            </a:r>
            <a:r>
              <a:rPr lang="en"/>
              <a:t> R</a:t>
            </a:r>
            <a:r>
              <a:rPr lang="en"/>
              <a:t>esources</a:t>
            </a:r>
            <a:endParaRPr/>
          </a:p>
        </p:txBody>
      </p:sp>
      <p:sp>
        <p:nvSpPr>
          <p:cNvPr id="771" name="Google Shape;771;p6"/>
          <p:cNvSpPr txBox="1"/>
          <p:nvPr>
            <p:ph idx="1" type="subTitle"/>
          </p:nvPr>
        </p:nvSpPr>
        <p:spPr>
          <a:xfrm>
            <a:off x="4742048" y="2303525"/>
            <a:ext cx="2725800" cy="146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The Federal Reserve aggregates sector-level financial statements and other sources into the Z.1 accounts and updates them quarterly.</a:t>
            </a:r>
            <a:endParaRPr/>
          </a:p>
        </p:txBody>
      </p:sp>
      <p:sp>
        <p:nvSpPr>
          <p:cNvPr id="772" name="Google Shape;772;p6"/>
          <p:cNvSpPr txBox="1"/>
          <p:nvPr>
            <p:ph idx="2" type="subTitle"/>
          </p:nvPr>
        </p:nvSpPr>
        <p:spPr>
          <a:xfrm>
            <a:off x="845900" y="2303525"/>
            <a:ext cx="2725800" cy="21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U.S. Financial Accounts (Z.1), Table L.230 “Trade Credit,” specifically the Nonfinancial Corporate Business; Trade Receivables; Asset series (code FL103070005.Q). </a:t>
            </a:r>
            <a:endParaRPr/>
          </a:p>
          <a:p>
            <a:pPr indent="0" lvl="0" marL="0" rtl="0" algn="l">
              <a:spcBef>
                <a:spcPts val="0"/>
              </a:spcBef>
              <a:spcAft>
                <a:spcPts val="0"/>
              </a:spcAft>
              <a:buNone/>
            </a:pPr>
            <a:r>
              <a:rPr lang="en"/>
              <a:t>This is quarterly data, reported in U.S. dollars. In this file, I use billions of USD for easy reading.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Time coverage:</a:t>
            </a:r>
            <a:endParaRPr b="1"/>
          </a:p>
          <a:p>
            <a:pPr indent="0" lvl="0" marL="0" rtl="0" algn="l">
              <a:spcBef>
                <a:spcPts val="0"/>
              </a:spcBef>
              <a:spcAft>
                <a:spcPts val="0"/>
              </a:spcAft>
              <a:buNone/>
            </a:pPr>
            <a:r>
              <a:rPr lang="en"/>
              <a:t>2000 ~</a:t>
            </a:r>
            <a:endParaRPr/>
          </a:p>
        </p:txBody>
      </p:sp>
      <p:sp>
        <p:nvSpPr>
          <p:cNvPr id="773" name="Google Shape;773;p6"/>
          <p:cNvSpPr txBox="1"/>
          <p:nvPr>
            <p:ph idx="3" type="subTitle"/>
          </p:nvPr>
        </p:nvSpPr>
        <p:spPr>
          <a:xfrm>
            <a:off x="845902" y="1827125"/>
            <a:ext cx="2725800" cy="476400"/>
          </a:xfrm>
          <a:prstGeom prst="rect">
            <a:avLst/>
          </a:prstGeom>
          <a:solidFill>
            <a:schemeClr val="dk2"/>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Time Series</a:t>
            </a:r>
            <a:endParaRPr/>
          </a:p>
        </p:txBody>
      </p:sp>
      <p:pic>
        <p:nvPicPr>
          <p:cNvPr id="774" name="Google Shape;774;p6"/>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775" name="Google Shape;775;p6"/>
          <p:cNvSpPr txBox="1"/>
          <p:nvPr/>
        </p:nvSpPr>
        <p:spPr>
          <a:xfrm>
            <a:off x="790350" y="1103625"/>
            <a:ext cx="75633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ntic Slab"/>
                <a:ea typeface="Antic Slab"/>
                <a:cs typeface="Antic Slab"/>
                <a:sym typeface="Antic Slab"/>
              </a:rPr>
              <a:t>https://www.federalreserve.gov/datadownload/Review.aspx?rel=Z1&amp;series=92e209e60418268b9a85b8d9fb11c7c9&amp;lastobs=5&amp;from=&amp;to=&amp;filetype=csv&amp;label=include&amp;layout=seriesrow&amp;type=package</a:t>
            </a:r>
            <a:endParaRPr sz="1200">
              <a:solidFill>
                <a:schemeClr val="dk1"/>
              </a:solidFill>
              <a:latin typeface="Antic Slab"/>
              <a:ea typeface="Antic Slab"/>
              <a:cs typeface="Antic Slab"/>
              <a:sym typeface="Antic Slab"/>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Methodology</a:t>
            </a:r>
            <a:endParaRPr/>
          </a:p>
        </p:txBody>
      </p:sp>
      <p:sp>
        <p:nvSpPr>
          <p:cNvPr id="781" name="Google Shape;781;p16"/>
          <p:cNvSpPr/>
          <p:nvPr/>
        </p:nvSpPr>
        <p:spPr>
          <a:xfrm>
            <a:off x="1531125" y="1361700"/>
            <a:ext cx="176400" cy="176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6"/>
          <p:cNvSpPr/>
          <p:nvPr/>
        </p:nvSpPr>
        <p:spPr>
          <a:xfrm>
            <a:off x="3495025" y="1361700"/>
            <a:ext cx="176400" cy="176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6"/>
          <p:cNvSpPr/>
          <p:nvPr/>
        </p:nvSpPr>
        <p:spPr>
          <a:xfrm>
            <a:off x="5458925" y="1361700"/>
            <a:ext cx="176400" cy="176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6"/>
          <p:cNvSpPr/>
          <p:nvPr/>
        </p:nvSpPr>
        <p:spPr>
          <a:xfrm>
            <a:off x="7422825" y="1361700"/>
            <a:ext cx="176400" cy="176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16"/>
          <p:cNvSpPr txBox="1"/>
          <p:nvPr/>
        </p:nvSpPr>
        <p:spPr>
          <a:xfrm flipH="1">
            <a:off x="713125" y="1862575"/>
            <a:ext cx="1812300" cy="500400"/>
          </a:xfrm>
          <a:prstGeom prst="rect">
            <a:avLst/>
          </a:prstGeom>
          <a:solidFill>
            <a:schemeClr val="dk2"/>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1700">
                <a:solidFill>
                  <a:schemeClr val="dk1"/>
                </a:solidFill>
                <a:latin typeface="Anybody"/>
                <a:ea typeface="Anybody"/>
                <a:cs typeface="Anybody"/>
                <a:sym typeface="Anybody"/>
              </a:rPr>
              <a:t>Decomposition</a:t>
            </a:r>
            <a:endParaRPr b="0" i="0" sz="1700" u="none" cap="none" strike="noStrike">
              <a:solidFill>
                <a:schemeClr val="dk1"/>
              </a:solidFill>
              <a:latin typeface="Anybody"/>
              <a:ea typeface="Anybody"/>
              <a:cs typeface="Anybody"/>
              <a:sym typeface="Anybody"/>
            </a:endParaRPr>
          </a:p>
        </p:txBody>
      </p:sp>
      <p:sp>
        <p:nvSpPr>
          <p:cNvPr id="786" name="Google Shape;786;p16"/>
          <p:cNvSpPr txBox="1"/>
          <p:nvPr/>
        </p:nvSpPr>
        <p:spPr>
          <a:xfrm flipH="1">
            <a:off x="2677025" y="1862575"/>
            <a:ext cx="1812300" cy="500400"/>
          </a:xfrm>
          <a:prstGeom prst="rect">
            <a:avLst/>
          </a:prstGeom>
          <a:solidFill>
            <a:schemeClr val="dk2"/>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100">
                <a:solidFill>
                  <a:schemeClr val="dk1"/>
                </a:solidFill>
                <a:latin typeface="Anybody"/>
                <a:ea typeface="Anybody"/>
                <a:cs typeface="Anybody"/>
                <a:sym typeface="Anybody"/>
              </a:rPr>
              <a:t>SES</a:t>
            </a:r>
            <a:endParaRPr b="0" i="0" sz="2100" u="none" cap="none" strike="noStrike">
              <a:solidFill>
                <a:schemeClr val="dk1"/>
              </a:solidFill>
              <a:latin typeface="Anybody"/>
              <a:ea typeface="Anybody"/>
              <a:cs typeface="Anybody"/>
              <a:sym typeface="Anybody"/>
            </a:endParaRPr>
          </a:p>
        </p:txBody>
      </p:sp>
      <p:sp>
        <p:nvSpPr>
          <p:cNvPr id="787" name="Google Shape;787;p16"/>
          <p:cNvSpPr txBox="1"/>
          <p:nvPr/>
        </p:nvSpPr>
        <p:spPr>
          <a:xfrm flipH="1">
            <a:off x="2677075" y="2362925"/>
            <a:ext cx="1812300" cy="354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900">
                <a:solidFill>
                  <a:schemeClr val="dk1"/>
                </a:solidFill>
                <a:latin typeface="Antic Slab"/>
                <a:ea typeface="Antic Slab"/>
                <a:cs typeface="Antic Slab"/>
                <a:sym typeface="Antic Slab"/>
              </a:rPr>
              <a:t>Simple Exponential Smoothing</a:t>
            </a:r>
            <a:endParaRPr b="0" i="0" sz="900" u="none" cap="none" strike="noStrike">
              <a:solidFill>
                <a:schemeClr val="dk1"/>
              </a:solidFill>
              <a:latin typeface="Antic Slab"/>
              <a:ea typeface="Antic Slab"/>
              <a:cs typeface="Antic Slab"/>
              <a:sym typeface="Antic Slab"/>
            </a:endParaRPr>
          </a:p>
        </p:txBody>
      </p:sp>
      <p:sp>
        <p:nvSpPr>
          <p:cNvPr id="788" name="Google Shape;788;p16"/>
          <p:cNvSpPr txBox="1"/>
          <p:nvPr/>
        </p:nvSpPr>
        <p:spPr>
          <a:xfrm flipH="1">
            <a:off x="4640925" y="1862575"/>
            <a:ext cx="1812300" cy="500400"/>
          </a:xfrm>
          <a:prstGeom prst="rect">
            <a:avLst/>
          </a:prstGeom>
          <a:solidFill>
            <a:schemeClr val="dk2"/>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chemeClr val="dk1"/>
                </a:solidFill>
                <a:latin typeface="Anybody"/>
                <a:ea typeface="Anybody"/>
                <a:cs typeface="Anybody"/>
                <a:sym typeface="Anybody"/>
              </a:rPr>
              <a:t>Holt-Winters</a:t>
            </a:r>
            <a:endParaRPr b="0" i="0" sz="2000" u="none" cap="none" strike="noStrike">
              <a:solidFill>
                <a:schemeClr val="dk1"/>
              </a:solidFill>
              <a:latin typeface="Anybody"/>
              <a:ea typeface="Anybody"/>
              <a:cs typeface="Anybody"/>
              <a:sym typeface="Anybody"/>
            </a:endParaRPr>
          </a:p>
        </p:txBody>
      </p:sp>
      <p:sp>
        <p:nvSpPr>
          <p:cNvPr id="789" name="Google Shape;789;p16"/>
          <p:cNvSpPr txBox="1"/>
          <p:nvPr/>
        </p:nvSpPr>
        <p:spPr>
          <a:xfrm flipH="1">
            <a:off x="6604825" y="1862575"/>
            <a:ext cx="1812300" cy="500400"/>
          </a:xfrm>
          <a:prstGeom prst="rect">
            <a:avLst/>
          </a:prstGeom>
          <a:solidFill>
            <a:schemeClr val="dk2"/>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chemeClr val="dk1"/>
                </a:solidFill>
                <a:latin typeface="Anybody"/>
                <a:ea typeface="Anybody"/>
                <a:cs typeface="Anybody"/>
                <a:sym typeface="Anybody"/>
              </a:rPr>
              <a:t>ARIMA</a:t>
            </a:r>
            <a:endParaRPr b="0" i="0" sz="2000" u="none" cap="none" strike="noStrike">
              <a:solidFill>
                <a:schemeClr val="dk1"/>
              </a:solidFill>
              <a:latin typeface="Anybody"/>
              <a:ea typeface="Anybody"/>
              <a:cs typeface="Anybody"/>
              <a:sym typeface="Anybody"/>
            </a:endParaRPr>
          </a:p>
        </p:txBody>
      </p:sp>
      <p:sp>
        <p:nvSpPr>
          <p:cNvPr id="790" name="Google Shape;790;p16"/>
          <p:cNvSpPr txBox="1"/>
          <p:nvPr/>
        </p:nvSpPr>
        <p:spPr>
          <a:xfrm flipH="1">
            <a:off x="6604875" y="2362925"/>
            <a:ext cx="1812300" cy="354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ntic Slab"/>
              <a:ea typeface="Antic Slab"/>
              <a:cs typeface="Antic Slab"/>
              <a:sym typeface="Antic Slab"/>
            </a:endParaRPr>
          </a:p>
        </p:txBody>
      </p:sp>
      <p:cxnSp>
        <p:nvCxnSpPr>
          <p:cNvPr id="791" name="Google Shape;791;p16"/>
          <p:cNvCxnSpPr>
            <a:stCxn id="781" idx="3"/>
            <a:endCxn id="782" idx="1"/>
          </p:cNvCxnSpPr>
          <p:nvPr/>
        </p:nvCxnSpPr>
        <p:spPr>
          <a:xfrm>
            <a:off x="1707525" y="1449900"/>
            <a:ext cx="1787400" cy="0"/>
          </a:xfrm>
          <a:prstGeom prst="straightConnector1">
            <a:avLst/>
          </a:prstGeom>
          <a:noFill/>
          <a:ln cap="flat" cmpd="sng" w="9525">
            <a:solidFill>
              <a:schemeClr val="lt2"/>
            </a:solidFill>
            <a:prstDash val="solid"/>
            <a:round/>
            <a:headEnd len="sm" w="sm" type="none"/>
            <a:tailEnd len="sm" w="sm" type="none"/>
          </a:ln>
        </p:spPr>
      </p:cxnSp>
      <p:cxnSp>
        <p:nvCxnSpPr>
          <p:cNvPr id="792" name="Google Shape;792;p16"/>
          <p:cNvCxnSpPr>
            <a:stCxn id="782" idx="3"/>
            <a:endCxn id="783" idx="1"/>
          </p:cNvCxnSpPr>
          <p:nvPr/>
        </p:nvCxnSpPr>
        <p:spPr>
          <a:xfrm>
            <a:off x="3671425" y="1449900"/>
            <a:ext cx="1787400" cy="0"/>
          </a:xfrm>
          <a:prstGeom prst="straightConnector1">
            <a:avLst/>
          </a:prstGeom>
          <a:noFill/>
          <a:ln cap="flat" cmpd="sng" w="9525">
            <a:solidFill>
              <a:schemeClr val="lt2"/>
            </a:solidFill>
            <a:prstDash val="solid"/>
            <a:round/>
            <a:headEnd len="sm" w="sm" type="none"/>
            <a:tailEnd len="sm" w="sm" type="none"/>
          </a:ln>
        </p:spPr>
      </p:cxnSp>
      <p:cxnSp>
        <p:nvCxnSpPr>
          <p:cNvPr id="793" name="Google Shape;793;p16"/>
          <p:cNvCxnSpPr>
            <a:stCxn id="783" idx="3"/>
            <a:endCxn id="784" idx="1"/>
          </p:cNvCxnSpPr>
          <p:nvPr/>
        </p:nvCxnSpPr>
        <p:spPr>
          <a:xfrm>
            <a:off x="5635325" y="1449900"/>
            <a:ext cx="1787400" cy="0"/>
          </a:xfrm>
          <a:prstGeom prst="straightConnector1">
            <a:avLst/>
          </a:prstGeom>
          <a:noFill/>
          <a:ln cap="flat" cmpd="sng" w="9525">
            <a:solidFill>
              <a:schemeClr val="lt2"/>
            </a:solidFill>
            <a:prstDash val="solid"/>
            <a:round/>
            <a:headEnd len="sm" w="sm" type="none"/>
            <a:tailEnd len="sm" w="sm" type="none"/>
          </a:ln>
        </p:spPr>
      </p:cxnSp>
      <p:cxnSp>
        <p:nvCxnSpPr>
          <p:cNvPr id="794" name="Google Shape;794;p16"/>
          <p:cNvCxnSpPr>
            <a:stCxn id="781" idx="2"/>
            <a:endCxn id="785" idx="0"/>
          </p:cNvCxnSpPr>
          <p:nvPr/>
        </p:nvCxnSpPr>
        <p:spPr>
          <a:xfrm>
            <a:off x="1619325" y="1538100"/>
            <a:ext cx="0" cy="324600"/>
          </a:xfrm>
          <a:prstGeom prst="straightConnector1">
            <a:avLst/>
          </a:prstGeom>
          <a:noFill/>
          <a:ln cap="flat" cmpd="sng" w="9525">
            <a:solidFill>
              <a:schemeClr val="lt2"/>
            </a:solidFill>
            <a:prstDash val="solid"/>
            <a:round/>
            <a:headEnd len="sm" w="sm" type="none"/>
            <a:tailEnd len="sm" w="sm" type="none"/>
          </a:ln>
        </p:spPr>
      </p:cxnSp>
      <p:cxnSp>
        <p:nvCxnSpPr>
          <p:cNvPr id="795" name="Google Shape;795;p16"/>
          <p:cNvCxnSpPr>
            <a:stCxn id="782" idx="2"/>
            <a:endCxn id="786" idx="0"/>
          </p:cNvCxnSpPr>
          <p:nvPr/>
        </p:nvCxnSpPr>
        <p:spPr>
          <a:xfrm>
            <a:off x="3583225" y="1538100"/>
            <a:ext cx="0" cy="324600"/>
          </a:xfrm>
          <a:prstGeom prst="straightConnector1">
            <a:avLst/>
          </a:prstGeom>
          <a:noFill/>
          <a:ln cap="flat" cmpd="sng" w="9525">
            <a:solidFill>
              <a:schemeClr val="lt2"/>
            </a:solidFill>
            <a:prstDash val="solid"/>
            <a:round/>
            <a:headEnd len="sm" w="sm" type="none"/>
            <a:tailEnd len="sm" w="sm" type="none"/>
          </a:ln>
        </p:spPr>
      </p:cxnSp>
      <p:cxnSp>
        <p:nvCxnSpPr>
          <p:cNvPr id="796" name="Google Shape;796;p16"/>
          <p:cNvCxnSpPr>
            <a:stCxn id="783" idx="2"/>
            <a:endCxn id="788" idx="0"/>
          </p:cNvCxnSpPr>
          <p:nvPr/>
        </p:nvCxnSpPr>
        <p:spPr>
          <a:xfrm>
            <a:off x="5547125" y="1538100"/>
            <a:ext cx="0" cy="324600"/>
          </a:xfrm>
          <a:prstGeom prst="straightConnector1">
            <a:avLst/>
          </a:prstGeom>
          <a:noFill/>
          <a:ln cap="flat" cmpd="sng" w="9525">
            <a:solidFill>
              <a:schemeClr val="lt2"/>
            </a:solidFill>
            <a:prstDash val="solid"/>
            <a:round/>
            <a:headEnd len="sm" w="sm" type="none"/>
            <a:tailEnd len="sm" w="sm" type="none"/>
          </a:ln>
        </p:spPr>
      </p:cxnSp>
      <p:cxnSp>
        <p:nvCxnSpPr>
          <p:cNvPr id="797" name="Google Shape;797;p16"/>
          <p:cNvCxnSpPr>
            <a:stCxn id="784" idx="2"/>
            <a:endCxn id="789" idx="0"/>
          </p:cNvCxnSpPr>
          <p:nvPr/>
        </p:nvCxnSpPr>
        <p:spPr>
          <a:xfrm>
            <a:off x="7511025" y="1538100"/>
            <a:ext cx="0" cy="324600"/>
          </a:xfrm>
          <a:prstGeom prst="straightConnector1">
            <a:avLst/>
          </a:prstGeom>
          <a:noFill/>
          <a:ln cap="flat" cmpd="sng" w="9525">
            <a:solidFill>
              <a:schemeClr val="lt2"/>
            </a:solidFill>
            <a:prstDash val="solid"/>
            <a:round/>
            <a:headEnd len="sm" w="sm" type="none"/>
            <a:tailEnd len="sm" w="sm" type="none"/>
          </a:ln>
        </p:spPr>
      </p:cxnSp>
      <p:sp>
        <p:nvSpPr>
          <p:cNvPr id="798" name="Google Shape;798;p16"/>
          <p:cNvSpPr/>
          <p:nvPr/>
        </p:nvSpPr>
        <p:spPr>
          <a:xfrm>
            <a:off x="1531125" y="3196150"/>
            <a:ext cx="176400" cy="176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6"/>
          <p:cNvSpPr txBox="1"/>
          <p:nvPr/>
        </p:nvSpPr>
        <p:spPr>
          <a:xfrm flipH="1">
            <a:off x="713125" y="3697025"/>
            <a:ext cx="1812300" cy="500400"/>
          </a:xfrm>
          <a:prstGeom prst="rect">
            <a:avLst/>
          </a:prstGeom>
          <a:solidFill>
            <a:schemeClr val="dk2"/>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a:solidFill>
                  <a:schemeClr val="dk1"/>
                </a:solidFill>
                <a:latin typeface="Anybody"/>
                <a:ea typeface="Anybody"/>
                <a:cs typeface="Anybody"/>
                <a:sym typeface="Anybody"/>
              </a:rPr>
              <a:t>Accuracy Summary</a:t>
            </a:r>
            <a:endParaRPr b="0" i="0" u="none" cap="none" strike="noStrike">
              <a:solidFill>
                <a:schemeClr val="dk1"/>
              </a:solidFill>
              <a:latin typeface="Anybody"/>
              <a:ea typeface="Anybody"/>
              <a:cs typeface="Anybody"/>
              <a:sym typeface="Anybody"/>
            </a:endParaRPr>
          </a:p>
        </p:txBody>
      </p:sp>
      <p:sp>
        <p:nvSpPr>
          <p:cNvPr id="800" name="Google Shape;800;p16"/>
          <p:cNvSpPr txBox="1"/>
          <p:nvPr/>
        </p:nvSpPr>
        <p:spPr>
          <a:xfrm flipH="1">
            <a:off x="713175" y="4197375"/>
            <a:ext cx="1812300" cy="354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Antic Slab"/>
                <a:ea typeface="Antic Slab"/>
                <a:cs typeface="Antic Slab"/>
                <a:sym typeface="Antic Slab"/>
              </a:rPr>
              <a:t>MAPE</a:t>
            </a:r>
            <a:endParaRPr b="0" i="0" sz="1200" u="none" cap="none" strike="noStrike">
              <a:solidFill>
                <a:schemeClr val="dk1"/>
              </a:solidFill>
              <a:latin typeface="Antic Slab"/>
              <a:ea typeface="Antic Slab"/>
              <a:cs typeface="Antic Slab"/>
              <a:sym typeface="Antic Slab"/>
            </a:endParaRPr>
          </a:p>
        </p:txBody>
      </p:sp>
      <p:cxnSp>
        <p:nvCxnSpPr>
          <p:cNvPr id="801" name="Google Shape;801;p16"/>
          <p:cNvCxnSpPr/>
          <p:nvPr/>
        </p:nvCxnSpPr>
        <p:spPr>
          <a:xfrm>
            <a:off x="1352550" y="3284350"/>
            <a:ext cx="1787400" cy="0"/>
          </a:xfrm>
          <a:prstGeom prst="straightConnector1">
            <a:avLst/>
          </a:prstGeom>
          <a:noFill/>
          <a:ln cap="flat" cmpd="sng" w="9525">
            <a:solidFill>
              <a:schemeClr val="lt2"/>
            </a:solidFill>
            <a:prstDash val="solid"/>
            <a:round/>
            <a:headEnd len="sm" w="sm" type="none"/>
            <a:tailEnd len="sm" w="sm" type="none"/>
          </a:ln>
        </p:spPr>
      </p:cxnSp>
      <p:cxnSp>
        <p:nvCxnSpPr>
          <p:cNvPr id="802" name="Google Shape;802;p16"/>
          <p:cNvCxnSpPr>
            <a:stCxn id="798" idx="2"/>
            <a:endCxn id="799" idx="0"/>
          </p:cNvCxnSpPr>
          <p:nvPr/>
        </p:nvCxnSpPr>
        <p:spPr>
          <a:xfrm>
            <a:off x="1619325" y="3372550"/>
            <a:ext cx="0" cy="324600"/>
          </a:xfrm>
          <a:prstGeom prst="straightConnector1">
            <a:avLst/>
          </a:prstGeom>
          <a:noFill/>
          <a:ln cap="flat" cmpd="sng" w="9525">
            <a:solidFill>
              <a:schemeClr val="lt2"/>
            </a:solidFill>
            <a:prstDash val="solid"/>
            <a:round/>
            <a:headEnd len="sm" w="sm" type="none"/>
            <a:tailEnd len="sm" w="sm" type="none"/>
          </a:ln>
        </p:spPr>
      </p:cxnSp>
      <p:cxnSp>
        <p:nvCxnSpPr>
          <p:cNvPr id="803" name="Google Shape;803;p16"/>
          <p:cNvCxnSpPr>
            <a:stCxn id="790" idx="2"/>
            <a:endCxn id="798" idx="1"/>
          </p:cNvCxnSpPr>
          <p:nvPr/>
        </p:nvCxnSpPr>
        <p:spPr>
          <a:xfrm rot="5400000">
            <a:off x="4237875" y="11075"/>
            <a:ext cx="566400" cy="5979900"/>
          </a:xfrm>
          <a:prstGeom prst="bentConnector4">
            <a:avLst>
              <a:gd fmla="val 42225" name="adj1"/>
              <a:gd fmla="val 103982" name="adj2"/>
            </a:avLst>
          </a:prstGeom>
          <a:noFill/>
          <a:ln cap="flat" cmpd="sng" w="9525">
            <a:solidFill>
              <a:schemeClr val="lt2"/>
            </a:solidFill>
            <a:prstDash val="solid"/>
            <a:round/>
            <a:headEnd len="sm" w="sm" type="none"/>
            <a:tailEnd len="sm" w="sm" type="none"/>
          </a:ln>
        </p:spPr>
      </p:cxnSp>
      <p:pic>
        <p:nvPicPr>
          <p:cNvPr id="804" name="Google Shape;804;p16"/>
          <p:cNvPicPr preferRelativeResize="0"/>
          <p:nvPr/>
        </p:nvPicPr>
        <p:blipFill>
          <a:blip r:embed="rId3">
            <a:alphaModFix/>
          </a:blip>
          <a:stretch>
            <a:fillRect/>
          </a:stretch>
        </p:blipFill>
        <p:spPr>
          <a:xfrm>
            <a:off x="8668123" y="51053"/>
            <a:ext cx="403800" cy="356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9"/>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9"/>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9"/>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2" name="Google Shape;812;p19"/>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13" name="Google Shape;813;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Exploration</a:t>
            </a:r>
            <a:endParaRPr/>
          </a:p>
        </p:txBody>
      </p:sp>
      <p:pic>
        <p:nvPicPr>
          <p:cNvPr id="814" name="Google Shape;814;p19"/>
          <p:cNvPicPr preferRelativeResize="0"/>
          <p:nvPr/>
        </p:nvPicPr>
        <p:blipFill>
          <a:blip r:embed="rId4">
            <a:alphaModFix/>
          </a:blip>
          <a:stretch>
            <a:fillRect/>
          </a:stretch>
        </p:blipFill>
        <p:spPr>
          <a:xfrm>
            <a:off x="820650" y="1149875"/>
            <a:ext cx="6184923" cy="38209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3a8f8cc9bc8_0_12"/>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g3a8f8cc9bc8_0_12"/>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g3a8f8cc9bc8_0_12"/>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2" name="Google Shape;822;g3a8f8cc9bc8_0_12"/>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23" name="Google Shape;823;g3a8f8cc9bc8_0_1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Exploration - Decomposition</a:t>
            </a:r>
            <a:endParaRPr/>
          </a:p>
        </p:txBody>
      </p:sp>
      <p:pic>
        <p:nvPicPr>
          <p:cNvPr id="824" name="Google Shape;824;g3a8f8cc9bc8_0_12"/>
          <p:cNvPicPr preferRelativeResize="0"/>
          <p:nvPr/>
        </p:nvPicPr>
        <p:blipFill>
          <a:blip r:embed="rId4">
            <a:alphaModFix/>
          </a:blip>
          <a:stretch>
            <a:fillRect/>
          </a:stretch>
        </p:blipFill>
        <p:spPr>
          <a:xfrm>
            <a:off x="800400" y="1129625"/>
            <a:ext cx="6184923" cy="38209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g3a8f8cc9bc8_0_1"/>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g3a8f8cc9bc8_0_1"/>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g3a8f8cc9bc8_0_1"/>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2" name="Google Shape;832;g3a8f8cc9bc8_0_1"/>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33" name="Google Shape;833;g3a8f8cc9bc8_0_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Exploration - Decomposition</a:t>
            </a:r>
            <a:endParaRPr/>
          </a:p>
        </p:txBody>
      </p:sp>
      <p:sp>
        <p:nvSpPr>
          <p:cNvPr id="834" name="Google Shape;834;g3a8f8cc9bc8_0_1"/>
          <p:cNvSpPr txBox="1"/>
          <p:nvPr/>
        </p:nvSpPr>
        <p:spPr>
          <a:xfrm>
            <a:off x="616775" y="1711125"/>
            <a:ext cx="2652900" cy="3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Antic Slab"/>
                <a:ea typeface="Antic Slab"/>
                <a:cs typeface="Antic Slab"/>
                <a:sym typeface="Antic Slab"/>
              </a:rPr>
              <a:t>seasonal monthly indices</a:t>
            </a:r>
            <a:endParaRPr sz="1700">
              <a:solidFill>
                <a:schemeClr val="dk1"/>
              </a:solidFill>
              <a:latin typeface="Antic Slab"/>
              <a:ea typeface="Antic Slab"/>
              <a:cs typeface="Antic Slab"/>
              <a:sym typeface="Antic Slab"/>
            </a:endParaRPr>
          </a:p>
        </p:txBody>
      </p:sp>
      <p:pic>
        <p:nvPicPr>
          <p:cNvPr id="835" name="Google Shape;835;g3a8f8cc9bc8_0_1"/>
          <p:cNvPicPr preferRelativeResize="0"/>
          <p:nvPr/>
        </p:nvPicPr>
        <p:blipFill>
          <a:blip r:embed="rId4">
            <a:alphaModFix/>
          </a:blip>
          <a:stretch>
            <a:fillRect/>
          </a:stretch>
        </p:blipFill>
        <p:spPr>
          <a:xfrm>
            <a:off x="616775" y="2366050"/>
            <a:ext cx="2823549" cy="1187825"/>
          </a:xfrm>
          <a:prstGeom prst="rect">
            <a:avLst/>
          </a:prstGeom>
          <a:noFill/>
          <a:ln>
            <a:noFill/>
          </a:ln>
        </p:spPr>
      </p:pic>
      <p:pic>
        <p:nvPicPr>
          <p:cNvPr id="836" name="Google Shape;836;g3a8f8cc9bc8_0_1"/>
          <p:cNvPicPr preferRelativeResize="0"/>
          <p:nvPr/>
        </p:nvPicPr>
        <p:blipFill>
          <a:blip r:embed="rId5">
            <a:alphaModFix/>
          </a:blip>
          <a:stretch>
            <a:fillRect/>
          </a:stretch>
        </p:blipFill>
        <p:spPr>
          <a:xfrm>
            <a:off x="3622071" y="1210625"/>
            <a:ext cx="5369529" cy="33172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a8e2a81f61_0_49"/>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g3a8e2a81f61_0_49"/>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g3a8e2a81f61_0_49"/>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44" name="Google Shape;844;g3a8e2a81f61_0_49"/>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45" name="Google Shape;845;g3a8e2a81f61_0_4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Exploration - SES</a:t>
            </a:r>
            <a:endParaRPr/>
          </a:p>
        </p:txBody>
      </p:sp>
      <p:pic>
        <p:nvPicPr>
          <p:cNvPr id="846" name="Google Shape;846;g3a8e2a81f61_0_49"/>
          <p:cNvPicPr preferRelativeResize="0"/>
          <p:nvPr/>
        </p:nvPicPr>
        <p:blipFill>
          <a:blip r:embed="rId4">
            <a:alphaModFix/>
          </a:blip>
          <a:stretch>
            <a:fillRect/>
          </a:stretch>
        </p:blipFill>
        <p:spPr>
          <a:xfrm>
            <a:off x="122025" y="1088613"/>
            <a:ext cx="3128100" cy="1932500"/>
          </a:xfrm>
          <a:prstGeom prst="rect">
            <a:avLst/>
          </a:prstGeom>
          <a:noFill/>
          <a:ln>
            <a:noFill/>
          </a:ln>
        </p:spPr>
      </p:pic>
      <p:pic>
        <p:nvPicPr>
          <p:cNvPr id="847" name="Google Shape;847;g3a8e2a81f61_0_49"/>
          <p:cNvPicPr preferRelativeResize="0"/>
          <p:nvPr/>
        </p:nvPicPr>
        <p:blipFill>
          <a:blip r:embed="rId5">
            <a:alphaModFix/>
          </a:blip>
          <a:stretch>
            <a:fillRect/>
          </a:stretch>
        </p:blipFill>
        <p:spPr>
          <a:xfrm>
            <a:off x="3148875" y="1108988"/>
            <a:ext cx="3062090" cy="1891726"/>
          </a:xfrm>
          <a:prstGeom prst="rect">
            <a:avLst/>
          </a:prstGeom>
          <a:noFill/>
          <a:ln>
            <a:noFill/>
          </a:ln>
        </p:spPr>
      </p:pic>
      <p:pic>
        <p:nvPicPr>
          <p:cNvPr id="848" name="Google Shape;848;g3a8e2a81f61_0_49"/>
          <p:cNvPicPr preferRelativeResize="0"/>
          <p:nvPr/>
        </p:nvPicPr>
        <p:blipFill>
          <a:blip r:embed="rId6">
            <a:alphaModFix/>
          </a:blip>
          <a:stretch>
            <a:fillRect/>
          </a:stretch>
        </p:blipFill>
        <p:spPr>
          <a:xfrm>
            <a:off x="188025" y="2973850"/>
            <a:ext cx="3062099" cy="1891733"/>
          </a:xfrm>
          <a:prstGeom prst="rect">
            <a:avLst/>
          </a:prstGeom>
          <a:noFill/>
          <a:ln>
            <a:noFill/>
          </a:ln>
        </p:spPr>
      </p:pic>
      <p:pic>
        <p:nvPicPr>
          <p:cNvPr id="849" name="Google Shape;849;g3a8e2a81f61_0_49"/>
          <p:cNvPicPr preferRelativeResize="0"/>
          <p:nvPr/>
        </p:nvPicPr>
        <p:blipFill>
          <a:blip r:embed="rId7">
            <a:alphaModFix/>
          </a:blip>
          <a:stretch>
            <a:fillRect/>
          </a:stretch>
        </p:blipFill>
        <p:spPr>
          <a:xfrm>
            <a:off x="3250125" y="2953463"/>
            <a:ext cx="3128100" cy="1932496"/>
          </a:xfrm>
          <a:prstGeom prst="rect">
            <a:avLst/>
          </a:prstGeom>
          <a:noFill/>
          <a:ln>
            <a:noFill/>
          </a:ln>
        </p:spPr>
      </p:pic>
      <p:pic>
        <p:nvPicPr>
          <p:cNvPr id="850" name="Google Shape;850;g3a8e2a81f61_0_49"/>
          <p:cNvPicPr preferRelativeResize="0"/>
          <p:nvPr/>
        </p:nvPicPr>
        <p:blipFill>
          <a:blip r:embed="rId8">
            <a:alphaModFix/>
          </a:blip>
          <a:stretch>
            <a:fillRect/>
          </a:stretch>
        </p:blipFill>
        <p:spPr>
          <a:xfrm>
            <a:off x="6156525" y="1151850"/>
            <a:ext cx="2987350" cy="1845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g3a8f8cc9bc8_0_36"/>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g3a8f8cc9bc8_0_36"/>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g3a8f8cc9bc8_0_36"/>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8" name="Google Shape;858;g3a8f8cc9bc8_0_36"/>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59" name="Google Shape;859;g3a8f8cc9bc8_0_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Exploration - Holt-Winters</a:t>
            </a:r>
            <a:endParaRPr/>
          </a:p>
        </p:txBody>
      </p:sp>
      <p:pic>
        <p:nvPicPr>
          <p:cNvPr id="860" name="Google Shape;860;g3a8f8cc9bc8_0_36"/>
          <p:cNvPicPr preferRelativeResize="0"/>
          <p:nvPr/>
        </p:nvPicPr>
        <p:blipFill>
          <a:blip r:embed="rId4">
            <a:alphaModFix/>
          </a:blip>
          <a:stretch>
            <a:fillRect/>
          </a:stretch>
        </p:blipFill>
        <p:spPr>
          <a:xfrm>
            <a:off x="163950" y="1017725"/>
            <a:ext cx="3137800" cy="1938506"/>
          </a:xfrm>
          <a:prstGeom prst="rect">
            <a:avLst/>
          </a:prstGeom>
          <a:noFill/>
          <a:ln>
            <a:noFill/>
          </a:ln>
        </p:spPr>
      </p:pic>
      <p:pic>
        <p:nvPicPr>
          <p:cNvPr id="861" name="Google Shape;861;g3a8f8cc9bc8_0_36"/>
          <p:cNvPicPr preferRelativeResize="0"/>
          <p:nvPr/>
        </p:nvPicPr>
        <p:blipFill>
          <a:blip r:embed="rId5">
            <a:alphaModFix/>
          </a:blip>
          <a:stretch>
            <a:fillRect/>
          </a:stretch>
        </p:blipFill>
        <p:spPr>
          <a:xfrm>
            <a:off x="3301750" y="1090813"/>
            <a:ext cx="2901176" cy="1792324"/>
          </a:xfrm>
          <a:prstGeom prst="rect">
            <a:avLst/>
          </a:prstGeom>
          <a:noFill/>
          <a:ln>
            <a:noFill/>
          </a:ln>
        </p:spPr>
      </p:pic>
      <p:pic>
        <p:nvPicPr>
          <p:cNvPr id="862" name="Google Shape;862;g3a8f8cc9bc8_0_36"/>
          <p:cNvPicPr preferRelativeResize="0"/>
          <p:nvPr/>
        </p:nvPicPr>
        <p:blipFill>
          <a:blip r:embed="rId6">
            <a:alphaModFix/>
          </a:blip>
          <a:stretch>
            <a:fillRect/>
          </a:stretch>
        </p:blipFill>
        <p:spPr>
          <a:xfrm>
            <a:off x="282263" y="3016175"/>
            <a:ext cx="2901176" cy="1792315"/>
          </a:xfrm>
          <a:prstGeom prst="rect">
            <a:avLst/>
          </a:prstGeom>
          <a:noFill/>
          <a:ln>
            <a:noFill/>
          </a:ln>
        </p:spPr>
      </p:pic>
      <p:pic>
        <p:nvPicPr>
          <p:cNvPr id="863" name="Google Shape;863;g3a8f8cc9bc8_0_36"/>
          <p:cNvPicPr preferRelativeResize="0"/>
          <p:nvPr/>
        </p:nvPicPr>
        <p:blipFill>
          <a:blip r:embed="rId7">
            <a:alphaModFix/>
          </a:blip>
          <a:stretch>
            <a:fillRect/>
          </a:stretch>
        </p:blipFill>
        <p:spPr>
          <a:xfrm>
            <a:off x="3425100" y="2956225"/>
            <a:ext cx="3042300" cy="1879501"/>
          </a:xfrm>
          <a:prstGeom prst="rect">
            <a:avLst/>
          </a:prstGeom>
          <a:noFill/>
          <a:ln>
            <a:noFill/>
          </a:ln>
        </p:spPr>
      </p:pic>
      <p:pic>
        <p:nvPicPr>
          <p:cNvPr id="864" name="Google Shape;864;g3a8f8cc9bc8_0_36"/>
          <p:cNvPicPr preferRelativeResize="0"/>
          <p:nvPr/>
        </p:nvPicPr>
        <p:blipFill>
          <a:blip r:embed="rId8">
            <a:alphaModFix/>
          </a:blip>
          <a:stretch>
            <a:fillRect/>
          </a:stretch>
        </p:blipFill>
        <p:spPr>
          <a:xfrm>
            <a:off x="6101700" y="1047213"/>
            <a:ext cx="3042300" cy="1879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g3a8e2a81f61_0_65"/>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3a8e2a81f61_0_65"/>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3a8e2a81f61_0_65"/>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2" name="Google Shape;872;g3a8e2a81f61_0_65"/>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73" name="Google Shape;873;g3a8e2a81f61_0_6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Exploration - ARIMA</a:t>
            </a:r>
            <a:endParaRPr/>
          </a:p>
        </p:txBody>
      </p:sp>
      <p:pic>
        <p:nvPicPr>
          <p:cNvPr id="874" name="Google Shape;874;g3a8e2a81f61_0_65"/>
          <p:cNvPicPr preferRelativeResize="0"/>
          <p:nvPr/>
        </p:nvPicPr>
        <p:blipFill>
          <a:blip r:embed="rId4">
            <a:alphaModFix/>
          </a:blip>
          <a:stretch>
            <a:fillRect/>
          </a:stretch>
        </p:blipFill>
        <p:spPr>
          <a:xfrm>
            <a:off x="616775" y="1158575"/>
            <a:ext cx="3176160" cy="1962201"/>
          </a:xfrm>
          <a:prstGeom prst="rect">
            <a:avLst/>
          </a:prstGeom>
          <a:noFill/>
          <a:ln>
            <a:noFill/>
          </a:ln>
        </p:spPr>
      </p:pic>
      <p:pic>
        <p:nvPicPr>
          <p:cNvPr id="875" name="Google Shape;875;g3a8e2a81f61_0_65"/>
          <p:cNvPicPr preferRelativeResize="0"/>
          <p:nvPr/>
        </p:nvPicPr>
        <p:blipFill>
          <a:blip r:embed="rId5">
            <a:alphaModFix/>
          </a:blip>
          <a:stretch>
            <a:fillRect/>
          </a:stretch>
        </p:blipFill>
        <p:spPr>
          <a:xfrm>
            <a:off x="4382275" y="1077650"/>
            <a:ext cx="3307150" cy="2043125"/>
          </a:xfrm>
          <a:prstGeom prst="rect">
            <a:avLst/>
          </a:prstGeom>
          <a:noFill/>
          <a:ln>
            <a:noFill/>
          </a:ln>
        </p:spPr>
      </p:pic>
      <p:pic>
        <p:nvPicPr>
          <p:cNvPr id="876" name="Google Shape;876;g3a8e2a81f61_0_65"/>
          <p:cNvPicPr preferRelativeResize="0"/>
          <p:nvPr/>
        </p:nvPicPr>
        <p:blipFill>
          <a:blip r:embed="rId6">
            <a:alphaModFix/>
          </a:blip>
          <a:stretch>
            <a:fillRect/>
          </a:stretch>
        </p:blipFill>
        <p:spPr>
          <a:xfrm>
            <a:off x="681775" y="3185775"/>
            <a:ext cx="3046150" cy="1881874"/>
          </a:xfrm>
          <a:prstGeom prst="rect">
            <a:avLst/>
          </a:prstGeom>
          <a:noFill/>
          <a:ln>
            <a:noFill/>
          </a:ln>
        </p:spPr>
      </p:pic>
      <p:pic>
        <p:nvPicPr>
          <p:cNvPr id="877" name="Google Shape;877;g3a8e2a81f61_0_65"/>
          <p:cNvPicPr preferRelativeResize="0"/>
          <p:nvPr/>
        </p:nvPicPr>
        <p:blipFill>
          <a:blip r:embed="rId7">
            <a:alphaModFix/>
          </a:blip>
          <a:stretch>
            <a:fillRect/>
          </a:stretch>
        </p:blipFill>
        <p:spPr>
          <a:xfrm>
            <a:off x="4589599" y="3180700"/>
            <a:ext cx="2979510" cy="1840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a8f8cc9bc8_0_78"/>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g3a8f8cc9bc8_0_78"/>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g3a8f8cc9bc8_0_78"/>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5" name="Google Shape;885;g3a8f8cc9bc8_0_78"/>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86" name="Google Shape;886;g3a8f8cc9bc8_0_7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Exploration - ARIMA</a:t>
            </a:r>
            <a:endParaRPr/>
          </a:p>
        </p:txBody>
      </p:sp>
      <p:pic>
        <p:nvPicPr>
          <p:cNvPr id="887" name="Google Shape;887;g3a8f8cc9bc8_0_78"/>
          <p:cNvPicPr preferRelativeResize="0"/>
          <p:nvPr/>
        </p:nvPicPr>
        <p:blipFill>
          <a:blip r:embed="rId4">
            <a:alphaModFix/>
          </a:blip>
          <a:stretch>
            <a:fillRect/>
          </a:stretch>
        </p:blipFill>
        <p:spPr>
          <a:xfrm>
            <a:off x="881362" y="1017725"/>
            <a:ext cx="6677563" cy="4125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a8f8cc9bc8_0_97"/>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g3a8f8cc9bc8_0_97"/>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g3a8f8cc9bc8_0_97"/>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5" name="Google Shape;895;g3a8f8cc9bc8_0_97"/>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896" name="Google Shape;896;g3a8f8cc9bc8_0_9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Judgement - ARIMA</a:t>
            </a:r>
            <a:endParaRPr/>
          </a:p>
        </p:txBody>
      </p:sp>
      <p:sp>
        <p:nvSpPr>
          <p:cNvPr id="897" name="Google Shape;897;g3a8f8cc9bc8_0_97"/>
          <p:cNvSpPr txBox="1"/>
          <p:nvPr/>
        </p:nvSpPr>
        <p:spPr>
          <a:xfrm>
            <a:off x="1064050" y="3744925"/>
            <a:ext cx="6831000" cy="1155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en" sz="1100"/>
              <a:t>Model picked</a:t>
            </a:r>
            <a:r>
              <a:rPr lang="en" sz="1100"/>
              <a:t>: </a:t>
            </a:r>
            <a:r>
              <a:rPr b="1" lang="en" sz="1100"/>
              <a:t>ARIMA(0,2,2)(1,0,2)[4]</a:t>
            </a:r>
            <a:r>
              <a:rPr lang="en" sz="1100"/>
              <a:t>. Two regular differences, quarterly seasonality, MA(2) with seasonal AR(1) and MA(2).</a:t>
            </a:r>
            <a:endParaRPr sz="1100"/>
          </a:p>
          <a:p>
            <a:pPr indent="-298450" lvl="0" marL="457200" rtl="0" algn="l">
              <a:lnSpc>
                <a:spcPct val="115000"/>
              </a:lnSpc>
              <a:spcBef>
                <a:spcPts val="0"/>
              </a:spcBef>
              <a:spcAft>
                <a:spcPts val="0"/>
              </a:spcAft>
              <a:buSzPts val="1100"/>
              <a:buChar char="●"/>
            </a:pPr>
            <a:r>
              <a:rPr b="1" lang="en" sz="1100"/>
              <a:t>Ljung–Box (checkresiduals, up to lag 8)</a:t>
            </a:r>
            <a:r>
              <a:rPr lang="en" sz="1100"/>
              <a:t>: </a:t>
            </a:r>
            <a:r>
              <a:rPr b="1" lang="en" sz="1100"/>
              <a:t>Q* ≈ 8.32</a:t>
            </a:r>
            <a:r>
              <a:rPr lang="en" sz="1100"/>
              <a:t>, </a:t>
            </a:r>
            <a:r>
              <a:rPr b="1" lang="en" sz="1100"/>
              <a:t>p ≈ 0.040</a:t>
            </a:r>
            <a:r>
              <a:rPr lang="en" sz="1100"/>
              <a:t>. Slight hint of short-lag correlation.</a:t>
            </a:r>
            <a:endParaRPr sz="1100"/>
          </a:p>
          <a:p>
            <a:pPr indent="-298450" lvl="0" marL="457200" rtl="0" algn="l">
              <a:lnSpc>
                <a:spcPct val="115000"/>
              </a:lnSpc>
              <a:spcBef>
                <a:spcPts val="0"/>
              </a:spcBef>
              <a:spcAft>
                <a:spcPts val="0"/>
              </a:spcAft>
              <a:buSzPts val="1100"/>
              <a:buChar char="●"/>
            </a:pPr>
            <a:r>
              <a:rPr b="1" lang="en" sz="1100"/>
              <a:t>Box–Ljung (up to lag 20)</a:t>
            </a:r>
            <a:r>
              <a:rPr lang="en" sz="1100"/>
              <a:t>: </a:t>
            </a:r>
            <a:r>
              <a:rPr b="1" lang="en" sz="1100"/>
              <a:t>X² ≈ 27.98</a:t>
            </a:r>
            <a:r>
              <a:rPr lang="en" sz="1100"/>
              <a:t>, </a:t>
            </a:r>
            <a:r>
              <a:rPr b="1" lang="en" sz="1100"/>
              <a:t>p ≈ 0.110</a:t>
            </a:r>
            <a:r>
              <a:rPr lang="en" sz="1100"/>
              <a:t>. No evidence of leftover autocorrelation over more lags.</a:t>
            </a:r>
            <a:endParaRPr sz="1100"/>
          </a:p>
        </p:txBody>
      </p:sp>
      <p:pic>
        <p:nvPicPr>
          <p:cNvPr id="898" name="Google Shape;898;g3a8f8cc9bc8_0_97"/>
          <p:cNvPicPr preferRelativeResize="0"/>
          <p:nvPr/>
        </p:nvPicPr>
        <p:blipFill>
          <a:blip r:embed="rId4">
            <a:alphaModFix/>
          </a:blip>
          <a:stretch>
            <a:fillRect/>
          </a:stretch>
        </p:blipFill>
        <p:spPr>
          <a:xfrm>
            <a:off x="1948525" y="1245901"/>
            <a:ext cx="4246749" cy="227085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g3a8f8cc9bc8_0_55"/>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g3a8f8cc9bc8_0_55"/>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g3a8f8cc9bc8_0_55"/>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6" name="Google Shape;906;g3a8f8cc9bc8_0_55"/>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907" name="Google Shape;907;g3a8f8cc9bc8_0_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Judgement - SES</a:t>
            </a:r>
            <a:endParaRPr/>
          </a:p>
        </p:txBody>
      </p:sp>
      <p:pic>
        <p:nvPicPr>
          <p:cNvPr id="908" name="Google Shape;908;g3a8f8cc9bc8_0_55"/>
          <p:cNvPicPr preferRelativeResize="0"/>
          <p:nvPr/>
        </p:nvPicPr>
        <p:blipFill>
          <a:blip r:embed="rId4">
            <a:alphaModFix/>
          </a:blip>
          <a:stretch>
            <a:fillRect/>
          </a:stretch>
        </p:blipFill>
        <p:spPr>
          <a:xfrm>
            <a:off x="2179750" y="1063975"/>
            <a:ext cx="3853750" cy="910375"/>
          </a:xfrm>
          <a:prstGeom prst="rect">
            <a:avLst/>
          </a:prstGeom>
          <a:noFill/>
          <a:ln>
            <a:noFill/>
          </a:ln>
        </p:spPr>
      </p:pic>
      <p:sp>
        <p:nvSpPr>
          <p:cNvPr id="909" name="Google Shape;909;g3a8f8cc9bc8_0_55"/>
          <p:cNvSpPr txBox="1"/>
          <p:nvPr/>
        </p:nvSpPr>
        <p:spPr>
          <a:xfrm>
            <a:off x="1167400" y="2219225"/>
            <a:ext cx="6993000" cy="20343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en" sz="1100"/>
              <a:t>Alpha (α) ≈ 0.9999 ≈ 1.0</a:t>
            </a:r>
            <a:br>
              <a:rPr b="1" lang="en" sz="1100"/>
            </a:br>
            <a:r>
              <a:rPr lang="en" sz="1100"/>
              <a:t>Almost all weight is on the latest quarter. The forecast is basically the last observed value repeating. Historical data has very little influence.</a:t>
            </a:r>
            <a:endParaRPr sz="1100"/>
          </a:p>
          <a:p>
            <a:pPr indent="-298450" lvl="0" marL="457200" rtl="0" algn="l">
              <a:lnSpc>
                <a:spcPct val="115000"/>
              </a:lnSpc>
              <a:spcBef>
                <a:spcPts val="0"/>
              </a:spcBef>
              <a:spcAft>
                <a:spcPts val="0"/>
              </a:spcAft>
              <a:buSzPts val="1100"/>
              <a:buChar char="●"/>
            </a:pPr>
            <a:r>
              <a:rPr b="1" lang="en" sz="1100"/>
              <a:t>Initial level ≈ 1,947B USD</a:t>
            </a:r>
            <a:br>
              <a:rPr b="1" lang="en" sz="1100"/>
            </a:br>
            <a:r>
              <a:rPr lang="en" sz="1100"/>
              <a:t>The starting baseline at the beginning of the series. It mainly affects the early fitted points, then decreasing its impact quickly when new data updated.</a:t>
            </a:r>
            <a:endParaRPr sz="1100"/>
          </a:p>
          <a:p>
            <a:pPr indent="-298450" lvl="0" marL="457200" rtl="0" algn="l">
              <a:lnSpc>
                <a:spcPct val="115000"/>
              </a:lnSpc>
              <a:spcBef>
                <a:spcPts val="0"/>
              </a:spcBef>
              <a:spcAft>
                <a:spcPts val="0"/>
              </a:spcAft>
              <a:buSzPts val="1100"/>
              <a:buChar char="●"/>
            </a:pPr>
            <a:r>
              <a:rPr b="1" lang="en" sz="1100"/>
              <a:t>Sigma ≈ 88.97 B USD</a:t>
            </a:r>
            <a:br>
              <a:rPr b="1" lang="en" sz="1100"/>
            </a:br>
            <a:r>
              <a:rPr lang="en" sz="1100"/>
              <a:t>Typical one-step error size. That is about </a:t>
            </a:r>
            <a:r>
              <a:rPr b="1" lang="en" sz="1100"/>
              <a:t>3.0%</a:t>
            </a:r>
            <a:r>
              <a:rPr lang="en" sz="1100"/>
              <a:t> of the current level. Very small bias.</a:t>
            </a:r>
            <a:endParaRPr sz="1200">
              <a:solidFill>
                <a:schemeClr val="dk1"/>
              </a:solidFill>
              <a:latin typeface="Antic Slab"/>
              <a:ea typeface="Antic Slab"/>
              <a:cs typeface="Antic Slab"/>
              <a:sym typeface="Antic Slab"/>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3a8e2a81f61_0_57"/>
          <p:cNvSpPr/>
          <p:nvPr/>
        </p:nvSpPr>
        <p:spPr>
          <a:xfrm>
            <a:off x="0" y="-7700"/>
            <a:ext cx="4113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g3a8e2a81f61_0_57"/>
          <p:cNvSpPr/>
          <p:nvPr/>
        </p:nvSpPr>
        <p:spPr>
          <a:xfrm>
            <a:off x="507575" y="-7700"/>
            <a:ext cx="1092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g3a8e2a81f61_0_57"/>
          <p:cNvSpPr/>
          <p:nvPr/>
        </p:nvSpPr>
        <p:spPr>
          <a:xfrm>
            <a:off x="8430775" y="5021400"/>
            <a:ext cx="713100" cy="122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7" name="Google Shape;917;g3a8e2a81f61_0_57"/>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918" name="Google Shape;918;g3a8e2a81f61_0_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Judgement - Holt-Winters</a:t>
            </a:r>
            <a:endParaRPr/>
          </a:p>
        </p:txBody>
      </p:sp>
      <p:pic>
        <p:nvPicPr>
          <p:cNvPr id="919" name="Google Shape;919;g3a8e2a81f61_0_57"/>
          <p:cNvPicPr preferRelativeResize="0"/>
          <p:nvPr/>
        </p:nvPicPr>
        <p:blipFill>
          <a:blip r:embed="rId4">
            <a:alphaModFix/>
          </a:blip>
          <a:stretch>
            <a:fillRect/>
          </a:stretch>
        </p:blipFill>
        <p:spPr>
          <a:xfrm>
            <a:off x="962400" y="1132463"/>
            <a:ext cx="5555075" cy="1516925"/>
          </a:xfrm>
          <a:prstGeom prst="rect">
            <a:avLst/>
          </a:prstGeom>
          <a:noFill/>
          <a:ln>
            <a:noFill/>
          </a:ln>
        </p:spPr>
      </p:pic>
      <p:sp>
        <p:nvSpPr>
          <p:cNvPr id="920" name="Google Shape;920;g3a8e2a81f61_0_57"/>
          <p:cNvSpPr txBox="1"/>
          <p:nvPr/>
        </p:nvSpPr>
        <p:spPr>
          <a:xfrm>
            <a:off x="658125" y="2764125"/>
            <a:ext cx="7320300" cy="1944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en" sz="1100"/>
              <a:t>Alpha ≈ 0.94</a:t>
            </a:r>
            <a:r>
              <a:rPr lang="en" sz="1100"/>
              <a:t>. Puts a lot of weight on the newest level. Reacts fast to new data.</a:t>
            </a:r>
            <a:endParaRPr sz="1100"/>
          </a:p>
          <a:p>
            <a:pPr indent="-298450" lvl="0" marL="457200" rtl="0" algn="l">
              <a:lnSpc>
                <a:spcPct val="115000"/>
              </a:lnSpc>
              <a:spcBef>
                <a:spcPts val="0"/>
              </a:spcBef>
              <a:spcAft>
                <a:spcPts val="0"/>
              </a:spcAft>
              <a:buSzPts val="1100"/>
              <a:buChar char="●"/>
            </a:pPr>
            <a:r>
              <a:rPr b="1" lang="en" sz="1100"/>
              <a:t>Beta ≈ 0.09</a:t>
            </a:r>
            <a:r>
              <a:rPr lang="en" sz="1100"/>
              <a:t>. Small weight on the trend. Trend updates slowly.</a:t>
            </a:r>
            <a:endParaRPr sz="1100"/>
          </a:p>
          <a:p>
            <a:pPr indent="-298450" lvl="0" marL="457200" rtl="0" algn="l">
              <a:lnSpc>
                <a:spcPct val="115000"/>
              </a:lnSpc>
              <a:spcBef>
                <a:spcPts val="0"/>
              </a:spcBef>
              <a:spcAft>
                <a:spcPts val="0"/>
              </a:spcAft>
              <a:buSzPts val="1100"/>
              <a:buChar char="●"/>
            </a:pPr>
            <a:r>
              <a:rPr b="1" lang="en" sz="1100"/>
              <a:t>Gamma = 1.00</a:t>
            </a:r>
            <a:r>
              <a:rPr lang="en" sz="1100"/>
              <a:t>. Seasonality updates very quickly.</a:t>
            </a:r>
            <a:endParaRPr b="1" sz="1100"/>
          </a:p>
          <a:p>
            <a:pPr indent="-298450" lvl="0" marL="457200" rtl="0" algn="l">
              <a:lnSpc>
                <a:spcPct val="115000"/>
              </a:lnSpc>
              <a:spcBef>
                <a:spcPts val="0"/>
              </a:spcBef>
              <a:spcAft>
                <a:spcPts val="0"/>
              </a:spcAft>
              <a:buSzPts val="1100"/>
              <a:buChar char="●"/>
            </a:pPr>
            <a:r>
              <a:rPr b="1" lang="en" sz="1100"/>
              <a:t>Initial level ≈ 1,915.44B</a:t>
            </a:r>
            <a:r>
              <a:rPr lang="en" sz="1100"/>
              <a:t>. Starting baseline at the first point.</a:t>
            </a:r>
            <a:endParaRPr sz="1100"/>
          </a:p>
          <a:p>
            <a:pPr indent="-298450" lvl="0" marL="457200" rtl="0" algn="l">
              <a:lnSpc>
                <a:spcPct val="115000"/>
              </a:lnSpc>
              <a:spcBef>
                <a:spcPts val="0"/>
              </a:spcBef>
              <a:spcAft>
                <a:spcPts val="0"/>
              </a:spcAft>
              <a:buSzPts val="1100"/>
              <a:buChar char="●"/>
            </a:pPr>
            <a:r>
              <a:rPr b="1" lang="en" sz="1100"/>
              <a:t>Initial trend ≈ −20.49B per quarter</a:t>
            </a:r>
            <a:r>
              <a:rPr lang="en" sz="1100"/>
              <a:t>. At the start the slope was falling by about 20.49B each quarter.</a:t>
            </a:r>
            <a:endParaRPr sz="1100"/>
          </a:p>
          <a:p>
            <a:pPr indent="-298450" lvl="0" marL="457200" rtl="0" algn="l">
              <a:lnSpc>
                <a:spcPct val="115000"/>
              </a:lnSpc>
              <a:spcBef>
                <a:spcPts val="0"/>
              </a:spcBef>
              <a:spcAft>
                <a:spcPts val="0"/>
              </a:spcAft>
              <a:buSzPts val="1100"/>
              <a:buChar char="●"/>
            </a:pPr>
            <a:r>
              <a:rPr b="1" lang="en" sz="1100"/>
              <a:t>Initial seasonal indices (additive, first year): </a:t>
            </a:r>
            <a:r>
              <a:rPr lang="en" sz="1100"/>
              <a:t>Q1 ≈ +0.22B, </a:t>
            </a:r>
            <a:r>
              <a:rPr b="1" lang="en" sz="1100"/>
              <a:t>Q2 ≈ +42.24B</a:t>
            </a:r>
            <a:r>
              <a:rPr lang="en" sz="1100"/>
              <a:t>, Q3 ≈ +13.86B, </a:t>
            </a:r>
            <a:r>
              <a:rPr b="1" lang="en" sz="1100"/>
              <a:t>Q4 ≈ −56.32B</a:t>
            </a:r>
            <a:br>
              <a:rPr b="1" lang="en" sz="1100"/>
            </a:br>
            <a:r>
              <a:rPr lang="en" sz="1100"/>
              <a:t>Q2 is the strongest quarter. Q4 is the weakest.</a:t>
            </a:r>
            <a:endParaRPr b="1" sz="1100"/>
          </a:p>
          <a:p>
            <a:pPr indent="-298450" lvl="0" marL="457200" rtl="0" algn="l">
              <a:lnSpc>
                <a:spcPct val="115000"/>
              </a:lnSpc>
              <a:spcBef>
                <a:spcPts val="0"/>
              </a:spcBef>
              <a:spcAft>
                <a:spcPts val="0"/>
              </a:spcAft>
              <a:buSzPts val="1100"/>
              <a:buChar char="●"/>
            </a:pPr>
            <a:r>
              <a:rPr b="1" lang="en" sz="1100"/>
              <a:t>Sigma (RMSE) ≈ 74.76B</a:t>
            </a:r>
            <a:r>
              <a:rPr lang="en" sz="1100"/>
              <a:t>, </a:t>
            </a:r>
            <a:r>
              <a:rPr b="1" lang="en" sz="1100"/>
              <a:t>Sigma (SD of residuals) ≈ 74.19B</a:t>
            </a:r>
            <a:r>
              <a:rPr lang="en" sz="1100"/>
              <a:t>. Two very close values, means residuals are centered near zero and look like white noise.</a:t>
            </a:r>
            <a:endParaRPr sz="1200">
              <a:solidFill>
                <a:schemeClr val="dk1"/>
              </a:solidFill>
              <a:latin typeface="Antic Slab"/>
              <a:ea typeface="Antic Slab"/>
              <a:cs typeface="Antic Slab"/>
              <a:sym typeface="Antic Slab"/>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Recommendation</a:t>
            </a:r>
            <a:endParaRPr/>
          </a:p>
        </p:txBody>
      </p:sp>
      <p:sp>
        <p:nvSpPr>
          <p:cNvPr id="926" name="Google Shape;926;p2"/>
          <p:cNvSpPr txBox="1"/>
          <p:nvPr>
            <p:ph idx="1" type="body"/>
          </p:nvPr>
        </p:nvSpPr>
        <p:spPr>
          <a:xfrm>
            <a:off x="720013" y="1496838"/>
            <a:ext cx="7704000" cy="391200"/>
          </a:xfrm>
          <a:prstGeom prst="rect">
            <a:avLst/>
          </a:prstGeom>
          <a:noFill/>
          <a:ln>
            <a:noFill/>
          </a:ln>
        </p:spPr>
        <p:txBody>
          <a:bodyPr anchorCtr="0" anchor="t" bIns="91425" lIns="91425" spcFirstLastPara="1" rIns="91425" wrap="square" tIns="91425">
            <a:noAutofit/>
          </a:bodyPr>
          <a:lstStyle/>
          <a:p>
            <a:pPr indent="0" lvl="0" marL="457200" rtl="0" algn="ctr">
              <a:lnSpc>
                <a:spcPct val="115000"/>
              </a:lnSpc>
              <a:spcBef>
                <a:spcPts val="0"/>
              </a:spcBef>
              <a:spcAft>
                <a:spcPts val="0"/>
              </a:spcAft>
              <a:buNone/>
            </a:pPr>
            <a:r>
              <a:rPr b="1" lang="en"/>
              <a:t>ARIMA</a:t>
            </a:r>
            <a:r>
              <a:rPr lang="en"/>
              <a:t>: Lowest errors AND Trend AND slight quarterly seasonality.</a:t>
            </a:r>
            <a:endParaRPr/>
          </a:p>
        </p:txBody>
      </p:sp>
      <p:graphicFrame>
        <p:nvGraphicFramePr>
          <p:cNvPr id="927" name="Google Shape;927;p2"/>
          <p:cNvGraphicFramePr/>
          <p:nvPr/>
        </p:nvGraphicFramePr>
        <p:xfrm>
          <a:off x="1214463" y="2367138"/>
          <a:ext cx="3000000" cy="3000000"/>
        </p:xfrm>
        <a:graphic>
          <a:graphicData uri="http://schemas.openxmlformats.org/drawingml/2006/table">
            <a:tbl>
              <a:tblPr>
                <a:noFill/>
                <a:tableStyleId>{98C501E4-6924-4BAE-A611-E86755136332}</a:tableStyleId>
              </a:tblPr>
              <a:tblGrid>
                <a:gridCol w="1235150"/>
                <a:gridCol w="1043450"/>
                <a:gridCol w="1478825"/>
                <a:gridCol w="1478825"/>
                <a:gridCol w="1478825"/>
              </a:tblGrid>
              <a:tr h="52095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1"/>
                        </a:solidFill>
                        <a:latin typeface="Anybody"/>
                        <a:ea typeface="Anybody"/>
                        <a:cs typeface="Anybody"/>
                        <a:sym typeface="Anybody"/>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100">
                          <a:solidFill>
                            <a:schemeClr val="dk1"/>
                          </a:solidFill>
                          <a:latin typeface="Antic Slab"/>
                          <a:ea typeface="Antic Slab"/>
                          <a:cs typeface="Antic Slab"/>
                          <a:sym typeface="Antic Slab"/>
                        </a:rPr>
                        <a:t>ME</a:t>
                      </a:r>
                      <a:endParaRPr sz="1100" u="none" cap="none" strike="noStrike">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None/>
                      </a:pPr>
                      <a:r>
                        <a:rPr lang="en" sz="1100">
                          <a:solidFill>
                            <a:schemeClr val="dk1"/>
                          </a:solidFill>
                          <a:latin typeface="Antic Slab"/>
                          <a:ea typeface="Antic Slab"/>
                          <a:cs typeface="Antic Slab"/>
                          <a:sym typeface="Antic Slab"/>
                        </a:rPr>
                        <a:t>RMSE</a:t>
                      </a:r>
                      <a:endParaRPr sz="1100" u="none" cap="none" strike="noStrike">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None/>
                      </a:pPr>
                      <a:r>
                        <a:rPr lang="en" sz="1100">
                          <a:solidFill>
                            <a:schemeClr val="dk1"/>
                          </a:solidFill>
                          <a:latin typeface="Antic Slab"/>
                          <a:ea typeface="Antic Slab"/>
                          <a:cs typeface="Antic Slab"/>
                          <a:sym typeface="Antic Slab"/>
                        </a:rPr>
                        <a:t>MAE</a:t>
                      </a:r>
                      <a:endParaRPr sz="1100" u="none" cap="none" strike="noStrike">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2F435F"/>
                        </a:buClr>
                        <a:buSzPts val="1100"/>
                        <a:buFont typeface="Arial"/>
                        <a:buNone/>
                      </a:pPr>
                      <a:r>
                        <a:rPr lang="en" sz="1100">
                          <a:solidFill>
                            <a:schemeClr val="dk1"/>
                          </a:solidFill>
                          <a:latin typeface="Antic Slab"/>
                          <a:ea typeface="Antic Slab"/>
                          <a:cs typeface="Antic Slab"/>
                          <a:sym typeface="Antic Slab"/>
                        </a:rPr>
                        <a:t>MAPE</a:t>
                      </a:r>
                      <a:endParaRPr sz="1100" u="none" cap="none" strike="noStrike">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r>
              <a:tr h="520950">
                <a:tc>
                  <a:txBody>
                    <a:bodyPr/>
                    <a:lstStyle/>
                    <a:p>
                      <a:pPr indent="0" lvl="0" marL="0" marR="0" rtl="0" algn="l">
                        <a:lnSpc>
                          <a:spcPct val="100000"/>
                        </a:lnSpc>
                        <a:spcBef>
                          <a:spcPts val="0"/>
                        </a:spcBef>
                        <a:spcAft>
                          <a:spcPts val="0"/>
                        </a:spcAft>
                        <a:buClr>
                          <a:srgbClr val="000000"/>
                        </a:buClr>
                        <a:buSzPts val="1100"/>
                        <a:buFont typeface="Arial"/>
                        <a:buNone/>
                      </a:pPr>
                      <a:r>
                        <a:rPr lang="en" sz="1100">
                          <a:latin typeface="Anybody"/>
                          <a:ea typeface="Anybody"/>
                          <a:cs typeface="Anybody"/>
                          <a:sym typeface="Anybody"/>
                        </a:rPr>
                        <a:t>SES</a:t>
                      </a:r>
                      <a:endParaRPr sz="1100" u="none" cap="none" strike="noStrike">
                        <a:solidFill>
                          <a:schemeClr val="dk1"/>
                        </a:solidFill>
                        <a:latin typeface="Anybody"/>
                        <a:ea typeface="Anybody"/>
                        <a:cs typeface="Anybody"/>
                        <a:sym typeface="Anybody"/>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37.341</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88.055</a:t>
                      </a:r>
                      <a:endParaRPr sz="1100" u="none" cap="none" strike="noStrike">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70.183</a:t>
                      </a:r>
                      <a:endParaRPr sz="1100" u="none" cap="none" strike="noStrike">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2.411</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520950">
                <a:tc>
                  <a:txBody>
                    <a:bodyPr/>
                    <a:lstStyle/>
                    <a:p>
                      <a:pPr indent="0" lvl="0" marL="0" marR="0" rtl="0" algn="l">
                        <a:lnSpc>
                          <a:spcPct val="100000"/>
                        </a:lnSpc>
                        <a:spcBef>
                          <a:spcPts val="0"/>
                        </a:spcBef>
                        <a:spcAft>
                          <a:spcPts val="0"/>
                        </a:spcAft>
                        <a:buClr>
                          <a:srgbClr val="000000"/>
                        </a:buClr>
                        <a:buSzPts val="1100"/>
                        <a:buFont typeface="Arial"/>
                        <a:buNone/>
                      </a:pPr>
                      <a:r>
                        <a:rPr lang="en" sz="1100">
                          <a:latin typeface="Anybody"/>
                          <a:ea typeface="Anybody"/>
                          <a:cs typeface="Anybody"/>
                          <a:sym typeface="Anybody"/>
                        </a:rPr>
                        <a:t>Holt-Winters</a:t>
                      </a:r>
                      <a:endParaRPr sz="1100" u="none" cap="none" strike="noStrike">
                        <a:solidFill>
                          <a:schemeClr val="dk1"/>
                        </a:solidFill>
                        <a:latin typeface="Anybody"/>
                        <a:ea typeface="Anybody"/>
                        <a:cs typeface="Anybody"/>
                        <a:sym typeface="Anybody"/>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11.951</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74.756</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53.810</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1.790</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520950">
                <a:tc>
                  <a:txBody>
                    <a:bodyPr/>
                    <a:lstStyle/>
                    <a:p>
                      <a:pPr indent="0" lvl="0" marL="0" marR="0" rtl="0" algn="l">
                        <a:lnSpc>
                          <a:spcPct val="100000"/>
                        </a:lnSpc>
                        <a:spcBef>
                          <a:spcPts val="0"/>
                        </a:spcBef>
                        <a:spcAft>
                          <a:spcPts val="0"/>
                        </a:spcAft>
                        <a:buClr>
                          <a:srgbClr val="000000"/>
                        </a:buClr>
                        <a:buSzPts val="1100"/>
                        <a:buFont typeface="Arial"/>
                        <a:buNone/>
                      </a:pPr>
                      <a:r>
                        <a:rPr b="1" lang="en" sz="1100">
                          <a:latin typeface="Anybody"/>
                          <a:ea typeface="Anybody"/>
                          <a:cs typeface="Anybody"/>
                          <a:sym typeface="Anybody"/>
                        </a:rPr>
                        <a:t>ARIMA</a:t>
                      </a:r>
                      <a:endParaRPr b="1" sz="1100" u="none" cap="none" strike="noStrike">
                        <a:solidFill>
                          <a:schemeClr val="dk1"/>
                        </a:solidFill>
                        <a:latin typeface="Anybody"/>
                        <a:ea typeface="Anybody"/>
                        <a:cs typeface="Anybody"/>
                        <a:sym typeface="Anybody"/>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8.333</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2CC"/>
                    </a:solidFill>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66.982</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2CC"/>
                    </a:solidFill>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49.749</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2CC"/>
                    </a:solidFill>
                  </a:tcPr>
                </a:tc>
                <a:tc>
                  <a:txBody>
                    <a:bodyPr/>
                    <a:lstStyle/>
                    <a:p>
                      <a:pPr indent="0" lvl="0" marL="0" rtl="0" algn="ctr">
                        <a:lnSpc>
                          <a:spcPct val="120000"/>
                        </a:lnSpc>
                        <a:spcBef>
                          <a:spcPts val="0"/>
                        </a:spcBef>
                        <a:spcAft>
                          <a:spcPts val="0"/>
                        </a:spcAft>
                        <a:buNone/>
                      </a:pPr>
                      <a:r>
                        <a:rPr lang="en" sz="1000">
                          <a:highlight>
                            <a:srgbClr val="FFFFFF"/>
                          </a:highlight>
                          <a:latin typeface="Courier New"/>
                          <a:ea typeface="Courier New"/>
                          <a:cs typeface="Courier New"/>
                          <a:sym typeface="Courier New"/>
                        </a:rPr>
                        <a:t>1.700</a:t>
                      </a:r>
                      <a:endParaRPr sz="1100">
                        <a:solidFill>
                          <a:schemeClr val="dk1"/>
                        </a:solidFill>
                        <a:latin typeface="Antic Slab"/>
                        <a:ea typeface="Antic Slab"/>
                        <a:cs typeface="Antic Slab"/>
                        <a:sym typeface="Antic Slab"/>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2CC"/>
                    </a:solidFill>
                  </a:tcPr>
                </a:tc>
              </a:tr>
            </a:tbl>
          </a:graphicData>
        </a:graphic>
      </p:graphicFrame>
      <p:pic>
        <p:nvPicPr>
          <p:cNvPr id="928" name="Google Shape;928;p2"/>
          <p:cNvPicPr preferRelativeResize="0"/>
          <p:nvPr/>
        </p:nvPicPr>
        <p:blipFill>
          <a:blip r:embed="rId3">
            <a:alphaModFix/>
          </a:blip>
          <a:stretch>
            <a:fillRect/>
          </a:stretch>
        </p:blipFill>
        <p:spPr>
          <a:xfrm>
            <a:off x="8668123" y="51053"/>
            <a:ext cx="403800" cy="356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1"/>
          <p:cNvSpPr txBox="1"/>
          <p:nvPr>
            <p:ph idx="1" type="subTitle"/>
          </p:nvPr>
        </p:nvSpPr>
        <p:spPr>
          <a:xfrm>
            <a:off x="4963887" y="1934037"/>
            <a:ext cx="3492600" cy="425400"/>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Holt-Winters</a:t>
            </a:r>
            <a:endParaRPr/>
          </a:p>
        </p:txBody>
      </p:sp>
      <p:sp>
        <p:nvSpPr>
          <p:cNvPr id="934" name="Google Shape;934;p11"/>
          <p:cNvSpPr txBox="1"/>
          <p:nvPr>
            <p:ph idx="3" type="subTitle"/>
          </p:nvPr>
        </p:nvSpPr>
        <p:spPr>
          <a:xfrm>
            <a:off x="4938175" y="407538"/>
            <a:ext cx="3492600" cy="425400"/>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ARIMA</a:t>
            </a:r>
            <a:endParaRPr/>
          </a:p>
        </p:txBody>
      </p:sp>
      <p:sp>
        <p:nvSpPr>
          <p:cNvPr id="935" name="Google Shape;935;p11"/>
          <p:cNvSpPr txBox="1"/>
          <p:nvPr>
            <p:ph idx="5" type="subTitle"/>
          </p:nvPr>
        </p:nvSpPr>
        <p:spPr>
          <a:xfrm>
            <a:off x="4988675" y="3369088"/>
            <a:ext cx="3492600" cy="425400"/>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Simple Exponential Smoothing</a:t>
            </a:r>
            <a:endParaRPr/>
          </a:p>
        </p:txBody>
      </p:sp>
      <p:pic>
        <p:nvPicPr>
          <p:cNvPr id="936" name="Google Shape;936;p11"/>
          <p:cNvPicPr preferRelativeResize="0"/>
          <p:nvPr/>
        </p:nvPicPr>
        <p:blipFill>
          <a:blip r:embed="rId3">
            <a:alphaModFix/>
          </a:blip>
          <a:stretch>
            <a:fillRect/>
          </a:stretch>
        </p:blipFill>
        <p:spPr>
          <a:xfrm>
            <a:off x="8668123" y="51053"/>
            <a:ext cx="403800" cy="356500"/>
          </a:xfrm>
          <a:prstGeom prst="rect">
            <a:avLst/>
          </a:prstGeom>
          <a:noFill/>
          <a:ln>
            <a:noFill/>
          </a:ln>
        </p:spPr>
      </p:pic>
      <p:pic>
        <p:nvPicPr>
          <p:cNvPr id="937" name="Google Shape;937;p11"/>
          <p:cNvPicPr preferRelativeResize="0"/>
          <p:nvPr/>
        </p:nvPicPr>
        <p:blipFill>
          <a:blip r:embed="rId4">
            <a:alphaModFix/>
          </a:blip>
          <a:stretch>
            <a:fillRect/>
          </a:stretch>
        </p:blipFill>
        <p:spPr>
          <a:xfrm>
            <a:off x="5587399" y="832949"/>
            <a:ext cx="2295150" cy="1101075"/>
          </a:xfrm>
          <a:prstGeom prst="rect">
            <a:avLst/>
          </a:prstGeom>
          <a:noFill/>
          <a:ln>
            <a:noFill/>
          </a:ln>
        </p:spPr>
      </p:pic>
      <p:pic>
        <p:nvPicPr>
          <p:cNvPr id="938" name="Google Shape;938;p11"/>
          <p:cNvPicPr preferRelativeResize="0"/>
          <p:nvPr/>
        </p:nvPicPr>
        <p:blipFill>
          <a:blip r:embed="rId5">
            <a:alphaModFix/>
          </a:blip>
          <a:stretch>
            <a:fillRect/>
          </a:stretch>
        </p:blipFill>
        <p:spPr>
          <a:xfrm>
            <a:off x="5265150" y="2359425"/>
            <a:ext cx="2697097" cy="1009675"/>
          </a:xfrm>
          <a:prstGeom prst="rect">
            <a:avLst/>
          </a:prstGeom>
          <a:noFill/>
          <a:ln>
            <a:noFill/>
          </a:ln>
        </p:spPr>
      </p:pic>
      <p:pic>
        <p:nvPicPr>
          <p:cNvPr id="939" name="Google Shape;939;p11"/>
          <p:cNvPicPr preferRelativeResize="0"/>
          <p:nvPr/>
        </p:nvPicPr>
        <p:blipFill>
          <a:blip r:embed="rId6">
            <a:alphaModFix/>
          </a:blip>
          <a:stretch>
            <a:fillRect/>
          </a:stretch>
        </p:blipFill>
        <p:spPr>
          <a:xfrm>
            <a:off x="5224938" y="3794500"/>
            <a:ext cx="2777520" cy="1101075"/>
          </a:xfrm>
          <a:prstGeom prst="rect">
            <a:avLst/>
          </a:prstGeom>
          <a:noFill/>
          <a:ln>
            <a:noFill/>
          </a:ln>
        </p:spPr>
      </p:pic>
      <p:pic>
        <p:nvPicPr>
          <p:cNvPr id="940" name="Google Shape;940;p11"/>
          <p:cNvPicPr preferRelativeResize="0"/>
          <p:nvPr/>
        </p:nvPicPr>
        <p:blipFill>
          <a:blip r:embed="rId7">
            <a:alphaModFix/>
          </a:blip>
          <a:stretch>
            <a:fillRect/>
          </a:stretch>
        </p:blipFill>
        <p:spPr>
          <a:xfrm>
            <a:off x="1478567" y="3369100"/>
            <a:ext cx="2834525" cy="1751650"/>
          </a:xfrm>
          <a:prstGeom prst="rect">
            <a:avLst/>
          </a:prstGeom>
          <a:noFill/>
          <a:ln>
            <a:noFill/>
          </a:ln>
        </p:spPr>
      </p:pic>
      <p:pic>
        <p:nvPicPr>
          <p:cNvPr id="941" name="Google Shape;941;p11"/>
          <p:cNvPicPr preferRelativeResize="0"/>
          <p:nvPr/>
        </p:nvPicPr>
        <p:blipFill>
          <a:blip r:embed="rId8">
            <a:alphaModFix/>
          </a:blip>
          <a:stretch>
            <a:fillRect/>
          </a:stretch>
        </p:blipFill>
        <p:spPr>
          <a:xfrm>
            <a:off x="1478579" y="1617450"/>
            <a:ext cx="2834494" cy="1751650"/>
          </a:xfrm>
          <a:prstGeom prst="rect">
            <a:avLst/>
          </a:prstGeom>
          <a:noFill/>
          <a:ln>
            <a:noFill/>
          </a:ln>
        </p:spPr>
      </p:pic>
      <p:pic>
        <p:nvPicPr>
          <p:cNvPr id="942" name="Google Shape;942;p11"/>
          <p:cNvPicPr preferRelativeResize="0"/>
          <p:nvPr/>
        </p:nvPicPr>
        <p:blipFill>
          <a:blip r:embed="rId9">
            <a:alphaModFix/>
          </a:blip>
          <a:stretch>
            <a:fillRect/>
          </a:stretch>
        </p:blipFill>
        <p:spPr>
          <a:xfrm>
            <a:off x="1507079" y="0"/>
            <a:ext cx="2777499" cy="1716445"/>
          </a:xfrm>
          <a:prstGeom prst="rect">
            <a:avLst/>
          </a:prstGeom>
          <a:noFill/>
          <a:ln>
            <a:noFill/>
          </a:ln>
        </p:spPr>
      </p:pic>
      <p:sp>
        <p:nvSpPr>
          <p:cNvPr id="943" name="Google Shape;943;p11"/>
          <p:cNvSpPr txBox="1"/>
          <p:nvPr>
            <p:ph type="title"/>
          </p:nvPr>
        </p:nvSpPr>
        <p:spPr>
          <a:xfrm rot="-5400000">
            <a:off x="-1511100" y="2203325"/>
            <a:ext cx="4288500" cy="579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lang="en" sz="2800"/>
              <a:t>Forecast</a:t>
            </a:r>
            <a:endParaRPr sz="2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grpSp>
        <p:nvGrpSpPr>
          <p:cNvPr id="948" name="Google Shape;948;p10"/>
          <p:cNvGrpSpPr/>
          <p:nvPr/>
        </p:nvGrpSpPr>
        <p:grpSpPr>
          <a:xfrm>
            <a:off x="5927540" y="539466"/>
            <a:ext cx="2912973" cy="4064536"/>
            <a:chOff x="2002720" y="2137657"/>
            <a:chExt cx="1877157" cy="2619240"/>
          </a:xfrm>
        </p:grpSpPr>
        <p:sp>
          <p:nvSpPr>
            <p:cNvPr id="949" name="Google Shape;949;p10"/>
            <p:cNvSpPr/>
            <p:nvPr/>
          </p:nvSpPr>
          <p:spPr>
            <a:xfrm>
              <a:off x="2466166" y="2144221"/>
              <a:ext cx="667194" cy="252652"/>
            </a:xfrm>
            <a:custGeom>
              <a:rect b="b" l="l" r="r" t="t"/>
              <a:pathLst>
                <a:path extrusionOk="0" h="8930" w="23582">
                  <a:moveTo>
                    <a:pt x="16922" y="5854"/>
                  </a:moveTo>
                  <a:cubicBezTo>
                    <a:pt x="16956" y="5854"/>
                    <a:pt x="16994" y="5873"/>
                    <a:pt x="17007" y="5908"/>
                  </a:cubicBezTo>
                  <a:cubicBezTo>
                    <a:pt x="17097" y="6159"/>
                    <a:pt x="17131" y="6425"/>
                    <a:pt x="17183" y="6686"/>
                  </a:cubicBezTo>
                  <a:cubicBezTo>
                    <a:pt x="17193" y="6742"/>
                    <a:pt x="17147" y="6779"/>
                    <a:pt x="17104" y="6779"/>
                  </a:cubicBezTo>
                  <a:cubicBezTo>
                    <a:pt x="17076" y="6779"/>
                    <a:pt x="17048" y="6763"/>
                    <a:pt x="17038" y="6727"/>
                  </a:cubicBezTo>
                  <a:cubicBezTo>
                    <a:pt x="16965" y="6464"/>
                    <a:pt x="16882" y="6199"/>
                    <a:pt x="16850" y="5930"/>
                  </a:cubicBezTo>
                  <a:cubicBezTo>
                    <a:pt x="16844" y="5879"/>
                    <a:pt x="16881" y="5854"/>
                    <a:pt x="16922" y="5854"/>
                  </a:cubicBezTo>
                  <a:close/>
                  <a:moveTo>
                    <a:pt x="19251" y="6169"/>
                  </a:moveTo>
                  <a:cubicBezTo>
                    <a:pt x="19300" y="6169"/>
                    <a:pt x="19349" y="6197"/>
                    <a:pt x="19364" y="6253"/>
                  </a:cubicBezTo>
                  <a:cubicBezTo>
                    <a:pt x="19402" y="6395"/>
                    <a:pt x="19380" y="6551"/>
                    <a:pt x="19376" y="6698"/>
                  </a:cubicBezTo>
                  <a:cubicBezTo>
                    <a:pt x="19373" y="6858"/>
                    <a:pt x="19368" y="7021"/>
                    <a:pt x="19363" y="7181"/>
                  </a:cubicBezTo>
                  <a:cubicBezTo>
                    <a:pt x="19360" y="7248"/>
                    <a:pt x="19311" y="7280"/>
                    <a:pt x="19262" y="7280"/>
                  </a:cubicBezTo>
                  <a:cubicBezTo>
                    <a:pt x="19212" y="7280"/>
                    <a:pt x="19161" y="7247"/>
                    <a:pt x="19158" y="7181"/>
                  </a:cubicBezTo>
                  <a:cubicBezTo>
                    <a:pt x="19150" y="7021"/>
                    <a:pt x="19143" y="6858"/>
                    <a:pt x="19133" y="6698"/>
                  </a:cubicBezTo>
                  <a:cubicBezTo>
                    <a:pt x="19129" y="6553"/>
                    <a:pt x="19104" y="6395"/>
                    <a:pt x="19139" y="6253"/>
                  </a:cubicBezTo>
                  <a:cubicBezTo>
                    <a:pt x="19153" y="6196"/>
                    <a:pt x="19202" y="6169"/>
                    <a:pt x="19251" y="6169"/>
                  </a:cubicBezTo>
                  <a:close/>
                  <a:moveTo>
                    <a:pt x="3864" y="6129"/>
                  </a:moveTo>
                  <a:cubicBezTo>
                    <a:pt x="3929" y="6129"/>
                    <a:pt x="3984" y="6201"/>
                    <a:pt x="3969" y="6268"/>
                  </a:cubicBezTo>
                  <a:cubicBezTo>
                    <a:pt x="3924" y="6486"/>
                    <a:pt x="3722" y="6696"/>
                    <a:pt x="3591" y="6872"/>
                  </a:cubicBezTo>
                  <a:cubicBezTo>
                    <a:pt x="3450" y="7063"/>
                    <a:pt x="3297" y="7249"/>
                    <a:pt x="3152" y="7432"/>
                  </a:cubicBezTo>
                  <a:cubicBezTo>
                    <a:pt x="3137" y="7451"/>
                    <a:pt x="3120" y="7458"/>
                    <a:pt x="3102" y="7458"/>
                  </a:cubicBezTo>
                  <a:cubicBezTo>
                    <a:pt x="3052" y="7458"/>
                    <a:pt x="3003" y="7396"/>
                    <a:pt x="3031" y="7345"/>
                  </a:cubicBezTo>
                  <a:cubicBezTo>
                    <a:pt x="3159" y="7120"/>
                    <a:pt x="3281" y="6893"/>
                    <a:pt x="3419" y="6675"/>
                  </a:cubicBezTo>
                  <a:cubicBezTo>
                    <a:pt x="3531" y="6494"/>
                    <a:pt x="3633" y="6268"/>
                    <a:pt x="3812" y="6145"/>
                  </a:cubicBezTo>
                  <a:cubicBezTo>
                    <a:pt x="3829" y="6134"/>
                    <a:pt x="3847" y="6129"/>
                    <a:pt x="3864" y="6129"/>
                  </a:cubicBezTo>
                  <a:close/>
                  <a:moveTo>
                    <a:pt x="19953" y="6460"/>
                  </a:moveTo>
                  <a:cubicBezTo>
                    <a:pt x="19979" y="6460"/>
                    <a:pt x="20003" y="6475"/>
                    <a:pt x="20010" y="6507"/>
                  </a:cubicBezTo>
                  <a:cubicBezTo>
                    <a:pt x="20042" y="6704"/>
                    <a:pt x="20024" y="6897"/>
                    <a:pt x="20084" y="7093"/>
                  </a:cubicBezTo>
                  <a:cubicBezTo>
                    <a:pt x="20154" y="7316"/>
                    <a:pt x="20286" y="7527"/>
                    <a:pt x="20433" y="7704"/>
                  </a:cubicBezTo>
                  <a:cubicBezTo>
                    <a:pt x="20466" y="7743"/>
                    <a:pt x="20435" y="7790"/>
                    <a:pt x="20396" y="7790"/>
                  </a:cubicBezTo>
                  <a:cubicBezTo>
                    <a:pt x="20384" y="7790"/>
                    <a:pt x="20372" y="7786"/>
                    <a:pt x="20360" y="7777"/>
                  </a:cubicBezTo>
                  <a:cubicBezTo>
                    <a:pt x="20030" y="7511"/>
                    <a:pt x="19732" y="6939"/>
                    <a:pt x="19882" y="6507"/>
                  </a:cubicBezTo>
                  <a:cubicBezTo>
                    <a:pt x="19892" y="6478"/>
                    <a:pt x="19924" y="6460"/>
                    <a:pt x="19953" y="6460"/>
                  </a:cubicBezTo>
                  <a:close/>
                  <a:moveTo>
                    <a:pt x="4336" y="6088"/>
                  </a:moveTo>
                  <a:cubicBezTo>
                    <a:pt x="4361" y="6088"/>
                    <a:pt x="4385" y="6099"/>
                    <a:pt x="4396" y="6124"/>
                  </a:cubicBezTo>
                  <a:cubicBezTo>
                    <a:pt x="4562" y="6500"/>
                    <a:pt x="4322" y="6977"/>
                    <a:pt x="4126" y="7303"/>
                  </a:cubicBezTo>
                  <a:cubicBezTo>
                    <a:pt x="3879" y="7717"/>
                    <a:pt x="3530" y="8041"/>
                    <a:pt x="3105" y="8264"/>
                  </a:cubicBezTo>
                  <a:cubicBezTo>
                    <a:pt x="3094" y="8270"/>
                    <a:pt x="3083" y="8273"/>
                    <a:pt x="3072" y="8273"/>
                  </a:cubicBezTo>
                  <a:cubicBezTo>
                    <a:pt x="3015" y="8273"/>
                    <a:pt x="2981" y="8190"/>
                    <a:pt x="3040" y="8152"/>
                  </a:cubicBezTo>
                  <a:cubicBezTo>
                    <a:pt x="3421" y="7912"/>
                    <a:pt x="3726" y="7592"/>
                    <a:pt x="3927" y="7186"/>
                  </a:cubicBezTo>
                  <a:cubicBezTo>
                    <a:pt x="4097" y="6848"/>
                    <a:pt x="4078" y="6439"/>
                    <a:pt x="4267" y="6124"/>
                  </a:cubicBezTo>
                  <a:cubicBezTo>
                    <a:pt x="4280" y="6101"/>
                    <a:pt x="4309" y="6088"/>
                    <a:pt x="4336" y="6088"/>
                  </a:cubicBezTo>
                  <a:close/>
                  <a:moveTo>
                    <a:pt x="11763" y="1"/>
                  </a:moveTo>
                  <a:cubicBezTo>
                    <a:pt x="11408" y="1"/>
                    <a:pt x="11088" y="357"/>
                    <a:pt x="10959" y="529"/>
                  </a:cubicBezTo>
                  <a:cubicBezTo>
                    <a:pt x="10897" y="612"/>
                    <a:pt x="10808" y="686"/>
                    <a:pt x="10753" y="773"/>
                  </a:cubicBezTo>
                  <a:cubicBezTo>
                    <a:pt x="10555" y="1084"/>
                    <a:pt x="10450" y="1474"/>
                    <a:pt x="10338" y="1871"/>
                  </a:cubicBezTo>
                  <a:cubicBezTo>
                    <a:pt x="10106" y="2703"/>
                    <a:pt x="10178" y="3479"/>
                    <a:pt x="9537" y="3927"/>
                  </a:cubicBezTo>
                  <a:cubicBezTo>
                    <a:pt x="8954" y="4332"/>
                    <a:pt x="7835" y="4341"/>
                    <a:pt x="6862" y="4341"/>
                  </a:cubicBezTo>
                  <a:lnTo>
                    <a:pt x="6100" y="4341"/>
                  </a:lnTo>
                  <a:cubicBezTo>
                    <a:pt x="6034" y="4341"/>
                    <a:pt x="5959" y="4338"/>
                    <a:pt x="5886" y="4338"/>
                  </a:cubicBezTo>
                  <a:cubicBezTo>
                    <a:pt x="5817" y="4338"/>
                    <a:pt x="5751" y="4341"/>
                    <a:pt x="5699" y="4353"/>
                  </a:cubicBezTo>
                  <a:cubicBezTo>
                    <a:pt x="5402" y="4359"/>
                    <a:pt x="5104" y="4363"/>
                    <a:pt x="4809" y="4366"/>
                  </a:cubicBezTo>
                  <a:cubicBezTo>
                    <a:pt x="4632" y="4405"/>
                    <a:pt x="4432" y="4379"/>
                    <a:pt x="4251" y="4418"/>
                  </a:cubicBezTo>
                  <a:cubicBezTo>
                    <a:pt x="3858" y="4510"/>
                    <a:pt x="3471" y="4533"/>
                    <a:pt x="3115" y="4651"/>
                  </a:cubicBezTo>
                  <a:cubicBezTo>
                    <a:pt x="1938" y="5042"/>
                    <a:pt x="1001" y="5763"/>
                    <a:pt x="465" y="6798"/>
                  </a:cubicBezTo>
                  <a:cubicBezTo>
                    <a:pt x="202" y="7303"/>
                    <a:pt x="36" y="8211"/>
                    <a:pt x="1" y="8930"/>
                  </a:cubicBezTo>
                  <a:lnTo>
                    <a:pt x="23582" y="8930"/>
                  </a:lnTo>
                  <a:cubicBezTo>
                    <a:pt x="23563" y="8758"/>
                    <a:pt x="23541" y="8587"/>
                    <a:pt x="23519" y="8414"/>
                  </a:cubicBezTo>
                  <a:cubicBezTo>
                    <a:pt x="23480" y="8245"/>
                    <a:pt x="23506" y="8104"/>
                    <a:pt x="23466" y="7947"/>
                  </a:cubicBezTo>
                  <a:cubicBezTo>
                    <a:pt x="23381" y="7605"/>
                    <a:pt x="23316" y="7245"/>
                    <a:pt x="23181" y="6939"/>
                  </a:cubicBezTo>
                  <a:cubicBezTo>
                    <a:pt x="22712" y="5853"/>
                    <a:pt x="21769" y="5170"/>
                    <a:pt x="20662" y="4716"/>
                  </a:cubicBezTo>
                  <a:cubicBezTo>
                    <a:pt x="20292" y="4566"/>
                    <a:pt x="19863" y="4530"/>
                    <a:pt x="19435" y="4431"/>
                  </a:cubicBezTo>
                  <a:cubicBezTo>
                    <a:pt x="19277" y="4395"/>
                    <a:pt x="19108" y="4415"/>
                    <a:pt x="18958" y="4380"/>
                  </a:cubicBezTo>
                  <a:cubicBezTo>
                    <a:pt x="18845" y="4356"/>
                    <a:pt x="18700" y="4351"/>
                    <a:pt x="18553" y="4351"/>
                  </a:cubicBezTo>
                  <a:cubicBezTo>
                    <a:pt x="18415" y="4351"/>
                    <a:pt x="18276" y="4356"/>
                    <a:pt x="18157" y="4356"/>
                  </a:cubicBezTo>
                  <a:lnTo>
                    <a:pt x="17885" y="4356"/>
                  </a:lnTo>
                  <a:cubicBezTo>
                    <a:pt x="17781" y="4333"/>
                    <a:pt x="17653" y="4326"/>
                    <a:pt x="17518" y="4326"/>
                  </a:cubicBezTo>
                  <a:cubicBezTo>
                    <a:pt x="17309" y="4326"/>
                    <a:pt x="17083" y="4343"/>
                    <a:pt x="16904" y="4343"/>
                  </a:cubicBezTo>
                  <a:cubicBezTo>
                    <a:pt x="16852" y="4343"/>
                    <a:pt x="16796" y="4343"/>
                    <a:pt x="16739" y="4343"/>
                  </a:cubicBezTo>
                  <a:cubicBezTo>
                    <a:pt x="16641" y="4343"/>
                    <a:pt x="16542" y="4341"/>
                    <a:pt x="16464" y="4328"/>
                  </a:cubicBezTo>
                  <a:cubicBezTo>
                    <a:pt x="16429" y="4323"/>
                    <a:pt x="16393" y="4321"/>
                    <a:pt x="16355" y="4321"/>
                  </a:cubicBezTo>
                  <a:cubicBezTo>
                    <a:pt x="16291" y="4321"/>
                    <a:pt x="16224" y="4326"/>
                    <a:pt x="16163" y="4326"/>
                  </a:cubicBezTo>
                  <a:cubicBezTo>
                    <a:pt x="16118" y="4326"/>
                    <a:pt x="16076" y="4324"/>
                    <a:pt x="16039" y="4315"/>
                  </a:cubicBezTo>
                  <a:cubicBezTo>
                    <a:pt x="16006" y="4308"/>
                    <a:pt x="15970" y="4306"/>
                    <a:pt x="15933" y="4306"/>
                  </a:cubicBezTo>
                  <a:cubicBezTo>
                    <a:pt x="15891" y="4306"/>
                    <a:pt x="15848" y="4308"/>
                    <a:pt x="15807" y="4308"/>
                  </a:cubicBezTo>
                  <a:cubicBezTo>
                    <a:pt x="15773" y="4308"/>
                    <a:pt x="15742" y="4307"/>
                    <a:pt x="15715" y="4300"/>
                  </a:cubicBezTo>
                  <a:lnTo>
                    <a:pt x="15482" y="4300"/>
                  </a:lnTo>
                  <a:cubicBezTo>
                    <a:pt x="15396" y="4284"/>
                    <a:pt x="15266" y="4280"/>
                    <a:pt x="15186" y="4263"/>
                  </a:cubicBezTo>
                  <a:cubicBezTo>
                    <a:pt x="14970" y="4215"/>
                    <a:pt x="14781" y="4234"/>
                    <a:pt x="14589" y="4171"/>
                  </a:cubicBezTo>
                  <a:cubicBezTo>
                    <a:pt x="14259" y="4066"/>
                    <a:pt x="13985" y="3908"/>
                    <a:pt x="13788" y="3672"/>
                  </a:cubicBezTo>
                  <a:cubicBezTo>
                    <a:pt x="13704" y="3575"/>
                    <a:pt x="13636" y="3469"/>
                    <a:pt x="13583" y="3347"/>
                  </a:cubicBezTo>
                  <a:cubicBezTo>
                    <a:pt x="13423" y="2977"/>
                    <a:pt x="13418" y="2531"/>
                    <a:pt x="13297" y="2105"/>
                  </a:cubicBezTo>
                  <a:cubicBezTo>
                    <a:pt x="13085" y="1340"/>
                    <a:pt x="12952" y="717"/>
                    <a:pt x="12393" y="296"/>
                  </a:cubicBezTo>
                  <a:cubicBezTo>
                    <a:pt x="12311" y="237"/>
                    <a:pt x="12249" y="132"/>
                    <a:pt x="12160" y="78"/>
                  </a:cubicBezTo>
                  <a:cubicBezTo>
                    <a:pt x="12093" y="35"/>
                    <a:pt x="11958" y="32"/>
                    <a:pt x="11875" y="13"/>
                  </a:cubicBezTo>
                  <a:cubicBezTo>
                    <a:pt x="11837" y="5"/>
                    <a:pt x="11800" y="1"/>
                    <a:pt x="1176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0"/>
            <p:cNvSpPr/>
            <p:nvPr/>
          </p:nvSpPr>
          <p:spPr>
            <a:xfrm>
              <a:off x="2087086" y="2476139"/>
              <a:ext cx="1319025" cy="2105415"/>
            </a:xfrm>
            <a:custGeom>
              <a:rect b="b" l="l" r="r" t="t"/>
              <a:pathLst>
                <a:path extrusionOk="0" h="74416" w="46621">
                  <a:moveTo>
                    <a:pt x="1" y="1"/>
                  </a:moveTo>
                  <a:lnTo>
                    <a:pt x="1" y="74415"/>
                  </a:lnTo>
                  <a:lnTo>
                    <a:pt x="46620" y="74415"/>
                  </a:lnTo>
                  <a:lnTo>
                    <a:pt x="4662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10"/>
            <p:cNvSpPr/>
            <p:nvPr/>
          </p:nvSpPr>
          <p:spPr>
            <a:xfrm>
              <a:off x="2009284" y="2403797"/>
              <a:ext cx="1494099" cy="2277914"/>
            </a:xfrm>
            <a:custGeom>
              <a:rect b="b" l="l" r="r" t="t"/>
              <a:pathLst>
                <a:path extrusionOk="0" h="80513" w="52809">
                  <a:moveTo>
                    <a:pt x="6829" y="867"/>
                  </a:moveTo>
                  <a:cubicBezTo>
                    <a:pt x="6877" y="867"/>
                    <a:pt x="6926" y="925"/>
                    <a:pt x="6894" y="973"/>
                  </a:cubicBezTo>
                  <a:cubicBezTo>
                    <a:pt x="6675" y="1319"/>
                    <a:pt x="6316" y="1767"/>
                    <a:pt x="5881" y="1812"/>
                  </a:cubicBezTo>
                  <a:cubicBezTo>
                    <a:pt x="5878" y="1812"/>
                    <a:pt x="5875" y="1812"/>
                    <a:pt x="5872" y="1812"/>
                  </a:cubicBezTo>
                  <a:cubicBezTo>
                    <a:pt x="5793" y="1812"/>
                    <a:pt x="5761" y="1704"/>
                    <a:pt x="5811" y="1652"/>
                  </a:cubicBezTo>
                  <a:cubicBezTo>
                    <a:pt x="5948" y="1515"/>
                    <a:pt x="6131" y="1431"/>
                    <a:pt x="6294" y="1320"/>
                  </a:cubicBezTo>
                  <a:cubicBezTo>
                    <a:pt x="6476" y="1197"/>
                    <a:pt x="6639" y="1054"/>
                    <a:pt x="6784" y="889"/>
                  </a:cubicBezTo>
                  <a:cubicBezTo>
                    <a:pt x="6797" y="873"/>
                    <a:pt x="6813" y="867"/>
                    <a:pt x="6829" y="867"/>
                  </a:cubicBezTo>
                  <a:close/>
                  <a:moveTo>
                    <a:pt x="48376" y="695"/>
                  </a:moveTo>
                  <a:cubicBezTo>
                    <a:pt x="48463" y="695"/>
                    <a:pt x="48530" y="797"/>
                    <a:pt x="48454" y="876"/>
                  </a:cubicBezTo>
                  <a:cubicBezTo>
                    <a:pt x="47813" y="1536"/>
                    <a:pt x="46720" y="1770"/>
                    <a:pt x="45834" y="1821"/>
                  </a:cubicBezTo>
                  <a:cubicBezTo>
                    <a:pt x="45833" y="1821"/>
                    <a:pt x="45831" y="1821"/>
                    <a:pt x="45829" y="1821"/>
                  </a:cubicBezTo>
                  <a:cubicBezTo>
                    <a:pt x="45762" y="1821"/>
                    <a:pt x="45749" y="1704"/>
                    <a:pt x="45818" y="1691"/>
                  </a:cubicBezTo>
                  <a:cubicBezTo>
                    <a:pt x="46247" y="1626"/>
                    <a:pt x="46656" y="1520"/>
                    <a:pt x="47057" y="1360"/>
                  </a:cubicBezTo>
                  <a:cubicBezTo>
                    <a:pt x="47508" y="1179"/>
                    <a:pt x="47890" y="905"/>
                    <a:pt x="48326" y="707"/>
                  </a:cubicBezTo>
                  <a:cubicBezTo>
                    <a:pt x="48343" y="699"/>
                    <a:pt x="48360" y="695"/>
                    <a:pt x="48376" y="695"/>
                  </a:cubicBezTo>
                  <a:close/>
                  <a:moveTo>
                    <a:pt x="49028" y="1009"/>
                  </a:moveTo>
                  <a:cubicBezTo>
                    <a:pt x="49077" y="1009"/>
                    <a:pt x="49108" y="1080"/>
                    <a:pt x="49072" y="1124"/>
                  </a:cubicBezTo>
                  <a:cubicBezTo>
                    <a:pt x="48762" y="1518"/>
                    <a:pt x="48178" y="1754"/>
                    <a:pt x="47704" y="1876"/>
                  </a:cubicBezTo>
                  <a:cubicBezTo>
                    <a:pt x="47698" y="1877"/>
                    <a:pt x="47693" y="1878"/>
                    <a:pt x="47688" y="1878"/>
                  </a:cubicBezTo>
                  <a:cubicBezTo>
                    <a:pt x="47618" y="1878"/>
                    <a:pt x="47592" y="1768"/>
                    <a:pt x="47668" y="1748"/>
                  </a:cubicBezTo>
                  <a:cubicBezTo>
                    <a:pt x="47926" y="1677"/>
                    <a:pt x="48174" y="1579"/>
                    <a:pt x="48402" y="1444"/>
                  </a:cubicBezTo>
                  <a:cubicBezTo>
                    <a:pt x="48614" y="1323"/>
                    <a:pt x="48789" y="1152"/>
                    <a:pt x="48992" y="1021"/>
                  </a:cubicBezTo>
                  <a:cubicBezTo>
                    <a:pt x="49005" y="1013"/>
                    <a:pt x="49017" y="1009"/>
                    <a:pt x="49028" y="1009"/>
                  </a:cubicBezTo>
                  <a:close/>
                  <a:moveTo>
                    <a:pt x="7739" y="819"/>
                  </a:moveTo>
                  <a:cubicBezTo>
                    <a:pt x="7792" y="819"/>
                    <a:pt x="7838" y="885"/>
                    <a:pt x="7791" y="938"/>
                  </a:cubicBezTo>
                  <a:cubicBezTo>
                    <a:pt x="7600" y="1146"/>
                    <a:pt x="7408" y="1354"/>
                    <a:pt x="7219" y="1563"/>
                  </a:cubicBezTo>
                  <a:cubicBezTo>
                    <a:pt x="7062" y="1730"/>
                    <a:pt x="6899" y="1946"/>
                    <a:pt x="6682" y="2033"/>
                  </a:cubicBezTo>
                  <a:cubicBezTo>
                    <a:pt x="6676" y="2036"/>
                    <a:pt x="6669" y="2037"/>
                    <a:pt x="6663" y="2037"/>
                  </a:cubicBezTo>
                  <a:cubicBezTo>
                    <a:pt x="6622" y="2037"/>
                    <a:pt x="6580" y="1987"/>
                    <a:pt x="6596" y="1949"/>
                  </a:cubicBezTo>
                  <a:cubicBezTo>
                    <a:pt x="6687" y="1732"/>
                    <a:pt x="6899" y="1565"/>
                    <a:pt x="7067" y="1412"/>
                  </a:cubicBezTo>
                  <a:cubicBezTo>
                    <a:pt x="7277" y="1222"/>
                    <a:pt x="7482" y="1028"/>
                    <a:pt x="7691" y="838"/>
                  </a:cubicBezTo>
                  <a:cubicBezTo>
                    <a:pt x="7706" y="824"/>
                    <a:pt x="7723" y="819"/>
                    <a:pt x="7739" y="819"/>
                  </a:cubicBezTo>
                  <a:close/>
                  <a:moveTo>
                    <a:pt x="1928" y="1757"/>
                  </a:moveTo>
                  <a:cubicBezTo>
                    <a:pt x="1962" y="1757"/>
                    <a:pt x="1996" y="1776"/>
                    <a:pt x="2005" y="1813"/>
                  </a:cubicBezTo>
                  <a:cubicBezTo>
                    <a:pt x="2028" y="1919"/>
                    <a:pt x="2021" y="2026"/>
                    <a:pt x="2021" y="2133"/>
                  </a:cubicBezTo>
                  <a:cubicBezTo>
                    <a:pt x="2021" y="2194"/>
                    <a:pt x="1974" y="2224"/>
                    <a:pt x="1927" y="2224"/>
                  </a:cubicBezTo>
                  <a:cubicBezTo>
                    <a:pt x="1880" y="2224"/>
                    <a:pt x="1833" y="2194"/>
                    <a:pt x="1833" y="2133"/>
                  </a:cubicBezTo>
                  <a:cubicBezTo>
                    <a:pt x="1835" y="2026"/>
                    <a:pt x="1828" y="1919"/>
                    <a:pt x="1852" y="1813"/>
                  </a:cubicBezTo>
                  <a:cubicBezTo>
                    <a:pt x="1860" y="1776"/>
                    <a:pt x="1894" y="1757"/>
                    <a:pt x="1928" y="1757"/>
                  </a:cubicBezTo>
                  <a:close/>
                  <a:moveTo>
                    <a:pt x="1920" y="2700"/>
                  </a:moveTo>
                  <a:cubicBezTo>
                    <a:pt x="1969" y="2700"/>
                    <a:pt x="2020" y="2734"/>
                    <a:pt x="2021" y="2792"/>
                  </a:cubicBezTo>
                  <a:cubicBezTo>
                    <a:pt x="2035" y="3952"/>
                    <a:pt x="1929" y="5096"/>
                    <a:pt x="2027" y="6261"/>
                  </a:cubicBezTo>
                  <a:cubicBezTo>
                    <a:pt x="2029" y="6283"/>
                    <a:pt x="2008" y="6296"/>
                    <a:pt x="1988" y="6296"/>
                  </a:cubicBezTo>
                  <a:cubicBezTo>
                    <a:pt x="1973" y="6296"/>
                    <a:pt x="1958" y="6288"/>
                    <a:pt x="1956" y="6270"/>
                  </a:cubicBezTo>
                  <a:cubicBezTo>
                    <a:pt x="1765" y="5136"/>
                    <a:pt x="1617" y="3908"/>
                    <a:pt x="1838" y="2767"/>
                  </a:cubicBezTo>
                  <a:cubicBezTo>
                    <a:pt x="1847" y="2721"/>
                    <a:pt x="1882" y="2700"/>
                    <a:pt x="1920" y="2700"/>
                  </a:cubicBezTo>
                  <a:close/>
                  <a:moveTo>
                    <a:pt x="51696" y="32385"/>
                  </a:moveTo>
                  <a:cubicBezTo>
                    <a:pt x="51740" y="32385"/>
                    <a:pt x="51786" y="32416"/>
                    <a:pt x="51781" y="32463"/>
                  </a:cubicBezTo>
                  <a:cubicBezTo>
                    <a:pt x="51699" y="33257"/>
                    <a:pt x="51266" y="34037"/>
                    <a:pt x="50858" y="34708"/>
                  </a:cubicBezTo>
                  <a:cubicBezTo>
                    <a:pt x="50844" y="34728"/>
                    <a:pt x="50825" y="34737"/>
                    <a:pt x="50807" y="34737"/>
                  </a:cubicBezTo>
                  <a:cubicBezTo>
                    <a:pt x="50765" y="34737"/>
                    <a:pt x="50725" y="34694"/>
                    <a:pt x="50750" y="34647"/>
                  </a:cubicBezTo>
                  <a:cubicBezTo>
                    <a:pt x="51128" y="33928"/>
                    <a:pt x="51316" y="33162"/>
                    <a:pt x="51631" y="32424"/>
                  </a:cubicBezTo>
                  <a:cubicBezTo>
                    <a:pt x="51643" y="32397"/>
                    <a:pt x="51669" y="32385"/>
                    <a:pt x="51696" y="32385"/>
                  </a:cubicBezTo>
                  <a:close/>
                  <a:moveTo>
                    <a:pt x="51934" y="33484"/>
                  </a:moveTo>
                  <a:cubicBezTo>
                    <a:pt x="51963" y="33484"/>
                    <a:pt x="51992" y="33502"/>
                    <a:pt x="51990" y="33539"/>
                  </a:cubicBezTo>
                  <a:cubicBezTo>
                    <a:pt x="51891" y="34625"/>
                    <a:pt x="51348" y="35682"/>
                    <a:pt x="50737" y="36566"/>
                  </a:cubicBezTo>
                  <a:cubicBezTo>
                    <a:pt x="50725" y="36583"/>
                    <a:pt x="50709" y="36590"/>
                    <a:pt x="50692" y="36590"/>
                  </a:cubicBezTo>
                  <a:cubicBezTo>
                    <a:pt x="50653" y="36590"/>
                    <a:pt x="50613" y="36550"/>
                    <a:pt x="50639" y="36508"/>
                  </a:cubicBezTo>
                  <a:cubicBezTo>
                    <a:pt x="51257" y="35564"/>
                    <a:pt x="51548" y="34586"/>
                    <a:pt x="51878" y="33523"/>
                  </a:cubicBezTo>
                  <a:cubicBezTo>
                    <a:pt x="51886" y="33496"/>
                    <a:pt x="51910" y="33484"/>
                    <a:pt x="51934" y="33484"/>
                  </a:cubicBezTo>
                  <a:close/>
                  <a:moveTo>
                    <a:pt x="1810" y="52719"/>
                  </a:moveTo>
                  <a:cubicBezTo>
                    <a:pt x="1846" y="52719"/>
                    <a:pt x="1883" y="52739"/>
                    <a:pt x="1892" y="52780"/>
                  </a:cubicBezTo>
                  <a:cubicBezTo>
                    <a:pt x="1983" y="53236"/>
                    <a:pt x="1890" y="53770"/>
                    <a:pt x="1870" y="54238"/>
                  </a:cubicBezTo>
                  <a:cubicBezTo>
                    <a:pt x="1869" y="54276"/>
                    <a:pt x="1840" y="54296"/>
                    <a:pt x="1810" y="54296"/>
                  </a:cubicBezTo>
                  <a:cubicBezTo>
                    <a:pt x="1781" y="54296"/>
                    <a:pt x="1751" y="54276"/>
                    <a:pt x="1751" y="54238"/>
                  </a:cubicBezTo>
                  <a:cubicBezTo>
                    <a:pt x="1730" y="53770"/>
                    <a:pt x="1637" y="53238"/>
                    <a:pt x="1729" y="52780"/>
                  </a:cubicBezTo>
                  <a:cubicBezTo>
                    <a:pt x="1737" y="52739"/>
                    <a:pt x="1773" y="52719"/>
                    <a:pt x="1810" y="52719"/>
                  </a:cubicBezTo>
                  <a:close/>
                  <a:moveTo>
                    <a:pt x="1801" y="55372"/>
                  </a:moveTo>
                  <a:cubicBezTo>
                    <a:pt x="1833" y="55372"/>
                    <a:pt x="1863" y="55392"/>
                    <a:pt x="1864" y="55434"/>
                  </a:cubicBezTo>
                  <a:cubicBezTo>
                    <a:pt x="1979" y="59530"/>
                    <a:pt x="1961" y="63602"/>
                    <a:pt x="2230" y="67695"/>
                  </a:cubicBezTo>
                  <a:cubicBezTo>
                    <a:pt x="2231" y="67713"/>
                    <a:pt x="2218" y="67721"/>
                    <a:pt x="2205" y="67721"/>
                  </a:cubicBezTo>
                  <a:cubicBezTo>
                    <a:pt x="2190" y="67721"/>
                    <a:pt x="2174" y="67712"/>
                    <a:pt x="2172" y="67695"/>
                  </a:cubicBezTo>
                  <a:cubicBezTo>
                    <a:pt x="1641" y="63691"/>
                    <a:pt x="1351" y="59465"/>
                    <a:pt x="1733" y="55434"/>
                  </a:cubicBezTo>
                  <a:cubicBezTo>
                    <a:pt x="1737" y="55393"/>
                    <a:pt x="1769" y="55372"/>
                    <a:pt x="1801" y="55372"/>
                  </a:cubicBezTo>
                  <a:close/>
                  <a:moveTo>
                    <a:pt x="738" y="70789"/>
                  </a:moveTo>
                  <a:cubicBezTo>
                    <a:pt x="763" y="70789"/>
                    <a:pt x="788" y="70801"/>
                    <a:pt x="803" y="70828"/>
                  </a:cubicBezTo>
                  <a:cubicBezTo>
                    <a:pt x="986" y="71180"/>
                    <a:pt x="1022" y="71658"/>
                    <a:pt x="1111" y="72044"/>
                  </a:cubicBezTo>
                  <a:cubicBezTo>
                    <a:pt x="1122" y="72104"/>
                    <a:pt x="1073" y="72142"/>
                    <a:pt x="1027" y="72142"/>
                  </a:cubicBezTo>
                  <a:cubicBezTo>
                    <a:pt x="996" y="72142"/>
                    <a:pt x="966" y="72125"/>
                    <a:pt x="955" y="72086"/>
                  </a:cubicBezTo>
                  <a:cubicBezTo>
                    <a:pt x="851" y="71706"/>
                    <a:pt x="654" y="71264"/>
                    <a:pt x="654" y="70868"/>
                  </a:cubicBezTo>
                  <a:cubicBezTo>
                    <a:pt x="654" y="70821"/>
                    <a:pt x="697" y="70789"/>
                    <a:pt x="738" y="70789"/>
                  </a:cubicBezTo>
                  <a:close/>
                  <a:moveTo>
                    <a:pt x="1078" y="70822"/>
                  </a:moveTo>
                  <a:cubicBezTo>
                    <a:pt x="1112" y="70822"/>
                    <a:pt x="1146" y="70839"/>
                    <a:pt x="1169" y="70879"/>
                  </a:cubicBezTo>
                  <a:cubicBezTo>
                    <a:pt x="1307" y="71122"/>
                    <a:pt x="1373" y="71413"/>
                    <a:pt x="1461" y="71680"/>
                  </a:cubicBezTo>
                  <a:cubicBezTo>
                    <a:pt x="1559" y="71981"/>
                    <a:pt x="1672" y="72279"/>
                    <a:pt x="1739" y="72589"/>
                  </a:cubicBezTo>
                  <a:cubicBezTo>
                    <a:pt x="1748" y="72640"/>
                    <a:pt x="1704" y="72681"/>
                    <a:pt x="1662" y="72681"/>
                  </a:cubicBezTo>
                  <a:cubicBezTo>
                    <a:pt x="1641" y="72681"/>
                    <a:pt x="1621" y="72671"/>
                    <a:pt x="1608" y="72646"/>
                  </a:cubicBezTo>
                  <a:cubicBezTo>
                    <a:pt x="1479" y="72394"/>
                    <a:pt x="1387" y="72125"/>
                    <a:pt x="1282" y="71862"/>
                  </a:cubicBezTo>
                  <a:cubicBezTo>
                    <a:pt x="1170" y="71570"/>
                    <a:pt x="1016" y="71272"/>
                    <a:pt x="963" y="70964"/>
                  </a:cubicBezTo>
                  <a:cubicBezTo>
                    <a:pt x="948" y="70885"/>
                    <a:pt x="1013" y="70822"/>
                    <a:pt x="1078" y="70822"/>
                  </a:cubicBezTo>
                  <a:close/>
                  <a:moveTo>
                    <a:pt x="50799" y="72957"/>
                  </a:moveTo>
                  <a:cubicBezTo>
                    <a:pt x="50833" y="72957"/>
                    <a:pt x="50867" y="72981"/>
                    <a:pt x="50866" y="73019"/>
                  </a:cubicBezTo>
                  <a:cubicBezTo>
                    <a:pt x="50859" y="73306"/>
                    <a:pt x="50730" y="73608"/>
                    <a:pt x="50654" y="73881"/>
                  </a:cubicBezTo>
                  <a:cubicBezTo>
                    <a:pt x="50641" y="73929"/>
                    <a:pt x="50603" y="73949"/>
                    <a:pt x="50566" y="73949"/>
                  </a:cubicBezTo>
                  <a:cubicBezTo>
                    <a:pt x="50510" y="73949"/>
                    <a:pt x="50452" y="73903"/>
                    <a:pt x="50472" y="73834"/>
                  </a:cubicBezTo>
                  <a:cubicBezTo>
                    <a:pt x="50554" y="73562"/>
                    <a:pt x="50603" y="73235"/>
                    <a:pt x="50744" y="72987"/>
                  </a:cubicBezTo>
                  <a:cubicBezTo>
                    <a:pt x="50757" y="72966"/>
                    <a:pt x="50778" y="72957"/>
                    <a:pt x="50799" y="72957"/>
                  </a:cubicBezTo>
                  <a:close/>
                  <a:moveTo>
                    <a:pt x="51336" y="73247"/>
                  </a:moveTo>
                  <a:cubicBezTo>
                    <a:pt x="51371" y="73247"/>
                    <a:pt x="51407" y="73274"/>
                    <a:pt x="51411" y="73322"/>
                  </a:cubicBezTo>
                  <a:cubicBezTo>
                    <a:pt x="51477" y="73913"/>
                    <a:pt x="51190" y="74574"/>
                    <a:pt x="50926" y="75091"/>
                  </a:cubicBezTo>
                  <a:cubicBezTo>
                    <a:pt x="50913" y="75116"/>
                    <a:pt x="50891" y="75126"/>
                    <a:pt x="50868" y="75126"/>
                  </a:cubicBezTo>
                  <a:cubicBezTo>
                    <a:pt x="50825" y="75126"/>
                    <a:pt x="50779" y="75088"/>
                    <a:pt x="50798" y="75039"/>
                  </a:cubicBezTo>
                  <a:cubicBezTo>
                    <a:pt x="50904" y="74757"/>
                    <a:pt x="50987" y="74470"/>
                    <a:pt x="51064" y="74178"/>
                  </a:cubicBezTo>
                  <a:cubicBezTo>
                    <a:pt x="51141" y="73890"/>
                    <a:pt x="51169" y="73579"/>
                    <a:pt x="51266" y="73301"/>
                  </a:cubicBezTo>
                  <a:cubicBezTo>
                    <a:pt x="51279" y="73264"/>
                    <a:pt x="51307" y="73247"/>
                    <a:pt x="51336" y="73247"/>
                  </a:cubicBezTo>
                  <a:close/>
                  <a:moveTo>
                    <a:pt x="48565" y="2296"/>
                  </a:moveTo>
                  <a:cubicBezTo>
                    <a:pt x="48922" y="2296"/>
                    <a:pt x="49277" y="2303"/>
                    <a:pt x="49620" y="2327"/>
                  </a:cubicBezTo>
                  <a:lnTo>
                    <a:pt x="49620" y="77218"/>
                  </a:lnTo>
                  <a:lnTo>
                    <a:pt x="2507" y="77218"/>
                  </a:lnTo>
                  <a:lnTo>
                    <a:pt x="2507" y="2327"/>
                  </a:lnTo>
                  <a:cubicBezTo>
                    <a:pt x="2853" y="2303"/>
                    <a:pt x="3209" y="2296"/>
                    <a:pt x="3570" y="2296"/>
                  </a:cubicBezTo>
                  <a:cubicBezTo>
                    <a:pt x="4137" y="2296"/>
                    <a:pt x="4713" y="2313"/>
                    <a:pt x="5272" y="2313"/>
                  </a:cubicBezTo>
                  <a:lnTo>
                    <a:pt x="46880" y="2313"/>
                  </a:lnTo>
                  <a:cubicBezTo>
                    <a:pt x="47432" y="2313"/>
                    <a:pt x="48003" y="2296"/>
                    <a:pt x="48565" y="2296"/>
                  </a:cubicBezTo>
                  <a:close/>
                  <a:moveTo>
                    <a:pt x="50542" y="77567"/>
                  </a:moveTo>
                  <a:cubicBezTo>
                    <a:pt x="50601" y="77567"/>
                    <a:pt x="50659" y="77615"/>
                    <a:pt x="50635" y="77682"/>
                  </a:cubicBezTo>
                  <a:cubicBezTo>
                    <a:pt x="50430" y="78227"/>
                    <a:pt x="49956" y="78723"/>
                    <a:pt x="49597" y="79175"/>
                  </a:cubicBezTo>
                  <a:cubicBezTo>
                    <a:pt x="49583" y="79192"/>
                    <a:pt x="49566" y="79199"/>
                    <a:pt x="49549" y="79199"/>
                  </a:cubicBezTo>
                  <a:cubicBezTo>
                    <a:pt x="49498" y="79199"/>
                    <a:pt x="49447" y="79136"/>
                    <a:pt x="49479" y="79082"/>
                  </a:cubicBezTo>
                  <a:cubicBezTo>
                    <a:pt x="49638" y="78812"/>
                    <a:pt x="49789" y="78540"/>
                    <a:pt x="49965" y="78280"/>
                  </a:cubicBezTo>
                  <a:cubicBezTo>
                    <a:pt x="50123" y="78045"/>
                    <a:pt x="50264" y="77779"/>
                    <a:pt x="50478" y="77590"/>
                  </a:cubicBezTo>
                  <a:cubicBezTo>
                    <a:pt x="50496" y="77574"/>
                    <a:pt x="50519" y="77567"/>
                    <a:pt x="50542" y="77567"/>
                  </a:cubicBezTo>
                  <a:close/>
                  <a:moveTo>
                    <a:pt x="3177" y="78347"/>
                  </a:moveTo>
                  <a:cubicBezTo>
                    <a:pt x="3208" y="78347"/>
                    <a:pt x="3240" y="78357"/>
                    <a:pt x="3265" y="78380"/>
                  </a:cubicBezTo>
                  <a:cubicBezTo>
                    <a:pt x="3510" y="78605"/>
                    <a:pt x="3630" y="78928"/>
                    <a:pt x="3892" y="79147"/>
                  </a:cubicBezTo>
                  <a:cubicBezTo>
                    <a:pt x="4174" y="79384"/>
                    <a:pt x="4532" y="79550"/>
                    <a:pt x="4885" y="79646"/>
                  </a:cubicBezTo>
                  <a:cubicBezTo>
                    <a:pt x="4987" y="79673"/>
                    <a:pt x="4971" y="79837"/>
                    <a:pt x="4862" y="79837"/>
                  </a:cubicBezTo>
                  <a:cubicBezTo>
                    <a:pt x="4860" y="79837"/>
                    <a:pt x="4859" y="79837"/>
                    <a:pt x="4858" y="79837"/>
                  </a:cubicBezTo>
                  <a:cubicBezTo>
                    <a:pt x="4427" y="79821"/>
                    <a:pt x="4062" y="79684"/>
                    <a:pt x="3716" y="79421"/>
                  </a:cubicBezTo>
                  <a:cubicBezTo>
                    <a:pt x="3431" y="79203"/>
                    <a:pt x="3060" y="78854"/>
                    <a:pt x="3049" y="78470"/>
                  </a:cubicBezTo>
                  <a:cubicBezTo>
                    <a:pt x="3048" y="78392"/>
                    <a:pt x="3111" y="78347"/>
                    <a:pt x="3177" y="78347"/>
                  </a:cubicBezTo>
                  <a:close/>
                  <a:moveTo>
                    <a:pt x="51008" y="77589"/>
                  </a:moveTo>
                  <a:cubicBezTo>
                    <a:pt x="51057" y="77589"/>
                    <a:pt x="51109" y="77628"/>
                    <a:pt x="51118" y="77686"/>
                  </a:cubicBezTo>
                  <a:cubicBezTo>
                    <a:pt x="51236" y="78601"/>
                    <a:pt x="50436" y="79482"/>
                    <a:pt x="49664" y="79829"/>
                  </a:cubicBezTo>
                  <a:cubicBezTo>
                    <a:pt x="49652" y="79835"/>
                    <a:pt x="49640" y="79837"/>
                    <a:pt x="49628" y="79837"/>
                  </a:cubicBezTo>
                  <a:cubicBezTo>
                    <a:pt x="49554" y="79837"/>
                    <a:pt x="49503" y="79734"/>
                    <a:pt x="49585" y="79691"/>
                  </a:cubicBezTo>
                  <a:cubicBezTo>
                    <a:pt x="49979" y="79480"/>
                    <a:pt x="50298" y="79187"/>
                    <a:pt x="50530" y="78801"/>
                  </a:cubicBezTo>
                  <a:cubicBezTo>
                    <a:pt x="50751" y="78431"/>
                    <a:pt x="50812" y="78067"/>
                    <a:pt x="50923" y="77662"/>
                  </a:cubicBezTo>
                  <a:cubicBezTo>
                    <a:pt x="50937" y="77611"/>
                    <a:pt x="50971" y="77589"/>
                    <a:pt x="51008" y="77589"/>
                  </a:cubicBezTo>
                  <a:close/>
                  <a:moveTo>
                    <a:pt x="2149" y="78318"/>
                  </a:moveTo>
                  <a:cubicBezTo>
                    <a:pt x="2188" y="78318"/>
                    <a:pt x="2229" y="78340"/>
                    <a:pt x="2245" y="78384"/>
                  </a:cubicBezTo>
                  <a:cubicBezTo>
                    <a:pt x="2371" y="78710"/>
                    <a:pt x="2464" y="79014"/>
                    <a:pt x="2706" y="79278"/>
                  </a:cubicBezTo>
                  <a:cubicBezTo>
                    <a:pt x="2938" y="79533"/>
                    <a:pt x="3235" y="79729"/>
                    <a:pt x="3561" y="79837"/>
                  </a:cubicBezTo>
                  <a:cubicBezTo>
                    <a:pt x="3627" y="79856"/>
                    <a:pt x="3604" y="79945"/>
                    <a:pt x="3543" y="79945"/>
                  </a:cubicBezTo>
                  <a:cubicBezTo>
                    <a:pt x="3540" y="79945"/>
                    <a:pt x="3536" y="79945"/>
                    <a:pt x="3533" y="79944"/>
                  </a:cubicBezTo>
                  <a:cubicBezTo>
                    <a:pt x="2829" y="79821"/>
                    <a:pt x="2059" y="79178"/>
                    <a:pt x="2060" y="78409"/>
                  </a:cubicBezTo>
                  <a:cubicBezTo>
                    <a:pt x="2060" y="78348"/>
                    <a:pt x="2103" y="78318"/>
                    <a:pt x="2149" y="78318"/>
                  </a:cubicBezTo>
                  <a:close/>
                  <a:moveTo>
                    <a:pt x="0" y="0"/>
                  </a:moveTo>
                  <a:lnTo>
                    <a:pt x="0" y="80513"/>
                  </a:lnTo>
                  <a:lnTo>
                    <a:pt x="52809" y="80513"/>
                  </a:lnTo>
                  <a:lnTo>
                    <a:pt x="5280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0"/>
            <p:cNvSpPr/>
            <p:nvPr/>
          </p:nvSpPr>
          <p:spPr>
            <a:xfrm>
              <a:off x="2002720" y="2137657"/>
              <a:ext cx="1507340" cy="2550908"/>
            </a:xfrm>
            <a:custGeom>
              <a:rect b="b" l="l" r="r" t="t"/>
              <a:pathLst>
                <a:path extrusionOk="0" h="90162" w="53277">
                  <a:moveTo>
                    <a:pt x="28144" y="235"/>
                  </a:moveTo>
                  <a:cubicBezTo>
                    <a:pt x="28182" y="235"/>
                    <a:pt x="28220" y="239"/>
                    <a:pt x="28257" y="248"/>
                  </a:cubicBezTo>
                  <a:cubicBezTo>
                    <a:pt x="28342" y="264"/>
                    <a:pt x="28476" y="270"/>
                    <a:pt x="28542" y="313"/>
                  </a:cubicBezTo>
                  <a:cubicBezTo>
                    <a:pt x="28631" y="366"/>
                    <a:pt x="28694" y="470"/>
                    <a:pt x="28775" y="531"/>
                  </a:cubicBezTo>
                  <a:cubicBezTo>
                    <a:pt x="29335" y="953"/>
                    <a:pt x="29469" y="1574"/>
                    <a:pt x="29681" y="2339"/>
                  </a:cubicBezTo>
                  <a:cubicBezTo>
                    <a:pt x="29800" y="2764"/>
                    <a:pt x="29804" y="3214"/>
                    <a:pt x="29966" y="3580"/>
                  </a:cubicBezTo>
                  <a:cubicBezTo>
                    <a:pt x="30018" y="3702"/>
                    <a:pt x="30088" y="3810"/>
                    <a:pt x="30171" y="3906"/>
                  </a:cubicBezTo>
                  <a:cubicBezTo>
                    <a:pt x="30367" y="4141"/>
                    <a:pt x="30642" y="4300"/>
                    <a:pt x="30973" y="4406"/>
                  </a:cubicBezTo>
                  <a:cubicBezTo>
                    <a:pt x="31164" y="4467"/>
                    <a:pt x="31353" y="4450"/>
                    <a:pt x="31569" y="4496"/>
                  </a:cubicBezTo>
                  <a:cubicBezTo>
                    <a:pt x="31651" y="4516"/>
                    <a:pt x="31780" y="4518"/>
                    <a:pt x="31865" y="4534"/>
                  </a:cubicBezTo>
                  <a:lnTo>
                    <a:pt x="32097" y="4534"/>
                  </a:lnTo>
                  <a:cubicBezTo>
                    <a:pt x="32124" y="4540"/>
                    <a:pt x="32155" y="4542"/>
                    <a:pt x="32189" y="4542"/>
                  </a:cubicBezTo>
                  <a:cubicBezTo>
                    <a:pt x="32229" y="4542"/>
                    <a:pt x="32272" y="4539"/>
                    <a:pt x="32314" y="4539"/>
                  </a:cubicBezTo>
                  <a:cubicBezTo>
                    <a:pt x="32352" y="4539"/>
                    <a:pt x="32388" y="4541"/>
                    <a:pt x="32421" y="4548"/>
                  </a:cubicBezTo>
                  <a:cubicBezTo>
                    <a:pt x="32459" y="4557"/>
                    <a:pt x="32501" y="4559"/>
                    <a:pt x="32545" y="4559"/>
                  </a:cubicBezTo>
                  <a:cubicBezTo>
                    <a:pt x="32606" y="4559"/>
                    <a:pt x="32672" y="4555"/>
                    <a:pt x="32735" y="4555"/>
                  </a:cubicBezTo>
                  <a:cubicBezTo>
                    <a:pt x="32773" y="4555"/>
                    <a:pt x="32811" y="4556"/>
                    <a:pt x="32846" y="4562"/>
                  </a:cubicBezTo>
                  <a:cubicBezTo>
                    <a:pt x="32925" y="4574"/>
                    <a:pt x="33023" y="4577"/>
                    <a:pt x="33122" y="4577"/>
                  </a:cubicBezTo>
                  <a:cubicBezTo>
                    <a:pt x="33178" y="4577"/>
                    <a:pt x="33234" y="4576"/>
                    <a:pt x="33287" y="4576"/>
                  </a:cubicBezTo>
                  <a:cubicBezTo>
                    <a:pt x="33467" y="4576"/>
                    <a:pt x="33692" y="4559"/>
                    <a:pt x="33901" y="4559"/>
                  </a:cubicBezTo>
                  <a:cubicBezTo>
                    <a:pt x="34036" y="4559"/>
                    <a:pt x="34164" y="4566"/>
                    <a:pt x="34268" y="4589"/>
                  </a:cubicBezTo>
                  <a:lnTo>
                    <a:pt x="34540" y="4589"/>
                  </a:lnTo>
                  <a:cubicBezTo>
                    <a:pt x="34658" y="4589"/>
                    <a:pt x="34798" y="4584"/>
                    <a:pt x="34936" y="4584"/>
                  </a:cubicBezTo>
                  <a:cubicBezTo>
                    <a:pt x="35083" y="4584"/>
                    <a:pt x="35228" y="4590"/>
                    <a:pt x="35342" y="4614"/>
                  </a:cubicBezTo>
                  <a:cubicBezTo>
                    <a:pt x="35491" y="4647"/>
                    <a:pt x="35659" y="4628"/>
                    <a:pt x="35818" y="4665"/>
                  </a:cubicBezTo>
                  <a:cubicBezTo>
                    <a:pt x="36247" y="4764"/>
                    <a:pt x="36674" y="4800"/>
                    <a:pt x="37045" y="4951"/>
                  </a:cubicBezTo>
                  <a:cubicBezTo>
                    <a:pt x="38153" y="5403"/>
                    <a:pt x="39095" y="6087"/>
                    <a:pt x="39563" y="7173"/>
                  </a:cubicBezTo>
                  <a:cubicBezTo>
                    <a:pt x="39698" y="7481"/>
                    <a:pt x="39762" y="7839"/>
                    <a:pt x="39849" y="8180"/>
                  </a:cubicBezTo>
                  <a:cubicBezTo>
                    <a:pt x="39889" y="8339"/>
                    <a:pt x="39864" y="8477"/>
                    <a:pt x="39902" y="8647"/>
                  </a:cubicBezTo>
                  <a:cubicBezTo>
                    <a:pt x="39924" y="8820"/>
                    <a:pt x="39945" y="8993"/>
                    <a:pt x="39967" y="9163"/>
                  </a:cubicBezTo>
                  <a:lnTo>
                    <a:pt x="16385" y="9163"/>
                  </a:lnTo>
                  <a:cubicBezTo>
                    <a:pt x="16420" y="8445"/>
                    <a:pt x="16584" y="7535"/>
                    <a:pt x="16847" y="7032"/>
                  </a:cubicBezTo>
                  <a:cubicBezTo>
                    <a:pt x="17384" y="5998"/>
                    <a:pt x="18320" y="5275"/>
                    <a:pt x="19498" y="4886"/>
                  </a:cubicBezTo>
                  <a:cubicBezTo>
                    <a:pt x="19854" y="4767"/>
                    <a:pt x="20241" y="4743"/>
                    <a:pt x="20633" y="4652"/>
                  </a:cubicBezTo>
                  <a:cubicBezTo>
                    <a:pt x="20815" y="4612"/>
                    <a:pt x="21013" y="4640"/>
                    <a:pt x="21191" y="4599"/>
                  </a:cubicBezTo>
                  <a:cubicBezTo>
                    <a:pt x="21488" y="4598"/>
                    <a:pt x="21786" y="4592"/>
                    <a:pt x="22081" y="4588"/>
                  </a:cubicBezTo>
                  <a:cubicBezTo>
                    <a:pt x="22137" y="4575"/>
                    <a:pt x="22208" y="4572"/>
                    <a:pt x="22281" y="4572"/>
                  </a:cubicBezTo>
                  <a:cubicBezTo>
                    <a:pt x="22350" y="4572"/>
                    <a:pt x="22421" y="4575"/>
                    <a:pt x="22484" y="4575"/>
                  </a:cubicBezTo>
                  <a:lnTo>
                    <a:pt x="23244" y="4575"/>
                  </a:lnTo>
                  <a:cubicBezTo>
                    <a:pt x="24217" y="4575"/>
                    <a:pt x="25337" y="4567"/>
                    <a:pt x="25920" y="4160"/>
                  </a:cubicBezTo>
                  <a:cubicBezTo>
                    <a:pt x="26562" y="3712"/>
                    <a:pt x="26490" y="2938"/>
                    <a:pt x="26722" y="2104"/>
                  </a:cubicBezTo>
                  <a:cubicBezTo>
                    <a:pt x="26833" y="1706"/>
                    <a:pt x="26936" y="1318"/>
                    <a:pt x="27136" y="1007"/>
                  </a:cubicBezTo>
                  <a:cubicBezTo>
                    <a:pt x="27190" y="918"/>
                    <a:pt x="27279" y="844"/>
                    <a:pt x="27341" y="764"/>
                  </a:cubicBezTo>
                  <a:cubicBezTo>
                    <a:pt x="27472" y="590"/>
                    <a:pt x="27792" y="235"/>
                    <a:pt x="28144" y="235"/>
                  </a:cubicBezTo>
                  <a:close/>
                  <a:moveTo>
                    <a:pt x="53041" y="9407"/>
                  </a:moveTo>
                  <a:lnTo>
                    <a:pt x="53041" y="89920"/>
                  </a:lnTo>
                  <a:lnTo>
                    <a:pt x="232" y="89920"/>
                  </a:lnTo>
                  <a:lnTo>
                    <a:pt x="232" y="9407"/>
                  </a:lnTo>
                  <a:close/>
                  <a:moveTo>
                    <a:pt x="28138" y="1"/>
                  </a:moveTo>
                  <a:cubicBezTo>
                    <a:pt x="27725" y="1"/>
                    <a:pt x="27387" y="288"/>
                    <a:pt x="27222" y="504"/>
                  </a:cubicBezTo>
                  <a:cubicBezTo>
                    <a:pt x="27107" y="656"/>
                    <a:pt x="26965" y="797"/>
                    <a:pt x="26860" y="966"/>
                  </a:cubicBezTo>
                  <a:cubicBezTo>
                    <a:pt x="26680" y="1263"/>
                    <a:pt x="26590" y="1646"/>
                    <a:pt x="26488" y="2011"/>
                  </a:cubicBezTo>
                  <a:cubicBezTo>
                    <a:pt x="26299" y="2682"/>
                    <a:pt x="26330" y="3537"/>
                    <a:pt x="25843" y="3900"/>
                  </a:cubicBezTo>
                  <a:cubicBezTo>
                    <a:pt x="25328" y="4280"/>
                    <a:pt x="24418" y="4300"/>
                    <a:pt x="23518" y="4300"/>
                  </a:cubicBezTo>
                  <a:cubicBezTo>
                    <a:pt x="23414" y="4300"/>
                    <a:pt x="23309" y="4300"/>
                    <a:pt x="23205" y="4300"/>
                  </a:cubicBezTo>
                  <a:cubicBezTo>
                    <a:pt x="22829" y="4300"/>
                    <a:pt x="22449" y="4295"/>
                    <a:pt x="22074" y="4295"/>
                  </a:cubicBezTo>
                  <a:cubicBezTo>
                    <a:pt x="21005" y="4295"/>
                    <a:pt x="19975" y="4337"/>
                    <a:pt x="19187" y="4662"/>
                  </a:cubicBezTo>
                  <a:cubicBezTo>
                    <a:pt x="17910" y="5190"/>
                    <a:pt x="16857" y="5985"/>
                    <a:pt x="16408" y="7337"/>
                  </a:cubicBezTo>
                  <a:cubicBezTo>
                    <a:pt x="16322" y="7591"/>
                    <a:pt x="16303" y="7868"/>
                    <a:pt x="16239" y="8138"/>
                  </a:cubicBezTo>
                  <a:cubicBezTo>
                    <a:pt x="16218" y="8231"/>
                    <a:pt x="16232" y="8340"/>
                    <a:pt x="16216" y="8423"/>
                  </a:cubicBezTo>
                  <a:cubicBezTo>
                    <a:pt x="16162" y="8648"/>
                    <a:pt x="16282" y="8965"/>
                    <a:pt x="16176" y="9134"/>
                  </a:cubicBezTo>
                  <a:lnTo>
                    <a:pt x="16176" y="9159"/>
                  </a:lnTo>
                  <a:lnTo>
                    <a:pt x="1" y="9159"/>
                  </a:lnTo>
                  <a:lnTo>
                    <a:pt x="1" y="90161"/>
                  </a:lnTo>
                  <a:lnTo>
                    <a:pt x="53276" y="90161"/>
                  </a:lnTo>
                  <a:lnTo>
                    <a:pt x="53276" y="9163"/>
                  </a:lnTo>
                  <a:lnTo>
                    <a:pt x="40171" y="9163"/>
                  </a:lnTo>
                  <a:cubicBezTo>
                    <a:pt x="40120" y="8907"/>
                    <a:pt x="40184" y="8529"/>
                    <a:pt x="40120" y="8259"/>
                  </a:cubicBezTo>
                  <a:cubicBezTo>
                    <a:pt x="40027" y="7852"/>
                    <a:pt x="40005" y="7455"/>
                    <a:pt x="39861" y="7107"/>
                  </a:cubicBezTo>
                  <a:cubicBezTo>
                    <a:pt x="39320" y="5802"/>
                    <a:pt x="38193" y="5005"/>
                    <a:pt x="36799" y="4551"/>
                  </a:cubicBezTo>
                  <a:cubicBezTo>
                    <a:pt x="36450" y="4436"/>
                    <a:pt x="36066" y="4431"/>
                    <a:pt x="35687" y="4342"/>
                  </a:cubicBezTo>
                  <a:cubicBezTo>
                    <a:pt x="35518" y="4304"/>
                    <a:pt x="35332" y="4341"/>
                    <a:pt x="35171" y="4304"/>
                  </a:cubicBezTo>
                  <a:cubicBezTo>
                    <a:pt x="34938" y="4298"/>
                    <a:pt x="34707" y="4297"/>
                    <a:pt x="34474" y="4291"/>
                  </a:cubicBezTo>
                  <a:cubicBezTo>
                    <a:pt x="34438" y="4291"/>
                    <a:pt x="34369" y="4304"/>
                    <a:pt x="34349" y="4304"/>
                  </a:cubicBezTo>
                  <a:cubicBezTo>
                    <a:pt x="34348" y="4304"/>
                    <a:pt x="34347" y="4304"/>
                    <a:pt x="34346" y="4304"/>
                  </a:cubicBezTo>
                  <a:lnTo>
                    <a:pt x="32779" y="4304"/>
                  </a:lnTo>
                  <a:cubicBezTo>
                    <a:pt x="32716" y="4304"/>
                    <a:pt x="32643" y="4307"/>
                    <a:pt x="32572" y="4307"/>
                  </a:cubicBezTo>
                  <a:cubicBezTo>
                    <a:pt x="32497" y="4307"/>
                    <a:pt x="32425" y="4304"/>
                    <a:pt x="32368" y="4291"/>
                  </a:cubicBezTo>
                  <a:lnTo>
                    <a:pt x="32120" y="4291"/>
                  </a:lnTo>
                  <a:cubicBezTo>
                    <a:pt x="31979" y="4288"/>
                    <a:pt x="31796" y="4278"/>
                    <a:pt x="31668" y="4252"/>
                  </a:cubicBezTo>
                  <a:cubicBezTo>
                    <a:pt x="31593" y="4247"/>
                    <a:pt x="31513" y="4243"/>
                    <a:pt x="31436" y="4237"/>
                  </a:cubicBezTo>
                  <a:cubicBezTo>
                    <a:pt x="31248" y="4192"/>
                    <a:pt x="31049" y="4178"/>
                    <a:pt x="30882" y="4109"/>
                  </a:cubicBezTo>
                  <a:cubicBezTo>
                    <a:pt x="30635" y="4009"/>
                    <a:pt x="30415" y="3852"/>
                    <a:pt x="30277" y="3641"/>
                  </a:cubicBezTo>
                  <a:cubicBezTo>
                    <a:pt x="30270" y="3634"/>
                    <a:pt x="30264" y="3625"/>
                    <a:pt x="30259" y="3618"/>
                  </a:cubicBezTo>
                  <a:cubicBezTo>
                    <a:pt x="30024" y="3234"/>
                    <a:pt x="30038" y="2671"/>
                    <a:pt x="29899" y="2184"/>
                  </a:cubicBezTo>
                  <a:cubicBezTo>
                    <a:pt x="29684" y="1430"/>
                    <a:pt x="29505" y="748"/>
                    <a:pt x="28955" y="334"/>
                  </a:cubicBezTo>
                  <a:cubicBezTo>
                    <a:pt x="28807" y="222"/>
                    <a:pt x="28656" y="84"/>
                    <a:pt x="28451" y="25"/>
                  </a:cubicBezTo>
                  <a:lnTo>
                    <a:pt x="28346" y="25"/>
                  </a:lnTo>
                  <a:cubicBezTo>
                    <a:pt x="28275" y="8"/>
                    <a:pt x="28205" y="1"/>
                    <a:pt x="281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0"/>
            <p:cNvSpPr/>
            <p:nvPr/>
          </p:nvSpPr>
          <p:spPr>
            <a:xfrm>
              <a:off x="2080183" y="2468727"/>
              <a:ext cx="1332916" cy="2119787"/>
            </a:xfrm>
            <a:custGeom>
              <a:rect b="b" l="l" r="r" t="t"/>
              <a:pathLst>
                <a:path extrusionOk="0" h="74924" w="47112">
                  <a:moveTo>
                    <a:pt x="46864" y="264"/>
                  </a:moveTo>
                  <a:lnTo>
                    <a:pt x="46864" y="74677"/>
                  </a:lnTo>
                  <a:lnTo>
                    <a:pt x="245" y="74677"/>
                  </a:lnTo>
                  <a:lnTo>
                    <a:pt x="245" y="264"/>
                  </a:lnTo>
                  <a:close/>
                  <a:moveTo>
                    <a:pt x="1064" y="1"/>
                  </a:moveTo>
                  <a:cubicBezTo>
                    <a:pt x="703" y="1"/>
                    <a:pt x="347" y="8"/>
                    <a:pt x="1" y="32"/>
                  </a:cubicBezTo>
                  <a:lnTo>
                    <a:pt x="1" y="74923"/>
                  </a:lnTo>
                  <a:lnTo>
                    <a:pt x="47111" y="74923"/>
                  </a:lnTo>
                  <a:lnTo>
                    <a:pt x="47111" y="32"/>
                  </a:lnTo>
                  <a:cubicBezTo>
                    <a:pt x="46768" y="8"/>
                    <a:pt x="46414" y="1"/>
                    <a:pt x="46057" y="1"/>
                  </a:cubicBezTo>
                  <a:cubicBezTo>
                    <a:pt x="45495" y="1"/>
                    <a:pt x="44924" y="18"/>
                    <a:pt x="44371" y="18"/>
                  </a:cubicBezTo>
                  <a:lnTo>
                    <a:pt x="2766" y="18"/>
                  </a:lnTo>
                  <a:cubicBezTo>
                    <a:pt x="2207" y="18"/>
                    <a:pt x="1631" y="1"/>
                    <a:pt x="10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0"/>
            <p:cNvSpPr/>
            <p:nvPr/>
          </p:nvSpPr>
          <p:spPr>
            <a:xfrm>
              <a:off x="2095460" y="4620368"/>
              <a:ext cx="54972" cy="42156"/>
            </a:xfrm>
            <a:custGeom>
              <a:rect b="b" l="l" r="r" t="t"/>
              <a:pathLst>
                <a:path extrusionOk="0" h="1490" w="1943">
                  <a:moveTo>
                    <a:pt x="129" y="0"/>
                  </a:moveTo>
                  <a:cubicBezTo>
                    <a:pt x="64" y="0"/>
                    <a:pt x="0" y="46"/>
                    <a:pt x="1" y="123"/>
                  </a:cubicBezTo>
                  <a:cubicBezTo>
                    <a:pt x="14" y="507"/>
                    <a:pt x="384" y="857"/>
                    <a:pt x="669" y="1074"/>
                  </a:cubicBezTo>
                  <a:cubicBezTo>
                    <a:pt x="1013" y="1336"/>
                    <a:pt x="1380" y="1474"/>
                    <a:pt x="1810" y="1490"/>
                  </a:cubicBezTo>
                  <a:cubicBezTo>
                    <a:pt x="1811" y="1490"/>
                    <a:pt x="1813" y="1490"/>
                    <a:pt x="1814" y="1490"/>
                  </a:cubicBezTo>
                  <a:cubicBezTo>
                    <a:pt x="1923" y="1490"/>
                    <a:pt x="1942" y="1324"/>
                    <a:pt x="1838" y="1298"/>
                  </a:cubicBezTo>
                  <a:cubicBezTo>
                    <a:pt x="1484" y="1202"/>
                    <a:pt x="1127" y="1039"/>
                    <a:pt x="845" y="800"/>
                  </a:cubicBezTo>
                  <a:cubicBezTo>
                    <a:pt x="583" y="580"/>
                    <a:pt x="461" y="258"/>
                    <a:pt x="218" y="34"/>
                  </a:cubicBezTo>
                  <a:cubicBezTo>
                    <a:pt x="193" y="11"/>
                    <a:pt x="161" y="0"/>
                    <a:pt x="1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0"/>
            <p:cNvSpPr/>
            <p:nvPr/>
          </p:nvSpPr>
          <p:spPr>
            <a:xfrm>
              <a:off x="2067508" y="4619519"/>
              <a:ext cx="44391" cy="46088"/>
            </a:xfrm>
            <a:custGeom>
              <a:rect b="b" l="l" r="r" t="t"/>
              <a:pathLst>
                <a:path extrusionOk="0" h="1629" w="1569">
                  <a:moveTo>
                    <a:pt x="91" y="0"/>
                  </a:moveTo>
                  <a:cubicBezTo>
                    <a:pt x="45" y="0"/>
                    <a:pt x="2" y="31"/>
                    <a:pt x="2" y="92"/>
                  </a:cubicBezTo>
                  <a:cubicBezTo>
                    <a:pt x="1" y="861"/>
                    <a:pt x="770" y="1504"/>
                    <a:pt x="1474" y="1627"/>
                  </a:cubicBezTo>
                  <a:cubicBezTo>
                    <a:pt x="1478" y="1628"/>
                    <a:pt x="1482" y="1628"/>
                    <a:pt x="1486" y="1628"/>
                  </a:cubicBezTo>
                  <a:cubicBezTo>
                    <a:pt x="1547" y="1628"/>
                    <a:pt x="1568" y="1540"/>
                    <a:pt x="1503" y="1518"/>
                  </a:cubicBezTo>
                  <a:cubicBezTo>
                    <a:pt x="1177" y="1411"/>
                    <a:pt x="879" y="1214"/>
                    <a:pt x="648" y="961"/>
                  </a:cubicBezTo>
                  <a:cubicBezTo>
                    <a:pt x="406" y="697"/>
                    <a:pt x="312" y="391"/>
                    <a:pt x="184" y="66"/>
                  </a:cubicBezTo>
                  <a:cubicBezTo>
                    <a:pt x="169" y="22"/>
                    <a:pt x="129" y="0"/>
                    <a:pt x="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0"/>
            <p:cNvSpPr/>
            <p:nvPr/>
          </p:nvSpPr>
          <p:spPr>
            <a:xfrm>
              <a:off x="2036048" y="4407501"/>
              <a:ext cx="22662" cy="52567"/>
            </a:xfrm>
            <a:custGeom>
              <a:rect b="b" l="l" r="r" t="t"/>
              <a:pathLst>
                <a:path extrusionOk="0" h="1858" w="801">
                  <a:moveTo>
                    <a:pt x="130" y="0"/>
                  </a:moveTo>
                  <a:cubicBezTo>
                    <a:pt x="65" y="0"/>
                    <a:pt x="0" y="64"/>
                    <a:pt x="14" y="143"/>
                  </a:cubicBezTo>
                  <a:cubicBezTo>
                    <a:pt x="66" y="450"/>
                    <a:pt x="222" y="750"/>
                    <a:pt x="335" y="1040"/>
                  </a:cubicBezTo>
                  <a:cubicBezTo>
                    <a:pt x="441" y="1302"/>
                    <a:pt x="533" y="1570"/>
                    <a:pt x="662" y="1823"/>
                  </a:cubicBezTo>
                  <a:cubicBezTo>
                    <a:pt x="675" y="1847"/>
                    <a:pt x="695" y="1857"/>
                    <a:pt x="716" y="1857"/>
                  </a:cubicBezTo>
                  <a:cubicBezTo>
                    <a:pt x="758" y="1857"/>
                    <a:pt x="801" y="1818"/>
                    <a:pt x="790" y="1767"/>
                  </a:cubicBezTo>
                  <a:cubicBezTo>
                    <a:pt x="722" y="1459"/>
                    <a:pt x="610" y="1158"/>
                    <a:pt x="511" y="859"/>
                  </a:cubicBezTo>
                  <a:cubicBezTo>
                    <a:pt x="424" y="590"/>
                    <a:pt x="360" y="300"/>
                    <a:pt x="219" y="56"/>
                  </a:cubicBezTo>
                  <a:cubicBezTo>
                    <a:pt x="196" y="17"/>
                    <a:pt x="163" y="0"/>
                    <a:pt x="1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0"/>
            <p:cNvSpPr/>
            <p:nvPr/>
          </p:nvSpPr>
          <p:spPr>
            <a:xfrm>
              <a:off x="2027758" y="4406539"/>
              <a:ext cx="13269" cy="38280"/>
            </a:xfrm>
            <a:custGeom>
              <a:rect b="b" l="l" r="r" t="t"/>
              <a:pathLst>
                <a:path extrusionOk="0" h="1353" w="469">
                  <a:moveTo>
                    <a:pt x="84" y="0"/>
                  </a:moveTo>
                  <a:cubicBezTo>
                    <a:pt x="42" y="0"/>
                    <a:pt x="0" y="32"/>
                    <a:pt x="1" y="79"/>
                  </a:cubicBezTo>
                  <a:cubicBezTo>
                    <a:pt x="3" y="477"/>
                    <a:pt x="198" y="915"/>
                    <a:pt x="302" y="1297"/>
                  </a:cubicBezTo>
                  <a:cubicBezTo>
                    <a:pt x="313" y="1336"/>
                    <a:pt x="343" y="1353"/>
                    <a:pt x="374" y="1353"/>
                  </a:cubicBezTo>
                  <a:cubicBezTo>
                    <a:pt x="420" y="1353"/>
                    <a:pt x="468" y="1314"/>
                    <a:pt x="455" y="1255"/>
                  </a:cubicBezTo>
                  <a:cubicBezTo>
                    <a:pt x="371" y="868"/>
                    <a:pt x="334" y="391"/>
                    <a:pt x="148" y="39"/>
                  </a:cubicBezTo>
                  <a:cubicBezTo>
                    <a:pt x="134" y="12"/>
                    <a:pt x="109"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0"/>
            <p:cNvSpPr/>
            <p:nvPr/>
          </p:nvSpPr>
          <p:spPr>
            <a:xfrm>
              <a:off x="2047478" y="3970281"/>
              <a:ext cx="24954" cy="349469"/>
            </a:xfrm>
            <a:custGeom>
              <a:rect b="b" l="l" r="r" t="t"/>
              <a:pathLst>
                <a:path extrusionOk="0" h="12352" w="882">
                  <a:moveTo>
                    <a:pt x="450" y="0"/>
                  </a:moveTo>
                  <a:cubicBezTo>
                    <a:pt x="418" y="0"/>
                    <a:pt x="385" y="22"/>
                    <a:pt x="382" y="64"/>
                  </a:cubicBezTo>
                  <a:cubicBezTo>
                    <a:pt x="1" y="4093"/>
                    <a:pt x="291" y="8322"/>
                    <a:pt x="824" y="12323"/>
                  </a:cubicBezTo>
                  <a:cubicBezTo>
                    <a:pt x="827" y="12341"/>
                    <a:pt x="842" y="12351"/>
                    <a:pt x="856" y="12351"/>
                  </a:cubicBezTo>
                  <a:cubicBezTo>
                    <a:pt x="869" y="12351"/>
                    <a:pt x="881" y="12342"/>
                    <a:pt x="880" y="12323"/>
                  </a:cubicBezTo>
                  <a:cubicBezTo>
                    <a:pt x="611" y="8231"/>
                    <a:pt x="629" y="4158"/>
                    <a:pt x="512" y="64"/>
                  </a:cubicBezTo>
                  <a:cubicBezTo>
                    <a:pt x="512" y="21"/>
                    <a:pt x="481" y="0"/>
                    <a:pt x="4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0"/>
            <p:cNvSpPr/>
            <p:nvPr/>
          </p:nvSpPr>
          <p:spPr>
            <a:xfrm>
              <a:off x="2055541" y="3895308"/>
              <a:ext cx="9874" cy="44617"/>
            </a:xfrm>
            <a:custGeom>
              <a:rect b="b" l="l" r="r" t="t"/>
              <a:pathLst>
                <a:path extrusionOk="0" h="1577" w="349">
                  <a:moveTo>
                    <a:pt x="174" y="1"/>
                  </a:moveTo>
                  <a:cubicBezTo>
                    <a:pt x="138" y="1"/>
                    <a:pt x="102" y="21"/>
                    <a:pt x="94" y="61"/>
                  </a:cubicBezTo>
                  <a:cubicBezTo>
                    <a:pt x="1" y="519"/>
                    <a:pt x="95" y="1054"/>
                    <a:pt x="113" y="1519"/>
                  </a:cubicBezTo>
                  <a:cubicBezTo>
                    <a:pt x="115" y="1557"/>
                    <a:pt x="145" y="1577"/>
                    <a:pt x="174" y="1577"/>
                  </a:cubicBezTo>
                  <a:cubicBezTo>
                    <a:pt x="204" y="1577"/>
                    <a:pt x="233" y="1557"/>
                    <a:pt x="235" y="1519"/>
                  </a:cubicBezTo>
                  <a:cubicBezTo>
                    <a:pt x="255" y="1052"/>
                    <a:pt x="348" y="519"/>
                    <a:pt x="255" y="61"/>
                  </a:cubicBezTo>
                  <a:cubicBezTo>
                    <a:pt x="247" y="21"/>
                    <a:pt x="211" y="1"/>
                    <a:pt x="1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10"/>
            <p:cNvSpPr/>
            <p:nvPr/>
          </p:nvSpPr>
          <p:spPr>
            <a:xfrm>
              <a:off x="2055088" y="2480213"/>
              <a:ext cx="11826" cy="101796"/>
            </a:xfrm>
            <a:custGeom>
              <a:rect b="b" l="l" r="r" t="t"/>
              <a:pathLst>
                <a:path extrusionOk="0" h="3598" w="418">
                  <a:moveTo>
                    <a:pt x="301" y="0"/>
                  </a:moveTo>
                  <a:cubicBezTo>
                    <a:pt x="264" y="0"/>
                    <a:pt x="228" y="21"/>
                    <a:pt x="220" y="66"/>
                  </a:cubicBezTo>
                  <a:cubicBezTo>
                    <a:pt x="1" y="1207"/>
                    <a:pt x="146" y="2435"/>
                    <a:pt x="337" y="3570"/>
                  </a:cubicBezTo>
                  <a:cubicBezTo>
                    <a:pt x="339" y="3589"/>
                    <a:pt x="355" y="3598"/>
                    <a:pt x="371" y="3598"/>
                  </a:cubicBezTo>
                  <a:cubicBezTo>
                    <a:pt x="390" y="3598"/>
                    <a:pt x="411" y="3585"/>
                    <a:pt x="409" y="3561"/>
                  </a:cubicBezTo>
                  <a:cubicBezTo>
                    <a:pt x="310" y="2397"/>
                    <a:pt x="418" y="1254"/>
                    <a:pt x="403" y="92"/>
                  </a:cubicBezTo>
                  <a:cubicBezTo>
                    <a:pt x="403" y="35"/>
                    <a:pt x="350" y="0"/>
                    <a:pt x="3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10"/>
            <p:cNvSpPr/>
            <p:nvPr/>
          </p:nvSpPr>
          <p:spPr>
            <a:xfrm>
              <a:off x="2061058" y="2453534"/>
              <a:ext cx="5630" cy="13241"/>
            </a:xfrm>
            <a:custGeom>
              <a:rect b="b" l="l" r="r" t="t"/>
              <a:pathLst>
                <a:path extrusionOk="0" h="468" w="199">
                  <a:moveTo>
                    <a:pt x="100" y="0"/>
                  </a:moveTo>
                  <a:cubicBezTo>
                    <a:pt x="66" y="0"/>
                    <a:pt x="32" y="19"/>
                    <a:pt x="24" y="57"/>
                  </a:cubicBezTo>
                  <a:cubicBezTo>
                    <a:pt x="0" y="163"/>
                    <a:pt x="8" y="269"/>
                    <a:pt x="8" y="377"/>
                  </a:cubicBezTo>
                  <a:cubicBezTo>
                    <a:pt x="6" y="437"/>
                    <a:pt x="52" y="467"/>
                    <a:pt x="99" y="467"/>
                  </a:cubicBezTo>
                  <a:cubicBezTo>
                    <a:pt x="146" y="467"/>
                    <a:pt x="192" y="437"/>
                    <a:pt x="192" y="377"/>
                  </a:cubicBezTo>
                  <a:cubicBezTo>
                    <a:pt x="192" y="271"/>
                    <a:pt x="198" y="163"/>
                    <a:pt x="176" y="57"/>
                  </a:cubicBezTo>
                  <a:cubicBezTo>
                    <a:pt x="168" y="19"/>
                    <a:pt x="134"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0"/>
            <p:cNvSpPr/>
            <p:nvPr/>
          </p:nvSpPr>
          <p:spPr>
            <a:xfrm>
              <a:off x="2195443" y="2426883"/>
              <a:ext cx="35564" cy="34517"/>
            </a:xfrm>
            <a:custGeom>
              <a:rect b="b" l="l" r="r" t="t"/>
              <a:pathLst>
                <a:path extrusionOk="0" h="1220" w="1257">
                  <a:moveTo>
                    <a:pt x="1158" y="0"/>
                  </a:moveTo>
                  <a:cubicBezTo>
                    <a:pt x="1142" y="0"/>
                    <a:pt x="1125" y="6"/>
                    <a:pt x="1110" y="20"/>
                  </a:cubicBezTo>
                  <a:cubicBezTo>
                    <a:pt x="902" y="211"/>
                    <a:pt x="692" y="401"/>
                    <a:pt x="486" y="592"/>
                  </a:cubicBezTo>
                  <a:cubicBezTo>
                    <a:pt x="319" y="750"/>
                    <a:pt x="107" y="916"/>
                    <a:pt x="16" y="1130"/>
                  </a:cubicBezTo>
                  <a:cubicBezTo>
                    <a:pt x="0" y="1171"/>
                    <a:pt x="41" y="1220"/>
                    <a:pt x="82" y="1220"/>
                  </a:cubicBezTo>
                  <a:cubicBezTo>
                    <a:pt x="89" y="1220"/>
                    <a:pt x="96" y="1218"/>
                    <a:pt x="102" y="1215"/>
                  </a:cubicBezTo>
                  <a:cubicBezTo>
                    <a:pt x="319" y="1127"/>
                    <a:pt x="482" y="914"/>
                    <a:pt x="637" y="744"/>
                  </a:cubicBezTo>
                  <a:cubicBezTo>
                    <a:pt x="828" y="536"/>
                    <a:pt x="1018" y="329"/>
                    <a:pt x="1209" y="119"/>
                  </a:cubicBezTo>
                  <a:cubicBezTo>
                    <a:pt x="1257" y="68"/>
                    <a:pt x="1212" y="0"/>
                    <a:pt x="11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0"/>
            <p:cNvSpPr/>
            <p:nvPr/>
          </p:nvSpPr>
          <p:spPr>
            <a:xfrm>
              <a:off x="2172244" y="2428270"/>
              <a:ext cx="32989" cy="26821"/>
            </a:xfrm>
            <a:custGeom>
              <a:rect b="b" l="l" r="r" t="t"/>
              <a:pathLst>
                <a:path extrusionOk="0" h="948" w="1166">
                  <a:moveTo>
                    <a:pt x="1071" y="0"/>
                  </a:moveTo>
                  <a:cubicBezTo>
                    <a:pt x="1054" y="0"/>
                    <a:pt x="1038" y="7"/>
                    <a:pt x="1024" y="22"/>
                  </a:cubicBezTo>
                  <a:cubicBezTo>
                    <a:pt x="879" y="187"/>
                    <a:pt x="717" y="329"/>
                    <a:pt x="535" y="454"/>
                  </a:cubicBezTo>
                  <a:cubicBezTo>
                    <a:pt x="376" y="565"/>
                    <a:pt x="192" y="649"/>
                    <a:pt x="54" y="786"/>
                  </a:cubicBezTo>
                  <a:cubicBezTo>
                    <a:pt x="1" y="837"/>
                    <a:pt x="33" y="947"/>
                    <a:pt x="111" y="947"/>
                  </a:cubicBezTo>
                  <a:cubicBezTo>
                    <a:pt x="114" y="947"/>
                    <a:pt x="117" y="947"/>
                    <a:pt x="120" y="947"/>
                  </a:cubicBezTo>
                  <a:cubicBezTo>
                    <a:pt x="556" y="899"/>
                    <a:pt x="915" y="454"/>
                    <a:pt x="1134" y="107"/>
                  </a:cubicBezTo>
                  <a:cubicBezTo>
                    <a:pt x="1166" y="58"/>
                    <a:pt x="1119" y="0"/>
                    <a:pt x="10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0"/>
            <p:cNvSpPr/>
            <p:nvPr/>
          </p:nvSpPr>
          <p:spPr>
            <a:xfrm>
              <a:off x="2550476" y="2316517"/>
              <a:ext cx="44730" cy="61763"/>
            </a:xfrm>
            <a:custGeom>
              <a:rect b="b" l="l" r="r" t="t"/>
              <a:pathLst>
                <a:path extrusionOk="0" h="2183" w="1581">
                  <a:moveTo>
                    <a:pt x="1358" y="0"/>
                  </a:moveTo>
                  <a:cubicBezTo>
                    <a:pt x="1331" y="0"/>
                    <a:pt x="1303" y="14"/>
                    <a:pt x="1290" y="37"/>
                  </a:cubicBezTo>
                  <a:cubicBezTo>
                    <a:pt x="1101" y="352"/>
                    <a:pt x="1120" y="761"/>
                    <a:pt x="949" y="1098"/>
                  </a:cubicBezTo>
                  <a:cubicBezTo>
                    <a:pt x="746" y="1502"/>
                    <a:pt x="441" y="1822"/>
                    <a:pt x="61" y="2062"/>
                  </a:cubicBezTo>
                  <a:cubicBezTo>
                    <a:pt x="1" y="2100"/>
                    <a:pt x="35" y="2183"/>
                    <a:pt x="93" y="2183"/>
                  </a:cubicBezTo>
                  <a:cubicBezTo>
                    <a:pt x="104" y="2183"/>
                    <a:pt x="115" y="2180"/>
                    <a:pt x="127" y="2174"/>
                  </a:cubicBezTo>
                  <a:cubicBezTo>
                    <a:pt x="548" y="1948"/>
                    <a:pt x="899" y="1626"/>
                    <a:pt x="1146" y="1213"/>
                  </a:cubicBezTo>
                  <a:cubicBezTo>
                    <a:pt x="1341" y="887"/>
                    <a:pt x="1580" y="407"/>
                    <a:pt x="1416" y="35"/>
                  </a:cubicBezTo>
                  <a:cubicBezTo>
                    <a:pt x="1406" y="11"/>
                    <a:pt x="1382" y="0"/>
                    <a:pt x="13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10"/>
            <p:cNvSpPr/>
            <p:nvPr/>
          </p:nvSpPr>
          <p:spPr>
            <a:xfrm>
              <a:off x="2551126" y="2317592"/>
              <a:ext cx="27812" cy="37657"/>
            </a:xfrm>
            <a:custGeom>
              <a:rect b="b" l="l" r="r" t="t"/>
              <a:pathLst>
                <a:path extrusionOk="0" h="1331" w="983">
                  <a:moveTo>
                    <a:pt x="863" y="0"/>
                  </a:moveTo>
                  <a:cubicBezTo>
                    <a:pt x="846" y="0"/>
                    <a:pt x="828" y="5"/>
                    <a:pt x="810" y="17"/>
                  </a:cubicBezTo>
                  <a:cubicBezTo>
                    <a:pt x="631" y="140"/>
                    <a:pt x="530" y="366"/>
                    <a:pt x="418" y="544"/>
                  </a:cubicBezTo>
                  <a:cubicBezTo>
                    <a:pt x="279" y="762"/>
                    <a:pt x="157" y="990"/>
                    <a:pt x="32" y="1215"/>
                  </a:cubicBezTo>
                  <a:cubicBezTo>
                    <a:pt x="1" y="1267"/>
                    <a:pt x="50" y="1331"/>
                    <a:pt x="100" y="1331"/>
                  </a:cubicBezTo>
                  <a:cubicBezTo>
                    <a:pt x="117" y="1331"/>
                    <a:pt x="135" y="1323"/>
                    <a:pt x="149" y="1306"/>
                  </a:cubicBezTo>
                  <a:cubicBezTo>
                    <a:pt x="295" y="1121"/>
                    <a:pt x="448" y="936"/>
                    <a:pt x="591" y="746"/>
                  </a:cubicBezTo>
                  <a:cubicBezTo>
                    <a:pt x="723" y="566"/>
                    <a:pt x="922" y="358"/>
                    <a:pt x="969" y="140"/>
                  </a:cubicBezTo>
                  <a:cubicBezTo>
                    <a:pt x="982" y="72"/>
                    <a:pt x="928" y="0"/>
                    <a:pt x="8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10"/>
            <p:cNvSpPr/>
            <p:nvPr/>
          </p:nvSpPr>
          <p:spPr>
            <a:xfrm>
              <a:off x="3024447" y="2326985"/>
              <a:ext cx="20795" cy="37657"/>
            </a:xfrm>
            <a:custGeom>
              <a:rect b="b" l="l" r="r" t="t"/>
              <a:pathLst>
                <a:path extrusionOk="0" h="1331" w="735">
                  <a:moveTo>
                    <a:pt x="221" y="0"/>
                  </a:moveTo>
                  <a:cubicBezTo>
                    <a:pt x="192" y="0"/>
                    <a:pt x="161" y="18"/>
                    <a:pt x="152" y="47"/>
                  </a:cubicBezTo>
                  <a:cubicBezTo>
                    <a:pt x="0" y="479"/>
                    <a:pt x="298" y="1049"/>
                    <a:pt x="628" y="1317"/>
                  </a:cubicBezTo>
                  <a:cubicBezTo>
                    <a:pt x="640" y="1326"/>
                    <a:pt x="652" y="1330"/>
                    <a:pt x="664" y="1330"/>
                  </a:cubicBezTo>
                  <a:cubicBezTo>
                    <a:pt x="703" y="1330"/>
                    <a:pt x="735" y="1283"/>
                    <a:pt x="701" y="1244"/>
                  </a:cubicBezTo>
                  <a:cubicBezTo>
                    <a:pt x="551" y="1067"/>
                    <a:pt x="421" y="856"/>
                    <a:pt x="351" y="632"/>
                  </a:cubicBezTo>
                  <a:cubicBezTo>
                    <a:pt x="290" y="436"/>
                    <a:pt x="309" y="244"/>
                    <a:pt x="277" y="47"/>
                  </a:cubicBezTo>
                  <a:cubicBezTo>
                    <a:pt x="271" y="15"/>
                    <a:pt x="247" y="0"/>
                    <a:pt x="2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0"/>
            <p:cNvSpPr/>
            <p:nvPr/>
          </p:nvSpPr>
          <p:spPr>
            <a:xfrm>
              <a:off x="3006623" y="2318781"/>
              <a:ext cx="8431" cy="31490"/>
            </a:xfrm>
            <a:custGeom>
              <a:rect b="b" l="l" r="r" t="t"/>
              <a:pathLst>
                <a:path extrusionOk="0" h="1113" w="298">
                  <a:moveTo>
                    <a:pt x="147" y="1"/>
                  </a:moveTo>
                  <a:cubicBezTo>
                    <a:pt x="98" y="1"/>
                    <a:pt x="49" y="28"/>
                    <a:pt x="36" y="84"/>
                  </a:cubicBezTo>
                  <a:cubicBezTo>
                    <a:pt x="1" y="228"/>
                    <a:pt x="26" y="383"/>
                    <a:pt x="33" y="529"/>
                  </a:cubicBezTo>
                  <a:cubicBezTo>
                    <a:pt x="40" y="691"/>
                    <a:pt x="47" y="851"/>
                    <a:pt x="55" y="1014"/>
                  </a:cubicBezTo>
                  <a:cubicBezTo>
                    <a:pt x="57" y="1080"/>
                    <a:pt x="107" y="1113"/>
                    <a:pt x="157" y="1113"/>
                  </a:cubicBezTo>
                  <a:cubicBezTo>
                    <a:pt x="207" y="1113"/>
                    <a:pt x="257" y="1080"/>
                    <a:pt x="260" y="1014"/>
                  </a:cubicBezTo>
                  <a:cubicBezTo>
                    <a:pt x="263" y="851"/>
                    <a:pt x="268" y="691"/>
                    <a:pt x="273" y="529"/>
                  </a:cubicBezTo>
                  <a:cubicBezTo>
                    <a:pt x="276" y="383"/>
                    <a:pt x="297" y="228"/>
                    <a:pt x="260" y="84"/>
                  </a:cubicBezTo>
                  <a:cubicBezTo>
                    <a:pt x="246" y="29"/>
                    <a:pt x="196" y="1"/>
                    <a:pt x="1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10"/>
            <p:cNvSpPr/>
            <p:nvPr/>
          </p:nvSpPr>
          <p:spPr>
            <a:xfrm>
              <a:off x="2942712" y="2309841"/>
              <a:ext cx="9874" cy="26284"/>
            </a:xfrm>
            <a:custGeom>
              <a:rect b="b" l="l" r="r" t="t"/>
              <a:pathLst>
                <a:path extrusionOk="0" h="929" w="349">
                  <a:moveTo>
                    <a:pt x="79" y="0"/>
                  </a:moveTo>
                  <a:cubicBezTo>
                    <a:pt x="38" y="0"/>
                    <a:pt x="1" y="25"/>
                    <a:pt x="6" y="76"/>
                  </a:cubicBezTo>
                  <a:cubicBezTo>
                    <a:pt x="38" y="350"/>
                    <a:pt x="123" y="610"/>
                    <a:pt x="194" y="874"/>
                  </a:cubicBezTo>
                  <a:cubicBezTo>
                    <a:pt x="204" y="912"/>
                    <a:pt x="232" y="928"/>
                    <a:pt x="260" y="928"/>
                  </a:cubicBezTo>
                  <a:cubicBezTo>
                    <a:pt x="303" y="928"/>
                    <a:pt x="348" y="891"/>
                    <a:pt x="338" y="835"/>
                  </a:cubicBezTo>
                  <a:cubicBezTo>
                    <a:pt x="288" y="573"/>
                    <a:pt x="252" y="305"/>
                    <a:pt x="163" y="54"/>
                  </a:cubicBezTo>
                  <a:cubicBezTo>
                    <a:pt x="150" y="19"/>
                    <a:pt x="114" y="0"/>
                    <a:pt x="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0"/>
            <p:cNvSpPr/>
            <p:nvPr/>
          </p:nvSpPr>
          <p:spPr>
            <a:xfrm>
              <a:off x="3355742" y="2432315"/>
              <a:ext cx="42863" cy="24558"/>
            </a:xfrm>
            <a:custGeom>
              <a:rect b="b" l="l" r="r" t="t"/>
              <a:pathLst>
                <a:path extrusionOk="0" h="868" w="1515">
                  <a:moveTo>
                    <a:pt x="1435" y="0"/>
                  </a:moveTo>
                  <a:cubicBezTo>
                    <a:pt x="1425" y="0"/>
                    <a:pt x="1413" y="4"/>
                    <a:pt x="1400" y="12"/>
                  </a:cubicBezTo>
                  <a:cubicBezTo>
                    <a:pt x="1197" y="144"/>
                    <a:pt x="1022" y="312"/>
                    <a:pt x="810" y="436"/>
                  </a:cubicBezTo>
                  <a:cubicBezTo>
                    <a:pt x="579" y="571"/>
                    <a:pt x="334" y="669"/>
                    <a:pt x="76" y="740"/>
                  </a:cubicBezTo>
                  <a:cubicBezTo>
                    <a:pt x="1" y="760"/>
                    <a:pt x="24" y="868"/>
                    <a:pt x="92" y="868"/>
                  </a:cubicBezTo>
                  <a:cubicBezTo>
                    <a:pt x="98" y="868"/>
                    <a:pt x="104" y="867"/>
                    <a:pt x="111" y="865"/>
                  </a:cubicBezTo>
                  <a:cubicBezTo>
                    <a:pt x="585" y="743"/>
                    <a:pt x="1168" y="509"/>
                    <a:pt x="1480" y="115"/>
                  </a:cubicBezTo>
                  <a:cubicBezTo>
                    <a:pt x="1515" y="72"/>
                    <a:pt x="1486" y="0"/>
                    <a:pt x="14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0"/>
            <p:cNvSpPr/>
            <p:nvPr/>
          </p:nvSpPr>
          <p:spPr>
            <a:xfrm>
              <a:off x="3303516" y="2423403"/>
              <a:ext cx="78795" cy="31914"/>
            </a:xfrm>
            <a:custGeom>
              <a:rect b="b" l="l" r="r" t="t"/>
              <a:pathLst>
                <a:path extrusionOk="0" h="1128" w="2785">
                  <a:moveTo>
                    <a:pt x="2626" y="0"/>
                  </a:moveTo>
                  <a:cubicBezTo>
                    <a:pt x="2610" y="0"/>
                    <a:pt x="2594" y="4"/>
                    <a:pt x="2577" y="11"/>
                  </a:cubicBezTo>
                  <a:cubicBezTo>
                    <a:pt x="2144" y="212"/>
                    <a:pt x="1762" y="484"/>
                    <a:pt x="1311" y="664"/>
                  </a:cubicBezTo>
                  <a:cubicBezTo>
                    <a:pt x="910" y="824"/>
                    <a:pt x="498" y="933"/>
                    <a:pt x="72" y="998"/>
                  </a:cubicBezTo>
                  <a:cubicBezTo>
                    <a:pt x="0" y="1010"/>
                    <a:pt x="17" y="1128"/>
                    <a:pt x="87" y="1128"/>
                  </a:cubicBezTo>
                  <a:cubicBezTo>
                    <a:pt x="88" y="1128"/>
                    <a:pt x="89" y="1128"/>
                    <a:pt x="90" y="1128"/>
                  </a:cubicBezTo>
                  <a:cubicBezTo>
                    <a:pt x="974" y="1077"/>
                    <a:pt x="2069" y="844"/>
                    <a:pt x="2708" y="181"/>
                  </a:cubicBezTo>
                  <a:cubicBezTo>
                    <a:pt x="2785" y="102"/>
                    <a:pt x="2715" y="0"/>
                    <a:pt x="26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0"/>
            <p:cNvSpPr/>
            <p:nvPr/>
          </p:nvSpPr>
          <p:spPr>
            <a:xfrm>
              <a:off x="3338343" y="2684819"/>
              <a:ext cx="50700" cy="62385"/>
            </a:xfrm>
            <a:custGeom>
              <a:rect b="b" l="l" r="r" t="t"/>
              <a:pathLst>
                <a:path extrusionOk="0" h="2205" w="1792">
                  <a:moveTo>
                    <a:pt x="1688" y="0"/>
                  </a:moveTo>
                  <a:cubicBezTo>
                    <a:pt x="1654" y="0"/>
                    <a:pt x="1620" y="16"/>
                    <a:pt x="1599" y="48"/>
                  </a:cubicBezTo>
                  <a:cubicBezTo>
                    <a:pt x="1383" y="380"/>
                    <a:pt x="1278" y="768"/>
                    <a:pt x="1051" y="1098"/>
                  </a:cubicBezTo>
                  <a:cubicBezTo>
                    <a:pt x="785" y="1485"/>
                    <a:pt x="462" y="1800"/>
                    <a:pt x="73" y="2056"/>
                  </a:cubicBezTo>
                  <a:cubicBezTo>
                    <a:pt x="0" y="2104"/>
                    <a:pt x="43" y="2204"/>
                    <a:pt x="112" y="2204"/>
                  </a:cubicBezTo>
                  <a:cubicBezTo>
                    <a:pt x="125" y="2204"/>
                    <a:pt x="139" y="2201"/>
                    <a:pt x="153" y="2193"/>
                  </a:cubicBezTo>
                  <a:cubicBezTo>
                    <a:pt x="864" y="1802"/>
                    <a:pt x="1780" y="982"/>
                    <a:pt x="1790" y="101"/>
                  </a:cubicBezTo>
                  <a:cubicBezTo>
                    <a:pt x="1792" y="36"/>
                    <a:pt x="1741" y="0"/>
                    <a:pt x="16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10"/>
            <p:cNvSpPr/>
            <p:nvPr/>
          </p:nvSpPr>
          <p:spPr>
            <a:xfrm>
              <a:off x="3326262" y="2681565"/>
              <a:ext cx="40317" cy="47220"/>
            </a:xfrm>
            <a:custGeom>
              <a:rect b="b" l="l" r="r" t="t"/>
              <a:pathLst>
                <a:path extrusionOk="0" h="1669" w="1425">
                  <a:moveTo>
                    <a:pt x="1314" y="1"/>
                  </a:moveTo>
                  <a:cubicBezTo>
                    <a:pt x="1294" y="1"/>
                    <a:pt x="1273" y="9"/>
                    <a:pt x="1257" y="28"/>
                  </a:cubicBezTo>
                  <a:cubicBezTo>
                    <a:pt x="1073" y="258"/>
                    <a:pt x="942" y="525"/>
                    <a:pt x="766" y="764"/>
                  </a:cubicBezTo>
                  <a:cubicBezTo>
                    <a:pt x="558" y="1044"/>
                    <a:pt x="322" y="1294"/>
                    <a:pt x="64" y="1527"/>
                  </a:cubicBezTo>
                  <a:cubicBezTo>
                    <a:pt x="1" y="1586"/>
                    <a:pt x="60" y="1669"/>
                    <a:pt x="128" y="1669"/>
                  </a:cubicBezTo>
                  <a:cubicBezTo>
                    <a:pt x="147" y="1669"/>
                    <a:pt x="166" y="1663"/>
                    <a:pt x="184" y="1648"/>
                  </a:cubicBezTo>
                  <a:cubicBezTo>
                    <a:pt x="652" y="1261"/>
                    <a:pt x="1224" y="716"/>
                    <a:pt x="1407" y="115"/>
                  </a:cubicBezTo>
                  <a:cubicBezTo>
                    <a:pt x="1425" y="57"/>
                    <a:pt x="1369" y="1"/>
                    <a:pt x="13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0"/>
            <p:cNvSpPr/>
            <p:nvPr/>
          </p:nvSpPr>
          <p:spPr>
            <a:xfrm>
              <a:off x="3441212" y="3351117"/>
              <a:ext cx="39015" cy="87820"/>
            </a:xfrm>
            <a:custGeom>
              <a:rect b="b" l="l" r="r" t="t"/>
              <a:pathLst>
                <a:path extrusionOk="0" h="3104" w="1379">
                  <a:moveTo>
                    <a:pt x="1323" y="1"/>
                  </a:moveTo>
                  <a:cubicBezTo>
                    <a:pt x="1299" y="1"/>
                    <a:pt x="1274" y="14"/>
                    <a:pt x="1265" y="40"/>
                  </a:cubicBezTo>
                  <a:cubicBezTo>
                    <a:pt x="937" y="1102"/>
                    <a:pt x="644" y="2082"/>
                    <a:pt x="28" y="3024"/>
                  </a:cubicBezTo>
                  <a:cubicBezTo>
                    <a:pt x="1" y="3065"/>
                    <a:pt x="39" y="3104"/>
                    <a:pt x="78" y="3104"/>
                  </a:cubicBezTo>
                  <a:cubicBezTo>
                    <a:pt x="95" y="3104"/>
                    <a:pt x="112" y="3097"/>
                    <a:pt x="124" y="3079"/>
                  </a:cubicBezTo>
                  <a:cubicBezTo>
                    <a:pt x="735" y="2196"/>
                    <a:pt x="1278" y="1138"/>
                    <a:pt x="1376" y="55"/>
                  </a:cubicBezTo>
                  <a:cubicBezTo>
                    <a:pt x="1379" y="19"/>
                    <a:pt x="1351" y="1"/>
                    <a:pt x="13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0"/>
            <p:cNvSpPr/>
            <p:nvPr/>
          </p:nvSpPr>
          <p:spPr>
            <a:xfrm>
              <a:off x="3444380" y="3319996"/>
              <a:ext cx="30018" cy="66572"/>
            </a:xfrm>
            <a:custGeom>
              <a:rect b="b" l="l" r="r" t="t"/>
              <a:pathLst>
                <a:path extrusionOk="0" h="2353" w="1061">
                  <a:moveTo>
                    <a:pt x="970" y="1"/>
                  </a:moveTo>
                  <a:cubicBezTo>
                    <a:pt x="944" y="1"/>
                    <a:pt x="919" y="13"/>
                    <a:pt x="907" y="40"/>
                  </a:cubicBezTo>
                  <a:cubicBezTo>
                    <a:pt x="591" y="777"/>
                    <a:pt x="404" y="1543"/>
                    <a:pt x="26" y="2263"/>
                  </a:cubicBezTo>
                  <a:cubicBezTo>
                    <a:pt x="0" y="2310"/>
                    <a:pt x="40" y="2353"/>
                    <a:pt x="81" y="2353"/>
                  </a:cubicBezTo>
                  <a:cubicBezTo>
                    <a:pt x="100" y="2353"/>
                    <a:pt x="118" y="2344"/>
                    <a:pt x="131" y="2324"/>
                  </a:cubicBezTo>
                  <a:cubicBezTo>
                    <a:pt x="540" y="1653"/>
                    <a:pt x="971" y="874"/>
                    <a:pt x="1056" y="79"/>
                  </a:cubicBezTo>
                  <a:cubicBezTo>
                    <a:pt x="1060" y="32"/>
                    <a:pt x="1013" y="1"/>
                    <a:pt x="9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0"/>
            <p:cNvSpPr/>
            <p:nvPr/>
          </p:nvSpPr>
          <p:spPr>
            <a:xfrm>
              <a:off x="3409808" y="4598922"/>
              <a:ext cx="49031" cy="63573"/>
            </a:xfrm>
            <a:custGeom>
              <a:rect b="b" l="l" r="r" t="t"/>
              <a:pathLst>
                <a:path extrusionOk="0" h="2247" w="1733">
                  <a:moveTo>
                    <a:pt x="1505" y="1"/>
                  </a:moveTo>
                  <a:cubicBezTo>
                    <a:pt x="1469" y="1"/>
                    <a:pt x="1434" y="22"/>
                    <a:pt x="1420" y="71"/>
                  </a:cubicBezTo>
                  <a:cubicBezTo>
                    <a:pt x="1309" y="475"/>
                    <a:pt x="1248" y="839"/>
                    <a:pt x="1026" y="1212"/>
                  </a:cubicBezTo>
                  <a:cubicBezTo>
                    <a:pt x="795" y="1598"/>
                    <a:pt x="475" y="1891"/>
                    <a:pt x="81" y="2102"/>
                  </a:cubicBezTo>
                  <a:cubicBezTo>
                    <a:pt x="0" y="2145"/>
                    <a:pt x="51" y="2247"/>
                    <a:pt x="125" y="2247"/>
                  </a:cubicBezTo>
                  <a:cubicBezTo>
                    <a:pt x="137" y="2247"/>
                    <a:pt x="149" y="2244"/>
                    <a:pt x="161" y="2239"/>
                  </a:cubicBezTo>
                  <a:cubicBezTo>
                    <a:pt x="934" y="1893"/>
                    <a:pt x="1733" y="1012"/>
                    <a:pt x="1612" y="97"/>
                  </a:cubicBezTo>
                  <a:cubicBezTo>
                    <a:pt x="1605" y="38"/>
                    <a:pt x="1554" y="1"/>
                    <a:pt x="15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0"/>
            <p:cNvSpPr/>
            <p:nvPr/>
          </p:nvSpPr>
          <p:spPr>
            <a:xfrm>
              <a:off x="3408252" y="4598243"/>
              <a:ext cx="34262" cy="46230"/>
            </a:xfrm>
            <a:custGeom>
              <a:rect b="b" l="l" r="r" t="t"/>
              <a:pathLst>
                <a:path extrusionOk="0" h="1634" w="1211">
                  <a:moveTo>
                    <a:pt x="1094" y="0"/>
                  </a:moveTo>
                  <a:cubicBezTo>
                    <a:pt x="1071" y="0"/>
                    <a:pt x="1048" y="8"/>
                    <a:pt x="1030" y="24"/>
                  </a:cubicBezTo>
                  <a:cubicBezTo>
                    <a:pt x="816" y="214"/>
                    <a:pt x="675" y="478"/>
                    <a:pt x="517" y="712"/>
                  </a:cubicBezTo>
                  <a:cubicBezTo>
                    <a:pt x="341" y="972"/>
                    <a:pt x="188" y="1247"/>
                    <a:pt x="30" y="1517"/>
                  </a:cubicBezTo>
                  <a:cubicBezTo>
                    <a:pt x="0" y="1570"/>
                    <a:pt x="51" y="1633"/>
                    <a:pt x="100" y="1633"/>
                  </a:cubicBezTo>
                  <a:cubicBezTo>
                    <a:pt x="117" y="1633"/>
                    <a:pt x="134" y="1626"/>
                    <a:pt x="148" y="1609"/>
                  </a:cubicBezTo>
                  <a:cubicBezTo>
                    <a:pt x="508" y="1157"/>
                    <a:pt x="982" y="659"/>
                    <a:pt x="1186" y="114"/>
                  </a:cubicBezTo>
                  <a:cubicBezTo>
                    <a:pt x="1211" y="46"/>
                    <a:pt x="1152"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0"/>
            <p:cNvSpPr/>
            <p:nvPr/>
          </p:nvSpPr>
          <p:spPr>
            <a:xfrm>
              <a:off x="3445936" y="4476052"/>
              <a:ext cx="19861" cy="53162"/>
            </a:xfrm>
            <a:custGeom>
              <a:rect b="b" l="l" r="r" t="t"/>
              <a:pathLst>
                <a:path extrusionOk="0" h="1879" w="702">
                  <a:moveTo>
                    <a:pt x="556" y="1"/>
                  </a:moveTo>
                  <a:cubicBezTo>
                    <a:pt x="527" y="1"/>
                    <a:pt x="499" y="17"/>
                    <a:pt x="486" y="54"/>
                  </a:cubicBezTo>
                  <a:cubicBezTo>
                    <a:pt x="389" y="333"/>
                    <a:pt x="364" y="644"/>
                    <a:pt x="287" y="931"/>
                  </a:cubicBezTo>
                  <a:cubicBezTo>
                    <a:pt x="208" y="1221"/>
                    <a:pt x="127" y="1509"/>
                    <a:pt x="19" y="1791"/>
                  </a:cubicBezTo>
                  <a:cubicBezTo>
                    <a:pt x="0" y="1840"/>
                    <a:pt x="47" y="1879"/>
                    <a:pt x="92" y="1879"/>
                  </a:cubicBezTo>
                  <a:cubicBezTo>
                    <a:pt x="114" y="1879"/>
                    <a:pt x="137" y="1869"/>
                    <a:pt x="149" y="1845"/>
                  </a:cubicBezTo>
                  <a:cubicBezTo>
                    <a:pt x="412" y="1328"/>
                    <a:pt x="701" y="667"/>
                    <a:pt x="636" y="73"/>
                  </a:cubicBezTo>
                  <a:cubicBezTo>
                    <a:pt x="629" y="27"/>
                    <a:pt x="592" y="1"/>
                    <a:pt x="5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0"/>
            <p:cNvSpPr/>
            <p:nvPr/>
          </p:nvSpPr>
          <p:spPr>
            <a:xfrm>
              <a:off x="3436657" y="4467904"/>
              <a:ext cx="11826" cy="28066"/>
            </a:xfrm>
            <a:custGeom>
              <a:rect b="b" l="l" r="r" t="t"/>
              <a:pathLst>
                <a:path extrusionOk="0" h="992" w="418">
                  <a:moveTo>
                    <a:pt x="349" y="0"/>
                  </a:moveTo>
                  <a:cubicBezTo>
                    <a:pt x="328" y="0"/>
                    <a:pt x="307" y="10"/>
                    <a:pt x="295" y="31"/>
                  </a:cubicBezTo>
                  <a:cubicBezTo>
                    <a:pt x="151" y="278"/>
                    <a:pt x="102" y="604"/>
                    <a:pt x="22" y="876"/>
                  </a:cubicBezTo>
                  <a:cubicBezTo>
                    <a:pt x="1" y="946"/>
                    <a:pt x="58" y="991"/>
                    <a:pt x="115" y="991"/>
                  </a:cubicBezTo>
                  <a:cubicBezTo>
                    <a:pt x="152" y="991"/>
                    <a:pt x="189" y="971"/>
                    <a:pt x="202" y="925"/>
                  </a:cubicBezTo>
                  <a:cubicBezTo>
                    <a:pt x="278" y="653"/>
                    <a:pt x="407" y="348"/>
                    <a:pt x="416" y="64"/>
                  </a:cubicBezTo>
                  <a:cubicBezTo>
                    <a:pt x="418" y="24"/>
                    <a:pt x="383" y="0"/>
                    <a:pt x="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0"/>
            <p:cNvSpPr/>
            <p:nvPr/>
          </p:nvSpPr>
          <p:spPr>
            <a:xfrm>
              <a:off x="2276527" y="3432286"/>
              <a:ext cx="199717" cy="199830"/>
            </a:xfrm>
            <a:custGeom>
              <a:rect b="b" l="l" r="r" t="t"/>
              <a:pathLst>
                <a:path extrusionOk="0" h="7063" w="7059">
                  <a:moveTo>
                    <a:pt x="5765" y="5487"/>
                  </a:moveTo>
                  <a:cubicBezTo>
                    <a:pt x="5798" y="5487"/>
                    <a:pt x="5824" y="5512"/>
                    <a:pt x="5827" y="5550"/>
                  </a:cubicBezTo>
                  <a:cubicBezTo>
                    <a:pt x="5837" y="5661"/>
                    <a:pt x="5778" y="5754"/>
                    <a:pt x="5721" y="5844"/>
                  </a:cubicBezTo>
                  <a:cubicBezTo>
                    <a:pt x="5656" y="5946"/>
                    <a:pt x="5592" y="6047"/>
                    <a:pt x="5529" y="6148"/>
                  </a:cubicBezTo>
                  <a:cubicBezTo>
                    <a:pt x="5512" y="6175"/>
                    <a:pt x="5487" y="6187"/>
                    <a:pt x="5464" y="6187"/>
                  </a:cubicBezTo>
                  <a:cubicBezTo>
                    <a:pt x="5412" y="6187"/>
                    <a:pt x="5362" y="6131"/>
                    <a:pt x="5391" y="6068"/>
                  </a:cubicBezTo>
                  <a:cubicBezTo>
                    <a:pt x="5442" y="5959"/>
                    <a:pt x="5493" y="5848"/>
                    <a:pt x="5544" y="5739"/>
                  </a:cubicBezTo>
                  <a:cubicBezTo>
                    <a:pt x="5589" y="5640"/>
                    <a:pt x="5632" y="5546"/>
                    <a:pt x="5733" y="5495"/>
                  </a:cubicBezTo>
                  <a:cubicBezTo>
                    <a:pt x="5744" y="5490"/>
                    <a:pt x="5755" y="5487"/>
                    <a:pt x="5765" y="5487"/>
                  </a:cubicBezTo>
                  <a:close/>
                  <a:moveTo>
                    <a:pt x="6131" y="5556"/>
                  </a:moveTo>
                  <a:cubicBezTo>
                    <a:pt x="6151" y="5556"/>
                    <a:pt x="6170" y="5567"/>
                    <a:pt x="6178" y="5589"/>
                  </a:cubicBezTo>
                  <a:cubicBezTo>
                    <a:pt x="6236" y="5752"/>
                    <a:pt x="6121" y="5980"/>
                    <a:pt x="6041" y="6124"/>
                  </a:cubicBezTo>
                  <a:cubicBezTo>
                    <a:pt x="5944" y="6300"/>
                    <a:pt x="5805" y="6444"/>
                    <a:pt x="5641" y="6563"/>
                  </a:cubicBezTo>
                  <a:cubicBezTo>
                    <a:pt x="5630" y="6572"/>
                    <a:pt x="5618" y="6575"/>
                    <a:pt x="5608" y="6575"/>
                  </a:cubicBezTo>
                  <a:cubicBezTo>
                    <a:pt x="5557" y="6575"/>
                    <a:pt x="5526" y="6493"/>
                    <a:pt x="5579" y="6454"/>
                  </a:cubicBezTo>
                  <a:cubicBezTo>
                    <a:pt x="5728" y="6341"/>
                    <a:pt x="5852" y="6199"/>
                    <a:pt x="5938" y="6031"/>
                  </a:cubicBezTo>
                  <a:cubicBezTo>
                    <a:pt x="6009" y="5890"/>
                    <a:pt x="6009" y="5706"/>
                    <a:pt x="6090" y="5579"/>
                  </a:cubicBezTo>
                  <a:cubicBezTo>
                    <a:pt x="6101" y="5563"/>
                    <a:pt x="6116" y="5556"/>
                    <a:pt x="6131" y="5556"/>
                  </a:cubicBezTo>
                  <a:close/>
                  <a:moveTo>
                    <a:pt x="2187" y="1"/>
                  </a:moveTo>
                  <a:cubicBezTo>
                    <a:pt x="2138" y="1"/>
                    <a:pt x="2084" y="10"/>
                    <a:pt x="2050" y="17"/>
                  </a:cubicBezTo>
                  <a:cubicBezTo>
                    <a:pt x="2046" y="17"/>
                    <a:pt x="2041" y="17"/>
                    <a:pt x="2037" y="17"/>
                  </a:cubicBezTo>
                  <a:cubicBezTo>
                    <a:pt x="2009" y="17"/>
                    <a:pt x="1990" y="9"/>
                    <a:pt x="1963" y="5"/>
                  </a:cubicBezTo>
                  <a:cubicBezTo>
                    <a:pt x="1929" y="3"/>
                    <a:pt x="1892" y="1"/>
                    <a:pt x="1853" y="1"/>
                  </a:cubicBezTo>
                  <a:cubicBezTo>
                    <a:pt x="1770" y="1"/>
                    <a:pt x="1681" y="7"/>
                    <a:pt x="1612" y="17"/>
                  </a:cubicBezTo>
                  <a:cubicBezTo>
                    <a:pt x="1586" y="20"/>
                    <a:pt x="1559" y="21"/>
                    <a:pt x="1533" y="21"/>
                  </a:cubicBezTo>
                  <a:cubicBezTo>
                    <a:pt x="1435" y="21"/>
                    <a:pt x="1340" y="4"/>
                    <a:pt x="1241" y="4"/>
                  </a:cubicBezTo>
                  <a:cubicBezTo>
                    <a:pt x="1226" y="4"/>
                    <a:pt x="1212" y="4"/>
                    <a:pt x="1197" y="5"/>
                  </a:cubicBezTo>
                  <a:cubicBezTo>
                    <a:pt x="1118" y="10"/>
                    <a:pt x="1038" y="11"/>
                    <a:pt x="959" y="11"/>
                  </a:cubicBezTo>
                  <a:cubicBezTo>
                    <a:pt x="764" y="11"/>
                    <a:pt x="567" y="1"/>
                    <a:pt x="367" y="1"/>
                  </a:cubicBezTo>
                  <a:cubicBezTo>
                    <a:pt x="246" y="1"/>
                    <a:pt x="124" y="5"/>
                    <a:pt x="0" y="17"/>
                  </a:cubicBezTo>
                  <a:lnTo>
                    <a:pt x="0" y="7062"/>
                  </a:lnTo>
                  <a:lnTo>
                    <a:pt x="7046" y="7062"/>
                  </a:lnTo>
                  <a:cubicBezTo>
                    <a:pt x="7050" y="7058"/>
                    <a:pt x="7053" y="7056"/>
                    <a:pt x="7059" y="7050"/>
                  </a:cubicBezTo>
                  <a:lnTo>
                    <a:pt x="7059" y="15"/>
                  </a:lnTo>
                  <a:cubicBezTo>
                    <a:pt x="6973" y="9"/>
                    <a:pt x="6895" y="6"/>
                    <a:pt x="6820" y="6"/>
                  </a:cubicBezTo>
                  <a:cubicBezTo>
                    <a:pt x="6772" y="6"/>
                    <a:pt x="6725" y="7"/>
                    <a:pt x="6678" y="9"/>
                  </a:cubicBezTo>
                  <a:cubicBezTo>
                    <a:pt x="6641" y="11"/>
                    <a:pt x="6605" y="12"/>
                    <a:pt x="6567" y="17"/>
                  </a:cubicBezTo>
                  <a:cubicBezTo>
                    <a:pt x="6553" y="17"/>
                    <a:pt x="6539" y="18"/>
                    <a:pt x="6525" y="18"/>
                  </a:cubicBezTo>
                  <a:cubicBezTo>
                    <a:pt x="6458" y="18"/>
                    <a:pt x="6386" y="10"/>
                    <a:pt x="6317" y="10"/>
                  </a:cubicBezTo>
                  <a:cubicBezTo>
                    <a:pt x="6286" y="10"/>
                    <a:pt x="6254" y="11"/>
                    <a:pt x="6224" y="17"/>
                  </a:cubicBezTo>
                  <a:cubicBezTo>
                    <a:pt x="6206" y="19"/>
                    <a:pt x="6187" y="21"/>
                    <a:pt x="6167" y="21"/>
                  </a:cubicBezTo>
                  <a:cubicBezTo>
                    <a:pt x="6110" y="21"/>
                    <a:pt x="6049" y="10"/>
                    <a:pt x="5996" y="5"/>
                  </a:cubicBezTo>
                  <a:cubicBezTo>
                    <a:pt x="5968" y="2"/>
                    <a:pt x="5939" y="1"/>
                    <a:pt x="5910" y="1"/>
                  </a:cubicBezTo>
                  <a:cubicBezTo>
                    <a:pt x="5818" y="1"/>
                    <a:pt x="5722" y="12"/>
                    <a:pt x="5634" y="17"/>
                  </a:cubicBezTo>
                  <a:cubicBezTo>
                    <a:pt x="5626" y="17"/>
                    <a:pt x="5618" y="17"/>
                    <a:pt x="5610" y="17"/>
                  </a:cubicBezTo>
                  <a:cubicBezTo>
                    <a:pt x="5504" y="17"/>
                    <a:pt x="5403" y="3"/>
                    <a:pt x="5295" y="3"/>
                  </a:cubicBezTo>
                  <a:cubicBezTo>
                    <a:pt x="5273" y="3"/>
                    <a:pt x="5251" y="4"/>
                    <a:pt x="5228" y="5"/>
                  </a:cubicBezTo>
                  <a:cubicBezTo>
                    <a:pt x="5171" y="9"/>
                    <a:pt x="5113" y="10"/>
                    <a:pt x="5053" y="10"/>
                  </a:cubicBezTo>
                  <a:cubicBezTo>
                    <a:pt x="5014" y="10"/>
                    <a:pt x="4974" y="10"/>
                    <a:pt x="4934" y="10"/>
                  </a:cubicBezTo>
                  <a:cubicBezTo>
                    <a:pt x="4864" y="10"/>
                    <a:pt x="4794" y="11"/>
                    <a:pt x="4724" y="17"/>
                  </a:cubicBezTo>
                  <a:cubicBezTo>
                    <a:pt x="4715" y="17"/>
                    <a:pt x="4706" y="17"/>
                    <a:pt x="4697" y="17"/>
                  </a:cubicBezTo>
                  <a:cubicBezTo>
                    <a:pt x="4648" y="17"/>
                    <a:pt x="4594" y="11"/>
                    <a:pt x="4543" y="11"/>
                  </a:cubicBezTo>
                  <a:cubicBezTo>
                    <a:pt x="4519" y="11"/>
                    <a:pt x="4495" y="12"/>
                    <a:pt x="4472" y="17"/>
                  </a:cubicBezTo>
                  <a:cubicBezTo>
                    <a:pt x="4460" y="19"/>
                    <a:pt x="4449" y="19"/>
                    <a:pt x="4437" y="19"/>
                  </a:cubicBezTo>
                  <a:cubicBezTo>
                    <a:pt x="4387" y="19"/>
                    <a:pt x="4339" y="4"/>
                    <a:pt x="4286" y="4"/>
                  </a:cubicBezTo>
                  <a:cubicBezTo>
                    <a:pt x="4279" y="4"/>
                    <a:pt x="4273" y="4"/>
                    <a:pt x="4266" y="5"/>
                  </a:cubicBezTo>
                  <a:cubicBezTo>
                    <a:pt x="4185" y="9"/>
                    <a:pt x="4086" y="16"/>
                    <a:pt x="3991" y="16"/>
                  </a:cubicBezTo>
                  <a:cubicBezTo>
                    <a:pt x="3929" y="16"/>
                    <a:pt x="3869" y="13"/>
                    <a:pt x="3815" y="5"/>
                  </a:cubicBezTo>
                  <a:cubicBezTo>
                    <a:pt x="3801" y="2"/>
                    <a:pt x="3788" y="1"/>
                    <a:pt x="3775" y="1"/>
                  </a:cubicBezTo>
                  <a:cubicBezTo>
                    <a:pt x="3723" y="1"/>
                    <a:pt x="3675" y="17"/>
                    <a:pt x="3619" y="17"/>
                  </a:cubicBezTo>
                  <a:cubicBezTo>
                    <a:pt x="3615" y="17"/>
                    <a:pt x="3611" y="17"/>
                    <a:pt x="3607" y="17"/>
                  </a:cubicBezTo>
                  <a:cubicBezTo>
                    <a:pt x="3486" y="9"/>
                    <a:pt x="3356" y="4"/>
                    <a:pt x="3226" y="4"/>
                  </a:cubicBezTo>
                  <a:cubicBezTo>
                    <a:pt x="3111" y="4"/>
                    <a:pt x="2995" y="8"/>
                    <a:pt x="2883" y="17"/>
                  </a:cubicBezTo>
                  <a:cubicBezTo>
                    <a:pt x="2858" y="18"/>
                    <a:pt x="2832" y="19"/>
                    <a:pt x="2806" y="19"/>
                  </a:cubicBezTo>
                  <a:cubicBezTo>
                    <a:pt x="2713" y="19"/>
                    <a:pt x="2614" y="10"/>
                    <a:pt x="2520" y="10"/>
                  </a:cubicBezTo>
                  <a:cubicBezTo>
                    <a:pt x="2479" y="10"/>
                    <a:pt x="2440" y="11"/>
                    <a:pt x="2402" y="17"/>
                  </a:cubicBezTo>
                  <a:cubicBezTo>
                    <a:pt x="2389" y="18"/>
                    <a:pt x="2376" y="19"/>
                    <a:pt x="2363" y="19"/>
                  </a:cubicBezTo>
                  <a:cubicBezTo>
                    <a:pt x="2317" y="19"/>
                    <a:pt x="2270" y="11"/>
                    <a:pt x="2238" y="5"/>
                  </a:cubicBezTo>
                  <a:cubicBezTo>
                    <a:pt x="2222" y="2"/>
                    <a:pt x="2205" y="1"/>
                    <a:pt x="218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0"/>
            <p:cNvSpPr/>
            <p:nvPr/>
          </p:nvSpPr>
          <p:spPr>
            <a:xfrm>
              <a:off x="2276895" y="3813007"/>
              <a:ext cx="199717" cy="199773"/>
            </a:xfrm>
            <a:custGeom>
              <a:rect b="b" l="l" r="r" t="t"/>
              <a:pathLst>
                <a:path extrusionOk="0" h="7061" w="7059">
                  <a:moveTo>
                    <a:pt x="1491" y="5147"/>
                  </a:moveTo>
                  <a:cubicBezTo>
                    <a:pt x="1522" y="5147"/>
                    <a:pt x="1545" y="5168"/>
                    <a:pt x="1557" y="5191"/>
                  </a:cubicBezTo>
                  <a:cubicBezTo>
                    <a:pt x="1572" y="5214"/>
                    <a:pt x="1575" y="5245"/>
                    <a:pt x="1562" y="5274"/>
                  </a:cubicBezTo>
                  <a:cubicBezTo>
                    <a:pt x="1519" y="5369"/>
                    <a:pt x="1418" y="5450"/>
                    <a:pt x="1352" y="5534"/>
                  </a:cubicBezTo>
                  <a:cubicBezTo>
                    <a:pt x="1272" y="5635"/>
                    <a:pt x="1208" y="5744"/>
                    <a:pt x="1162" y="5861"/>
                  </a:cubicBezTo>
                  <a:cubicBezTo>
                    <a:pt x="1147" y="5899"/>
                    <a:pt x="1115" y="5916"/>
                    <a:pt x="1083" y="5916"/>
                  </a:cubicBezTo>
                  <a:cubicBezTo>
                    <a:pt x="1037" y="5916"/>
                    <a:pt x="992" y="5880"/>
                    <a:pt x="1008" y="5821"/>
                  </a:cubicBezTo>
                  <a:cubicBezTo>
                    <a:pt x="1044" y="5681"/>
                    <a:pt x="1098" y="5545"/>
                    <a:pt x="1176" y="5424"/>
                  </a:cubicBezTo>
                  <a:cubicBezTo>
                    <a:pt x="1191" y="5402"/>
                    <a:pt x="1207" y="5376"/>
                    <a:pt x="1226" y="5353"/>
                  </a:cubicBezTo>
                  <a:cubicBezTo>
                    <a:pt x="1291" y="5265"/>
                    <a:pt x="1373" y="5178"/>
                    <a:pt x="1469" y="5150"/>
                  </a:cubicBezTo>
                  <a:cubicBezTo>
                    <a:pt x="1477" y="5148"/>
                    <a:pt x="1484" y="5147"/>
                    <a:pt x="1491" y="5147"/>
                  </a:cubicBezTo>
                  <a:close/>
                  <a:moveTo>
                    <a:pt x="1966" y="5212"/>
                  </a:moveTo>
                  <a:cubicBezTo>
                    <a:pt x="2004" y="5212"/>
                    <a:pt x="2043" y="5244"/>
                    <a:pt x="2047" y="5287"/>
                  </a:cubicBezTo>
                  <a:cubicBezTo>
                    <a:pt x="2100" y="5693"/>
                    <a:pt x="1694" y="6161"/>
                    <a:pt x="1358" y="6335"/>
                  </a:cubicBezTo>
                  <a:cubicBezTo>
                    <a:pt x="1349" y="6340"/>
                    <a:pt x="1340" y="6342"/>
                    <a:pt x="1331" y="6342"/>
                  </a:cubicBezTo>
                  <a:cubicBezTo>
                    <a:pt x="1284" y="6342"/>
                    <a:pt x="1244" y="6280"/>
                    <a:pt x="1287" y="6242"/>
                  </a:cubicBezTo>
                  <a:cubicBezTo>
                    <a:pt x="1434" y="6104"/>
                    <a:pt x="1582" y="5952"/>
                    <a:pt x="1685" y="5776"/>
                  </a:cubicBezTo>
                  <a:cubicBezTo>
                    <a:pt x="1786" y="5608"/>
                    <a:pt x="1812" y="5415"/>
                    <a:pt x="1906" y="5249"/>
                  </a:cubicBezTo>
                  <a:cubicBezTo>
                    <a:pt x="1921" y="5223"/>
                    <a:pt x="1943" y="5212"/>
                    <a:pt x="1966" y="5212"/>
                  </a:cubicBezTo>
                  <a:close/>
                  <a:moveTo>
                    <a:pt x="2192" y="0"/>
                  </a:moveTo>
                  <a:cubicBezTo>
                    <a:pt x="2141" y="0"/>
                    <a:pt x="2084" y="10"/>
                    <a:pt x="2050" y="15"/>
                  </a:cubicBezTo>
                  <a:cubicBezTo>
                    <a:pt x="2045" y="16"/>
                    <a:pt x="2039" y="16"/>
                    <a:pt x="2034" y="16"/>
                  </a:cubicBezTo>
                  <a:cubicBezTo>
                    <a:pt x="2007" y="16"/>
                    <a:pt x="1989" y="7"/>
                    <a:pt x="1963" y="4"/>
                  </a:cubicBezTo>
                  <a:cubicBezTo>
                    <a:pt x="1932" y="2"/>
                    <a:pt x="1897" y="1"/>
                    <a:pt x="1861" y="1"/>
                  </a:cubicBezTo>
                  <a:cubicBezTo>
                    <a:pt x="1776" y="1"/>
                    <a:pt x="1682" y="6"/>
                    <a:pt x="1613" y="15"/>
                  </a:cubicBezTo>
                  <a:cubicBezTo>
                    <a:pt x="1585" y="19"/>
                    <a:pt x="1558" y="21"/>
                    <a:pt x="1530" y="21"/>
                  </a:cubicBezTo>
                  <a:cubicBezTo>
                    <a:pt x="1434" y="21"/>
                    <a:pt x="1338" y="2"/>
                    <a:pt x="1239" y="2"/>
                  </a:cubicBezTo>
                  <a:cubicBezTo>
                    <a:pt x="1224" y="2"/>
                    <a:pt x="1210" y="3"/>
                    <a:pt x="1195" y="4"/>
                  </a:cubicBezTo>
                  <a:cubicBezTo>
                    <a:pt x="1111" y="10"/>
                    <a:pt x="1026" y="12"/>
                    <a:pt x="941" y="12"/>
                  </a:cubicBezTo>
                  <a:cubicBezTo>
                    <a:pt x="745" y="12"/>
                    <a:pt x="548" y="1"/>
                    <a:pt x="346" y="1"/>
                  </a:cubicBezTo>
                  <a:cubicBezTo>
                    <a:pt x="233" y="1"/>
                    <a:pt x="117" y="4"/>
                    <a:pt x="0" y="15"/>
                  </a:cubicBezTo>
                  <a:lnTo>
                    <a:pt x="0" y="7061"/>
                  </a:lnTo>
                  <a:lnTo>
                    <a:pt x="7047" y="7061"/>
                  </a:lnTo>
                  <a:lnTo>
                    <a:pt x="7059" y="7049"/>
                  </a:lnTo>
                  <a:lnTo>
                    <a:pt x="7059" y="15"/>
                  </a:lnTo>
                  <a:cubicBezTo>
                    <a:pt x="7028" y="12"/>
                    <a:pt x="7002" y="11"/>
                    <a:pt x="6974" y="10"/>
                  </a:cubicBezTo>
                  <a:cubicBezTo>
                    <a:pt x="6920" y="7"/>
                    <a:pt x="6867" y="5"/>
                    <a:pt x="6816" y="5"/>
                  </a:cubicBezTo>
                  <a:cubicBezTo>
                    <a:pt x="6732" y="5"/>
                    <a:pt x="6650" y="9"/>
                    <a:pt x="6563" y="15"/>
                  </a:cubicBezTo>
                  <a:cubicBezTo>
                    <a:pt x="6546" y="17"/>
                    <a:pt x="6529" y="18"/>
                    <a:pt x="6511" y="18"/>
                  </a:cubicBezTo>
                  <a:cubicBezTo>
                    <a:pt x="6445" y="18"/>
                    <a:pt x="6376" y="9"/>
                    <a:pt x="6309" y="9"/>
                  </a:cubicBezTo>
                  <a:cubicBezTo>
                    <a:pt x="6280" y="9"/>
                    <a:pt x="6252" y="10"/>
                    <a:pt x="6224" y="15"/>
                  </a:cubicBezTo>
                  <a:cubicBezTo>
                    <a:pt x="6205" y="19"/>
                    <a:pt x="6184" y="21"/>
                    <a:pt x="6164" y="21"/>
                  </a:cubicBezTo>
                  <a:cubicBezTo>
                    <a:pt x="6106" y="21"/>
                    <a:pt x="6047" y="9"/>
                    <a:pt x="5993" y="4"/>
                  </a:cubicBezTo>
                  <a:cubicBezTo>
                    <a:pt x="5968" y="1"/>
                    <a:pt x="5942" y="1"/>
                    <a:pt x="5916" y="1"/>
                  </a:cubicBezTo>
                  <a:cubicBezTo>
                    <a:pt x="5823" y="1"/>
                    <a:pt x="5724" y="12"/>
                    <a:pt x="5633" y="15"/>
                  </a:cubicBezTo>
                  <a:cubicBezTo>
                    <a:pt x="5624" y="16"/>
                    <a:pt x="5616" y="16"/>
                    <a:pt x="5608" y="16"/>
                  </a:cubicBezTo>
                  <a:cubicBezTo>
                    <a:pt x="5503" y="16"/>
                    <a:pt x="5403" y="2"/>
                    <a:pt x="5294" y="2"/>
                  </a:cubicBezTo>
                  <a:cubicBezTo>
                    <a:pt x="5272" y="2"/>
                    <a:pt x="5250" y="2"/>
                    <a:pt x="5227" y="4"/>
                  </a:cubicBezTo>
                  <a:cubicBezTo>
                    <a:pt x="5164" y="8"/>
                    <a:pt x="5097" y="9"/>
                    <a:pt x="5030" y="9"/>
                  </a:cubicBezTo>
                  <a:cubicBezTo>
                    <a:pt x="5001" y="9"/>
                    <a:pt x="4972" y="9"/>
                    <a:pt x="4943" y="9"/>
                  </a:cubicBezTo>
                  <a:cubicBezTo>
                    <a:pt x="4870" y="9"/>
                    <a:pt x="4796" y="10"/>
                    <a:pt x="4724" y="15"/>
                  </a:cubicBezTo>
                  <a:cubicBezTo>
                    <a:pt x="4714" y="16"/>
                    <a:pt x="4705" y="16"/>
                    <a:pt x="4695" y="16"/>
                  </a:cubicBezTo>
                  <a:cubicBezTo>
                    <a:pt x="4645" y="16"/>
                    <a:pt x="4591" y="10"/>
                    <a:pt x="4541" y="10"/>
                  </a:cubicBezTo>
                  <a:cubicBezTo>
                    <a:pt x="4517" y="10"/>
                    <a:pt x="4494" y="12"/>
                    <a:pt x="4472" y="15"/>
                  </a:cubicBezTo>
                  <a:cubicBezTo>
                    <a:pt x="4459" y="17"/>
                    <a:pt x="4446" y="18"/>
                    <a:pt x="4433" y="18"/>
                  </a:cubicBezTo>
                  <a:cubicBezTo>
                    <a:pt x="4381" y="18"/>
                    <a:pt x="4333" y="3"/>
                    <a:pt x="4276" y="3"/>
                  </a:cubicBezTo>
                  <a:cubicBezTo>
                    <a:pt x="4272" y="3"/>
                    <a:pt x="4268" y="4"/>
                    <a:pt x="4264" y="4"/>
                  </a:cubicBezTo>
                  <a:cubicBezTo>
                    <a:pt x="4182" y="8"/>
                    <a:pt x="4083" y="15"/>
                    <a:pt x="3989" y="15"/>
                  </a:cubicBezTo>
                  <a:cubicBezTo>
                    <a:pt x="3927" y="15"/>
                    <a:pt x="3868" y="12"/>
                    <a:pt x="3815" y="4"/>
                  </a:cubicBezTo>
                  <a:cubicBezTo>
                    <a:pt x="3802" y="1"/>
                    <a:pt x="3789" y="0"/>
                    <a:pt x="3776" y="0"/>
                  </a:cubicBezTo>
                  <a:cubicBezTo>
                    <a:pt x="3725" y="0"/>
                    <a:pt x="3677" y="16"/>
                    <a:pt x="3622" y="16"/>
                  </a:cubicBezTo>
                  <a:cubicBezTo>
                    <a:pt x="3617" y="16"/>
                    <a:pt x="3611" y="16"/>
                    <a:pt x="3606" y="15"/>
                  </a:cubicBezTo>
                  <a:cubicBezTo>
                    <a:pt x="3484" y="8"/>
                    <a:pt x="3354" y="3"/>
                    <a:pt x="3224" y="3"/>
                  </a:cubicBezTo>
                  <a:cubicBezTo>
                    <a:pt x="3109" y="3"/>
                    <a:pt x="2995" y="6"/>
                    <a:pt x="2885" y="15"/>
                  </a:cubicBezTo>
                  <a:cubicBezTo>
                    <a:pt x="2859" y="17"/>
                    <a:pt x="2833" y="18"/>
                    <a:pt x="2807" y="18"/>
                  </a:cubicBezTo>
                  <a:cubicBezTo>
                    <a:pt x="2712" y="18"/>
                    <a:pt x="2613" y="8"/>
                    <a:pt x="2519" y="8"/>
                  </a:cubicBezTo>
                  <a:cubicBezTo>
                    <a:pt x="2479" y="8"/>
                    <a:pt x="2439" y="10"/>
                    <a:pt x="2401" y="15"/>
                  </a:cubicBezTo>
                  <a:cubicBezTo>
                    <a:pt x="2388" y="17"/>
                    <a:pt x="2374" y="18"/>
                    <a:pt x="2360" y="18"/>
                  </a:cubicBezTo>
                  <a:cubicBezTo>
                    <a:pt x="2316" y="18"/>
                    <a:pt x="2270" y="10"/>
                    <a:pt x="2238" y="4"/>
                  </a:cubicBezTo>
                  <a:cubicBezTo>
                    <a:pt x="2224" y="1"/>
                    <a:pt x="2208" y="0"/>
                    <a:pt x="21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0"/>
            <p:cNvSpPr/>
            <p:nvPr/>
          </p:nvSpPr>
          <p:spPr>
            <a:xfrm>
              <a:off x="2276895" y="4177263"/>
              <a:ext cx="199717" cy="199858"/>
            </a:xfrm>
            <a:custGeom>
              <a:rect b="b" l="l" r="r" t="t"/>
              <a:pathLst>
                <a:path extrusionOk="0" h="7064" w="7059">
                  <a:moveTo>
                    <a:pt x="1690" y="4816"/>
                  </a:moveTo>
                  <a:cubicBezTo>
                    <a:pt x="1732" y="4816"/>
                    <a:pt x="1771" y="4857"/>
                    <a:pt x="1761" y="4905"/>
                  </a:cubicBezTo>
                  <a:cubicBezTo>
                    <a:pt x="1727" y="5063"/>
                    <a:pt x="1644" y="5180"/>
                    <a:pt x="1563" y="5317"/>
                  </a:cubicBezTo>
                  <a:lnTo>
                    <a:pt x="1387" y="5609"/>
                  </a:lnTo>
                  <a:cubicBezTo>
                    <a:pt x="1387" y="5609"/>
                    <a:pt x="1387" y="5609"/>
                    <a:pt x="1387" y="5609"/>
                  </a:cubicBezTo>
                  <a:cubicBezTo>
                    <a:pt x="1386" y="5609"/>
                    <a:pt x="1386" y="5609"/>
                    <a:pt x="1386" y="5609"/>
                  </a:cubicBezTo>
                  <a:lnTo>
                    <a:pt x="1306" y="5741"/>
                  </a:lnTo>
                  <a:cubicBezTo>
                    <a:pt x="1289" y="5768"/>
                    <a:pt x="1266" y="5779"/>
                    <a:pt x="1242" y="5779"/>
                  </a:cubicBezTo>
                  <a:cubicBezTo>
                    <a:pt x="1206" y="5779"/>
                    <a:pt x="1169" y="5752"/>
                    <a:pt x="1160" y="5714"/>
                  </a:cubicBezTo>
                  <a:cubicBezTo>
                    <a:pt x="1156" y="5696"/>
                    <a:pt x="1157" y="5679"/>
                    <a:pt x="1168" y="5659"/>
                  </a:cubicBezTo>
                  <a:cubicBezTo>
                    <a:pt x="1243" y="5513"/>
                    <a:pt x="1320" y="5365"/>
                    <a:pt x="1396" y="5220"/>
                  </a:cubicBezTo>
                  <a:cubicBezTo>
                    <a:pt x="1469" y="5077"/>
                    <a:pt x="1525" y="4946"/>
                    <a:pt x="1642" y="4837"/>
                  </a:cubicBezTo>
                  <a:cubicBezTo>
                    <a:pt x="1656" y="4823"/>
                    <a:pt x="1674" y="4816"/>
                    <a:pt x="1690" y="4816"/>
                  </a:cubicBezTo>
                  <a:close/>
                  <a:moveTo>
                    <a:pt x="2185" y="4778"/>
                  </a:moveTo>
                  <a:cubicBezTo>
                    <a:pt x="2242" y="4778"/>
                    <a:pt x="2302" y="4821"/>
                    <a:pt x="2306" y="4888"/>
                  </a:cubicBezTo>
                  <a:cubicBezTo>
                    <a:pt x="2312" y="4962"/>
                    <a:pt x="2310" y="5041"/>
                    <a:pt x="2303" y="5113"/>
                  </a:cubicBezTo>
                  <a:cubicBezTo>
                    <a:pt x="2249" y="5631"/>
                    <a:pt x="1876" y="6109"/>
                    <a:pt x="1454" y="6387"/>
                  </a:cubicBezTo>
                  <a:cubicBezTo>
                    <a:pt x="1445" y="6393"/>
                    <a:pt x="1436" y="6396"/>
                    <a:pt x="1428" y="6396"/>
                  </a:cubicBezTo>
                  <a:cubicBezTo>
                    <a:pt x="1388" y="6396"/>
                    <a:pt x="1357" y="6340"/>
                    <a:pt x="1390" y="6306"/>
                  </a:cubicBezTo>
                  <a:cubicBezTo>
                    <a:pt x="1707" y="6012"/>
                    <a:pt x="1867" y="5675"/>
                    <a:pt x="1979" y="5297"/>
                  </a:cubicBezTo>
                  <a:cubicBezTo>
                    <a:pt x="2021" y="5157"/>
                    <a:pt x="2056" y="5009"/>
                    <a:pt x="2091" y="4858"/>
                  </a:cubicBezTo>
                  <a:cubicBezTo>
                    <a:pt x="2103" y="4802"/>
                    <a:pt x="2143" y="4778"/>
                    <a:pt x="2185" y="4778"/>
                  </a:cubicBezTo>
                  <a:close/>
                  <a:moveTo>
                    <a:pt x="2192" y="1"/>
                  </a:moveTo>
                  <a:cubicBezTo>
                    <a:pt x="2141" y="1"/>
                    <a:pt x="2084" y="11"/>
                    <a:pt x="2050" y="16"/>
                  </a:cubicBezTo>
                  <a:cubicBezTo>
                    <a:pt x="2044" y="17"/>
                    <a:pt x="2038" y="18"/>
                    <a:pt x="2032" y="18"/>
                  </a:cubicBezTo>
                  <a:cubicBezTo>
                    <a:pt x="2006" y="18"/>
                    <a:pt x="1988" y="8"/>
                    <a:pt x="1963" y="4"/>
                  </a:cubicBezTo>
                  <a:cubicBezTo>
                    <a:pt x="1932" y="2"/>
                    <a:pt x="1897" y="1"/>
                    <a:pt x="1861" y="1"/>
                  </a:cubicBezTo>
                  <a:cubicBezTo>
                    <a:pt x="1776" y="1"/>
                    <a:pt x="1682" y="7"/>
                    <a:pt x="1613" y="16"/>
                  </a:cubicBezTo>
                  <a:cubicBezTo>
                    <a:pt x="1584" y="20"/>
                    <a:pt x="1556" y="22"/>
                    <a:pt x="1528" y="22"/>
                  </a:cubicBezTo>
                  <a:cubicBezTo>
                    <a:pt x="1432" y="22"/>
                    <a:pt x="1336" y="3"/>
                    <a:pt x="1237" y="3"/>
                  </a:cubicBezTo>
                  <a:cubicBezTo>
                    <a:pt x="1223" y="3"/>
                    <a:pt x="1209" y="4"/>
                    <a:pt x="1195" y="4"/>
                  </a:cubicBezTo>
                  <a:cubicBezTo>
                    <a:pt x="1109" y="11"/>
                    <a:pt x="1022" y="13"/>
                    <a:pt x="935" y="13"/>
                  </a:cubicBezTo>
                  <a:cubicBezTo>
                    <a:pt x="741" y="13"/>
                    <a:pt x="545" y="2"/>
                    <a:pt x="344" y="2"/>
                  </a:cubicBezTo>
                  <a:cubicBezTo>
                    <a:pt x="231" y="2"/>
                    <a:pt x="116" y="5"/>
                    <a:pt x="0" y="16"/>
                  </a:cubicBezTo>
                  <a:lnTo>
                    <a:pt x="0" y="7063"/>
                  </a:lnTo>
                  <a:lnTo>
                    <a:pt x="7047" y="7063"/>
                  </a:lnTo>
                  <a:cubicBezTo>
                    <a:pt x="7050" y="7060"/>
                    <a:pt x="7053" y="7056"/>
                    <a:pt x="7059" y="7050"/>
                  </a:cubicBezTo>
                  <a:lnTo>
                    <a:pt x="7059" y="16"/>
                  </a:lnTo>
                  <a:cubicBezTo>
                    <a:pt x="6972" y="8"/>
                    <a:pt x="6893" y="5"/>
                    <a:pt x="6817" y="5"/>
                  </a:cubicBezTo>
                  <a:cubicBezTo>
                    <a:pt x="6733" y="5"/>
                    <a:pt x="6651" y="9"/>
                    <a:pt x="6563" y="16"/>
                  </a:cubicBezTo>
                  <a:cubicBezTo>
                    <a:pt x="6546" y="18"/>
                    <a:pt x="6529" y="18"/>
                    <a:pt x="6511" y="18"/>
                  </a:cubicBezTo>
                  <a:cubicBezTo>
                    <a:pt x="6445" y="18"/>
                    <a:pt x="6376" y="9"/>
                    <a:pt x="6309" y="9"/>
                  </a:cubicBezTo>
                  <a:cubicBezTo>
                    <a:pt x="6280" y="9"/>
                    <a:pt x="6252" y="11"/>
                    <a:pt x="6224" y="16"/>
                  </a:cubicBezTo>
                  <a:cubicBezTo>
                    <a:pt x="6205" y="20"/>
                    <a:pt x="6184" y="21"/>
                    <a:pt x="6164" y="21"/>
                  </a:cubicBezTo>
                  <a:cubicBezTo>
                    <a:pt x="6106" y="21"/>
                    <a:pt x="6047" y="10"/>
                    <a:pt x="5993" y="4"/>
                  </a:cubicBezTo>
                  <a:cubicBezTo>
                    <a:pt x="5968" y="2"/>
                    <a:pt x="5942" y="1"/>
                    <a:pt x="5916" y="1"/>
                  </a:cubicBezTo>
                  <a:cubicBezTo>
                    <a:pt x="5823" y="1"/>
                    <a:pt x="5724" y="13"/>
                    <a:pt x="5633" y="16"/>
                  </a:cubicBezTo>
                  <a:cubicBezTo>
                    <a:pt x="5624" y="16"/>
                    <a:pt x="5616" y="16"/>
                    <a:pt x="5608" y="16"/>
                  </a:cubicBezTo>
                  <a:cubicBezTo>
                    <a:pt x="5503" y="16"/>
                    <a:pt x="5403" y="2"/>
                    <a:pt x="5294" y="2"/>
                  </a:cubicBezTo>
                  <a:cubicBezTo>
                    <a:pt x="5272" y="2"/>
                    <a:pt x="5250" y="3"/>
                    <a:pt x="5227" y="4"/>
                  </a:cubicBezTo>
                  <a:cubicBezTo>
                    <a:pt x="5164" y="9"/>
                    <a:pt x="5097" y="10"/>
                    <a:pt x="5030" y="10"/>
                  </a:cubicBezTo>
                  <a:cubicBezTo>
                    <a:pt x="5001" y="10"/>
                    <a:pt x="4972" y="10"/>
                    <a:pt x="4943" y="10"/>
                  </a:cubicBezTo>
                  <a:cubicBezTo>
                    <a:pt x="4870" y="10"/>
                    <a:pt x="4796" y="10"/>
                    <a:pt x="4724" y="16"/>
                  </a:cubicBezTo>
                  <a:cubicBezTo>
                    <a:pt x="4712" y="17"/>
                    <a:pt x="4701" y="17"/>
                    <a:pt x="4689" y="17"/>
                  </a:cubicBezTo>
                  <a:cubicBezTo>
                    <a:pt x="4639" y="17"/>
                    <a:pt x="4587" y="11"/>
                    <a:pt x="4537" y="11"/>
                  </a:cubicBezTo>
                  <a:cubicBezTo>
                    <a:pt x="4515" y="11"/>
                    <a:pt x="4493" y="13"/>
                    <a:pt x="4472" y="16"/>
                  </a:cubicBezTo>
                  <a:cubicBezTo>
                    <a:pt x="4458" y="19"/>
                    <a:pt x="4445" y="20"/>
                    <a:pt x="4431" y="20"/>
                  </a:cubicBezTo>
                  <a:cubicBezTo>
                    <a:pt x="4379" y="20"/>
                    <a:pt x="4332" y="4"/>
                    <a:pt x="4276" y="4"/>
                  </a:cubicBezTo>
                  <a:cubicBezTo>
                    <a:pt x="4272" y="4"/>
                    <a:pt x="4268" y="4"/>
                    <a:pt x="4264" y="4"/>
                  </a:cubicBezTo>
                  <a:cubicBezTo>
                    <a:pt x="4182" y="9"/>
                    <a:pt x="4083" y="16"/>
                    <a:pt x="3989" y="16"/>
                  </a:cubicBezTo>
                  <a:cubicBezTo>
                    <a:pt x="3927" y="16"/>
                    <a:pt x="3868" y="13"/>
                    <a:pt x="3815" y="4"/>
                  </a:cubicBezTo>
                  <a:cubicBezTo>
                    <a:pt x="3802" y="2"/>
                    <a:pt x="3789" y="1"/>
                    <a:pt x="3777" y="1"/>
                  </a:cubicBezTo>
                  <a:cubicBezTo>
                    <a:pt x="3727" y="1"/>
                    <a:pt x="3680" y="17"/>
                    <a:pt x="3626" y="17"/>
                  </a:cubicBezTo>
                  <a:cubicBezTo>
                    <a:pt x="3619" y="17"/>
                    <a:pt x="3613" y="17"/>
                    <a:pt x="3606" y="16"/>
                  </a:cubicBezTo>
                  <a:cubicBezTo>
                    <a:pt x="3484" y="8"/>
                    <a:pt x="3354" y="3"/>
                    <a:pt x="3224" y="3"/>
                  </a:cubicBezTo>
                  <a:cubicBezTo>
                    <a:pt x="3109" y="3"/>
                    <a:pt x="2995" y="7"/>
                    <a:pt x="2885" y="16"/>
                  </a:cubicBezTo>
                  <a:cubicBezTo>
                    <a:pt x="2858" y="18"/>
                    <a:pt x="2830" y="19"/>
                    <a:pt x="2802" y="19"/>
                  </a:cubicBezTo>
                  <a:cubicBezTo>
                    <a:pt x="2707" y="19"/>
                    <a:pt x="2609" y="9"/>
                    <a:pt x="2516" y="9"/>
                  </a:cubicBezTo>
                  <a:cubicBezTo>
                    <a:pt x="2476" y="9"/>
                    <a:pt x="2438" y="11"/>
                    <a:pt x="2401" y="16"/>
                  </a:cubicBezTo>
                  <a:cubicBezTo>
                    <a:pt x="2387" y="18"/>
                    <a:pt x="2372" y="19"/>
                    <a:pt x="2357" y="19"/>
                  </a:cubicBezTo>
                  <a:cubicBezTo>
                    <a:pt x="2314" y="19"/>
                    <a:pt x="2269" y="12"/>
                    <a:pt x="2238" y="4"/>
                  </a:cubicBezTo>
                  <a:cubicBezTo>
                    <a:pt x="2224" y="2"/>
                    <a:pt x="220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0"/>
            <p:cNvSpPr/>
            <p:nvPr/>
          </p:nvSpPr>
          <p:spPr>
            <a:xfrm>
              <a:off x="2270105" y="3426854"/>
              <a:ext cx="211713" cy="211345"/>
            </a:xfrm>
            <a:custGeom>
              <a:rect b="b" l="l" r="r" t="t"/>
              <a:pathLst>
                <a:path extrusionOk="0" h="7470" w="7483">
                  <a:moveTo>
                    <a:pt x="2082" y="195"/>
                  </a:moveTo>
                  <a:cubicBezTo>
                    <a:pt x="2121" y="195"/>
                    <a:pt x="2159" y="196"/>
                    <a:pt x="2193" y="198"/>
                  </a:cubicBezTo>
                  <a:cubicBezTo>
                    <a:pt x="2220" y="201"/>
                    <a:pt x="2239" y="210"/>
                    <a:pt x="2269" y="210"/>
                  </a:cubicBezTo>
                  <a:cubicBezTo>
                    <a:pt x="2272" y="210"/>
                    <a:pt x="2276" y="210"/>
                    <a:pt x="2280" y="210"/>
                  </a:cubicBezTo>
                  <a:cubicBezTo>
                    <a:pt x="2315" y="205"/>
                    <a:pt x="2372" y="196"/>
                    <a:pt x="2424" y="196"/>
                  </a:cubicBezTo>
                  <a:cubicBezTo>
                    <a:pt x="2439" y="196"/>
                    <a:pt x="2453" y="196"/>
                    <a:pt x="2466" y="198"/>
                  </a:cubicBezTo>
                  <a:cubicBezTo>
                    <a:pt x="2499" y="203"/>
                    <a:pt x="2547" y="212"/>
                    <a:pt x="2594" y="212"/>
                  </a:cubicBezTo>
                  <a:cubicBezTo>
                    <a:pt x="2606" y="212"/>
                    <a:pt x="2619" y="212"/>
                    <a:pt x="2630" y="210"/>
                  </a:cubicBezTo>
                  <a:cubicBezTo>
                    <a:pt x="2667" y="205"/>
                    <a:pt x="2706" y="203"/>
                    <a:pt x="2745" y="203"/>
                  </a:cubicBezTo>
                  <a:cubicBezTo>
                    <a:pt x="2839" y="203"/>
                    <a:pt x="2937" y="213"/>
                    <a:pt x="3030" y="213"/>
                  </a:cubicBezTo>
                  <a:cubicBezTo>
                    <a:pt x="3058" y="213"/>
                    <a:pt x="3085" y="212"/>
                    <a:pt x="3112" y="210"/>
                  </a:cubicBezTo>
                  <a:cubicBezTo>
                    <a:pt x="3224" y="201"/>
                    <a:pt x="3339" y="197"/>
                    <a:pt x="3454" y="197"/>
                  </a:cubicBezTo>
                  <a:cubicBezTo>
                    <a:pt x="3584" y="197"/>
                    <a:pt x="3714" y="202"/>
                    <a:pt x="3837" y="210"/>
                  </a:cubicBezTo>
                  <a:cubicBezTo>
                    <a:pt x="3841" y="210"/>
                    <a:pt x="3845" y="210"/>
                    <a:pt x="3849" y="210"/>
                  </a:cubicBezTo>
                  <a:cubicBezTo>
                    <a:pt x="3906" y="210"/>
                    <a:pt x="3956" y="196"/>
                    <a:pt x="4008" y="196"/>
                  </a:cubicBezTo>
                  <a:cubicBezTo>
                    <a:pt x="4020" y="196"/>
                    <a:pt x="4031" y="197"/>
                    <a:pt x="4044" y="198"/>
                  </a:cubicBezTo>
                  <a:cubicBezTo>
                    <a:pt x="4097" y="207"/>
                    <a:pt x="4157" y="210"/>
                    <a:pt x="4219" y="210"/>
                  </a:cubicBezTo>
                  <a:cubicBezTo>
                    <a:pt x="4315" y="210"/>
                    <a:pt x="4413" y="203"/>
                    <a:pt x="4494" y="198"/>
                  </a:cubicBezTo>
                  <a:cubicBezTo>
                    <a:pt x="4500" y="198"/>
                    <a:pt x="4506" y="198"/>
                    <a:pt x="4512" y="198"/>
                  </a:cubicBezTo>
                  <a:cubicBezTo>
                    <a:pt x="4567" y="198"/>
                    <a:pt x="4616" y="212"/>
                    <a:pt x="4668" y="212"/>
                  </a:cubicBezTo>
                  <a:cubicBezTo>
                    <a:pt x="4679" y="212"/>
                    <a:pt x="4690" y="212"/>
                    <a:pt x="4702" y="210"/>
                  </a:cubicBezTo>
                  <a:cubicBezTo>
                    <a:pt x="4724" y="206"/>
                    <a:pt x="4747" y="205"/>
                    <a:pt x="4770" y="205"/>
                  </a:cubicBezTo>
                  <a:cubicBezTo>
                    <a:pt x="4820" y="205"/>
                    <a:pt x="4872" y="211"/>
                    <a:pt x="4921" y="211"/>
                  </a:cubicBezTo>
                  <a:cubicBezTo>
                    <a:pt x="4931" y="211"/>
                    <a:pt x="4942" y="211"/>
                    <a:pt x="4952" y="210"/>
                  </a:cubicBezTo>
                  <a:cubicBezTo>
                    <a:pt x="5022" y="204"/>
                    <a:pt x="5093" y="203"/>
                    <a:pt x="5163" y="203"/>
                  </a:cubicBezTo>
                  <a:cubicBezTo>
                    <a:pt x="5203" y="203"/>
                    <a:pt x="5243" y="203"/>
                    <a:pt x="5283" y="203"/>
                  </a:cubicBezTo>
                  <a:cubicBezTo>
                    <a:pt x="5342" y="203"/>
                    <a:pt x="5401" y="203"/>
                    <a:pt x="5458" y="198"/>
                  </a:cubicBezTo>
                  <a:cubicBezTo>
                    <a:pt x="5483" y="197"/>
                    <a:pt x="5506" y="196"/>
                    <a:pt x="5530" y="196"/>
                  </a:cubicBezTo>
                  <a:cubicBezTo>
                    <a:pt x="5636" y="196"/>
                    <a:pt x="5737" y="210"/>
                    <a:pt x="5841" y="210"/>
                  </a:cubicBezTo>
                  <a:cubicBezTo>
                    <a:pt x="5849" y="210"/>
                    <a:pt x="5856" y="210"/>
                    <a:pt x="5864" y="210"/>
                  </a:cubicBezTo>
                  <a:cubicBezTo>
                    <a:pt x="5955" y="207"/>
                    <a:pt x="6055" y="196"/>
                    <a:pt x="6150" y="196"/>
                  </a:cubicBezTo>
                  <a:cubicBezTo>
                    <a:pt x="6175" y="196"/>
                    <a:pt x="6200" y="197"/>
                    <a:pt x="6224" y="198"/>
                  </a:cubicBezTo>
                  <a:cubicBezTo>
                    <a:pt x="6279" y="203"/>
                    <a:pt x="6342" y="213"/>
                    <a:pt x="6402" y="213"/>
                  </a:cubicBezTo>
                  <a:cubicBezTo>
                    <a:pt x="6420" y="213"/>
                    <a:pt x="6437" y="212"/>
                    <a:pt x="6454" y="210"/>
                  </a:cubicBezTo>
                  <a:cubicBezTo>
                    <a:pt x="6483" y="205"/>
                    <a:pt x="6514" y="203"/>
                    <a:pt x="6546" y="203"/>
                  </a:cubicBezTo>
                  <a:cubicBezTo>
                    <a:pt x="6614" y="203"/>
                    <a:pt x="6685" y="211"/>
                    <a:pt x="6753" y="211"/>
                  </a:cubicBezTo>
                  <a:cubicBezTo>
                    <a:pt x="6767" y="211"/>
                    <a:pt x="6782" y="211"/>
                    <a:pt x="6796" y="210"/>
                  </a:cubicBezTo>
                  <a:cubicBezTo>
                    <a:pt x="6881" y="203"/>
                    <a:pt x="6961" y="199"/>
                    <a:pt x="7043" y="199"/>
                  </a:cubicBezTo>
                  <a:cubicBezTo>
                    <a:pt x="7121" y="199"/>
                    <a:pt x="7201" y="202"/>
                    <a:pt x="7289" y="210"/>
                  </a:cubicBezTo>
                  <a:lnTo>
                    <a:pt x="7289" y="7245"/>
                  </a:lnTo>
                  <a:lnTo>
                    <a:pt x="7286" y="7245"/>
                  </a:lnTo>
                  <a:cubicBezTo>
                    <a:pt x="7283" y="7248"/>
                    <a:pt x="7278" y="7250"/>
                    <a:pt x="7274" y="7256"/>
                  </a:cubicBezTo>
                  <a:lnTo>
                    <a:pt x="230" y="7256"/>
                  </a:lnTo>
                  <a:lnTo>
                    <a:pt x="230" y="210"/>
                  </a:lnTo>
                  <a:cubicBezTo>
                    <a:pt x="348" y="200"/>
                    <a:pt x="464" y="196"/>
                    <a:pt x="578" y="196"/>
                  </a:cubicBezTo>
                  <a:cubicBezTo>
                    <a:pt x="776" y="196"/>
                    <a:pt x="970" y="206"/>
                    <a:pt x="1163" y="206"/>
                  </a:cubicBezTo>
                  <a:cubicBezTo>
                    <a:pt x="1250" y="206"/>
                    <a:pt x="1338" y="204"/>
                    <a:pt x="1425" y="198"/>
                  </a:cubicBezTo>
                  <a:cubicBezTo>
                    <a:pt x="1442" y="197"/>
                    <a:pt x="1459" y="197"/>
                    <a:pt x="1475" y="197"/>
                  </a:cubicBezTo>
                  <a:cubicBezTo>
                    <a:pt x="1573" y="197"/>
                    <a:pt x="1667" y="215"/>
                    <a:pt x="1763" y="215"/>
                  </a:cubicBezTo>
                  <a:cubicBezTo>
                    <a:pt x="1789" y="215"/>
                    <a:pt x="1815" y="213"/>
                    <a:pt x="1841" y="210"/>
                  </a:cubicBezTo>
                  <a:cubicBezTo>
                    <a:pt x="1909" y="200"/>
                    <a:pt x="1998" y="195"/>
                    <a:pt x="2082" y="195"/>
                  </a:cubicBezTo>
                  <a:close/>
                  <a:moveTo>
                    <a:pt x="31" y="1"/>
                  </a:moveTo>
                  <a:cubicBezTo>
                    <a:pt x="0" y="424"/>
                    <a:pt x="19" y="899"/>
                    <a:pt x="19" y="1338"/>
                  </a:cubicBezTo>
                  <a:lnTo>
                    <a:pt x="19" y="6106"/>
                  </a:lnTo>
                  <a:cubicBezTo>
                    <a:pt x="19" y="6552"/>
                    <a:pt x="0" y="7027"/>
                    <a:pt x="31" y="7452"/>
                  </a:cubicBezTo>
                  <a:cubicBezTo>
                    <a:pt x="228" y="7466"/>
                    <a:pt x="435" y="7470"/>
                    <a:pt x="646" y="7470"/>
                  </a:cubicBezTo>
                  <a:cubicBezTo>
                    <a:pt x="887" y="7470"/>
                    <a:pt x="1132" y="7465"/>
                    <a:pt x="1368" y="7465"/>
                  </a:cubicBezTo>
                  <a:lnTo>
                    <a:pt x="6136" y="7465"/>
                  </a:lnTo>
                  <a:cubicBezTo>
                    <a:pt x="6373" y="7465"/>
                    <a:pt x="6619" y="7470"/>
                    <a:pt x="6862" y="7470"/>
                  </a:cubicBezTo>
                  <a:cubicBezTo>
                    <a:pt x="7074" y="7470"/>
                    <a:pt x="7284" y="7466"/>
                    <a:pt x="7482" y="7452"/>
                  </a:cubicBezTo>
                  <a:lnTo>
                    <a:pt x="748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0"/>
            <p:cNvSpPr/>
            <p:nvPr/>
          </p:nvSpPr>
          <p:spPr>
            <a:xfrm>
              <a:off x="2270473" y="3807547"/>
              <a:ext cx="211656" cy="211345"/>
            </a:xfrm>
            <a:custGeom>
              <a:rect b="b" l="l" r="r" t="t"/>
              <a:pathLst>
                <a:path extrusionOk="0" h="7470" w="7481">
                  <a:moveTo>
                    <a:pt x="2086" y="194"/>
                  </a:moveTo>
                  <a:cubicBezTo>
                    <a:pt x="2122" y="194"/>
                    <a:pt x="2157" y="195"/>
                    <a:pt x="2188" y="197"/>
                  </a:cubicBezTo>
                  <a:cubicBezTo>
                    <a:pt x="2215" y="198"/>
                    <a:pt x="2234" y="209"/>
                    <a:pt x="2262" y="209"/>
                  </a:cubicBezTo>
                  <a:cubicBezTo>
                    <a:pt x="2267" y="209"/>
                    <a:pt x="2271" y="209"/>
                    <a:pt x="2276" y="208"/>
                  </a:cubicBezTo>
                  <a:cubicBezTo>
                    <a:pt x="2311" y="204"/>
                    <a:pt x="2369" y="194"/>
                    <a:pt x="2420" y="194"/>
                  </a:cubicBezTo>
                  <a:cubicBezTo>
                    <a:pt x="2435" y="194"/>
                    <a:pt x="2449" y="195"/>
                    <a:pt x="2462" y="197"/>
                  </a:cubicBezTo>
                  <a:cubicBezTo>
                    <a:pt x="2495" y="202"/>
                    <a:pt x="2542" y="211"/>
                    <a:pt x="2588" y="211"/>
                  </a:cubicBezTo>
                  <a:cubicBezTo>
                    <a:pt x="2601" y="211"/>
                    <a:pt x="2614" y="210"/>
                    <a:pt x="2626" y="208"/>
                  </a:cubicBezTo>
                  <a:cubicBezTo>
                    <a:pt x="2664" y="203"/>
                    <a:pt x="2704" y="201"/>
                    <a:pt x="2745" y="201"/>
                  </a:cubicBezTo>
                  <a:cubicBezTo>
                    <a:pt x="2839" y="201"/>
                    <a:pt x="2938" y="211"/>
                    <a:pt x="3032" y="211"/>
                  </a:cubicBezTo>
                  <a:cubicBezTo>
                    <a:pt x="3059" y="211"/>
                    <a:pt x="3085" y="210"/>
                    <a:pt x="3110" y="208"/>
                  </a:cubicBezTo>
                  <a:cubicBezTo>
                    <a:pt x="3221" y="199"/>
                    <a:pt x="3336" y="196"/>
                    <a:pt x="3450" y="196"/>
                  </a:cubicBezTo>
                  <a:cubicBezTo>
                    <a:pt x="3580" y="196"/>
                    <a:pt x="3709" y="201"/>
                    <a:pt x="3831" y="208"/>
                  </a:cubicBezTo>
                  <a:cubicBezTo>
                    <a:pt x="3837" y="209"/>
                    <a:pt x="3843" y="209"/>
                    <a:pt x="3849" y="209"/>
                  </a:cubicBezTo>
                  <a:cubicBezTo>
                    <a:pt x="3904" y="209"/>
                    <a:pt x="3952" y="194"/>
                    <a:pt x="4004" y="194"/>
                  </a:cubicBezTo>
                  <a:cubicBezTo>
                    <a:pt x="4016" y="194"/>
                    <a:pt x="4027" y="195"/>
                    <a:pt x="4039" y="197"/>
                  </a:cubicBezTo>
                  <a:cubicBezTo>
                    <a:pt x="4092" y="205"/>
                    <a:pt x="4152" y="208"/>
                    <a:pt x="4214" y="208"/>
                  </a:cubicBezTo>
                  <a:cubicBezTo>
                    <a:pt x="4309" y="208"/>
                    <a:pt x="4407" y="201"/>
                    <a:pt x="4489" y="197"/>
                  </a:cubicBezTo>
                  <a:cubicBezTo>
                    <a:pt x="4493" y="197"/>
                    <a:pt x="4497" y="196"/>
                    <a:pt x="4501" y="196"/>
                  </a:cubicBezTo>
                  <a:cubicBezTo>
                    <a:pt x="4559" y="196"/>
                    <a:pt x="4608" y="211"/>
                    <a:pt x="4661" y="211"/>
                  </a:cubicBezTo>
                  <a:cubicBezTo>
                    <a:pt x="4673" y="211"/>
                    <a:pt x="4685" y="210"/>
                    <a:pt x="4698" y="208"/>
                  </a:cubicBezTo>
                  <a:cubicBezTo>
                    <a:pt x="4719" y="205"/>
                    <a:pt x="4742" y="203"/>
                    <a:pt x="4766" y="203"/>
                  </a:cubicBezTo>
                  <a:cubicBezTo>
                    <a:pt x="4816" y="203"/>
                    <a:pt x="4870" y="209"/>
                    <a:pt x="4920" y="209"/>
                  </a:cubicBezTo>
                  <a:cubicBezTo>
                    <a:pt x="4929" y="209"/>
                    <a:pt x="4939" y="209"/>
                    <a:pt x="4948" y="208"/>
                  </a:cubicBezTo>
                  <a:cubicBezTo>
                    <a:pt x="5021" y="203"/>
                    <a:pt x="5095" y="202"/>
                    <a:pt x="5168" y="202"/>
                  </a:cubicBezTo>
                  <a:cubicBezTo>
                    <a:pt x="5197" y="202"/>
                    <a:pt x="5226" y="202"/>
                    <a:pt x="5255" y="202"/>
                  </a:cubicBezTo>
                  <a:cubicBezTo>
                    <a:pt x="5323" y="202"/>
                    <a:pt x="5389" y="201"/>
                    <a:pt x="5452" y="197"/>
                  </a:cubicBezTo>
                  <a:cubicBezTo>
                    <a:pt x="5477" y="195"/>
                    <a:pt x="5501" y="194"/>
                    <a:pt x="5525" y="194"/>
                  </a:cubicBezTo>
                  <a:cubicBezTo>
                    <a:pt x="5631" y="194"/>
                    <a:pt x="5731" y="209"/>
                    <a:pt x="5834" y="209"/>
                  </a:cubicBezTo>
                  <a:cubicBezTo>
                    <a:pt x="5842" y="209"/>
                    <a:pt x="5849" y="209"/>
                    <a:pt x="5857" y="208"/>
                  </a:cubicBezTo>
                  <a:cubicBezTo>
                    <a:pt x="5952" y="206"/>
                    <a:pt x="6055" y="194"/>
                    <a:pt x="6150" y="194"/>
                  </a:cubicBezTo>
                  <a:cubicBezTo>
                    <a:pt x="6173" y="194"/>
                    <a:pt x="6196" y="195"/>
                    <a:pt x="6219" y="197"/>
                  </a:cubicBezTo>
                  <a:cubicBezTo>
                    <a:pt x="6274" y="201"/>
                    <a:pt x="6336" y="212"/>
                    <a:pt x="6395" y="212"/>
                  </a:cubicBezTo>
                  <a:cubicBezTo>
                    <a:pt x="6414" y="212"/>
                    <a:pt x="6432" y="211"/>
                    <a:pt x="6450" y="208"/>
                  </a:cubicBezTo>
                  <a:cubicBezTo>
                    <a:pt x="6477" y="203"/>
                    <a:pt x="6505" y="202"/>
                    <a:pt x="6534" y="202"/>
                  </a:cubicBezTo>
                  <a:cubicBezTo>
                    <a:pt x="6600" y="202"/>
                    <a:pt x="6670" y="211"/>
                    <a:pt x="6736" y="211"/>
                  </a:cubicBezTo>
                  <a:cubicBezTo>
                    <a:pt x="6753" y="211"/>
                    <a:pt x="6770" y="210"/>
                    <a:pt x="6787" y="208"/>
                  </a:cubicBezTo>
                  <a:cubicBezTo>
                    <a:pt x="6877" y="201"/>
                    <a:pt x="6960" y="197"/>
                    <a:pt x="7046" y="197"/>
                  </a:cubicBezTo>
                  <a:cubicBezTo>
                    <a:pt x="7120" y="197"/>
                    <a:pt x="7196" y="200"/>
                    <a:pt x="7280" y="208"/>
                  </a:cubicBezTo>
                  <a:lnTo>
                    <a:pt x="7280" y="7242"/>
                  </a:lnTo>
                  <a:lnTo>
                    <a:pt x="7284" y="7242"/>
                  </a:lnTo>
                  <a:lnTo>
                    <a:pt x="7273" y="7254"/>
                  </a:lnTo>
                  <a:lnTo>
                    <a:pt x="226" y="7254"/>
                  </a:lnTo>
                  <a:lnTo>
                    <a:pt x="226" y="208"/>
                  </a:lnTo>
                  <a:cubicBezTo>
                    <a:pt x="341" y="198"/>
                    <a:pt x="455" y="195"/>
                    <a:pt x="567" y="195"/>
                  </a:cubicBezTo>
                  <a:cubicBezTo>
                    <a:pt x="766" y="195"/>
                    <a:pt x="960" y="205"/>
                    <a:pt x="1154" y="205"/>
                  </a:cubicBezTo>
                  <a:cubicBezTo>
                    <a:pt x="1243" y="205"/>
                    <a:pt x="1332" y="203"/>
                    <a:pt x="1421" y="197"/>
                  </a:cubicBezTo>
                  <a:cubicBezTo>
                    <a:pt x="1437" y="196"/>
                    <a:pt x="1453" y="195"/>
                    <a:pt x="1469" y="195"/>
                  </a:cubicBezTo>
                  <a:cubicBezTo>
                    <a:pt x="1567" y="195"/>
                    <a:pt x="1662" y="213"/>
                    <a:pt x="1757" y="213"/>
                  </a:cubicBezTo>
                  <a:cubicBezTo>
                    <a:pt x="1783" y="213"/>
                    <a:pt x="1810" y="212"/>
                    <a:pt x="1837" y="208"/>
                  </a:cubicBezTo>
                  <a:cubicBezTo>
                    <a:pt x="1907" y="199"/>
                    <a:pt x="2001" y="194"/>
                    <a:pt x="2086" y="194"/>
                  </a:cubicBezTo>
                  <a:close/>
                  <a:moveTo>
                    <a:pt x="29" y="0"/>
                  </a:moveTo>
                  <a:cubicBezTo>
                    <a:pt x="0" y="422"/>
                    <a:pt x="18" y="895"/>
                    <a:pt x="18" y="1337"/>
                  </a:cubicBezTo>
                  <a:lnTo>
                    <a:pt x="18" y="6104"/>
                  </a:lnTo>
                  <a:cubicBezTo>
                    <a:pt x="18" y="6550"/>
                    <a:pt x="0" y="7027"/>
                    <a:pt x="29" y="7453"/>
                  </a:cubicBezTo>
                  <a:cubicBezTo>
                    <a:pt x="222" y="7466"/>
                    <a:pt x="425" y="7470"/>
                    <a:pt x="630" y="7470"/>
                  </a:cubicBezTo>
                  <a:cubicBezTo>
                    <a:pt x="876" y="7470"/>
                    <a:pt x="1127" y="7465"/>
                    <a:pt x="1367" y="7465"/>
                  </a:cubicBezTo>
                  <a:lnTo>
                    <a:pt x="6133" y="7465"/>
                  </a:lnTo>
                  <a:cubicBezTo>
                    <a:pt x="6376" y="7465"/>
                    <a:pt x="6628" y="7470"/>
                    <a:pt x="6876" y="7470"/>
                  </a:cubicBezTo>
                  <a:cubicBezTo>
                    <a:pt x="7083" y="7470"/>
                    <a:pt x="7287" y="7466"/>
                    <a:pt x="7481" y="7453"/>
                  </a:cubicBezTo>
                  <a:lnTo>
                    <a:pt x="7481" y="2"/>
                  </a:lnTo>
                  <a:lnTo>
                    <a:pt x="29" y="2"/>
                  </a:lnTo>
                  <a:lnTo>
                    <a:pt x="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0"/>
            <p:cNvSpPr/>
            <p:nvPr/>
          </p:nvSpPr>
          <p:spPr>
            <a:xfrm>
              <a:off x="2270473" y="4171831"/>
              <a:ext cx="211656" cy="211317"/>
            </a:xfrm>
            <a:custGeom>
              <a:rect b="b" l="l" r="r" t="t"/>
              <a:pathLst>
                <a:path extrusionOk="0" h="7469" w="7481">
                  <a:moveTo>
                    <a:pt x="2086" y="193"/>
                  </a:moveTo>
                  <a:cubicBezTo>
                    <a:pt x="2122" y="193"/>
                    <a:pt x="2157" y="194"/>
                    <a:pt x="2188" y="196"/>
                  </a:cubicBezTo>
                  <a:cubicBezTo>
                    <a:pt x="2214" y="199"/>
                    <a:pt x="2232" y="209"/>
                    <a:pt x="2259" y="209"/>
                  </a:cubicBezTo>
                  <a:cubicBezTo>
                    <a:pt x="2264" y="209"/>
                    <a:pt x="2270" y="209"/>
                    <a:pt x="2276" y="208"/>
                  </a:cubicBezTo>
                  <a:cubicBezTo>
                    <a:pt x="2311" y="204"/>
                    <a:pt x="2369" y="194"/>
                    <a:pt x="2420" y="194"/>
                  </a:cubicBezTo>
                  <a:cubicBezTo>
                    <a:pt x="2435" y="194"/>
                    <a:pt x="2449" y="194"/>
                    <a:pt x="2462" y="196"/>
                  </a:cubicBezTo>
                  <a:cubicBezTo>
                    <a:pt x="2495" y="202"/>
                    <a:pt x="2542" y="210"/>
                    <a:pt x="2588" y="210"/>
                  </a:cubicBezTo>
                  <a:cubicBezTo>
                    <a:pt x="2601" y="210"/>
                    <a:pt x="2614" y="210"/>
                    <a:pt x="2626" y="208"/>
                  </a:cubicBezTo>
                  <a:cubicBezTo>
                    <a:pt x="2663" y="203"/>
                    <a:pt x="2702" y="201"/>
                    <a:pt x="2741" y="201"/>
                  </a:cubicBezTo>
                  <a:cubicBezTo>
                    <a:pt x="2835" y="201"/>
                    <a:pt x="2933" y="211"/>
                    <a:pt x="3027" y="211"/>
                  </a:cubicBezTo>
                  <a:cubicBezTo>
                    <a:pt x="3055" y="211"/>
                    <a:pt x="3083" y="210"/>
                    <a:pt x="3110" y="208"/>
                  </a:cubicBezTo>
                  <a:cubicBezTo>
                    <a:pt x="3221" y="199"/>
                    <a:pt x="3336" y="195"/>
                    <a:pt x="3450" y="195"/>
                  </a:cubicBezTo>
                  <a:cubicBezTo>
                    <a:pt x="3580" y="195"/>
                    <a:pt x="3709" y="200"/>
                    <a:pt x="3831" y="208"/>
                  </a:cubicBezTo>
                  <a:cubicBezTo>
                    <a:pt x="3839" y="209"/>
                    <a:pt x="3846" y="209"/>
                    <a:pt x="3853" y="209"/>
                  </a:cubicBezTo>
                  <a:cubicBezTo>
                    <a:pt x="3907" y="209"/>
                    <a:pt x="3954" y="194"/>
                    <a:pt x="4006" y="194"/>
                  </a:cubicBezTo>
                  <a:cubicBezTo>
                    <a:pt x="4017" y="194"/>
                    <a:pt x="4028" y="195"/>
                    <a:pt x="4039" y="196"/>
                  </a:cubicBezTo>
                  <a:cubicBezTo>
                    <a:pt x="4092" y="205"/>
                    <a:pt x="4152" y="208"/>
                    <a:pt x="4214" y="208"/>
                  </a:cubicBezTo>
                  <a:cubicBezTo>
                    <a:pt x="4309" y="208"/>
                    <a:pt x="4407" y="201"/>
                    <a:pt x="4489" y="196"/>
                  </a:cubicBezTo>
                  <a:cubicBezTo>
                    <a:pt x="4493" y="196"/>
                    <a:pt x="4497" y="196"/>
                    <a:pt x="4501" y="196"/>
                  </a:cubicBezTo>
                  <a:cubicBezTo>
                    <a:pt x="4559" y="196"/>
                    <a:pt x="4608" y="211"/>
                    <a:pt x="4661" y="211"/>
                  </a:cubicBezTo>
                  <a:cubicBezTo>
                    <a:pt x="4673" y="211"/>
                    <a:pt x="4685" y="210"/>
                    <a:pt x="4698" y="208"/>
                  </a:cubicBezTo>
                  <a:cubicBezTo>
                    <a:pt x="4718" y="205"/>
                    <a:pt x="4740" y="203"/>
                    <a:pt x="4762" y="203"/>
                  </a:cubicBezTo>
                  <a:cubicBezTo>
                    <a:pt x="4811" y="203"/>
                    <a:pt x="4864" y="209"/>
                    <a:pt x="4914" y="209"/>
                  </a:cubicBezTo>
                  <a:cubicBezTo>
                    <a:pt x="4925" y="209"/>
                    <a:pt x="4937" y="209"/>
                    <a:pt x="4948" y="208"/>
                  </a:cubicBezTo>
                  <a:cubicBezTo>
                    <a:pt x="5021" y="202"/>
                    <a:pt x="5095" y="202"/>
                    <a:pt x="5168" y="202"/>
                  </a:cubicBezTo>
                  <a:cubicBezTo>
                    <a:pt x="5197" y="202"/>
                    <a:pt x="5226" y="202"/>
                    <a:pt x="5255" y="202"/>
                  </a:cubicBezTo>
                  <a:cubicBezTo>
                    <a:pt x="5323" y="202"/>
                    <a:pt x="5389" y="201"/>
                    <a:pt x="5452" y="196"/>
                  </a:cubicBezTo>
                  <a:cubicBezTo>
                    <a:pt x="5477" y="195"/>
                    <a:pt x="5501" y="194"/>
                    <a:pt x="5525" y="194"/>
                  </a:cubicBezTo>
                  <a:cubicBezTo>
                    <a:pt x="5631" y="194"/>
                    <a:pt x="5731" y="208"/>
                    <a:pt x="5834" y="208"/>
                  </a:cubicBezTo>
                  <a:cubicBezTo>
                    <a:pt x="5842" y="208"/>
                    <a:pt x="5849" y="208"/>
                    <a:pt x="5857" y="208"/>
                  </a:cubicBezTo>
                  <a:cubicBezTo>
                    <a:pt x="5954" y="207"/>
                    <a:pt x="6057" y="194"/>
                    <a:pt x="6154" y="194"/>
                  </a:cubicBezTo>
                  <a:cubicBezTo>
                    <a:pt x="6176" y="194"/>
                    <a:pt x="6198" y="195"/>
                    <a:pt x="6219" y="196"/>
                  </a:cubicBezTo>
                  <a:cubicBezTo>
                    <a:pt x="6273" y="201"/>
                    <a:pt x="6335" y="213"/>
                    <a:pt x="6393" y="213"/>
                  </a:cubicBezTo>
                  <a:cubicBezTo>
                    <a:pt x="6412" y="213"/>
                    <a:pt x="6431" y="211"/>
                    <a:pt x="6450" y="208"/>
                  </a:cubicBezTo>
                  <a:cubicBezTo>
                    <a:pt x="6477" y="203"/>
                    <a:pt x="6505" y="201"/>
                    <a:pt x="6534" y="201"/>
                  </a:cubicBezTo>
                  <a:cubicBezTo>
                    <a:pt x="6600" y="201"/>
                    <a:pt x="6670" y="210"/>
                    <a:pt x="6736" y="210"/>
                  </a:cubicBezTo>
                  <a:cubicBezTo>
                    <a:pt x="6753" y="210"/>
                    <a:pt x="6770" y="210"/>
                    <a:pt x="6787" y="208"/>
                  </a:cubicBezTo>
                  <a:cubicBezTo>
                    <a:pt x="6875" y="201"/>
                    <a:pt x="6957" y="197"/>
                    <a:pt x="7041" y="197"/>
                  </a:cubicBezTo>
                  <a:cubicBezTo>
                    <a:pt x="7117" y="197"/>
                    <a:pt x="7194" y="200"/>
                    <a:pt x="7280" y="208"/>
                  </a:cubicBezTo>
                  <a:lnTo>
                    <a:pt x="7280" y="7243"/>
                  </a:lnTo>
                  <a:lnTo>
                    <a:pt x="7284" y="7243"/>
                  </a:lnTo>
                  <a:cubicBezTo>
                    <a:pt x="7280" y="7246"/>
                    <a:pt x="7277" y="7251"/>
                    <a:pt x="7273" y="7255"/>
                  </a:cubicBezTo>
                  <a:lnTo>
                    <a:pt x="226" y="7255"/>
                  </a:lnTo>
                  <a:lnTo>
                    <a:pt x="226" y="208"/>
                  </a:lnTo>
                  <a:cubicBezTo>
                    <a:pt x="341" y="198"/>
                    <a:pt x="455" y="195"/>
                    <a:pt x="567" y="195"/>
                  </a:cubicBezTo>
                  <a:cubicBezTo>
                    <a:pt x="766" y="195"/>
                    <a:pt x="960" y="205"/>
                    <a:pt x="1154" y="205"/>
                  </a:cubicBezTo>
                  <a:cubicBezTo>
                    <a:pt x="1243" y="205"/>
                    <a:pt x="1332" y="203"/>
                    <a:pt x="1421" y="196"/>
                  </a:cubicBezTo>
                  <a:cubicBezTo>
                    <a:pt x="1437" y="195"/>
                    <a:pt x="1452" y="195"/>
                    <a:pt x="1468" y="195"/>
                  </a:cubicBezTo>
                  <a:cubicBezTo>
                    <a:pt x="1565" y="195"/>
                    <a:pt x="1659" y="214"/>
                    <a:pt x="1754" y="214"/>
                  </a:cubicBezTo>
                  <a:cubicBezTo>
                    <a:pt x="1782" y="214"/>
                    <a:pt x="1809" y="212"/>
                    <a:pt x="1837" y="208"/>
                  </a:cubicBezTo>
                  <a:cubicBezTo>
                    <a:pt x="1907" y="199"/>
                    <a:pt x="2001" y="193"/>
                    <a:pt x="2086" y="193"/>
                  </a:cubicBezTo>
                  <a:close/>
                  <a:moveTo>
                    <a:pt x="29" y="0"/>
                  </a:moveTo>
                  <a:cubicBezTo>
                    <a:pt x="0" y="422"/>
                    <a:pt x="18" y="894"/>
                    <a:pt x="18" y="1336"/>
                  </a:cubicBezTo>
                  <a:lnTo>
                    <a:pt x="18" y="6105"/>
                  </a:lnTo>
                  <a:cubicBezTo>
                    <a:pt x="18" y="6550"/>
                    <a:pt x="0" y="7027"/>
                    <a:pt x="29" y="7451"/>
                  </a:cubicBezTo>
                  <a:cubicBezTo>
                    <a:pt x="222" y="7465"/>
                    <a:pt x="425" y="7468"/>
                    <a:pt x="630" y="7468"/>
                  </a:cubicBezTo>
                  <a:cubicBezTo>
                    <a:pt x="876" y="7468"/>
                    <a:pt x="1127" y="7463"/>
                    <a:pt x="1367" y="7463"/>
                  </a:cubicBezTo>
                  <a:lnTo>
                    <a:pt x="6133" y="7463"/>
                  </a:lnTo>
                  <a:cubicBezTo>
                    <a:pt x="6376" y="7463"/>
                    <a:pt x="6628" y="7468"/>
                    <a:pt x="6876" y="7468"/>
                  </a:cubicBezTo>
                  <a:cubicBezTo>
                    <a:pt x="7083" y="7468"/>
                    <a:pt x="7287" y="7465"/>
                    <a:pt x="7481" y="7451"/>
                  </a:cubicBezTo>
                  <a:lnTo>
                    <a:pt x="7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0"/>
            <p:cNvSpPr/>
            <p:nvPr/>
          </p:nvSpPr>
          <p:spPr>
            <a:xfrm>
              <a:off x="2577523" y="3452910"/>
              <a:ext cx="644277" cy="7837"/>
            </a:xfrm>
            <a:custGeom>
              <a:rect b="b" l="l" r="r" t="t"/>
              <a:pathLst>
                <a:path extrusionOk="0" h="277" w="22772">
                  <a:moveTo>
                    <a:pt x="22470" y="0"/>
                  </a:moveTo>
                  <a:cubicBezTo>
                    <a:pt x="22345" y="0"/>
                    <a:pt x="22210" y="12"/>
                    <a:pt x="22103" y="12"/>
                  </a:cubicBezTo>
                  <a:lnTo>
                    <a:pt x="98" y="12"/>
                  </a:lnTo>
                  <a:cubicBezTo>
                    <a:pt x="65" y="45"/>
                    <a:pt x="33" y="76"/>
                    <a:pt x="1" y="110"/>
                  </a:cubicBezTo>
                  <a:cubicBezTo>
                    <a:pt x="2" y="190"/>
                    <a:pt x="25" y="206"/>
                    <a:pt x="54" y="251"/>
                  </a:cubicBezTo>
                  <a:cubicBezTo>
                    <a:pt x="153" y="272"/>
                    <a:pt x="274" y="276"/>
                    <a:pt x="399" y="276"/>
                  </a:cubicBezTo>
                  <a:cubicBezTo>
                    <a:pt x="498" y="276"/>
                    <a:pt x="600" y="273"/>
                    <a:pt x="693" y="273"/>
                  </a:cubicBezTo>
                  <a:lnTo>
                    <a:pt x="22203" y="273"/>
                  </a:lnTo>
                  <a:cubicBezTo>
                    <a:pt x="22269" y="273"/>
                    <a:pt x="22338" y="275"/>
                    <a:pt x="22405" y="275"/>
                  </a:cubicBezTo>
                  <a:cubicBezTo>
                    <a:pt x="22541" y="275"/>
                    <a:pt x="22669" y="267"/>
                    <a:pt x="22750" y="219"/>
                  </a:cubicBezTo>
                  <a:cubicBezTo>
                    <a:pt x="22772" y="138"/>
                    <a:pt x="22769" y="97"/>
                    <a:pt x="22728" y="33"/>
                  </a:cubicBezTo>
                  <a:cubicBezTo>
                    <a:pt x="22662" y="8"/>
                    <a:pt x="22569" y="0"/>
                    <a:pt x="224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0"/>
            <p:cNvSpPr/>
            <p:nvPr/>
          </p:nvSpPr>
          <p:spPr>
            <a:xfrm>
              <a:off x="2577806" y="3496904"/>
              <a:ext cx="644277" cy="7837"/>
            </a:xfrm>
            <a:custGeom>
              <a:rect b="b" l="l" r="r" t="t"/>
              <a:pathLst>
                <a:path extrusionOk="0" h="277" w="22772">
                  <a:moveTo>
                    <a:pt x="22474" y="1"/>
                  </a:moveTo>
                  <a:cubicBezTo>
                    <a:pt x="22348" y="1"/>
                    <a:pt x="22212" y="12"/>
                    <a:pt x="22105" y="12"/>
                  </a:cubicBezTo>
                  <a:lnTo>
                    <a:pt x="100" y="12"/>
                  </a:lnTo>
                  <a:cubicBezTo>
                    <a:pt x="65" y="46"/>
                    <a:pt x="34" y="76"/>
                    <a:pt x="1" y="111"/>
                  </a:cubicBezTo>
                  <a:cubicBezTo>
                    <a:pt x="4" y="191"/>
                    <a:pt x="27" y="207"/>
                    <a:pt x="56" y="252"/>
                  </a:cubicBezTo>
                  <a:cubicBezTo>
                    <a:pt x="153" y="272"/>
                    <a:pt x="274" y="277"/>
                    <a:pt x="398" y="277"/>
                  </a:cubicBezTo>
                  <a:cubicBezTo>
                    <a:pt x="498" y="277"/>
                    <a:pt x="599" y="274"/>
                    <a:pt x="691" y="274"/>
                  </a:cubicBezTo>
                  <a:lnTo>
                    <a:pt x="22202" y="274"/>
                  </a:lnTo>
                  <a:cubicBezTo>
                    <a:pt x="22265" y="274"/>
                    <a:pt x="22331" y="276"/>
                    <a:pt x="22394" y="276"/>
                  </a:cubicBezTo>
                  <a:cubicBezTo>
                    <a:pt x="22534" y="276"/>
                    <a:pt x="22666" y="268"/>
                    <a:pt x="22750" y="220"/>
                  </a:cubicBezTo>
                  <a:cubicBezTo>
                    <a:pt x="22772" y="139"/>
                    <a:pt x="22768" y="98"/>
                    <a:pt x="22728" y="33"/>
                  </a:cubicBezTo>
                  <a:cubicBezTo>
                    <a:pt x="22663" y="8"/>
                    <a:pt x="22572" y="1"/>
                    <a:pt x="224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0"/>
            <p:cNvSpPr/>
            <p:nvPr/>
          </p:nvSpPr>
          <p:spPr>
            <a:xfrm>
              <a:off x="2578173" y="3545254"/>
              <a:ext cx="644249" cy="7837"/>
            </a:xfrm>
            <a:custGeom>
              <a:rect b="b" l="l" r="r" t="t"/>
              <a:pathLst>
                <a:path extrusionOk="0" h="277" w="22771">
                  <a:moveTo>
                    <a:pt x="22469" y="0"/>
                  </a:moveTo>
                  <a:cubicBezTo>
                    <a:pt x="22344" y="0"/>
                    <a:pt x="22210" y="12"/>
                    <a:pt x="22105" y="12"/>
                  </a:cubicBezTo>
                  <a:lnTo>
                    <a:pt x="100" y="12"/>
                  </a:lnTo>
                  <a:cubicBezTo>
                    <a:pt x="65" y="45"/>
                    <a:pt x="33" y="76"/>
                    <a:pt x="1" y="110"/>
                  </a:cubicBezTo>
                  <a:cubicBezTo>
                    <a:pt x="2" y="190"/>
                    <a:pt x="27" y="206"/>
                    <a:pt x="56" y="251"/>
                  </a:cubicBezTo>
                  <a:cubicBezTo>
                    <a:pt x="153" y="272"/>
                    <a:pt x="274" y="276"/>
                    <a:pt x="398" y="276"/>
                  </a:cubicBezTo>
                  <a:cubicBezTo>
                    <a:pt x="497" y="276"/>
                    <a:pt x="599" y="273"/>
                    <a:pt x="692" y="273"/>
                  </a:cubicBezTo>
                  <a:lnTo>
                    <a:pt x="22202" y="273"/>
                  </a:lnTo>
                  <a:cubicBezTo>
                    <a:pt x="22265" y="273"/>
                    <a:pt x="22331" y="275"/>
                    <a:pt x="22395" y="275"/>
                  </a:cubicBezTo>
                  <a:cubicBezTo>
                    <a:pt x="22534" y="275"/>
                    <a:pt x="22666" y="267"/>
                    <a:pt x="22749" y="219"/>
                  </a:cubicBezTo>
                  <a:cubicBezTo>
                    <a:pt x="22771" y="138"/>
                    <a:pt x="22768" y="97"/>
                    <a:pt x="22727" y="33"/>
                  </a:cubicBezTo>
                  <a:cubicBezTo>
                    <a:pt x="22661" y="8"/>
                    <a:pt x="22568" y="0"/>
                    <a:pt x="224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0"/>
            <p:cNvSpPr/>
            <p:nvPr/>
          </p:nvSpPr>
          <p:spPr>
            <a:xfrm>
              <a:off x="2578513" y="3599518"/>
              <a:ext cx="644249" cy="7809"/>
            </a:xfrm>
            <a:custGeom>
              <a:rect b="b" l="l" r="r" t="t"/>
              <a:pathLst>
                <a:path extrusionOk="0" h="276" w="22771">
                  <a:moveTo>
                    <a:pt x="22467" y="0"/>
                  </a:moveTo>
                  <a:cubicBezTo>
                    <a:pt x="22342" y="0"/>
                    <a:pt x="22208" y="11"/>
                    <a:pt x="22103" y="11"/>
                  </a:cubicBezTo>
                  <a:lnTo>
                    <a:pt x="98" y="11"/>
                  </a:lnTo>
                  <a:cubicBezTo>
                    <a:pt x="63" y="45"/>
                    <a:pt x="33" y="75"/>
                    <a:pt x="1" y="110"/>
                  </a:cubicBezTo>
                  <a:cubicBezTo>
                    <a:pt x="2" y="189"/>
                    <a:pt x="25" y="206"/>
                    <a:pt x="54" y="251"/>
                  </a:cubicBezTo>
                  <a:cubicBezTo>
                    <a:pt x="151" y="271"/>
                    <a:pt x="272" y="276"/>
                    <a:pt x="397" y="276"/>
                  </a:cubicBezTo>
                  <a:cubicBezTo>
                    <a:pt x="496" y="276"/>
                    <a:pt x="598" y="273"/>
                    <a:pt x="691" y="273"/>
                  </a:cubicBezTo>
                  <a:lnTo>
                    <a:pt x="22202" y="273"/>
                  </a:lnTo>
                  <a:cubicBezTo>
                    <a:pt x="22264" y="273"/>
                    <a:pt x="22329" y="275"/>
                    <a:pt x="22393" y="275"/>
                  </a:cubicBezTo>
                  <a:cubicBezTo>
                    <a:pt x="22532" y="275"/>
                    <a:pt x="22665" y="267"/>
                    <a:pt x="22748" y="219"/>
                  </a:cubicBezTo>
                  <a:cubicBezTo>
                    <a:pt x="22770" y="136"/>
                    <a:pt x="22766" y="97"/>
                    <a:pt x="22727" y="33"/>
                  </a:cubicBezTo>
                  <a:cubicBezTo>
                    <a:pt x="22660" y="7"/>
                    <a:pt x="22567" y="0"/>
                    <a:pt x="224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0"/>
            <p:cNvSpPr/>
            <p:nvPr/>
          </p:nvSpPr>
          <p:spPr>
            <a:xfrm>
              <a:off x="2577806" y="3880030"/>
              <a:ext cx="644333" cy="7837"/>
            </a:xfrm>
            <a:custGeom>
              <a:rect b="b" l="l" r="r" t="t"/>
              <a:pathLst>
                <a:path extrusionOk="0" h="277" w="22774">
                  <a:moveTo>
                    <a:pt x="22470" y="1"/>
                  </a:moveTo>
                  <a:cubicBezTo>
                    <a:pt x="22345" y="1"/>
                    <a:pt x="22210" y="12"/>
                    <a:pt x="22105" y="12"/>
                  </a:cubicBezTo>
                  <a:lnTo>
                    <a:pt x="100" y="12"/>
                  </a:lnTo>
                  <a:cubicBezTo>
                    <a:pt x="65" y="45"/>
                    <a:pt x="34" y="76"/>
                    <a:pt x="1" y="111"/>
                  </a:cubicBezTo>
                  <a:cubicBezTo>
                    <a:pt x="4" y="191"/>
                    <a:pt x="27" y="207"/>
                    <a:pt x="56" y="252"/>
                  </a:cubicBezTo>
                  <a:cubicBezTo>
                    <a:pt x="154" y="272"/>
                    <a:pt x="275" y="276"/>
                    <a:pt x="400" y="276"/>
                  </a:cubicBezTo>
                  <a:cubicBezTo>
                    <a:pt x="500" y="276"/>
                    <a:pt x="601" y="274"/>
                    <a:pt x="694" y="274"/>
                  </a:cubicBezTo>
                  <a:lnTo>
                    <a:pt x="22205" y="274"/>
                  </a:lnTo>
                  <a:cubicBezTo>
                    <a:pt x="22267" y="274"/>
                    <a:pt x="22333" y="275"/>
                    <a:pt x="22396" y="275"/>
                  </a:cubicBezTo>
                  <a:cubicBezTo>
                    <a:pt x="22536" y="275"/>
                    <a:pt x="22668" y="268"/>
                    <a:pt x="22752" y="220"/>
                  </a:cubicBezTo>
                  <a:cubicBezTo>
                    <a:pt x="22773" y="137"/>
                    <a:pt x="22769" y="98"/>
                    <a:pt x="22730" y="34"/>
                  </a:cubicBezTo>
                  <a:cubicBezTo>
                    <a:pt x="22663" y="8"/>
                    <a:pt x="22569" y="1"/>
                    <a:pt x="224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0"/>
            <p:cNvSpPr/>
            <p:nvPr/>
          </p:nvSpPr>
          <p:spPr>
            <a:xfrm>
              <a:off x="2578145" y="3928352"/>
              <a:ext cx="644277" cy="7837"/>
            </a:xfrm>
            <a:custGeom>
              <a:rect b="b" l="l" r="r" t="t"/>
              <a:pathLst>
                <a:path extrusionOk="0" h="277" w="22772">
                  <a:moveTo>
                    <a:pt x="22469" y="1"/>
                  </a:moveTo>
                  <a:cubicBezTo>
                    <a:pt x="22345" y="1"/>
                    <a:pt x="22209" y="12"/>
                    <a:pt x="22103" y="12"/>
                  </a:cubicBezTo>
                  <a:lnTo>
                    <a:pt x="98" y="12"/>
                  </a:lnTo>
                  <a:cubicBezTo>
                    <a:pt x="64" y="46"/>
                    <a:pt x="32" y="76"/>
                    <a:pt x="1" y="111"/>
                  </a:cubicBezTo>
                  <a:cubicBezTo>
                    <a:pt x="2" y="191"/>
                    <a:pt x="25" y="207"/>
                    <a:pt x="54" y="252"/>
                  </a:cubicBezTo>
                  <a:cubicBezTo>
                    <a:pt x="153" y="272"/>
                    <a:pt x="274" y="277"/>
                    <a:pt x="399" y="277"/>
                  </a:cubicBezTo>
                  <a:cubicBezTo>
                    <a:pt x="498" y="277"/>
                    <a:pt x="600" y="274"/>
                    <a:pt x="693" y="274"/>
                  </a:cubicBezTo>
                  <a:lnTo>
                    <a:pt x="22203" y="274"/>
                  </a:lnTo>
                  <a:cubicBezTo>
                    <a:pt x="22266" y="274"/>
                    <a:pt x="22332" y="275"/>
                    <a:pt x="22396" y="275"/>
                  </a:cubicBezTo>
                  <a:cubicBezTo>
                    <a:pt x="22535" y="275"/>
                    <a:pt x="22667" y="268"/>
                    <a:pt x="22750" y="220"/>
                  </a:cubicBezTo>
                  <a:cubicBezTo>
                    <a:pt x="22772" y="137"/>
                    <a:pt x="22769" y="98"/>
                    <a:pt x="22728" y="34"/>
                  </a:cubicBezTo>
                  <a:cubicBezTo>
                    <a:pt x="22662" y="8"/>
                    <a:pt x="22569" y="1"/>
                    <a:pt x="224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0"/>
            <p:cNvSpPr/>
            <p:nvPr/>
          </p:nvSpPr>
          <p:spPr>
            <a:xfrm>
              <a:off x="2578513" y="3982616"/>
              <a:ext cx="644249" cy="7837"/>
            </a:xfrm>
            <a:custGeom>
              <a:rect b="b" l="l" r="r" t="t"/>
              <a:pathLst>
                <a:path extrusionOk="0" h="277" w="22771">
                  <a:moveTo>
                    <a:pt x="22469" y="0"/>
                  </a:moveTo>
                  <a:cubicBezTo>
                    <a:pt x="22344" y="0"/>
                    <a:pt x="22208" y="12"/>
                    <a:pt x="22103" y="12"/>
                  </a:cubicBezTo>
                  <a:lnTo>
                    <a:pt x="98" y="12"/>
                  </a:lnTo>
                  <a:cubicBezTo>
                    <a:pt x="63" y="44"/>
                    <a:pt x="33" y="76"/>
                    <a:pt x="1" y="109"/>
                  </a:cubicBezTo>
                  <a:cubicBezTo>
                    <a:pt x="2" y="189"/>
                    <a:pt x="25" y="207"/>
                    <a:pt x="54" y="252"/>
                  </a:cubicBezTo>
                  <a:cubicBezTo>
                    <a:pt x="151" y="272"/>
                    <a:pt x="272" y="276"/>
                    <a:pt x="397" y="276"/>
                  </a:cubicBezTo>
                  <a:cubicBezTo>
                    <a:pt x="496" y="276"/>
                    <a:pt x="598" y="274"/>
                    <a:pt x="691" y="274"/>
                  </a:cubicBezTo>
                  <a:lnTo>
                    <a:pt x="22202" y="274"/>
                  </a:lnTo>
                  <a:cubicBezTo>
                    <a:pt x="22263" y="274"/>
                    <a:pt x="22328" y="275"/>
                    <a:pt x="22391" y="275"/>
                  </a:cubicBezTo>
                  <a:cubicBezTo>
                    <a:pt x="22531" y="275"/>
                    <a:pt x="22664" y="267"/>
                    <a:pt x="22748" y="218"/>
                  </a:cubicBezTo>
                  <a:cubicBezTo>
                    <a:pt x="22770" y="137"/>
                    <a:pt x="22766" y="98"/>
                    <a:pt x="22727" y="34"/>
                  </a:cubicBezTo>
                  <a:cubicBezTo>
                    <a:pt x="22661" y="7"/>
                    <a:pt x="22568" y="0"/>
                    <a:pt x="224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0"/>
            <p:cNvSpPr/>
            <p:nvPr/>
          </p:nvSpPr>
          <p:spPr>
            <a:xfrm>
              <a:off x="2577523" y="3835952"/>
              <a:ext cx="644277" cy="7865"/>
            </a:xfrm>
            <a:custGeom>
              <a:rect b="b" l="l" r="r" t="t"/>
              <a:pathLst>
                <a:path extrusionOk="0" h="278" w="22772">
                  <a:moveTo>
                    <a:pt x="22470" y="0"/>
                  </a:moveTo>
                  <a:cubicBezTo>
                    <a:pt x="22345" y="0"/>
                    <a:pt x="22210" y="11"/>
                    <a:pt x="22103" y="11"/>
                  </a:cubicBezTo>
                  <a:lnTo>
                    <a:pt x="98" y="11"/>
                  </a:lnTo>
                  <a:cubicBezTo>
                    <a:pt x="65" y="43"/>
                    <a:pt x="33" y="74"/>
                    <a:pt x="1" y="109"/>
                  </a:cubicBezTo>
                  <a:cubicBezTo>
                    <a:pt x="2" y="189"/>
                    <a:pt x="25" y="205"/>
                    <a:pt x="54" y="251"/>
                  </a:cubicBezTo>
                  <a:cubicBezTo>
                    <a:pt x="152" y="273"/>
                    <a:pt x="272" y="278"/>
                    <a:pt x="396" y="278"/>
                  </a:cubicBezTo>
                  <a:cubicBezTo>
                    <a:pt x="496" y="278"/>
                    <a:pt x="599" y="274"/>
                    <a:pt x="693" y="274"/>
                  </a:cubicBezTo>
                  <a:lnTo>
                    <a:pt x="22203" y="274"/>
                  </a:lnTo>
                  <a:cubicBezTo>
                    <a:pt x="22265" y="274"/>
                    <a:pt x="22330" y="276"/>
                    <a:pt x="22393" y="276"/>
                  </a:cubicBezTo>
                  <a:cubicBezTo>
                    <a:pt x="22533" y="276"/>
                    <a:pt x="22667" y="268"/>
                    <a:pt x="22750" y="219"/>
                  </a:cubicBezTo>
                  <a:cubicBezTo>
                    <a:pt x="22772" y="138"/>
                    <a:pt x="22769" y="98"/>
                    <a:pt x="22728" y="33"/>
                  </a:cubicBezTo>
                  <a:cubicBezTo>
                    <a:pt x="22662" y="7"/>
                    <a:pt x="22569" y="0"/>
                    <a:pt x="224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0"/>
            <p:cNvSpPr/>
            <p:nvPr/>
          </p:nvSpPr>
          <p:spPr>
            <a:xfrm>
              <a:off x="2578513" y="4346532"/>
              <a:ext cx="644249" cy="7837"/>
            </a:xfrm>
            <a:custGeom>
              <a:rect b="b" l="l" r="r" t="t"/>
              <a:pathLst>
                <a:path extrusionOk="0" h="277" w="22771">
                  <a:moveTo>
                    <a:pt x="22467" y="0"/>
                  </a:moveTo>
                  <a:cubicBezTo>
                    <a:pt x="22342" y="0"/>
                    <a:pt x="22208" y="11"/>
                    <a:pt x="22103" y="11"/>
                  </a:cubicBezTo>
                  <a:lnTo>
                    <a:pt x="98" y="11"/>
                  </a:lnTo>
                  <a:cubicBezTo>
                    <a:pt x="63" y="45"/>
                    <a:pt x="33" y="75"/>
                    <a:pt x="1" y="110"/>
                  </a:cubicBezTo>
                  <a:cubicBezTo>
                    <a:pt x="2" y="190"/>
                    <a:pt x="25" y="206"/>
                    <a:pt x="54" y="251"/>
                  </a:cubicBezTo>
                  <a:cubicBezTo>
                    <a:pt x="151" y="272"/>
                    <a:pt x="272" y="276"/>
                    <a:pt x="397" y="276"/>
                  </a:cubicBezTo>
                  <a:cubicBezTo>
                    <a:pt x="496" y="276"/>
                    <a:pt x="598" y="273"/>
                    <a:pt x="691" y="273"/>
                  </a:cubicBezTo>
                  <a:lnTo>
                    <a:pt x="22202" y="273"/>
                  </a:lnTo>
                  <a:cubicBezTo>
                    <a:pt x="22267" y="273"/>
                    <a:pt x="22335" y="275"/>
                    <a:pt x="22402" y="275"/>
                  </a:cubicBezTo>
                  <a:cubicBezTo>
                    <a:pt x="22538" y="275"/>
                    <a:pt x="22666" y="267"/>
                    <a:pt x="22748" y="219"/>
                  </a:cubicBezTo>
                  <a:cubicBezTo>
                    <a:pt x="22770" y="138"/>
                    <a:pt x="22766" y="97"/>
                    <a:pt x="22727" y="33"/>
                  </a:cubicBezTo>
                  <a:cubicBezTo>
                    <a:pt x="22660" y="7"/>
                    <a:pt x="22567" y="0"/>
                    <a:pt x="224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0"/>
            <p:cNvSpPr/>
            <p:nvPr/>
          </p:nvSpPr>
          <p:spPr>
            <a:xfrm>
              <a:off x="2577806" y="4243946"/>
              <a:ext cx="644333" cy="7865"/>
            </a:xfrm>
            <a:custGeom>
              <a:rect b="b" l="l" r="r" t="t"/>
              <a:pathLst>
                <a:path extrusionOk="0" h="278" w="22774">
                  <a:moveTo>
                    <a:pt x="22470" y="0"/>
                  </a:moveTo>
                  <a:cubicBezTo>
                    <a:pt x="22345" y="0"/>
                    <a:pt x="22210" y="11"/>
                    <a:pt x="22105" y="11"/>
                  </a:cubicBezTo>
                  <a:lnTo>
                    <a:pt x="100" y="11"/>
                  </a:lnTo>
                  <a:cubicBezTo>
                    <a:pt x="65" y="45"/>
                    <a:pt x="34" y="75"/>
                    <a:pt x="1" y="110"/>
                  </a:cubicBezTo>
                  <a:cubicBezTo>
                    <a:pt x="4" y="190"/>
                    <a:pt x="27" y="206"/>
                    <a:pt x="56" y="251"/>
                  </a:cubicBezTo>
                  <a:cubicBezTo>
                    <a:pt x="153" y="273"/>
                    <a:pt x="273" y="278"/>
                    <a:pt x="397" y="278"/>
                  </a:cubicBezTo>
                  <a:cubicBezTo>
                    <a:pt x="498" y="278"/>
                    <a:pt x="600" y="275"/>
                    <a:pt x="694" y="275"/>
                  </a:cubicBezTo>
                  <a:lnTo>
                    <a:pt x="22205" y="275"/>
                  </a:lnTo>
                  <a:cubicBezTo>
                    <a:pt x="22267" y="275"/>
                    <a:pt x="22331" y="276"/>
                    <a:pt x="22394" y="276"/>
                  </a:cubicBezTo>
                  <a:cubicBezTo>
                    <a:pt x="22534" y="276"/>
                    <a:pt x="22667" y="269"/>
                    <a:pt x="22752" y="219"/>
                  </a:cubicBezTo>
                  <a:cubicBezTo>
                    <a:pt x="22773" y="138"/>
                    <a:pt x="22769" y="97"/>
                    <a:pt x="22730" y="33"/>
                  </a:cubicBezTo>
                  <a:cubicBezTo>
                    <a:pt x="22663" y="7"/>
                    <a:pt x="22569" y="0"/>
                    <a:pt x="224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0"/>
            <p:cNvSpPr/>
            <p:nvPr/>
          </p:nvSpPr>
          <p:spPr>
            <a:xfrm>
              <a:off x="2577523" y="4199924"/>
              <a:ext cx="644277" cy="7865"/>
            </a:xfrm>
            <a:custGeom>
              <a:rect b="b" l="l" r="r" t="t"/>
              <a:pathLst>
                <a:path extrusionOk="0" h="278" w="22772">
                  <a:moveTo>
                    <a:pt x="22470" y="1"/>
                  </a:moveTo>
                  <a:cubicBezTo>
                    <a:pt x="22345" y="1"/>
                    <a:pt x="22210" y="12"/>
                    <a:pt x="22103" y="12"/>
                  </a:cubicBezTo>
                  <a:lnTo>
                    <a:pt x="98" y="12"/>
                  </a:lnTo>
                  <a:cubicBezTo>
                    <a:pt x="65" y="45"/>
                    <a:pt x="33" y="76"/>
                    <a:pt x="1" y="111"/>
                  </a:cubicBezTo>
                  <a:cubicBezTo>
                    <a:pt x="2" y="191"/>
                    <a:pt x="25" y="207"/>
                    <a:pt x="54" y="252"/>
                  </a:cubicBezTo>
                  <a:cubicBezTo>
                    <a:pt x="155" y="273"/>
                    <a:pt x="279" y="278"/>
                    <a:pt x="405" y="278"/>
                  </a:cubicBezTo>
                  <a:cubicBezTo>
                    <a:pt x="503" y="278"/>
                    <a:pt x="602" y="275"/>
                    <a:pt x="693" y="275"/>
                  </a:cubicBezTo>
                  <a:lnTo>
                    <a:pt x="22203" y="275"/>
                  </a:lnTo>
                  <a:cubicBezTo>
                    <a:pt x="22265" y="275"/>
                    <a:pt x="22330" y="276"/>
                    <a:pt x="22393" y="276"/>
                  </a:cubicBezTo>
                  <a:cubicBezTo>
                    <a:pt x="22533" y="276"/>
                    <a:pt x="22667" y="269"/>
                    <a:pt x="22750" y="220"/>
                  </a:cubicBezTo>
                  <a:cubicBezTo>
                    <a:pt x="22772" y="138"/>
                    <a:pt x="22769" y="98"/>
                    <a:pt x="22728" y="34"/>
                  </a:cubicBezTo>
                  <a:cubicBezTo>
                    <a:pt x="22662" y="8"/>
                    <a:pt x="22569" y="1"/>
                    <a:pt x="224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0"/>
            <p:cNvSpPr/>
            <p:nvPr/>
          </p:nvSpPr>
          <p:spPr>
            <a:xfrm>
              <a:off x="2578145" y="4292353"/>
              <a:ext cx="644277" cy="7837"/>
            </a:xfrm>
            <a:custGeom>
              <a:rect b="b" l="l" r="r" t="t"/>
              <a:pathLst>
                <a:path extrusionOk="0" h="277" w="22772">
                  <a:moveTo>
                    <a:pt x="22469" y="0"/>
                  </a:moveTo>
                  <a:cubicBezTo>
                    <a:pt x="22345" y="0"/>
                    <a:pt x="22209" y="12"/>
                    <a:pt x="22103" y="12"/>
                  </a:cubicBezTo>
                  <a:lnTo>
                    <a:pt x="98" y="12"/>
                  </a:lnTo>
                  <a:cubicBezTo>
                    <a:pt x="64" y="44"/>
                    <a:pt x="32" y="74"/>
                    <a:pt x="1" y="109"/>
                  </a:cubicBezTo>
                  <a:cubicBezTo>
                    <a:pt x="2" y="189"/>
                    <a:pt x="25" y="205"/>
                    <a:pt x="54" y="252"/>
                  </a:cubicBezTo>
                  <a:cubicBezTo>
                    <a:pt x="153" y="272"/>
                    <a:pt x="274" y="276"/>
                    <a:pt x="399" y="276"/>
                  </a:cubicBezTo>
                  <a:cubicBezTo>
                    <a:pt x="498" y="276"/>
                    <a:pt x="600" y="273"/>
                    <a:pt x="693" y="273"/>
                  </a:cubicBezTo>
                  <a:lnTo>
                    <a:pt x="22203" y="273"/>
                  </a:lnTo>
                  <a:cubicBezTo>
                    <a:pt x="22265" y="273"/>
                    <a:pt x="22330" y="275"/>
                    <a:pt x="22393" y="275"/>
                  </a:cubicBezTo>
                  <a:cubicBezTo>
                    <a:pt x="22533" y="275"/>
                    <a:pt x="22666" y="267"/>
                    <a:pt x="22750" y="218"/>
                  </a:cubicBezTo>
                  <a:cubicBezTo>
                    <a:pt x="22772" y="137"/>
                    <a:pt x="22769" y="97"/>
                    <a:pt x="22728" y="33"/>
                  </a:cubicBezTo>
                  <a:cubicBezTo>
                    <a:pt x="22662" y="8"/>
                    <a:pt x="22569" y="0"/>
                    <a:pt x="224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0"/>
            <p:cNvSpPr/>
            <p:nvPr/>
          </p:nvSpPr>
          <p:spPr>
            <a:xfrm>
              <a:off x="2315259" y="4312441"/>
              <a:ext cx="28236" cy="45749"/>
            </a:xfrm>
            <a:custGeom>
              <a:rect b="b" l="l" r="r" t="t"/>
              <a:pathLst>
                <a:path extrusionOk="0" h="1617" w="998">
                  <a:moveTo>
                    <a:pt x="829" y="0"/>
                  </a:moveTo>
                  <a:cubicBezTo>
                    <a:pt x="787" y="0"/>
                    <a:pt x="747" y="24"/>
                    <a:pt x="735" y="80"/>
                  </a:cubicBezTo>
                  <a:cubicBezTo>
                    <a:pt x="611" y="639"/>
                    <a:pt x="469" y="1120"/>
                    <a:pt x="34" y="1528"/>
                  </a:cubicBezTo>
                  <a:cubicBezTo>
                    <a:pt x="0" y="1561"/>
                    <a:pt x="31" y="1617"/>
                    <a:pt x="71" y="1617"/>
                  </a:cubicBezTo>
                  <a:cubicBezTo>
                    <a:pt x="79" y="1617"/>
                    <a:pt x="88" y="1615"/>
                    <a:pt x="97" y="1609"/>
                  </a:cubicBezTo>
                  <a:cubicBezTo>
                    <a:pt x="578" y="1292"/>
                    <a:pt x="998" y="715"/>
                    <a:pt x="950" y="110"/>
                  </a:cubicBezTo>
                  <a:cubicBezTo>
                    <a:pt x="946" y="43"/>
                    <a:pt x="886" y="0"/>
                    <a:pt x="8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0"/>
            <p:cNvSpPr/>
            <p:nvPr/>
          </p:nvSpPr>
          <p:spPr>
            <a:xfrm>
              <a:off x="2309034" y="4313516"/>
              <a:ext cx="18079" cy="27217"/>
            </a:xfrm>
            <a:custGeom>
              <a:rect b="b" l="l" r="r" t="t"/>
              <a:pathLst>
                <a:path extrusionOk="0" h="962" w="639">
                  <a:moveTo>
                    <a:pt x="557" y="1"/>
                  </a:moveTo>
                  <a:cubicBezTo>
                    <a:pt x="540" y="1"/>
                    <a:pt x="523" y="7"/>
                    <a:pt x="507" y="21"/>
                  </a:cubicBezTo>
                  <a:cubicBezTo>
                    <a:pt x="391" y="132"/>
                    <a:pt x="334" y="261"/>
                    <a:pt x="261" y="401"/>
                  </a:cubicBezTo>
                  <a:lnTo>
                    <a:pt x="33" y="843"/>
                  </a:lnTo>
                  <a:cubicBezTo>
                    <a:pt x="0" y="906"/>
                    <a:pt x="52" y="961"/>
                    <a:pt x="105" y="961"/>
                  </a:cubicBezTo>
                  <a:cubicBezTo>
                    <a:pt x="129" y="961"/>
                    <a:pt x="153" y="950"/>
                    <a:pt x="170" y="923"/>
                  </a:cubicBezTo>
                  <a:lnTo>
                    <a:pt x="427" y="499"/>
                  </a:lnTo>
                  <a:cubicBezTo>
                    <a:pt x="511" y="363"/>
                    <a:pt x="593" y="247"/>
                    <a:pt x="628" y="91"/>
                  </a:cubicBezTo>
                  <a:cubicBezTo>
                    <a:pt x="638" y="41"/>
                    <a:pt x="600" y="1"/>
                    <a:pt x="5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0"/>
            <p:cNvSpPr/>
            <p:nvPr/>
          </p:nvSpPr>
          <p:spPr>
            <a:xfrm>
              <a:off x="2312118" y="3960435"/>
              <a:ext cx="24247" cy="31999"/>
            </a:xfrm>
            <a:custGeom>
              <a:rect b="b" l="l" r="r" t="t"/>
              <a:pathLst>
                <a:path extrusionOk="0" h="1131" w="857">
                  <a:moveTo>
                    <a:pt x="720" y="1"/>
                  </a:moveTo>
                  <a:cubicBezTo>
                    <a:pt x="698" y="1"/>
                    <a:pt x="676" y="12"/>
                    <a:pt x="661" y="38"/>
                  </a:cubicBezTo>
                  <a:cubicBezTo>
                    <a:pt x="570" y="207"/>
                    <a:pt x="541" y="397"/>
                    <a:pt x="442" y="565"/>
                  </a:cubicBezTo>
                  <a:cubicBezTo>
                    <a:pt x="338" y="739"/>
                    <a:pt x="193" y="892"/>
                    <a:pt x="43" y="1030"/>
                  </a:cubicBezTo>
                  <a:cubicBezTo>
                    <a:pt x="1" y="1070"/>
                    <a:pt x="40" y="1130"/>
                    <a:pt x="88" y="1130"/>
                  </a:cubicBezTo>
                  <a:cubicBezTo>
                    <a:pt x="97" y="1130"/>
                    <a:pt x="107" y="1128"/>
                    <a:pt x="116" y="1123"/>
                  </a:cubicBezTo>
                  <a:cubicBezTo>
                    <a:pt x="450" y="949"/>
                    <a:pt x="856" y="479"/>
                    <a:pt x="804" y="75"/>
                  </a:cubicBezTo>
                  <a:cubicBezTo>
                    <a:pt x="796" y="33"/>
                    <a:pt x="758" y="1"/>
                    <a:pt x="7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0"/>
            <p:cNvSpPr/>
            <p:nvPr/>
          </p:nvSpPr>
          <p:spPr>
            <a:xfrm>
              <a:off x="2304932" y="3958653"/>
              <a:ext cx="16919" cy="21757"/>
            </a:xfrm>
            <a:custGeom>
              <a:rect b="b" l="l" r="r" t="t"/>
              <a:pathLst>
                <a:path extrusionOk="0" h="769" w="598">
                  <a:moveTo>
                    <a:pt x="503" y="0"/>
                  </a:moveTo>
                  <a:cubicBezTo>
                    <a:pt x="495" y="0"/>
                    <a:pt x="486" y="1"/>
                    <a:pt x="478" y="4"/>
                  </a:cubicBezTo>
                  <a:cubicBezTo>
                    <a:pt x="355" y="39"/>
                    <a:pt x="251" y="171"/>
                    <a:pt x="185" y="276"/>
                  </a:cubicBezTo>
                  <a:cubicBezTo>
                    <a:pt x="108" y="397"/>
                    <a:pt x="54" y="533"/>
                    <a:pt x="17" y="671"/>
                  </a:cubicBezTo>
                  <a:cubicBezTo>
                    <a:pt x="0" y="732"/>
                    <a:pt x="44" y="768"/>
                    <a:pt x="91" y="768"/>
                  </a:cubicBezTo>
                  <a:cubicBezTo>
                    <a:pt x="122" y="768"/>
                    <a:pt x="155" y="751"/>
                    <a:pt x="169" y="713"/>
                  </a:cubicBezTo>
                  <a:cubicBezTo>
                    <a:pt x="216" y="596"/>
                    <a:pt x="280" y="484"/>
                    <a:pt x="360" y="385"/>
                  </a:cubicBezTo>
                  <a:cubicBezTo>
                    <a:pt x="427" y="302"/>
                    <a:pt x="528" y="222"/>
                    <a:pt x="572" y="126"/>
                  </a:cubicBezTo>
                  <a:cubicBezTo>
                    <a:pt x="598" y="69"/>
                    <a:pt x="564" y="0"/>
                    <a:pt x="5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0"/>
            <p:cNvSpPr/>
            <p:nvPr/>
          </p:nvSpPr>
          <p:spPr>
            <a:xfrm>
              <a:off x="2432839" y="3589446"/>
              <a:ext cx="20116" cy="28887"/>
            </a:xfrm>
            <a:custGeom>
              <a:rect b="b" l="l" r="r" t="t"/>
              <a:pathLst>
                <a:path extrusionOk="0" h="1021" w="711">
                  <a:moveTo>
                    <a:pt x="605" y="1"/>
                  </a:moveTo>
                  <a:cubicBezTo>
                    <a:pt x="590" y="1"/>
                    <a:pt x="575" y="8"/>
                    <a:pt x="565" y="24"/>
                  </a:cubicBezTo>
                  <a:cubicBezTo>
                    <a:pt x="484" y="154"/>
                    <a:pt x="484" y="335"/>
                    <a:pt x="413" y="476"/>
                  </a:cubicBezTo>
                  <a:cubicBezTo>
                    <a:pt x="327" y="645"/>
                    <a:pt x="203" y="787"/>
                    <a:pt x="54" y="899"/>
                  </a:cubicBezTo>
                  <a:cubicBezTo>
                    <a:pt x="1" y="939"/>
                    <a:pt x="33" y="1021"/>
                    <a:pt x="83" y="1021"/>
                  </a:cubicBezTo>
                  <a:cubicBezTo>
                    <a:pt x="93" y="1021"/>
                    <a:pt x="105" y="1017"/>
                    <a:pt x="116" y="1008"/>
                  </a:cubicBezTo>
                  <a:cubicBezTo>
                    <a:pt x="280" y="891"/>
                    <a:pt x="419" y="745"/>
                    <a:pt x="516" y="569"/>
                  </a:cubicBezTo>
                  <a:cubicBezTo>
                    <a:pt x="596" y="427"/>
                    <a:pt x="711" y="197"/>
                    <a:pt x="653" y="34"/>
                  </a:cubicBezTo>
                  <a:cubicBezTo>
                    <a:pt x="644" y="13"/>
                    <a:pt x="625" y="1"/>
                    <a:pt x="6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0"/>
            <p:cNvSpPr/>
            <p:nvPr/>
          </p:nvSpPr>
          <p:spPr>
            <a:xfrm>
              <a:off x="2428227" y="3587494"/>
              <a:ext cx="13467" cy="19861"/>
            </a:xfrm>
            <a:custGeom>
              <a:rect b="b" l="l" r="r" t="t"/>
              <a:pathLst>
                <a:path extrusionOk="0" h="702" w="476">
                  <a:moveTo>
                    <a:pt x="403" y="1"/>
                  </a:moveTo>
                  <a:cubicBezTo>
                    <a:pt x="392" y="1"/>
                    <a:pt x="382" y="3"/>
                    <a:pt x="371" y="9"/>
                  </a:cubicBezTo>
                  <a:cubicBezTo>
                    <a:pt x="270" y="60"/>
                    <a:pt x="227" y="157"/>
                    <a:pt x="182" y="255"/>
                  </a:cubicBezTo>
                  <a:cubicBezTo>
                    <a:pt x="131" y="364"/>
                    <a:pt x="80" y="473"/>
                    <a:pt x="29" y="583"/>
                  </a:cubicBezTo>
                  <a:cubicBezTo>
                    <a:pt x="0" y="646"/>
                    <a:pt x="50" y="702"/>
                    <a:pt x="101" y="702"/>
                  </a:cubicBezTo>
                  <a:cubicBezTo>
                    <a:pt x="125" y="702"/>
                    <a:pt x="149" y="690"/>
                    <a:pt x="166" y="663"/>
                  </a:cubicBezTo>
                  <a:cubicBezTo>
                    <a:pt x="228" y="561"/>
                    <a:pt x="294" y="460"/>
                    <a:pt x="358" y="361"/>
                  </a:cubicBezTo>
                  <a:cubicBezTo>
                    <a:pt x="417" y="268"/>
                    <a:pt x="475" y="176"/>
                    <a:pt x="467" y="64"/>
                  </a:cubicBezTo>
                  <a:cubicBezTo>
                    <a:pt x="462" y="26"/>
                    <a:pt x="435" y="1"/>
                    <a:pt x="4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0"/>
            <p:cNvSpPr/>
            <p:nvPr/>
          </p:nvSpPr>
          <p:spPr>
            <a:xfrm>
              <a:off x="2892494" y="2884134"/>
              <a:ext cx="60461" cy="405347"/>
            </a:xfrm>
            <a:custGeom>
              <a:rect b="b" l="l" r="r" t="t"/>
              <a:pathLst>
                <a:path extrusionOk="0" h="14327" w="2137">
                  <a:moveTo>
                    <a:pt x="1084" y="5782"/>
                  </a:moveTo>
                  <a:cubicBezTo>
                    <a:pt x="1094" y="5782"/>
                    <a:pt x="1105" y="5785"/>
                    <a:pt x="1115" y="5793"/>
                  </a:cubicBezTo>
                  <a:cubicBezTo>
                    <a:pt x="1290" y="5937"/>
                    <a:pt x="1486" y="6075"/>
                    <a:pt x="1640" y="6241"/>
                  </a:cubicBezTo>
                  <a:cubicBezTo>
                    <a:pt x="1667" y="6271"/>
                    <a:pt x="1642" y="6318"/>
                    <a:pt x="1608" y="6318"/>
                  </a:cubicBezTo>
                  <a:cubicBezTo>
                    <a:pt x="1600" y="6318"/>
                    <a:pt x="1593" y="6316"/>
                    <a:pt x="1585" y="6311"/>
                  </a:cubicBezTo>
                  <a:cubicBezTo>
                    <a:pt x="1392" y="6184"/>
                    <a:pt x="1222" y="6010"/>
                    <a:pt x="1047" y="5859"/>
                  </a:cubicBezTo>
                  <a:cubicBezTo>
                    <a:pt x="1010" y="5829"/>
                    <a:pt x="1044" y="5782"/>
                    <a:pt x="1084" y="5782"/>
                  </a:cubicBezTo>
                  <a:close/>
                  <a:moveTo>
                    <a:pt x="1043" y="6305"/>
                  </a:moveTo>
                  <a:cubicBezTo>
                    <a:pt x="1054" y="6305"/>
                    <a:pt x="1064" y="6309"/>
                    <a:pt x="1073" y="6318"/>
                  </a:cubicBezTo>
                  <a:cubicBezTo>
                    <a:pt x="1213" y="6449"/>
                    <a:pt x="1358" y="6570"/>
                    <a:pt x="1517" y="6679"/>
                  </a:cubicBezTo>
                  <a:cubicBezTo>
                    <a:pt x="1647" y="6767"/>
                    <a:pt x="1796" y="6833"/>
                    <a:pt x="1914" y="6939"/>
                  </a:cubicBezTo>
                  <a:cubicBezTo>
                    <a:pt x="1937" y="6959"/>
                    <a:pt x="1916" y="6993"/>
                    <a:pt x="1888" y="6993"/>
                  </a:cubicBezTo>
                  <a:cubicBezTo>
                    <a:pt x="1886" y="6993"/>
                    <a:pt x="1884" y="6993"/>
                    <a:pt x="1882" y="6993"/>
                  </a:cubicBezTo>
                  <a:cubicBezTo>
                    <a:pt x="1556" y="6914"/>
                    <a:pt x="1240" y="6613"/>
                    <a:pt x="1005" y="6388"/>
                  </a:cubicBezTo>
                  <a:cubicBezTo>
                    <a:pt x="973" y="6354"/>
                    <a:pt x="1007" y="6305"/>
                    <a:pt x="1043" y="6305"/>
                  </a:cubicBezTo>
                  <a:close/>
                  <a:moveTo>
                    <a:pt x="1086" y="6926"/>
                  </a:moveTo>
                  <a:cubicBezTo>
                    <a:pt x="1090" y="6926"/>
                    <a:pt x="1094" y="6927"/>
                    <a:pt x="1098" y="6929"/>
                  </a:cubicBezTo>
                  <a:cubicBezTo>
                    <a:pt x="1226" y="7007"/>
                    <a:pt x="1357" y="7080"/>
                    <a:pt x="1476" y="7166"/>
                  </a:cubicBezTo>
                  <a:cubicBezTo>
                    <a:pt x="1506" y="7189"/>
                    <a:pt x="1541" y="7211"/>
                    <a:pt x="1573" y="7234"/>
                  </a:cubicBezTo>
                  <a:cubicBezTo>
                    <a:pt x="1656" y="7288"/>
                    <a:pt x="1741" y="7343"/>
                    <a:pt x="1800" y="7414"/>
                  </a:cubicBezTo>
                  <a:cubicBezTo>
                    <a:pt x="1822" y="7441"/>
                    <a:pt x="1807" y="7492"/>
                    <a:pt x="1773" y="7492"/>
                  </a:cubicBezTo>
                  <a:cubicBezTo>
                    <a:pt x="1768" y="7492"/>
                    <a:pt x="1762" y="7491"/>
                    <a:pt x="1757" y="7488"/>
                  </a:cubicBezTo>
                  <a:cubicBezTo>
                    <a:pt x="1650" y="7445"/>
                    <a:pt x="1559" y="7371"/>
                    <a:pt x="1466" y="7299"/>
                  </a:cubicBezTo>
                  <a:cubicBezTo>
                    <a:pt x="1442" y="7283"/>
                    <a:pt x="1421" y="7266"/>
                    <a:pt x="1396" y="7249"/>
                  </a:cubicBezTo>
                  <a:cubicBezTo>
                    <a:pt x="1280" y="7166"/>
                    <a:pt x="1174" y="7065"/>
                    <a:pt x="1064" y="6975"/>
                  </a:cubicBezTo>
                  <a:cubicBezTo>
                    <a:pt x="1042" y="6957"/>
                    <a:pt x="1064" y="6926"/>
                    <a:pt x="1086" y="6926"/>
                  </a:cubicBezTo>
                  <a:close/>
                  <a:moveTo>
                    <a:pt x="1162" y="7398"/>
                  </a:moveTo>
                  <a:cubicBezTo>
                    <a:pt x="1170" y="7398"/>
                    <a:pt x="1178" y="7400"/>
                    <a:pt x="1185" y="7406"/>
                  </a:cubicBezTo>
                  <a:cubicBezTo>
                    <a:pt x="1203" y="7416"/>
                    <a:pt x="1220" y="7429"/>
                    <a:pt x="1236" y="7442"/>
                  </a:cubicBezTo>
                  <a:cubicBezTo>
                    <a:pt x="1315" y="7493"/>
                    <a:pt x="1389" y="7545"/>
                    <a:pt x="1467" y="7598"/>
                  </a:cubicBezTo>
                  <a:cubicBezTo>
                    <a:pt x="1547" y="7653"/>
                    <a:pt x="1640" y="7699"/>
                    <a:pt x="1693" y="7785"/>
                  </a:cubicBezTo>
                  <a:cubicBezTo>
                    <a:pt x="1712" y="7817"/>
                    <a:pt x="1684" y="7860"/>
                    <a:pt x="1648" y="7860"/>
                  </a:cubicBezTo>
                  <a:cubicBezTo>
                    <a:pt x="1644" y="7860"/>
                    <a:pt x="1639" y="7859"/>
                    <a:pt x="1634" y="7858"/>
                  </a:cubicBezTo>
                  <a:cubicBezTo>
                    <a:pt x="1538" y="7833"/>
                    <a:pt x="1467" y="7755"/>
                    <a:pt x="1392" y="7695"/>
                  </a:cubicBezTo>
                  <a:cubicBezTo>
                    <a:pt x="1309" y="7625"/>
                    <a:pt x="1226" y="7558"/>
                    <a:pt x="1146" y="7494"/>
                  </a:cubicBezTo>
                  <a:cubicBezTo>
                    <a:pt x="1139" y="7487"/>
                    <a:pt x="1134" y="7484"/>
                    <a:pt x="1130" y="7480"/>
                  </a:cubicBezTo>
                  <a:cubicBezTo>
                    <a:pt x="1094" y="7451"/>
                    <a:pt x="1125" y="7398"/>
                    <a:pt x="1162" y="7398"/>
                  </a:cubicBezTo>
                  <a:close/>
                  <a:moveTo>
                    <a:pt x="0" y="1"/>
                  </a:moveTo>
                  <a:lnTo>
                    <a:pt x="0" y="14326"/>
                  </a:lnTo>
                  <a:lnTo>
                    <a:pt x="2136" y="14326"/>
                  </a:lnTo>
                  <a:lnTo>
                    <a:pt x="213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0"/>
            <p:cNvSpPr/>
            <p:nvPr/>
          </p:nvSpPr>
          <p:spPr>
            <a:xfrm>
              <a:off x="2776781" y="2977440"/>
              <a:ext cx="51436" cy="311500"/>
            </a:xfrm>
            <a:custGeom>
              <a:rect b="b" l="l" r="r" t="t"/>
              <a:pathLst>
                <a:path extrusionOk="0" h="11010" w="1818">
                  <a:moveTo>
                    <a:pt x="717" y="5226"/>
                  </a:moveTo>
                  <a:cubicBezTo>
                    <a:pt x="727" y="5226"/>
                    <a:pt x="736" y="5229"/>
                    <a:pt x="746" y="5236"/>
                  </a:cubicBezTo>
                  <a:cubicBezTo>
                    <a:pt x="985" y="5397"/>
                    <a:pt x="1262" y="5543"/>
                    <a:pt x="1466" y="5749"/>
                  </a:cubicBezTo>
                  <a:cubicBezTo>
                    <a:pt x="1484" y="5763"/>
                    <a:pt x="1470" y="5798"/>
                    <a:pt x="1449" y="5798"/>
                  </a:cubicBezTo>
                  <a:cubicBezTo>
                    <a:pt x="1446" y="5798"/>
                    <a:pt x="1443" y="5797"/>
                    <a:pt x="1440" y="5796"/>
                  </a:cubicBezTo>
                  <a:cubicBezTo>
                    <a:pt x="1172" y="5687"/>
                    <a:pt x="932" y="5487"/>
                    <a:pt x="691" y="5329"/>
                  </a:cubicBezTo>
                  <a:cubicBezTo>
                    <a:pt x="643" y="5295"/>
                    <a:pt x="673" y="5226"/>
                    <a:pt x="717" y="5226"/>
                  </a:cubicBezTo>
                  <a:close/>
                  <a:moveTo>
                    <a:pt x="713" y="5767"/>
                  </a:moveTo>
                  <a:cubicBezTo>
                    <a:pt x="721" y="5767"/>
                    <a:pt x="729" y="5770"/>
                    <a:pt x="738" y="5775"/>
                  </a:cubicBezTo>
                  <a:cubicBezTo>
                    <a:pt x="940" y="5903"/>
                    <a:pt x="1159" y="6021"/>
                    <a:pt x="1350" y="6171"/>
                  </a:cubicBezTo>
                  <a:cubicBezTo>
                    <a:pt x="1376" y="6188"/>
                    <a:pt x="1405" y="6211"/>
                    <a:pt x="1430" y="6233"/>
                  </a:cubicBezTo>
                  <a:cubicBezTo>
                    <a:pt x="1467" y="6267"/>
                    <a:pt x="1432" y="6314"/>
                    <a:pt x="1393" y="6314"/>
                  </a:cubicBezTo>
                  <a:cubicBezTo>
                    <a:pt x="1386" y="6314"/>
                    <a:pt x="1378" y="6312"/>
                    <a:pt x="1371" y="6309"/>
                  </a:cubicBezTo>
                  <a:cubicBezTo>
                    <a:pt x="1321" y="6283"/>
                    <a:pt x="1268" y="6254"/>
                    <a:pt x="1219" y="6223"/>
                  </a:cubicBezTo>
                  <a:cubicBezTo>
                    <a:pt x="1036" y="6114"/>
                    <a:pt x="867" y="5974"/>
                    <a:pt x="692" y="5851"/>
                  </a:cubicBezTo>
                  <a:cubicBezTo>
                    <a:pt x="655" y="5823"/>
                    <a:pt x="677" y="5767"/>
                    <a:pt x="713" y="5767"/>
                  </a:cubicBezTo>
                  <a:close/>
                  <a:moveTo>
                    <a:pt x="882" y="6213"/>
                  </a:moveTo>
                  <a:cubicBezTo>
                    <a:pt x="895" y="6213"/>
                    <a:pt x="908" y="6218"/>
                    <a:pt x="918" y="6232"/>
                  </a:cubicBezTo>
                  <a:cubicBezTo>
                    <a:pt x="940" y="6265"/>
                    <a:pt x="963" y="6291"/>
                    <a:pt x="991" y="6320"/>
                  </a:cubicBezTo>
                  <a:cubicBezTo>
                    <a:pt x="1030" y="6368"/>
                    <a:pt x="1081" y="6406"/>
                    <a:pt x="1136" y="6441"/>
                  </a:cubicBezTo>
                  <a:cubicBezTo>
                    <a:pt x="1214" y="6491"/>
                    <a:pt x="1302" y="6509"/>
                    <a:pt x="1382" y="6553"/>
                  </a:cubicBezTo>
                  <a:cubicBezTo>
                    <a:pt x="1418" y="6571"/>
                    <a:pt x="1399" y="6621"/>
                    <a:pt x="1363" y="6623"/>
                  </a:cubicBezTo>
                  <a:cubicBezTo>
                    <a:pt x="1358" y="6623"/>
                    <a:pt x="1354" y="6623"/>
                    <a:pt x="1350" y="6623"/>
                  </a:cubicBezTo>
                  <a:cubicBezTo>
                    <a:pt x="1181" y="6623"/>
                    <a:pt x="1017" y="6489"/>
                    <a:pt x="905" y="6354"/>
                  </a:cubicBezTo>
                  <a:cubicBezTo>
                    <a:pt x="883" y="6326"/>
                    <a:pt x="865" y="6297"/>
                    <a:pt x="847" y="6272"/>
                  </a:cubicBezTo>
                  <a:cubicBezTo>
                    <a:pt x="826" y="6240"/>
                    <a:pt x="853" y="6213"/>
                    <a:pt x="882" y="6213"/>
                  </a:cubicBezTo>
                  <a:close/>
                  <a:moveTo>
                    <a:pt x="0" y="0"/>
                  </a:moveTo>
                  <a:lnTo>
                    <a:pt x="0" y="11009"/>
                  </a:lnTo>
                  <a:lnTo>
                    <a:pt x="1808" y="11009"/>
                  </a:lnTo>
                  <a:cubicBezTo>
                    <a:pt x="1812" y="11008"/>
                    <a:pt x="1815" y="11002"/>
                    <a:pt x="1818" y="11001"/>
                  </a:cubicBezTo>
                  <a:lnTo>
                    <a:pt x="181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10"/>
            <p:cNvSpPr/>
            <p:nvPr/>
          </p:nvSpPr>
          <p:spPr>
            <a:xfrm>
              <a:off x="2660700" y="2934040"/>
              <a:ext cx="55142" cy="355184"/>
            </a:xfrm>
            <a:custGeom>
              <a:rect b="b" l="l" r="r" t="t"/>
              <a:pathLst>
                <a:path extrusionOk="0" h="12554" w="1949">
                  <a:moveTo>
                    <a:pt x="731" y="1450"/>
                  </a:moveTo>
                  <a:cubicBezTo>
                    <a:pt x="767" y="1450"/>
                    <a:pt x="800" y="1482"/>
                    <a:pt x="793" y="1529"/>
                  </a:cubicBezTo>
                  <a:cubicBezTo>
                    <a:pt x="777" y="1646"/>
                    <a:pt x="709" y="1760"/>
                    <a:pt x="661" y="1867"/>
                  </a:cubicBezTo>
                  <a:cubicBezTo>
                    <a:pt x="610" y="1988"/>
                    <a:pt x="554" y="2110"/>
                    <a:pt x="501" y="2231"/>
                  </a:cubicBezTo>
                  <a:cubicBezTo>
                    <a:pt x="491" y="2251"/>
                    <a:pt x="474" y="2260"/>
                    <a:pt x="455" y="2260"/>
                  </a:cubicBezTo>
                  <a:cubicBezTo>
                    <a:pt x="417" y="2260"/>
                    <a:pt x="376" y="2226"/>
                    <a:pt x="392" y="2184"/>
                  </a:cubicBezTo>
                  <a:lnTo>
                    <a:pt x="536" y="1812"/>
                  </a:lnTo>
                  <a:cubicBezTo>
                    <a:pt x="575" y="1703"/>
                    <a:pt x="608" y="1577"/>
                    <a:pt x="677" y="1479"/>
                  </a:cubicBezTo>
                  <a:cubicBezTo>
                    <a:pt x="692" y="1459"/>
                    <a:pt x="712" y="1450"/>
                    <a:pt x="731" y="1450"/>
                  </a:cubicBezTo>
                  <a:close/>
                  <a:moveTo>
                    <a:pt x="1011" y="1545"/>
                  </a:moveTo>
                  <a:cubicBezTo>
                    <a:pt x="1036" y="1545"/>
                    <a:pt x="1064" y="1565"/>
                    <a:pt x="1066" y="1593"/>
                  </a:cubicBezTo>
                  <a:cubicBezTo>
                    <a:pt x="1126" y="2132"/>
                    <a:pt x="870" y="2683"/>
                    <a:pt x="549" y="3100"/>
                  </a:cubicBezTo>
                  <a:cubicBezTo>
                    <a:pt x="542" y="3108"/>
                    <a:pt x="534" y="3112"/>
                    <a:pt x="526" y="3112"/>
                  </a:cubicBezTo>
                  <a:cubicBezTo>
                    <a:pt x="508" y="3112"/>
                    <a:pt x="493" y="3095"/>
                    <a:pt x="505" y="3075"/>
                  </a:cubicBezTo>
                  <a:cubicBezTo>
                    <a:pt x="812" y="2603"/>
                    <a:pt x="892" y="2126"/>
                    <a:pt x="973" y="1581"/>
                  </a:cubicBezTo>
                  <a:cubicBezTo>
                    <a:pt x="977" y="1556"/>
                    <a:pt x="993" y="1545"/>
                    <a:pt x="1011" y="1545"/>
                  </a:cubicBezTo>
                  <a:close/>
                  <a:moveTo>
                    <a:pt x="1728" y="0"/>
                  </a:moveTo>
                  <a:cubicBezTo>
                    <a:pt x="1592" y="0"/>
                    <a:pt x="1438" y="11"/>
                    <a:pt x="1348" y="11"/>
                  </a:cubicBezTo>
                  <a:lnTo>
                    <a:pt x="0" y="11"/>
                  </a:lnTo>
                  <a:lnTo>
                    <a:pt x="0" y="12553"/>
                  </a:lnTo>
                  <a:lnTo>
                    <a:pt x="1949" y="12553"/>
                  </a:lnTo>
                  <a:lnTo>
                    <a:pt x="1949" y="21"/>
                  </a:lnTo>
                  <a:cubicBezTo>
                    <a:pt x="1901" y="5"/>
                    <a:pt x="1819" y="0"/>
                    <a:pt x="17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10"/>
            <p:cNvSpPr/>
            <p:nvPr/>
          </p:nvSpPr>
          <p:spPr>
            <a:xfrm>
              <a:off x="2554776" y="3022735"/>
              <a:ext cx="53303" cy="266968"/>
            </a:xfrm>
            <a:custGeom>
              <a:rect b="b" l="l" r="r" t="t"/>
              <a:pathLst>
                <a:path extrusionOk="0" h="9436" w="1884">
                  <a:moveTo>
                    <a:pt x="818" y="3678"/>
                  </a:moveTo>
                  <a:cubicBezTo>
                    <a:pt x="840" y="3678"/>
                    <a:pt x="864" y="3695"/>
                    <a:pt x="864" y="3719"/>
                  </a:cubicBezTo>
                  <a:cubicBezTo>
                    <a:pt x="857" y="4020"/>
                    <a:pt x="738" y="4331"/>
                    <a:pt x="665" y="4622"/>
                  </a:cubicBezTo>
                  <a:cubicBezTo>
                    <a:pt x="660" y="4644"/>
                    <a:pt x="644" y="4654"/>
                    <a:pt x="626" y="4654"/>
                  </a:cubicBezTo>
                  <a:cubicBezTo>
                    <a:pt x="600" y="4654"/>
                    <a:pt x="572" y="4632"/>
                    <a:pt x="579" y="4597"/>
                  </a:cubicBezTo>
                  <a:cubicBezTo>
                    <a:pt x="637" y="4304"/>
                    <a:pt x="662" y="3971"/>
                    <a:pt x="786" y="3697"/>
                  </a:cubicBezTo>
                  <a:cubicBezTo>
                    <a:pt x="792" y="3684"/>
                    <a:pt x="805" y="3678"/>
                    <a:pt x="818" y="3678"/>
                  </a:cubicBezTo>
                  <a:close/>
                  <a:moveTo>
                    <a:pt x="1042" y="4082"/>
                  </a:moveTo>
                  <a:cubicBezTo>
                    <a:pt x="1059" y="4082"/>
                    <a:pt x="1075" y="4092"/>
                    <a:pt x="1081" y="4115"/>
                  </a:cubicBezTo>
                  <a:cubicBezTo>
                    <a:pt x="1186" y="4538"/>
                    <a:pt x="989" y="4994"/>
                    <a:pt x="733" y="5326"/>
                  </a:cubicBezTo>
                  <a:cubicBezTo>
                    <a:pt x="727" y="5334"/>
                    <a:pt x="719" y="5337"/>
                    <a:pt x="711" y="5337"/>
                  </a:cubicBezTo>
                  <a:cubicBezTo>
                    <a:pt x="686" y="5337"/>
                    <a:pt x="658" y="5305"/>
                    <a:pt x="675" y="5278"/>
                  </a:cubicBezTo>
                  <a:cubicBezTo>
                    <a:pt x="921" y="4913"/>
                    <a:pt x="954" y="4551"/>
                    <a:pt x="994" y="4126"/>
                  </a:cubicBezTo>
                  <a:cubicBezTo>
                    <a:pt x="997" y="4098"/>
                    <a:pt x="1020" y="4082"/>
                    <a:pt x="1042" y="4082"/>
                  </a:cubicBezTo>
                  <a:close/>
                  <a:moveTo>
                    <a:pt x="1" y="0"/>
                  </a:moveTo>
                  <a:lnTo>
                    <a:pt x="1" y="9436"/>
                  </a:lnTo>
                  <a:lnTo>
                    <a:pt x="1883" y="9436"/>
                  </a:lnTo>
                  <a:lnTo>
                    <a:pt x="188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0"/>
            <p:cNvSpPr/>
            <p:nvPr/>
          </p:nvSpPr>
          <p:spPr>
            <a:xfrm>
              <a:off x="3000625" y="2740355"/>
              <a:ext cx="56642" cy="549157"/>
            </a:xfrm>
            <a:custGeom>
              <a:rect b="b" l="l" r="r" t="t"/>
              <a:pathLst>
                <a:path extrusionOk="0" h="19410" w="2002">
                  <a:moveTo>
                    <a:pt x="1028" y="6041"/>
                  </a:moveTo>
                  <a:cubicBezTo>
                    <a:pt x="1038" y="6041"/>
                    <a:pt x="1049" y="6046"/>
                    <a:pt x="1059" y="6057"/>
                  </a:cubicBezTo>
                  <a:cubicBezTo>
                    <a:pt x="1153" y="6166"/>
                    <a:pt x="1260" y="6265"/>
                    <a:pt x="1382" y="6346"/>
                  </a:cubicBezTo>
                  <a:cubicBezTo>
                    <a:pt x="1488" y="6418"/>
                    <a:pt x="1620" y="6455"/>
                    <a:pt x="1713" y="6535"/>
                  </a:cubicBezTo>
                  <a:cubicBezTo>
                    <a:pt x="1748" y="6566"/>
                    <a:pt x="1724" y="6633"/>
                    <a:pt x="1678" y="6633"/>
                  </a:cubicBezTo>
                  <a:cubicBezTo>
                    <a:pt x="1676" y="6633"/>
                    <a:pt x="1674" y="6633"/>
                    <a:pt x="1673" y="6633"/>
                  </a:cubicBezTo>
                  <a:cubicBezTo>
                    <a:pt x="1543" y="6621"/>
                    <a:pt x="1418" y="6521"/>
                    <a:pt x="1316" y="6444"/>
                  </a:cubicBezTo>
                  <a:cubicBezTo>
                    <a:pt x="1194" y="6352"/>
                    <a:pt x="1085" y="6245"/>
                    <a:pt x="992" y="6124"/>
                  </a:cubicBezTo>
                  <a:cubicBezTo>
                    <a:pt x="963" y="6089"/>
                    <a:pt x="994" y="6041"/>
                    <a:pt x="1028" y="6041"/>
                  </a:cubicBezTo>
                  <a:close/>
                  <a:moveTo>
                    <a:pt x="825" y="6460"/>
                  </a:moveTo>
                  <a:cubicBezTo>
                    <a:pt x="833" y="6460"/>
                    <a:pt x="842" y="6462"/>
                    <a:pt x="850" y="6468"/>
                  </a:cubicBezTo>
                  <a:cubicBezTo>
                    <a:pt x="979" y="6573"/>
                    <a:pt x="1110" y="6679"/>
                    <a:pt x="1241" y="6784"/>
                  </a:cubicBezTo>
                  <a:cubicBezTo>
                    <a:pt x="1367" y="6889"/>
                    <a:pt x="1518" y="6986"/>
                    <a:pt x="1619" y="7115"/>
                  </a:cubicBezTo>
                  <a:cubicBezTo>
                    <a:pt x="1646" y="7152"/>
                    <a:pt x="1621" y="7203"/>
                    <a:pt x="1583" y="7203"/>
                  </a:cubicBezTo>
                  <a:cubicBezTo>
                    <a:pt x="1575" y="7203"/>
                    <a:pt x="1566" y="7200"/>
                    <a:pt x="1558" y="7195"/>
                  </a:cubicBezTo>
                  <a:cubicBezTo>
                    <a:pt x="1418" y="7113"/>
                    <a:pt x="1308" y="6986"/>
                    <a:pt x="1187" y="6877"/>
                  </a:cubicBezTo>
                  <a:cubicBezTo>
                    <a:pt x="1059" y="6756"/>
                    <a:pt x="928" y="6636"/>
                    <a:pt x="799" y="6516"/>
                  </a:cubicBezTo>
                  <a:cubicBezTo>
                    <a:pt x="773" y="6492"/>
                    <a:pt x="797" y="6460"/>
                    <a:pt x="825" y="6460"/>
                  </a:cubicBezTo>
                  <a:close/>
                  <a:moveTo>
                    <a:pt x="660" y="6985"/>
                  </a:moveTo>
                  <a:cubicBezTo>
                    <a:pt x="669" y="6985"/>
                    <a:pt x="677" y="6988"/>
                    <a:pt x="685" y="6995"/>
                  </a:cubicBezTo>
                  <a:cubicBezTo>
                    <a:pt x="860" y="7147"/>
                    <a:pt x="1037" y="7303"/>
                    <a:pt x="1210" y="7456"/>
                  </a:cubicBezTo>
                  <a:cubicBezTo>
                    <a:pt x="1366" y="7594"/>
                    <a:pt x="1550" y="7720"/>
                    <a:pt x="1668" y="7889"/>
                  </a:cubicBezTo>
                  <a:cubicBezTo>
                    <a:pt x="1689" y="7921"/>
                    <a:pt x="1661" y="7956"/>
                    <a:pt x="1629" y="7956"/>
                  </a:cubicBezTo>
                  <a:cubicBezTo>
                    <a:pt x="1622" y="7956"/>
                    <a:pt x="1615" y="7954"/>
                    <a:pt x="1609" y="7950"/>
                  </a:cubicBezTo>
                  <a:cubicBezTo>
                    <a:pt x="1431" y="7845"/>
                    <a:pt x="1286" y="7671"/>
                    <a:pt x="1136" y="7530"/>
                  </a:cubicBezTo>
                  <a:cubicBezTo>
                    <a:pt x="969" y="7368"/>
                    <a:pt x="800" y="7210"/>
                    <a:pt x="633" y="7049"/>
                  </a:cubicBezTo>
                  <a:cubicBezTo>
                    <a:pt x="606" y="7022"/>
                    <a:pt x="631" y="6985"/>
                    <a:pt x="660" y="6985"/>
                  </a:cubicBezTo>
                  <a:close/>
                  <a:moveTo>
                    <a:pt x="903" y="8045"/>
                  </a:moveTo>
                  <a:cubicBezTo>
                    <a:pt x="911" y="8045"/>
                    <a:pt x="918" y="8047"/>
                    <a:pt x="925" y="8053"/>
                  </a:cubicBezTo>
                  <a:cubicBezTo>
                    <a:pt x="1055" y="8161"/>
                    <a:pt x="1184" y="8266"/>
                    <a:pt x="1313" y="8373"/>
                  </a:cubicBezTo>
                  <a:cubicBezTo>
                    <a:pt x="1440" y="8478"/>
                    <a:pt x="1582" y="8582"/>
                    <a:pt x="1686" y="8713"/>
                  </a:cubicBezTo>
                  <a:cubicBezTo>
                    <a:pt x="1706" y="8741"/>
                    <a:pt x="1688" y="8785"/>
                    <a:pt x="1656" y="8785"/>
                  </a:cubicBezTo>
                  <a:cubicBezTo>
                    <a:pt x="1649" y="8785"/>
                    <a:pt x="1642" y="8783"/>
                    <a:pt x="1635" y="8779"/>
                  </a:cubicBezTo>
                  <a:cubicBezTo>
                    <a:pt x="1495" y="8694"/>
                    <a:pt x="1383" y="8571"/>
                    <a:pt x="1265" y="8462"/>
                  </a:cubicBezTo>
                  <a:cubicBezTo>
                    <a:pt x="1139" y="8343"/>
                    <a:pt x="1010" y="8219"/>
                    <a:pt x="880" y="8097"/>
                  </a:cubicBezTo>
                  <a:cubicBezTo>
                    <a:pt x="856" y="8075"/>
                    <a:pt x="878" y="8045"/>
                    <a:pt x="903" y="8045"/>
                  </a:cubicBezTo>
                  <a:close/>
                  <a:moveTo>
                    <a:pt x="1182" y="8794"/>
                  </a:moveTo>
                  <a:cubicBezTo>
                    <a:pt x="1195" y="8794"/>
                    <a:pt x="1207" y="8799"/>
                    <a:pt x="1219" y="8811"/>
                  </a:cubicBezTo>
                  <a:cubicBezTo>
                    <a:pt x="1300" y="8892"/>
                    <a:pt x="1402" y="8972"/>
                    <a:pt x="1463" y="9067"/>
                  </a:cubicBezTo>
                  <a:cubicBezTo>
                    <a:pt x="1485" y="9099"/>
                    <a:pt x="1457" y="9138"/>
                    <a:pt x="1424" y="9138"/>
                  </a:cubicBezTo>
                  <a:cubicBezTo>
                    <a:pt x="1416" y="9138"/>
                    <a:pt x="1408" y="9136"/>
                    <a:pt x="1401" y="9131"/>
                  </a:cubicBezTo>
                  <a:cubicBezTo>
                    <a:pt x="1303" y="9070"/>
                    <a:pt x="1226" y="8968"/>
                    <a:pt x="1143" y="8885"/>
                  </a:cubicBezTo>
                  <a:cubicBezTo>
                    <a:pt x="1106" y="8848"/>
                    <a:pt x="1142" y="8794"/>
                    <a:pt x="1182" y="8794"/>
                  </a:cubicBezTo>
                  <a:close/>
                  <a:moveTo>
                    <a:pt x="37" y="0"/>
                  </a:moveTo>
                  <a:cubicBezTo>
                    <a:pt x="1" y="109"/>
                    <a:pt x="28" y="413"/>
                    <a:pt x="28" y="553"/>
                  </a:cubicBezTo>
                  <a:lnTo>
                    <a:pt x="28" y="19389"/>
                  </a:lnTo>
                  <a:cubicBezTo>
                    <a:pt x="76" y="19405"/>
                    <a:pt x="159" y="19410"/>
                    <a:pt x="252" y="19410"/>
                  </a:cubicBezTo>
                  <a:cubicBezTo>
                    <a:pt x="390" y="19410"/>
                    <a:pt x="548" y="19399"/>
                    <a:pt x="639" y="19399"/>
                  </a:cubicBezTo>
                  <a:lnTo>
                    <a:pt x="2001" y="19399"/>
                  </a:lnTo>
                  <a:lnTo>
                    <a:pt x="2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0"/>
            <p:cNvSpPr/>
            <p:nvPr/>
          </p:nvSpPr>
          <p:spPr>
            <a:xfrm>
              <a:off x="2412044" y="2534844"/>
              <a:ext cx="694553" cy="565454"/>
            </a:xfrm>
            <a:custGeom>
              <a:rect b="b" l="l" r="r" t="t"/>
              <a:pathLst>
                <a:path extrusionOk="0" h="19986" w="24549">
                  <a:moveTo>
                    <a:pt x="23251" y="1996"/>
                  </a:moveTo>
                  <a:cubicBezTo>
                    <a:pt x="23264" y="1996"/>
                    <a:pt x="23277" y="2002"/>
                    <a:pt x="23289" y="2016"/>
                  </a:cubicBezTo>
                  <a:cubicBezTo>
                    <a:pt x="23496" y="2241"/>
                    <a:pt x="23727" y="2587"/>
                    <a:pt x="23704" y="2908"/>
                  </a:cubicBezTo>
                  <a:cubicBezTo>
                    <a:pt x="23701" y="2938"/>
                    <a:pt x="23670" y="2963"/>
                    <a:pt x="23642" y="2963"/>
                  </a:cubicBezTo>
                  <a:cubicBezTo>
                    <a:pt x="23626" y="2963"/>
                    <a:pt x="23612" y="2955"/>
                    <a:pt x="23603" y="2936"/>
                  </a:cubicBezTo>
                  <a:cubicBezTo>
                    <a:pt x="23550" y="2809"/>
                    <a:pt x="23529" y="2676"/>
                    <a:pt x="23478" y="2548"/>
                  </a:cubicBezTo>
                  <a:cubicBezTo>
                    <a:pt x="23414" y="2382"/>
                    <a:pt x="23321" y="2232"/>
                    <a:pt x="23209" y="2096"/>
                  </a:cubicBezTo>
                  <a:cubicBezTo>
                    <a:pt x="23173" y="2053"/>
                    <a:pt x="23209" y="1996"/>
                    <a:pt x="23251" y="1996"/>
                  </a:cubicBezTo>
                  <a:close/>
                  <a:moveTo>
                    <a:pt x="22884" y="2514"/>
                  </a:moveTo>
                  <a:cubicBezTo>
                    <a:pt x="22890" y="2514"/>
                    <a:pt x="22897" y="2516"/>
                    <a:pt x="22903" y="2523"/>
                  </a:cubicBezTo>
                  <a:cubicBezTo>
                    <a:pt x="23193" y="2827"/>
                    <a:pt x="23397" y="3177"/>
                    <a:pt x="23499" y="3583"/>
                  </a:cubicBezTo>
                  <a:cubicBezTo>
                    <a:pt x="23507" y="3624"/>
                    <a:pt x="23474" y="3651"/>
                    <a:pt x="23442" y="3651"/>
                  </a:cubicBezTo>
                  <a:cubicBezTo>
                    <a:pt x="23421" y="3651"/>
                    <a:pt x="23401" y="3640"/>
                    <a:pt x="23394" y="3613"/>
                  </a:cubicBezTo>
                  <a:cubicBezTo>
                    <a:pt x="23291" y="3227"/>
                    <a:pt x="23121" y="2872"/>
                    <a:pt x="22863" y="2562"/>
                  </a:cubicBezTo>
                  <a:cubicBezTo>
                    <a:pt x="22845" y="2542"/>
                    <a:pt x="22863" y="2514"/>
                    <a:pt x="22884" y="2514"/>
                  </a:cubicBezTo>
                  <a:close/>
                  <a:moveTo>
                    <a:pt x="22821" y="3150"/>
                  </a:moveTo>
                  <a:cubicBezTo>
                    <a:pt x="22831" y="3150"/>
                    <a:pt x="22841" y="3154"/>
                    <a:pt x="22847" y="3166"/>
                  </a:cubicBezTo>
                  <a:cubicBezTo>
                    <a:pt x="22913" y="3273"/>
                    <a:pt x="22977" y="3381"/>
                    <a:pt x="23044" y="3490"/>
                  </a:cubicBezTo>
                  <a:cubicBezTo>
                    <a:pt x="23102" y="3586"/>
                    <a:pt x="23171" y="3679"/>
                    <a:pt x="23198" y="3788"/>
                  </a:cubicBezTo>
                  <a:cubicBezTo>
                    <a:pt x="23203" y="3804"/>
                    <a:pt x="23189" y="3816"/>
                    <a:pt x="23176" y="3816"/>
                  </a:cubicBezTo>
                  <a:cubicBezTo>
                    <a:pt x="23171" y="3816"/>
                    <a:pt x="23165" y="3814"/>
                    <a:pt x="23161" y="3810"/>
                  </a:cubicBezTo>
                  <a:cubicBezTo>
                    <a:pt x="23080" y="3730"/>
                    <a:pt x="23032" y="3624"/>
                    <a:pt x="22978" y="3526"/>
                  </a:cubicBezTo>
                  <a:cubicBezTo>
                    <a:pt x="22917" y="3417"/>
                    <a:pt x="22853" y="3305"/>
                    <a:pt x="22791" y="3196"/>
                  </a:cubicBezTo>
                  <a:cubicBezTo>
                    <a:pt x="22776" y="3173"/>
                    <a:pt x="22799" y="3150"/>
                    <a:pt x="22821" y="3150"/>
                  </a:cubicBezTo>
                  <a:close/>
                  <a:moveTo>
                    <a:pt x="9733" y="10283"/>
                  </a:moveTo>
                  <a:cubicBezTo>
                    <a:pt x="9752" y="10283"/>
                    <a:pt x="9771" y="10295"/>
                    <a:pt x="9771" y="10319"/>
                  </a:cubicBezTo>
                  <a:cubicBezTo>
                    <a:pt x="9762" y="10564"/>
                    <a:pt x="9771" y="10816"/>
                    <a:pt x="9733" y="11059"/>
                  </a:cubicBezTo>
                  <a:cubicBezTo>
                    <a:pt x="9730" y="11081"/>
                    <a:pt x="9714" y="11090"/>
                    <a:pt x="9697" y="11090"/>
                  </a:cubicBezTo>
                  <a:cubicBezTo>
                    <a:pt x="9674" y="11090"/>
                    <a:pt x="9648" y="11073"/>
                    <a:pt x="9647" y="11046"/>
                  </a:cubicBezTo>
                  <a:cubicBezTo>
                    <a:pt x="9637" y="10804"/>
                    <a:pt x="9673" y="10562"/>
                    <a:pt x="9694" y="10319"/>
                  </a:cubicBezTo>
                  <a:cubicBezTo>
                    <a:pt x="9695" y="10295"/>
                    <a:pt x="9715" y="10283"/>
                    <a:pt x="9733" y="10283"/>
                  </a:cubicBezTo>
                  <a:close/>
                  <a:moveTo>
                    <a:pt x="9235" y="10597"/>
                  </a:moveTo>
                  <a:cubicBezTo>
                    <a:pt x="9259" y="10597"/>
                    <a:pt x="9284" y="10613"/>
                    <a:pt x="9288" y="10643"/>
                  </a:cubicBezTo>
                  <a:cubicBezTo>
                    <a:pt x="9335" y="11060"/>
                    <a:pt x="9277" y="11559"/>
                    <a:pt x="8984" y="11888"/>
                  </a:cubicBezTo>
                  <a:cubicBezTo>
                    <a:pt x="8977" y="11895"/>
                    <a:pt x="8968" y="11898"/>
                    <a:pt x="8959" y="11898"/>
                  </a:cubicBezTo>
                  <a:cubicBezTo>
                    <a:pt x="8934" y="11898"/>
                    <a:pt x="8906" y="11876"/>
                    <a:pt x="8916" y="11848"/>
                  </a:cubicBezTo>
                  <a:cubicBezTo>
                    <a:pt x="9067" y="11437"/>
                    <a:pt x="9217" y="11094"/>
                    <a:pt x="9194" y="10643"/>
                  </a:cubicBezTo>
                  <a:cubicBezTo>
                    <a:pt x="9192" y="10612"/>
                    <a:pt x="9212" y="10597"/>
                    <a:pt x="9235" y="10597"/>
                  </a:cubicBezTo>
                  <a:close/>
                  <a:moveTo>
                    <a:pt x="8629" y="11423"/>
                  </a:moveTo>
                  <a:cubicBezTo>
                    <a:pt x="8642" y="11423"/>
                    <a:pt x="8656" y="11431"/>
                    <a:pt x="8657" y="11444"/>
                  </a:cubicBezTo>
                  <a:cubicBezTo>
                    <a:pt x="8734" y="11835"/>
                    <a:pt x="8461" y="12398"/>
                    <a:pt x="8179" y="12658"/>
                  </a:cubicBezTo>
                  <a:cubicBezTo>
                    <a:pt x="8169" y="12667"/>
                    <a:pt x="8158" y="12671"/>
                    <a:pt x="8147" y="12671"/>
                  </a:cubicBezTo>
                  <a:cubicBezTo>
                    <a:pt x="8114" y="12671"/>
                    <a:pt x="8083" y="12635"/>
                    <a:pt x="8105" y="12600"/>
                  </a:cubicBezTo>
                  <a:cubicBezTo>
                    <a:pt x="8220" y="12405"/>
                    <a:pt x="8346" y="12223"/>
                    <a:pt x="8432" y="12015"/>
                  </a:cubicBezTo>
                  <a:cubicBezTo>
                    <a:pt x="8512" y="11826"/>
                    <a:pt x="8526" y="11620"/>
                    <a:pt x="8606" y="11437"/>
                  </a:cubicBezTo>
                  <a:cubicBezTo>
                    <a:pt x="8610" y="11427"/>
                    <a:pt x="8619" y="11423"/>
                    <a:pt x="8629" y="11423"/>
                  </a:cubicBezTo>
                  <a:close/>
                  <a:moveTo>
                    <a:pt x="7828" y="12222"/>
                  </a:moveTo>
                  <a:cubicBezTo>
                    <a:pt x="7855" y="12222"/>
                    <a:pt x="7885" y="12246"/>
                    <a:pt x="7874" y="12277"/>
                  </a:cubicBezTo>
                  <a:cubicBezTo>
                    <a:pt x="7731" y="12657"/>
                    <a:pt x="7603" y="13080"/>
                    <a:pt x="7382" y="13420"/>
                  </a:cubicBezTo>
                  <a:cubicBezTo>
                    <a:pt x="7373" y="13435"/>
                    <a:pt x="7359" y="13441"/>
                    <a:pt x="7345" y="13441"/>
                  </a:cubicBezTo>
                  <a:cubicBezTo>
                    <a:pt x="7319" y="13441"/>
                    <a:pt x="7293" y="13418"/>
                    <a:pt x="7299" y="13385"/>
                  </a:cubicBezTo>
                  <a:cubicBezTo>
                    <a:pt x="7394" y="12990"/>
                    <a:pt x="7615" y="12607"/>
                    <a:pt x="7792" y="12244"/>
                  </a:cubicBezTo>
                  <a:cubicBezTo>
                    <a:pt x="7800" y="12228"/>
                    <a:pt x="7813" y="12222"/>
                    <a:pt x="7828" y="12222"/>
                  </a:cubicBezTo>
                  <a:close/>
                  <a:moveTo>
                    <a:pt x="24531" y="0"/>
                  </a:moveTo>
                  <a:cubicBezTo>
                    <a:pt x="24441" y="54"/>
                    <a:pt x="24204" y="62"/>
                    <a:pt x="24085" y="95"/>
                  </a:cubicBezTo>
                  <a:cubicBezTo>
                    <a:pt x="23776" y="184"/>
                    <a:pt x="23433" y="226"/>
                    <a:pt x="23124" y="314"/>
                  </a:cubicBezTo>
                  <a:cubicBezTo>
                    <a:pt x="23042" y="329"/>
                    <a:pt x="22961" y="342"/>
                    <a:pt x="22878" y="358"/>
                  </a:cubicBezTo>
                  <a:cubicBezTo>
                    <a:pt x="22558" y="448"/>
                    <a:pt x="22202" y="496"/>
                    <a:pt x="21880" y="585"/>
                  </a:cubicBezTo>
                  <a:cubicBezTo>
                    <a:pt x="21783" y="613"/>
                    <a:pt x="21693" y="608"/>
                    <a:pt x="21591" y="636"/>
                  </a:cubicBezTo>
                  <a:cubicBezTo>
                    <a:pt x="21308" y="717"/>
                    <a:pt x="21002" y="745"/>
                    <a:pt x="20710" y="829"/>
                  </a:cubicBezTo>
                  <a:cubicBezTo>
                    <a:pt x="20210" y="969"/>
                    <a:pt x="19678" y="1056"/>
                    <a:pt x="19170" y="1169"/>
                  </a:cubicBezTo>
                  <a:cubicBezTo>
                    <a:pt x="19181" y="1178"/>
                    <a:pt x="19173" y="1172"/>
                    <a:pt x="19188" y="1178"/>
                  </a:cubicBezTo>
                  <a:cubicBezTo>
                    <a:pt x="19242" y="1260"/>
                    <a:pt x="19348" y="1321"/>
                    <a:pt x="19423" y="1380"/>
                  </a:cubicBezTo>
                  <a:cubicBezTo>
                    <a:pt x="19544" y="1470"/>
                    <a:pt x="19649" y="1584"/>
                    <a:pt x="19774" y="1675"/>
                  </a:cubicBezTo>
                  <a:cubicBezTo>
                    <a:pt x="19893" y="1767"/>
                    <a:pt x="19995" y="1893"/>
                    <a:pt x="20114" y="1984"/>
                  </a:cubicBezTo>
                  <a:cubicBezTo>
                    <a:pt x="20405" y="2202"/>
                    <a:pt x="20685" y="2443"/>
                    <a:pt x="20944" y="2690"/>
                  </a:cubicBezTo>
                  <a:cubicBezTo>
                    <a:pt x="20954" y="2815"/>
                    <a:pt x="20879" y="2841"/>
                    <a:pt x="20823" y="2917"/>
                  </a:cubicBezTo>
                  <a:cubicBezTo>
                    <a:pt x="20738" y="3032"/>
                    <a:pt x="20637" y="3135"/>
                    <a:pt x="20552" y="3248"/>
                  </a:cubicBezTo>
                  <a:cubicBezTo>
                    <a:pt x="20264" y="3637"/>
                    <a:pt x="19932" y="3987"/>
                    <a:pt x="19646" y="4377"/>
                  </a:cubicBezTo>
                  <a:cubicBezTo>
                    <a:pt x="19575" y="4470"/>
                    <a:pt x="19479" y="4553"/>
                    <a:pt x="19409" y="4647"/>
                  </a:cubicBezTo>
                  <a:cubicBezTo>
                    <a:pt x="18785" y="5486"/>
                    <a:pt x="18058" y="6241"/>
                    <a:pt x="17431" y="7077"/>
                  </a:cubicBezTo>
                  <a:cubicBezTo>
                    <a:pt x="17258" y="7308"/>
                    <a:pt x="17045" y="7511"/>
                    <a:pt x="16872" y="7742"/>
                  </a:cubicBezTo>
                  <a:cubicBezTo>
                    <a:pt x="16582" y="8128"/>
                    <a:pt x="16258" y="8477"/>
                    <a:pt x="15970" y="8863"/>
                  </a:cubicBezTo>
                  <a:cubicBezTo>
                    <a:pt x="15898" y="8959"/>
                    <a:pt x="15797" y="9044"/>
                    <a:pt x="15725" y="9143"/>
                  </a:cubicBezTo>
                  <a:cubicBezTo>
                    <a:pt x="15550" y="9375"/>
                    <a:pt x="15347" y="9585"/>
                    <a:pt x="15175" y="9816"/>
                  </a:cubicBezTo>
                  <a:cubicBezTo>
                    <a:pt x="15025" y="10013"/>
                    <a:pt x="14871" y="10204"/>
                    <a:pt x="14703" y="10383"/>
                  </a:cubicBezTo>
                  <a:cubicBezTo>
                    <a:pt x="14637" y="10381"/>
                    <a:pt x="14551" y="10384"/>
                    <a:pt x="14511" y="10357"/>
                  </a:cubicBezTo>
                  <a:cubicBezTo>
                    <a:pt x="14450" y="10314"/>
                    <a:pt x="14390" y="10165"/>
                    <a:pt x="14346" y="10096"/>
                  </a:cubicBezTo>
                  <a:cubicBezTo>
                    <a:pt x="14194" y="9868"/>
                    <a:pt x="14056" y="9630"/>
                    <a:pt x="13907" y="9396"/>
                  </a:cubicBezTo>
                  <a:cubicBezTo>
                    <a:pt x="13425" y="8625"/>
                    <a:pt x="12945" y="7849"/>
                    <a:pt x="12456" y="7077"/>
                  </a:cubicBezTo>
                  <a:cubicBezTo>
                    <a:pt x="12305" y="6838"/>
                    <a:pt x="12154" y="6595"/>
                    <a:pt x="12001" y="6353"/>
                  </a:cubicBezTo>
                  <a:cubicBezTo>
                    <a:pt x="11930" y="6239"/>
                    <a:pt x="11846" y="6130"/>
                    <a:pt x="11782" y="6011"/>
                  </a:cubicBezTo>
                  <a:lnTo>
                    <a:pt x="11773" y="6020"/>
                  </a:lnTo>
                  <a:cubicBezTo>
                    <a:pt x="7849" y="10172"/>
                    <a:pt x="3925" y="14329"/>
                    <a:pt x="1" y="18481"/>
                  </a:cubicBezTo>
                  <a:cubicBezTo>
                    <a:pt x="21" y="18538"/>
                    <a:pt x="73" y="18562"/>
                    <a:pt x="107" y="18603"/>
                  </a:cubicBezTo>
                  <a:cubicBezTo>
                    <a:pt x="181" y="18700"/>
                    <a:pt x="280" y="18786"/>
                    <a:pt x="352" y="18882"/>
                  </a:cubicBezTo>
                  <a:cubicBezTo>
                    <a:pt x="435" y="18996"/>
                    <a:pt x="527" y="19097"/>
                    <a:pt x="619" y="19201"/>
                  </a:cubicBezTo>
                  <a:cubicBezTo>
                    <a:pt x="760" y="19353"/>
                    <a:pt x="901" y="19504"/>
                    <a:pt x="1026" y="19669"/>
                  </a:cubicBezTo>
                  <a:cubicBezTo>
                    <a:pt x="1110" y="19782"/>
                    <a:pt x="1228" y="19868"/>
                    <a:pt x="1306" y="19986"/>
                  </a:cubicBezTo>
                  <a:cubicBezTo>
                    <a:pt x="1308" y="19981"/>
                    <a:pt x="1314" y="19978"/>
                    <a:pt x="1315" y="19974"/>
                  </a:cubicBezTo>
                  <a:cubicBezTo>
                    <a:pt x="1395" y="19923"/>
                    <a:pt x="1468" y="19833"/>
                    <a:pt x="1526" y="19756"/>
                  </a:cubicBezTo>
                  <a:cubicBezTo>
                    <a:pt x="1606" y="19651"/>
                    <a:pt x="1724" y="19577"/>
                    <a:pt x="1805" y="19468"/>
                  </a:cubicBezTo>
                  <a:cubicBezTo>
                    <a:pt x="1851" y="19422"/>
                    <a:pt x="1898" y="19378"/>
                    <a:pt x="1946" y="19337"/>
                  </a:cubicBezTo>
                  <a:cubicBezTo>
                    <a:pt x="2072" y="19209"/>
                    <a:pt x="2231" y="19058"/>
                    <a:pt x="2340" y="18916"/>
                  </a:cubicBezTo>
                  <a:cubicBezTo>
                    <a:pt x="2430" y="18830"/>
                    <a:pt x="2520" y="18741"/>
                    <a:pt x="2610" y="18654"/>
                  </a:cubicBezTo>
                  <a:cubicBezTo>
                    <a:pt x="2692" y="18546"/>
                    <a:pt x="2811" y="18469"/>
                    <a:pt x="2891" y="18365"/>
                  </a:cubicBezTo>
                  <a:cubicBezTo>
                    <a:pt x="2965" y="18269"/>
                    <a:pt x="3070" y="18199"/>
                    <a:pt x="3145" y="18103"/>
                  </a:cubicBezTo>
                  <a:cubicBezTo>
                    <a:pt x="3237" y="17984"/>
                    <a:pt x="3353" y="17870"/>
                    <a:pt x="3459" y="17763"/>
                  </a:cubicBezTo>
                  <a:cubicBezTo>
                    <a:pt x="3541" y="17681"/>
                    <a:pt x="3627" y="17610"/>
                    <a:pt x="3695" y="17518"/>
                  </a:cubicBezTo>
                  <a:cubicBezTo>
                    <a:pt x="3785" y="17434"/>
                    <a:pt x="3869" y="17348"/>
                    <a:pt x="3957" y="17264"/>
                  </a:cubicBezTo>
                  <a:cubicBezTo>
                    <a:pt x="4037" y="17158"/>
                    <a:pt x="4152" y="17087"/>
                    <a:pt x="4229" y="16983"/>
                  </a:cubicBezTo>
                  <a:cubicBezTo>
                    <a:pt x="4319" y="16866"/>
                    <a:pt x="4429" y="16758"/>
                    <a:pt x="4534" y="16650"/>
                  </a:cubicBezTo>
                  <a:cubicBezTo>
                    <a:pt x="4615" y="16569"/>
                    <a:pt x="4701" y="16501"/>
                    <a:pt x="4769" y="16408"/>
                  </a:cubicBezTo>
                  <a:cubicBezTo>
                    <a:pt x="4848" y="16304"/>
                    <a:pt x="4960" y="16232"/>
                    <a:pt x="5040" y="16126"/>
                  </a:cubicBezTo>
                  <a:cubicBezTo>
                    <a:pt x="5120" y="16021"/>
                    <a:pt x="5239" y="15945"/>
                    <a:pt x="5320" y="15836"/>
                  </a:cubicBezTo>
                  <a:cubicBezTo>
                    <a:pt x="5411" y="15752"/>
                    <a:pt x="5501" y="15662"/>
                    <a:pt x="5591" y="15575"/>
                  </a:cubicBezTo>
                  <a:cubicBezTo>
                    <a:pt x="5669" y="15473"/>
                    <a:pt x="5780" y="15403"/>
                    <a:pt x="5853" y="15304"/>
                  </a:cubicBezTo>
                  <a:cubicBezTo>
                    <a:pt x="5946" y="15185"/>
                    <a:pt x="6062" y="15072"/>
                    <a:pt x="6170" y="14964"/>
                  </a:cubicBezTo>
                  <a:cubicBezTo>
                    <a:pt x="6250" y="14883"/>
                    <a:pt x="6334" y="14811"/>
                    <a:pt x="6405" y="14720"/>
                  </a:cubicBezTo>
                  <a:cubicBezTo>
                    <a:pt x="6491" y="14634"/>
                    <a:pt x="6580" y="14550"/>
                    <a:pt x="6667" y="14465"/>
                  </a:cubicBezTo>
                  <a:cubicBezTo>
                    <a:pt x="6745" y="14359"/>
                    <a:pt x="6860" y="14286"/>
                    <a:pt x="6937" y="14185"/>
                  </a:cubicBezTo>
                  <a:cubicBezTo>
                    <a:pt x="7035" y="14054"/>
                    <a:pt x="7161" y="13935"/>
                    <a:pt x="7277" y="13818"/>
                  </a:cubicBezTo>
                  <a:cubicBezTo>
                    <a:pt x="7349" y="13750"/>
                    <a:pt x="7417" y="13685"/>
                    <a:pt x="7488" y="13616"/>
                  </a:cubicBezTo>
                  <a:cubicBezTo>
                    <a:pt x="7597" y="13472"/>
                    <a:pt x="7750" y="13327"/>
                    <a:pt x="7882" y="13196"/>
                  </a:cubicBezTo>
                  <a:cubicBezTo>
                    <a:pt x="7929" y="13152"/>
                    <a:pt x="7975" y="13110"/>
                    <a:pt x="8023" y="13065"/>
                  </a:cubicBezTo>
                  <a:cubicBezTo>
                    <a:pt x="8103" y="12962"/>
                    <a:pt x="8217" y="12889"/>
                    <a:pt x="8294" y="12786"/>
                  </a:cubicBezTo>
                  <a:cubicBezTo>
                    <a:pt x="8368" y="12684"/>
                    <a:pt x="8481" y="12613"/>
                    <a:pt x="8555" y="12514"/>
                  </a:cubicBezTo>
                  <a:cubicBezTo>
                    <a:pt x="8707" y="12316"/>
                    <a:pt x="8906" y="12151"/>
                    <a:pt x="9080" y="11973"/>
                  </a:cubicBezTo>
                  <a:cubicBezTo>
                    <a:pt x="9176" y="11874"/>
                    <a:pt x="9284" y="11771"/>
                    <a:pt x="9370" y="11659"/>
                  </a:cubicBezTo>
                  <a:cubicBezTo>
                    <a:pt x="9448" y="11555"/>
                    <a:pt x="9560" y="11482"/>
                    <a:pt x="9640" y="11379"/>
                  </a:cubicBezTo>
                  <a:cubicBezTo>
                    <a:pt x="9720" y="11271"/>
                    <a:pt x="9838" y="11198"/>
                    <a:pt x="9921" y="11088"/>
                  </a:cubicBezTo>
                  <a:cubicBezTo>
                    <a:pt x="9967" y="11044"/>
                    <a:pt x="10012" y="11002"/>
                    <a:pt x="10060" y="10957"/>
                  </a:cubicBezTo>
                  <a:cubicBezTo>
                    <a:pt x="10191" y="10828"/>
                    <a:pt x="10344" y="10685"/>
                    <a:pt x="10454" y="10537"/>
                  </a:cubicBezTo>
                  <a:cubicBezTo>
                    <a:pt x="10640" y="10354"/>
                    <a:pt x="10822" y="10170"/>
                    <a:pt x="11005" y="9987"/>
                  </a:cubicBezTo>
                  <a:cubicBezTo>
                    <a:pt x="11143" y="9803"/>
                    <a:pt x="11325" y="9649"/>
                    <a:pt x="11486" y="9487"/>
                  </a:cubicBezTo>
                  <a:cubicBezTo>
                    <a:pt x="11549" y="9425"/>
                    <a:pt x="11581" y="9326"/>
                    <a:pt x="11706" y="9321"/>
                  </a:cubicBezTo>
                  <a:cubicBezTo>
                    <a:pt x="11815" y="9420"/>
                    <a:pt x="11870" y="9544"/>
                    <a:pt x="11950" y="9672"/>
                  </a:cubicBezTo>
                  <a:cubicBezTo>
                    <a:pt x="12091" y="9896"/>
                    <a:pt x="12228" y="10127"/>
                    <a:pt x="12372" y="10354"/>
                  </a:cubicBezTo>
                  <a:cubicBezTo>
                    <a:pt x="12843" y="11102"/>
                    <a:pt x="13308" y="11870"/>
                    <a:pt x="13778" y="12619"/>
                  </a:cubicBezTo>
                  <a:cubicBezTo>
                    <a:pt x="13945" y="12883"/>
                    <a:pt x="14104" y="13151"/>
                    <a:pt x="14269" y="13414"/>
                  </a:cubicBezTo>
                  <a:cubicBezTo>
                    <a:pt x="14330" y="13513"/>
                    <a:pt x="14372" y="13638"/>
                    <a:pt x="14452" y="13719"/>
                  </a:cubicBezTo>
                  <a:lnTo>
                    <a:pt x="14452" y="13711"/>
                  </a:lnTo>
                  <a:cubicBezTo>
                    <a:pt x="14538" y="13648"/>
                    <a:pt x="14625" y="13493"/>
                    <a:pt x="14689" y="13405"/>
                  </a:cubicBezTo>
                  <a:cubicBezTo>
                    <a:pt x="14828" y="13218"/>
                    <a:pt x="14980" y="13042"/>
                    <a:pt x="15118" y="12854"/>
                  </a:cubicBezTo>
                  <a:cubicBezTo>
                    <a:pt x="15137" y="12830"/>
                    <a:pt x="15155" y="12805"/>
                    <a:pt x="15176" y="12782"/>
                  </a:cubicBezTo>
                  <a:cubicBezTo>
                    <a:pt x="15258" y="12680"/>
                    <a:pt x="15348" y="12582"/>
                    <a:pt x="15425" y="12478"/>
                  </a:cubicBezTo>
                  <a:cubicBezTo>
                    <a:pt x="15799" y="11966"/>
                    <a:pt x="16203" y="11485"/>
                    <a:pt x="16577" y="10976"/>
                  </a:cubicBezTo>
                  <a:cubicBezTo>
                    <a:pt x="16790" y="10685"/>
                    <a:pt x="17039" y="10413"/>
                    <a:pt x="17250" y="10127"/>
                  </a:cubicBezTo>
                  <a:cubicBezTo>
                    <a:pt x="17956" y="9166"/>
                    <a:pt x="18728" y="8259"/>
                    <a:pt x="19438" y="7293"/>
                  </a:cubicBezTo>
                  <a:cubicBezTo>
                    <a:pt x="19601" y="7069"/>
                    <a:pt x="19797" y="6861"/>
                    <a:pt x="19963" y="6637"/>
                  </a:cubicBezTo>
                  <a:cubicBezTo>
                    <a:pt x="20299" y="6180"/>
                    <a:pt x="20659" y="5746"/>
                    <a:pt x="20995" y="5291"/>
                  </a:cubicBezTo>
                  <a:cubicBezTo>
                    <a:pt x="21081" y="5172"/>
                    <a:pt x="21190" y="5066"/>
                    <a:pt x="21276" y="4950"/>
                  </a:cubicBezTo>
                  <a:cubicBezTo>
                    <a:pt x="21440" y="4721"/>
                    <a:pt x="21626" y="4510"/>
                    <a:pt x="21792" y="4284"/>
                  </a:cubicBezTo>
                  <a:cubicBezTo>
                    <a:pt x="21889" y="4147"/>
                    <a:pt x="21982" y="4012"/>
                    <a:pt x="22097" y="3890"/>
                  </a:cubicBezTo>
                  <a:cubicBezTo>
                    <a:pt x="22117" y="3889"/>
                    <a:pt x="22132" y="3885"/>
                    <a:pt x="22147" y="3885"/>
                  </a:cubicBezTo>
                  <a:cubicBezTo>
                    <a:pt x="22159" y="3885"/>
                    <a:pt x="22171" y="3888"/>
                    <a:pt x="22186" y="3898"/>
                  </a:cubicBezTo>
                  <a:cubicBezTo>
                    <a:pt x="22224" y="3913"/>
                    <a:pt x="22221" y="3935"/>
                    <a:pt x="22245" y="3961"/>
                  </a:cubicBezTo>
                  <a:cubicBezTo>
                    <a:pt x="22309" y="4022"/>
                    <a:pt x="22385" y="4080"/>
                    <a:pt x="22456" y="4135"/>
                  </a:cubicBezTo>
                  <a:cubicBezTo>
                    <a:pt x="22482" y="4162"/>
                    <a:pt x="22507" y="4193"/>
                    <a:pt x="22535" y="4224"/>
                  </a:cubicBezTo>
                  <a:cubicBezTo>
                    <a:pt x="22850" y="4460"/>
                    <a:pt x="23102" y="4772"/>
                    <a:pt x="23417" y="5009"/>
                  </a:cubicBezTo>
                  <a:cubicBezTo>
                    <a:pt x="23522" y="5088"/>
                    <a:pt x="23603" y="5194"/>
                    <a:pt x="23707" y="5271"/>
                  </a:cubicBezTo>
                  <a:cubicBezTo>
                    <a:pt x="23734" y="5293"/>
                    <a:pt x="23740" y="5320"/>
                    <a:pt x="23778" y="5332"/>
                  </a:cubicBezTo>
                  <a:cubicBezTo>
                    <a:pt x="23776" y="5229"/>
                    <a:pt x="23800" y="5121"/>
                    <a:pt x="23821" y="5037"/>
                  </a:cubicBezTo>
                  <a:cubicBezTo>
                    <a:pt x="23856" y="4894"/>
                    <a:pt x="23852" y="4746"/>
                    <a:pt x="23882" y="4617"/>
                  </a:cubicBezTo>
                  <a:cubicBezTo>
                    <a:pt x="23893" y="4535"/>
                    <a:pt x="23900" y="4452"/>
                    <a:pt x="23909" y="4371"/>
                  </a:cubicBezTo>
                  <a:cubicBezTo>
                    <a:pt x="23962" y="4144"/>
                    <a:pt x="23967" y="3881"/>
                    <a:pt x="24023" y="3653"/>
                  </a:cubicBezTo>
                  <a:cubicBezTo>
                    <a:pt x="24130" y="2895"/>
                    <a:pt x="24237" y="2138"/>
                    <a:pt x="24346" y="1380"/>
                  </a:cubicBezTo>
                  <a:cubicBezTo>
                    <a:pt x="24426" y="1050"/>
                    <a:pt x="24426" y="685"/>
                    <a:pt x="24503" y="357"/>
                  </a:cubicBezTo>
                  <a:cubicBezTo>
                    <a:pt x="24511" y="307"/>
                    <a:pt x="24548" y="30"/>
                    <a:pt x="2453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10"/>
            <p:cNvSpPr/>
            <p:nvPr/>
          </p:nvSpPr>
          <p:spPr>
            <a:xfrm>
              <a:off x="2887769" y="2879155"/>
              <a:ext cx="70477" cy="415306"/>
            </a:xfrm>
            <a:custGeom>
              <a:rect b="b" l="l" r="r" t="t"/>
              <a:pathLst>
                <a:path extrusionOk="0" h="14679" w="2491">
                  <a:moveTo>
                    <a:pt x="2303" y="177"/>
                  </a:moveTo>
                  <a:lnTo>
                    <a:pt x="2303" y="14502"/>
                  </a:lnTo>
                  <a:lnTo>
                    <a:pt x="170" y="14502"/>
                  </a:lnTo>
                  <a:lnTo>
                    <a:pt x="170" y="177"/>
                  </a:lnTo>
                  <a:close/>
                  <a:moveTo>
                    <a:pt x="2041" y="1"/>
                  </a:moveTo>
                  <a:cubicBezTo>
                    <a:pt x="1832" y="1"/>
                    <a:pt x="1618" y="10"/>
                    <a:pt x="1418" y="10"/>
                  </a:cubicBezTo>
                  <a:cubicBezTo>
                    <a:pt x="1148" y="10"/>
                    <a:pt x="868" y="2"/>
                    <a:pt x="593" y="2"/>
                  </a:cubicBezTo>
                  <a:cubicBezTo>
                    <a:pt x="391" y="2"/>
                    <a:pt x="191" y="6"/>
                    <a:pt x="0" y="20"/>
                  </a:cubicBezTo>
                  <a:lnTo>
                    <a:pt x="0" y="14658"/>
                  </a:lnTo>
                  <a:cubicBezTo>
                    <a:pt x="194" y="14671"/>
                    <a:pt x="396" y="14675"/>
                    <a:pt x="600" y="14675"/>
                  </a:cubicBezTo>
                  <a:cubicBezTo>
                    <a:pt x="873" y="14675"/>
                    <a:pt x="1150" y="14668"/>
                    <a:pt x="1418" y="14668"/>
                  </a:cubicBezTo>
                  <a:cubicBezTo>
                    <a:pt x="1621" y="14668"/>
                    <a:pt x="1837" y="14678"/>
                    <a:pt x="2047" y="14678"/>
                  </a:cubicBezTo>
                  <a:cubicBezTo>
                    <a:pt x="2189" y="14678"/>
                    <a:pt x="2329" y="14674"/>
                    <a:pt x="2460" y="14658"/>
                  </a:cubicBezTo>
                  <a:cubicBezTo>
                    <a:pt x="2491" y="14393"/>
                    <a:pt x="2469" y="14082"/>
                    <a:pt x="2469" y="13800"/>
                  </a:cubicBezTo>
                  <a:lnTo>
                    <a:pt x="2469" y="12217"/>
                  </a:lnTo>
                  <a:lnTo>
                    <a:pt x="2469" y="7365"/>
                  </a:lnTo>
                  <a:lnTo>
                    <a:pt x="2469" y="2486"/>
                  </a:lnTo>
                  <a:lnTo>
                    <a:pt x="2469" y="885"/>
                  </a:lnTo>
                  <a:cubicBezTo>
                    <a:pt x="2469" y="601"/>
                    <a:pt x="2491" y="286"/>
                    <a:pt x="2460" y="20"/>
                  </a:cubicBezTo>
                  <a:cubicBezTo>
                    <a:pt x="2327" y="5"/>
                    <a:pt x="2185" y="1"/>
                    <a:pt x="20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0"/>
            <p:cNvSpPr/>
            <p:nvPr/>
          </p:nvSpPr>
          <p:spPr>
            <a:xfrm>
              <a:off x="2772056" y="2972404"/>
              <a:ext cx="60603" cy="320978"/>
            </a:xfrm>
            <a:custGeom>
              <a:rect b="b" l="l" r="r" t="t"/>
              <a:pathLst>
                <a:path extrusionOk="0" h="11345" w="2142">
                  <a:moveTo>
                    <a:pt x="1985" y="178"/>
                  </a:moveTo>
                  <a:lnTo>
                    <a:pt x="1985" y="11179"/>
                  </a:lnTo>
                  <a:lnTo>
                    <a:pt x="1975" y="11187"/>
                  </a:lnTo>
                  <a:lnTo>
                    <a:pt x="164" y="11187"/>
                  </a:lnTo>
                  <a:lnTo>
                    <a:pt x="164" y="178"/>
                  </a:lnTo>
                  <a:close/>
                  <a:moveTo>
                    <a:pt x="411" y="0"/>
                  </a:moveTo>
                  <a:cubicBezTo>
                    <a:pt x="270" y="0"/>
                    <a:pt x="131" y="5"/>
                    <a:pt x="0" y="20"/>
                  </a:cubicBezTo>
                  <a:lnTo>
                    <a:pt x="0" y="11344"/>
                  </a:lnTo>
                  <a:lnTo>
                    <a:pt x="2142" y="11344"/>
                  </a:lnTo>
                  <a:lnTo>
                    <a:pt x="2142" y="20"/>
                  </a:lnTo>
                  <a:cubicBezTo>
                    <a:pt x="2009" y="5"/>
                    <a:pt x="1869" y="0"/>
                    <a:pt x="1726" y="0"/>
                  </a:cubicBezTo>
                  <a:cubicBezTo>
                    <a:pt x="1506" y="0"/>
                    <a:pt x="1279" y="11"/>
                    <a:pt x="1066" y="11"/>
                  </a:cubicBezTo>
                  <a:cubicBezTo>
                    <a:pt x="854" y="11"/>
                    <a:pt x="630" y="0"/>
                    <a:pt x="4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0"/>
            <p:cNvSpPr/>
            <p:nvPr/>
          </p:nvSpPr>
          <p:spPr>
            <a:xfrm>
              <a:off x="2655975" y="2929882"/>
              <a:ext cx="65356" cy="364351"/>
            </a:xfrm>
            <a:custGeom>
              <a:rect b="b" l="l" r="r" t="t"/>
              <a:pathLst>
                <a:path extrusionOk="0" h="12878" w="2310">
                  <a:moveTo>
                    <a:pt x="1905" y="149"/>
                  </a:moveTo>
                  <a:cubicBezTo>
                    <a:pt x="1993" y="149"/>
                    <a:pt x="2071" y="153"/>
                    <a:pt x="2117" y="169"/>
                  </a:cubicBezTo>
                  <a:lnTo>
                    <a:pt x="2117" y="12700"/>
                  </a:lnTo>
                  <a:lnTo>
                    <a:pt x="167" y="12700"/>
                  </a:lnTo>
                  <a:lnTo>
                    <a:pt x="167" y="161"/>
                  </a:lnTo>
                  <a:lnTo>
                    <a:pt x="1515" y="161"/>
                  </a:lnTo>
                  <a:cubicBezTo>
                    <a:pt x="1607" y="161"/>
                    <a:pt x="1767" y="149"/>
                    <a:pt x="1905" y="149"/>
                  </a:cubicBezTo>
                  <a:close/>
                  <a:moveTo>
                    <a:pt x="0" y="1"/>
                  </a:moveTo>
                  <a:lnTo>
                    <a:pt x="0" y="12856"/>
                  </a:lnTo>
                  <a:cubicBezTo>
                    <a:pt x="138" y="12872"/>
                    <a:pt x="285" y="12877"/>
                    <a:pt x="434" y="12877"/>
                  </a:cubicBezTo>
                  <a:cubicBezTo>
                    <a:pt x="669" y="12877"/>
                    <a:pt x="911" y="12865"/>
                    <a:pt x="1139" y="12865"/>
                  </a:cubicBezTo>
                  <a:cubicBezTo>
                    <a:pt x="1367" y="12865"/>
                    <a:pt x="1609" y="12877"/>
                    <a:pt x="1844" y="12877"/>
                  </a:cubicBezTo>
                  <a:cubicBezTo>
                    <a:pt x="1992" y="12877"/>
                    <a:pt x="2138" y="12872"/>
                    <a:pt x="2276" y="12856"/>
                  </a:cubicBezTo>
                  <a:cubicBezTo>
                    <a:pt x="2293" y="12628"/>
                    <a:pt x="2286" y="12363"/>
                    <a:pt x="2286" y="12122"/>
                  </a:cubicBezTo>
                  <a:lnTo>
                    <a:pt x="2286" y="10924"/>
                  </a:lnTo>
                  <a:cubicBezTo>
                    <a:pt x="2283" y="9713"/>
                    <a:pt x="2283" y="8499"/>
                    <a:pt x="2283" y="7286"/>
                  </a:cubicBezTo>
                  <a:lnTo>
                    <a:pt x="2283" y="2571"/>
                  </a:lnTo>
                  <a:cubicBezTo>
                    <a:pt x="2283" y="1719"/>
                    <a:pt x="2309" y="838"/>
                    <a:pt x="22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0"/>
            <p:cNvSpPr/>
            <p:nvPr/>
          </p:nvSpPr>
          <p:spPr>
            <a:xfrm>
              <a:off x="2550136" y="3018152"/>
              <a:ext cx="62583" cy="275710"/>
            </a:xfrm>
            <a:custGeom>
              <a:rect b="b" l="l" r="r" t="t"/>
              <a:pathLst>
                <a:path extrusionOk="0" h="9745" w="2212">
                  <a:moveTo>
                    <a:pt x="2046" y="161"/>
                  </a:moveTo>
                  <a:lnTo>
                    <a:pt x="2046" y="9596"/>
                  </a:lnTo>
                  <a:lnTo>
                    <a:pt x="165" y="9596"/>
                  </a:lnTo>
                  <a:lnTo>
                    <a:pt x="165" y="161"/>
                  </a:lnTo>
                  <a:close/>
                  <a:moveTo>
                    <a:pt x="1951" y="0"/>
                  </a:moveTo>
                  <a:cubicBezTo>
                    <a:pt x="1840" y="0"/>
                    <a:pt x="1725" y="4"/>
                    <a:pt x="1617" y="4"/>
                  </a:cubicBezTo>
                  <a:lnTo>
                    <a:pt x="0" y="4"/>
                  </a:lnTo>
                  <a:lnTo>
                    <a:pt x="0" y="9745"/>
                  </a:lnTo>
                  <a:lnTo>
                    <a:pt x="2212" y="9745"/>
                  </a:lnTo>
                  <a:lnTo>
                    <a:pt x="2212" y="11"/>
                  </a:lnTo>
                  <a:cubicBezTo>
                    <a:pt x="2131" y="2"/>
                    <a:pt x="2042" y="0"/>
                    <a:pt x="19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0"/>
            <p:cNvSpPr/>
            <p:nvPr/>
          </p:nvSpPr>
          <p:spPr>
            <a:xfrm>
              <a:off x="2996919" y="2735574"/>
              <a:ext cx="65158" cy="558522"/>
            </a:xfrm>
            <a:custGeom>
              <a:rect b="b" l="l" r="r" t="t"/>
              <a:pathLst>
                <a:path extrusionOk="0" h="19741" w="2303">
                  <a:moveTo>
                    <a:pt x="2135" y="171"/>
                  </a:moveTo>
                  <a:lnTo>
                    <a:pt x="2135" y="19568"/>
                  </a:lnTo>
                  <a:lnTo>
                    <a:pt x="770" y="19568"/>
                  </a:lnTo>
                  <a:cubicBezTo>
                    <a:pt x="678" y="19568"/>
                    <a:pt x="519" y="19579"/>
                    <a:pt x="381" y="19579"/>
                  </a:cubicBezTo>
                  <a:cubicBezTo>
                    <a:pt x="288" y="19579"/>
                    <a:pt x="205" y="19575"/>
                    <a:pt x="158" y="19558"/>
                  </a:cubicBezTo>
                  <a:lnTo>
                    <a:pt x="158" y="6021"/>
                  </a:lnTo>
                  <a:lnTo>
                    <a:pt x="158" y="1947"/>
                  </a:lnTo>
                  <a:lnTo>
                    <a:pt x="158" y="722"/>
                  </a:lnTo>
                  <a:cubicBezTo>
                    <a:pt x="158" y="582"/>
                    <a:pt x="130" y="280"/>
                    <a:pt x="166" y="171"/>
                  </a:cubicBezTo>
                  <a:close/>
                  <a:moveTo>
                    <a:pt x="488" y="1"/>
                  </a:moveTo>
                  <a:cubicBezTo>
                    <a:pt x="321" y="1"/>
                    <a:pt x="157" y="4"/>
                    <a:pt x="1" y="15"/>
                  </a:cubicBezTo>
                  <a:lnTo>
                    <a:pt x="1" y="19725"/>
                  </a:lnTo>
                  <a:cubicBezTo>
                    <a:pt x="367" y="19735"/>
                    <a:pt x="748" y="19740"/>
                    <a:pt x="1129" y="19740"/>
                  </a:cubicBezTo>
                  <a:cubicBezTo>
                    <a:pt x="1525" y="19740"/>
                    <a:pt x="1922" y="19735"/>
                    <a:pt x="2302" y="19725"/>
                  </a:cubicBezTo>
                  <a:lnTo>
                    <a:pt x="2302" y="15"/>
                  </a:lnTo>
                  <a:cubicBezTo>
                    <a:pt x="2146" y="4"/>
                    <a:pt x="1983" y="1"/>
                    <a:pt x="1817" y="1"/>
                  </a:cubicBezTo>
                  <a:cubicBezTo>
                    <a:pt x="1596" y="1"/>
                    <a:pt x="1371" y="6"/>
                    <a:pt x="1155" y="6"/>
                  </a:cubicBezTo>
                  <a:cubicBezTo>
                    <a:pt x="937" y="6"/>
                    <a:pt x="710" y="1"/>
                    <a:pt x="4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0"/>
            <p:cNvSpPr/>
            <p:nvPr/>
          </p:nvSpPr>
          <p:spPr>
            <a:xfrm>
              <a:off x="2404858" y="2528309"/>
              <a:ext cx="708444" cy="580421"/>
            </a:xfrm>
            <a:custGeom>
              <a:rect b="b" l="l" r="r" t="t"/>
              <a:pathLst>
                <a:path extrusionOk="0" h="20515" w="25040">
                  <a:moveTo>
                    <a:pt x="24781" y="231"/>
                  </a:moveTo>
                  <a:cubicBezTo>
                    <a:pt x="24804" y="262"/>
                    <a:pt x="24765" y="538"/>
                    <a:pt x="24750" y="596"/>
                  </a:cubicBezTo>
                  <a:cubicBezTo>
                    <a:pt x="24671" y="925"/>
                    <a:pt x="24671" y="1291"/>
                    <a:pt x="24592" y="1620"/>
                  </a:cubicBezTo>
                  <a:cubicBezTo>
                    <a:pt x="24484" y="2377"/>
                    <a:pt x="24375" y="3135"/>
                    <a:pt x="24269" y="3894"/>
                  </a:cubicBezTo>
                  <a:cubicBezTo>
                    <a:pt x="24214" y="4122"/>
                    <a:pt x="24211" y="4382"/>
                    <a:pt x="24154" y="4611"/>
                  </a:cubicBezTo>
                  <a:cubicBezTo>
                    <a:pt x="24145" y="4693"/>
                    <a:pt x="24135" y="4775"/>
                    <a:pt x="24128" y="4856"/>
                  </a:cubicBezTo>
                  <a:cubicBezTo>
                    <a:pt x="24097" y="4987"/>
                    <a:pt x="24102" y="5134"/>
                    <a:pt x="24067" y="5276"/>
                  </a:cubicBezTo>
                  <a:cubicBezTo>
                    <a:pt x="24045" y="5364"/>
                    <a:pt x="24023" y="5471"/>
                    <a:pt x="24023" y="5575"/>
                  </a:cubicBezTo>
                  <a:cubicBezTo>
                    <a:pt x="23985" y="5560"/>
                    <a:pt x="23979" y="5534"/>
                    <a:pt x="23952" y="5512"/>
                  </a:cubicBezTo>
                  <a:cubicBezTo>
                    <a:pt x="23849" y="5435"/>
                    <a:pt x="23764" y="5327"/>
                    <a:pt x="23662" y="5250"/>
                  </a:cubicBezTo>
                  <a:cubicBezTo>
                    <a:pt x="23348" y="5013"/>
                    <a:pt x="23094" y="4702"/>
                    <a:pt x="22780" y="4464"/>
                  </a:cubicBezTo>
                  <a:cubicBezTo>
                    <a:pt x="22754" y="4435"/>
                    <a:pt x="22728" y="4406"/>
                    <a:pt x="22701" y="4377"/>
                  </a:cubicBezTo>
                  <a:cubicBezTo>
                    <a:pt x="22630" y="4323"/>
                    <a:pt x="22555" y="4265"/>
                    <a:pt x="22492" y="4202"/>
                  </a:cubicBezTo>
                  <a:cubicBezTo>
                    <a:pt x="22467" y="4177"/>
                    <a:pt x="22470" y="4156"/>
                    <a:pt x="22431" y="4141"/>
                  </a:cubicBezTo>
                  <a:cubicBezTo>
                    <a:pt x="22416" y="4130"/>
                    <a:pt x="22404" y="4128"/>
                    <a:pt x="22390" y="4128"/>
                  </a:cubicBezTo>
                  <a:cubicBezTo>
                    <a:pt x="22377" y="4128"/>
                    <a:pt x="22363" y="4130"/>
                    <a:pt x="22344" y="4131"/>
                  </a:cubicBezTo>
                  <a:cubicBezTo>
                    <a:pt x="22230" y="4251"/>
                    <a:pt x="22136" y="4390"/>
                    <a:pt x="22038" y="4526"/>
                  </a:cubicBezTo>
                  <a:cubicBezTo>
                    <a:pt x="21873" y="4752"/>
                    <a:pt x="21690" y="4964"/>
                    <a:pt x="21522" y="5191"/>
                  </a:cubicBezTo>
                  <a:cubicBezTo>
                    <a:pt x="21437" y="5307"/>
                    <a:pt x="21328" y="5415"/>
                    <a:pt x="21242" y="5532"/>
                  </a:cubicBezTo>
                  <a:cubicBezTo>
                    <a:pt x="20906" y="5990"/>
                    <a:pt x="20547" y="6421"/>
                    <a:pt x="20209" y="6879"/>
                  </a:cubicBezTo>
                  <a:cubicBezTo>
                    <a:pt x="20045" y="7103"/>
                    <a:pt x="19850" y="7312"/>
                    <a:pt x="19685" y="7536"/>
                  </a:cubicBezTo>
                  <a:cubicBezTo>
                    <a:pt x="18978" y="8498"/>
                    <a:pt x="18206" y="9406"/>
                    <a:pt x="17498" y="10368"/>
                  </a:cubicBezTo>
                  <a:cubicBezTo>
                    <a:pt x="17286" y="10657"/>
                    <a:pt x="17037" y="10928"/>
                    <a:pt x="16825" y="11217"/>
                  </a:cubicBezTo>
                  <a:cubicBezTo>
                    <a:pt x="16450" y="11727"/>
                    <a:pt x="16044" y="12212"/>
                    <a:pt x="15670" y="12722"/>
                  </a:cubicBezTo>
                  <a:cubicBezTo>
                    <a:pt x="15576" y="12851"/>
                    <a:pt x="15458" y="12969"/>
                    <a:pt x="15365" y="13098"/>
                  </a:cubicBezTo>
                  <a:cubicBezTo>
                    <a:pt x="15227" y="13287"/>
                    <a:pt x="15073" y="13463"/>
                    <a:pt x="14936" y="13649"/>
                  </a:cubicBezTo>
                  <a:cubicBezTo>
                    <a:pt x="14871" y="13738"/>
                    <a:pt x="14786" y="13892"/>
                    <a:pt x="14699" y="13955"/>
                  </a:cubicBezTo>
                  <a:lnTo>
                    <a:pt x="14699" y="13963"/>
                  </a:lnTo>
                  <a:cubicBezTo>
                    <a:pt x="14619" y="13882"/>
                    <a:pt x="14578" y="13756"/>
                    <a:pt x="14516" y="13658"/>
                  </a:cubicBezTo>
                  <a:cubicBezTo>
                    <a:pt x="14350" y="13396"/>
                    <a:pt x="14195" y="13128"/>
                    <a:pt x="14027" y="12861"/>
                  </a:cubicBezTo>
                  <a:cubicBezTo>
                    <a:pt x="13555" y="12113"/>
                    <a:pt x="13091" y="11346"/>
                    <a:pt x="12619" y="10598"/>
                  </a:cubicBezTo>
                  <a:cubicBezTo>
                    <a:pt x="12475" y="10371"/>
                    <a:pt x="12341" y="10140"/>
                    <a:pt x="12198" y="9916"/>
                  </a:cubicBezTo>
                  <a:cubicBezTo>
                    <a:pt x="12117" y="9786"/>
                    <a:pt x="12065" y="9663"/>
                    <a:pt x="11954" y="9567"/>
                  </a:cubicBezTo>
                  <a:cubicBezTo>
                    <a:pt x="11831" y="9571"/>
                    <a:pt x="11799" y="9669"/>
                    <a:pt x="11736" y="9733"/>
                  </a:cubicBezTo>
                  <a:cubicBezTo>
                    <a:pt x="11573" y="9894"/>
                    <a:pt x="11392" y="10048"/>
                    <a:pt x="11253" y="10230"/>
                  </a:cubicBezTo>
                  <a:lnTo>
                    <a:pt x="10704" y="10781"/>
                  </a:lnTo>
                  <a:cubicBezTo>
                    <a:pt x="10592" y="10926"/>
                    <a:pt x="10439" y="11070"/>
                    <a:pt x="10308" y="11201"/>
                  </a:cubicBezTo>
                  <a:cubicBezTo>
                    <a:pt x="10262" y="11245"/>
                    <a:pt x="10217" y="11288"/>
                    <a:pt x="10169" y="11332"/>
                  </a:cubicBezTo>
                  <a:cubicBezTo>
                    <a:pt x="10087" y="11440"/>
                    <a:pt x="9970" y="11515"/>
                    <a:pt x="9890" y="11621"/>
                  </a:cubicBezTo>
                  <a:cubicBezTo>
                    <a:pt x="9810" y="11726"/>
                    <a:pt x="9695" y="11799"/>
                    <a:pt x="9618" y="11900"/>
                  </a:cubicBezTo>
                  <a:cubicBezTo>
                    <a:pt x="9533" y="12014"/>
                    <a:pt x="9427" y="12116"/>
                    <a:pt x="9330" y="12214"/>
                  </a:cubicBezTo>
                  <a:cubicBezTo>
                    <a:pt x="9155" y="12393"/>
                    <a:pt x="8955" y="12559"/>
                    <a:pt x="8804" y="12757"/>
                  </a:cubicBezTo>
                  <a:cubicBezTo>
                    <a:pt x="8729" y="12857"/>
                    <a:pt x="8619" y="12925"/>
                    <a:pt x="8542" y="13027"/>
                  </a:cubicBezTo>
                  <a:cubicBezTo>
                    <a:pt x="8465" y="13129"/>
                    <a:pt x="8350" y="13202"/>
                    <a:pt x="8271" y="13308"/>
                  </a:cubicBezTo>
                  <a:cubicBezTo>
                    <a:pt x="8225" y="13351"/>
                    <a:pt x="8178" y="13395"/>
                    <a:pt x="8132" y="13439"/>
                  </a:cubicBezTo>
                  <a:cubicBezTo>
                    <a:pt x="8001" y="13569"/>
                    <a:pt x="7848" y="13712"/>
                    <a:pt x="7738" y="13857"/>
                  </a:cubicBezTo>
                  <a:cubicBezTo>
                    <a:pt x="7668" y="13926"/>
                    <a:pt x="7597" y="13993"/>
                    <a:pt x="7529" y="14059"/>
                  </a:cubicBezTo>
                  <a:cubicBezTo>
                    <a:pt x="7412" y="14176"/>
                    <a:pt x="7287" y="14296"/>
                    <a:pt x="7187" y="14427"/>
                  </a:cubicBezTo>
                  <a:cubicBezTo>
                    <a:pt x="7108" y="14529"/>
                    <a:pt x="6993" y="14602"/>
                    <a:pt x="6916" y="14706"/>
                  </a:cubicBezTo>
                  <a:cubicBezTo>
                    <a:pt x="6829" y="14792"/>
                    <a:pt x="6742" y="14875"/>
                    <a:pt x="6655" y="14961"/>
                  </a:cubicBezTo>
                  <a:cubicBezTo>
                    <a:pt x="6585" y="15054"/>
                    <a:pt x="6499" y="15125"/>
                    <a:pt x="6418" y="15207"/>
                  </a:cubicBezTo>
                  <a:cubicBezTo>
                    <a:pt x="6310" y="15314"/>
                    <a:pt x="6194" y="15426"/>
                    <a:pt x="6104" y="15548"/>
                  </a:cubicBezTo>
                  <a:cubicBezTo>
                    <a:pt x="6030" y="15649"/>
                    <a:pt x="5918" y="15717"/>
                    <a:pt x="5842" y="15819"/>
                  </a:cubicBezTo>
                  <a:cubicBezTo>
                    <a:pt x="5750" y="15906"/>
                    <a:pt x="5662" y="15993"/>
                    <a:pt x="5572" y="16080"/>
                  </a:cubicBezTo>
                  <a:cubicBezTo>
                    <a:pt x="5489" y="16188"/>
                    <a:pt x="5371" y="16264"/>
                    <a:pt x="5291" y="16370"/>
                  </a:cubicBezTo>
                  <a:cubicBezTo>
                    <a:pt x="5211" y="16474"/>
                    <a:pt x="5096" y="16547"/>
                    <a:pt x="5021" y="16649"/>
                  </a:cubicBezTo>
                  <a:cubicBezTo>
                    <a:pt x="4951" y="16742"/>
                    <a:pt x="4864" y="16813"/>
                    <a:pt x="4784" y="16895"/>
                  </a:cubicBezTo>
                  <a:cubicBezTo>
                    <a:pt x="4680" y="17001"/>
                    <a:pt x="4568" y="17110"/>
                    <a:pt x="4478" y="17227"/>
                  </a:cubicBezTo>
                  <a:cubicBezTo>
                    <a:pt x="4401" y="17329"/>
                    <a:pt x="4286" y="17402"/>
                    <a:pt x="4208" y="17507"/>
                  </a:cubicBezTo>
                  <a:cubicBezTo>
                    <a:pt x="4121" y="17591"/>
                    <a:pt x="4033" y="17675"/>
                    <a:pt x="3946" y="17761"/>
                  </a:cubicBezTo>
                  <a:cubicBezTo>
                    <a:pt x="3878" y="17854"/>
                    <a:pt x="3791" y="17925"/>
                    <a:pt x="3711" y="18007"/>
                  </a:cubicBezTo>
                  <a:cubicBezTo>
                    <a:pt x="3603" y="18114"/>
                    <a:pt x="3487" y="18226"/>
                    <a:pt x="3395" y="18348"/>
                  </a:cubicBezTo>
                  <a:cubicBezTo>
                    <a:pt x="3322" y="18444"/>
                    <a:pt x="3216" y="18511"/>
                    <a:pt x="3141" y="18610"/>
                  </a:cubicBezTo>
                  <a:cubicBezTo>
                    <a:pt x="3061" y="18715"/>
                    <a:pt x="2943" y="18790"/>
                    <a:pt x="2861" y="18899"/>
                  </a:cubicBezTo>
                  <a:cubicBezTo>
                    <a:pt x="2770" y="18987"/>
                    <a:pt x="2681" y="19074"/>
                    <a:pt x="2591" y="19161"/>
                  </a:cubicBezTo>
                  <a:cubicBezTo>
                    <a:pt x="2483" y="19302"/>
                    <a:pt x="2324" y="19453"/>
                    <a:pt x="2196" y="19580"/>
                  </a:cubicBezTo>
                  <a:cubicBezTo>
                    <a:pt x="2149" y="19624"/>
                    <a:pt x="2104" y="19667"/>
                    <a:pt x="2056" y="19711"/>
                  </a:cubicBezTo>
                  <a:cubicBezTo>
                    <a:pt x="1975" y="19818"/>
                    <a:pt x="1857" y="19895"/>
                    <a:pt x="1777" y="20000"/>
                  </a:cubicBezTo>
                  <a:cubicBezTo>
                    <a:pt x="1719" y="20077"/>
                    <a:pt x="1646" y="20166"/>
                    <a:pt x="1566" y="20218"/>
                  </a:cubicBezTo>
                  <a:lnTo>
                    <a:pt x="1556" y="20227"/>
                  </a:lnTo>
                  <a:cubicBezTo>
                    <a:pt x="1480" y="20109"/>
                    <a:pt x="1360" y="20023"/>
                    <a:pt x="1277" y="19913"/>
                  </a:cubicBezTo>
                  <a:cubicBezTo>
                    <a:pt x="1067" y="19637"/>
                    <a:pt x="811" y="19403"/>
                    <a:pt x="602" y="19126"/>
                  </a:cubicBezTo>
                  <a:cubicBezTo>
                    <a:pt x="528" y="19027"/>
                    <a:pt x="433" y="18946"/>
                    <a:pt x="356" y="18846"/>
                  </a:cubicBezTo>
                  <a:cubicBezTo>
                    <a:pt x="326" y="18805"/>
                    <a:pt x="272" y="18779"/>
                    <a:pt x="252" y="18725"/>
                  </a:cubicBezTo>
                  <a:cubicBezTo>
                    <a:pt x="4176" y="14571"/>
                    <a:pt x="8098" y="10416"/>
                    <a:pt x="12023" y="6262"/>
                  </a:cubicBezTo>
                  <a:lnTo>
                    <a:pt x="12031" y="6253"/>
                  </a:lnTo>
                  <a:cubicBezTo>
                    <a:pt x="12094" y="6376"/>
                    <a:pt x="12180" y="6483"/>
                    <a:pt x="12249" y="6595"/>
                  </a:cubicBezTo>
                  <a:cubicBezTo>
                    <a:pt x="12402" y="6839"/>
                    <a:pt x="12553" y="7082"/>
                    <a:pt x="12704" y="7321"/>
                  </a:cubicBezTo>
                  <a:cubicBezTo>
                    <a:pt x="13191" y="8093"/>
                    <a:pt x="13671" y="8869"/>
                    <a:pt x="14157" y="9638"/>
                  </a:cubicBezTo>
                  <a:cubicBezTo>
                    <a:pt x="14304" y="9872"/>
                    <a:pt x="14443" y="10108"/>
                    <a:pt x="14594" y="10337"/>
                  </a:cubicBezTo>
                  <a:cubicBezTo>
                    <a:pt x="14640" y="10406"/>
                    <a:pt x="14698" y="10557"/>
                    <a:pt x="14760" y="10599"/>
                  </a:cubicBezTo>
                  <a:cubicBezTo>
                    <a:pt x="14794" y="10622"/>
                    <a:pt x="14859" y="10624"/>
                    <a:pt x="14917" y="10624"/>
                  </a:cubicBezTo>
                  <a:cubicBezTo>
                    <a:pt x="14929" y="10624"/>
                    <a:pt x="14941" y="10624"/>
                    <a:pt x="14952" y="10624"/>
                  </a:cubicBezTo>
                  <a:cubicBezTo>
                    <a:pt x="15121" y="10447"/>
                    <a:pt x="15276" y="10253"/>
                    <a:pt x="15425" y="10055"/>
                  </a:cubicBezTo>
                  <a:cubicBezTo>
                    <a:pt x="15598" y="9824"/>
                    <a:pt x="15801" y="9616"/>
                    <a:pt x="15976" y="9381"/>
                  </a:cubicBezTo>
                  <a:cubicBezTo>
                    <a:pt x="16048" y="9283"/>
                    <a:pt x="16149" y="9199"/>
                    <a:pt x="16221" y="9102"/>
                  </a:cubicBezTo>
                  <a:cubicBezTo>
                    <a:pt x="16508" y="8716"/>
                    <a:pt x="16833" y="8367"/>
                    <a:pt x="17123" y="7982"/>
                  </a:cubicBezTo>
                  <a:cubicBezTo>
                    <a:pt x="17294" y="7751"/>
                    <a:pt x="17510" y="7547"/>
                    <a:pt x="17683" y="7316"/>
                  </a:cubicBezTo>
                  <a:cubicBezTo>
                    <a:pt x="18308" y="6479"/>
                    <a:pt x="19035" y="5724"/>
                    <a:pt x="19657" y="4885"/>
                  </a:cubicBezTo>
                  <a:cubicBezTo>
                    <a:pt x="19728" y="4791"/>
                    <a:pt x="19823" y="4709"/>
                    <a:pt x="19894" y="4615"/>
                  </a:cubicBezTo>
                  <a:cubicBezTo>
                    <a:pt x="20185" y="4225"/>
                    <a:pt x="20513" y="3875"/>
                    <a:pt x="20803" y="3485"/>
                  </a:cubicBezTo>
                  <a:cubicBezTo>
                    <a:pt x="20888" y="3373"/>
                    <a:pt x="20987" y="3270"/>
                    <a:pt x="21073" y="3154"/>
                  </a:cubicBezTo>
                  <a:cubicBezTo>
                    <a:pt x="21131" y="3075"/>
                    <a:pt x="21204" y="3052"/>
                    <a:pt x="21195" y="2926"/>
                  </a:cubicBezTo>
                  <a:cubicBezTo>
                    <a:pt x="20934" y="2678"/>
                    <a:pt x="20653" y="2436"/>
                    <a:pt x="20365" y="2217"/>
                  </a:cubicBezTo>
                  <a:cubicBezTo>
                    <a:pt x="20244" y="2126"/>
                    <a:pt x="20143" y="2001"/>
                    <a:pt x="20023" y="1912"/>
                  </a:cubicBezTo>
                  <a:cubicBezTo>
                    <a:pt x="19900" y="1819"/>
                    <a:pt x="19794" y="1704"/>
                    <a:pt x="19674" y="1614"/>
                  </a:cubicBezTo>
                  <a:cubicBezTo>
                    <a:pt x="19596" y="1556"/>
                    <a:pt x="19493" y="1493"/>
                    <a:pt x="19437" y="1412"/>
                  </a:cubicBezTo>
                  <a:cubicBezTo>
                    <a:pt x="19423" y="1406"/>
                    <a:pt x="19429" y="1411"/>
                    <a:pt x="19420" y="1403"/>
                  </a:cubicBezTo>
                  <a:cubicBezTo>
                    <a:pt x="19929" y="1290"/>
                    <a:pt x="20461" y="1201"/>
                    <a:pt x="20958" y="1062"/>
                  </a:cubicBezTo>
                  <a:cubicBezTo>
                    <a:pt x="21253" y="977"/>
                    <a:pt x="21557" y="948"/>
                    <a:pt x="21842" y="868"/>
                  </a:cubicBezTo>
                  <a:cubicBezTo>
                    <a:pt x="21943" y="839"/>
                    <a:pt x="22030" y="845"/>
                    <a:pt x="22132" y="816"/>
                  </a:cubicBezTo>
                  <a:cubicBezTo>
                    <a:pt x="22453" y="726"/>
                    <a:pt x="22808" y="679"/>
                    <a:pt x="23129" y="589"/>
                  </a:cubicBezTo>
                  <a:lnTo>
                    <a:pt x="23375" y="545"/>
                  </a:lnTo>
                  <a:cubicBezTo>
                    <a:pt x="23684" y="458"/>
                    <a:pt x="24026" y="415"/>
                    <a:pt x="24336" y="327"/>
                  </a:cubicBezTo>
                  <a:cubicBezTo>
                    <a:pt x="24453" y="294"/>
                    <a:pt x="24693" y="285"/>
                    <a:pt x="24781" y="231"/>
                  </a:cubicBezTo>
                  <a:close/>
                  <a:moveTo>
                    <a:pt x="24881" y="1"/>
                  </a:moveTo>
                  <a:cubicBezTo>
                    <a:pt x="24868" y="1"/>
                    <a:pt x="24856" y="1"/>
                    <a:pt x="24844" y="2"/>
                  </a:cubicBezTo>
                  <a:cubicBezTo>
                    <a:pt x="24773" y="53"/>
                    <a:pt x="24583" y="53"/>
                    <a:pt x="24487" y="80"/>
                  </a:cubicBezTo>
                  <a:cubicBezTo>
                    <a:pt x="24161" y="172"/>
                    <a:pt x="23815" y="205"/>
                    <a:pt x="23481" y="298"/>
                  </a:cubicBezTo>
                  <a:cubicBezTo>
                    <a:pt x="22700" y="516"/>
                    <a:pt x="21857" y="611"/>
                    <a:pt x="21077" y="833"/>
                  </a:cubicBezTo>
                  <a:cubicBezTo>
                    <a:pt x="20875" y="889"/>
                    <a:pt x="20666" y="909"/>
                    <a:pt x="20474" y="964"/>
                  </a:cubicBezTo>
                  <a:cubicBezTo>
                    <a:pt x="20179" y="1047"/>
                    <a:pt x="19875" y="1076"/>
                    <a:pt x="19590" y="1156"/>
                  </a:cubicBezTo>
                  <a:cubicBezTo>
                    <a:pt x="19414" y="1206"/>
                    <a:pt x="19256" y="1206"/>
                    <a:pt x="19118" y="1287"/>
                  </a:cubicBezTo>
                  <a:cubicBezTo>
                    <a:pt x="19115" y="1306"/>
                    <a:pt x="19110" y="1318"/>
                    <a:pt x="19100" y="1331"/>
                  </a:cubicBezTo>
                  <a:cubicBezTo>
                    <a:pt x="19104" y="1431"/>
                    <a:pt x="19163" y="1453"/>
                    <a:pt x="19221" y="1496"/>
                  </a:cubicBezTo>
                  <a:cubicBezTo>
                    <a:pt x="19343" y="1586"/>
                    <a:pt x="19449" y="1701"/>
                    <a:pt x="19570" y="1794"/>
                  </a:cubicBezTo>
                  <a:cubicBezTo>
                    <a:pt x="19647" y="1853"/>
                    <a:pt x="19712" y="1937"/>
                    <a:pt x="19788" y="1996"/>
                  </a:cubicBezTo>
                  <a:cubicBezTo>
                    <a:pt x="20058" y="2200"/>
                    <a:pt x="20295" y="2438"/>
                    <a:pt x="20566" y="2643"/>
                  </a:cubicBezTo>
                  <a:cubicBezTo>
                    <a:pt x="20699" y="2742"/>
                    <a:pt x="20808" y="2885"/>
                    <a:pt x="20951" y="2975"/>
                  </a:cubicBezTo>
                  <a:cubicBezTo>
                    <a:pt x="20883" y="3090"/>
                    <a:pt x="20775" y="3177"/>
                    <a:pt x="20697" y="3280"/>
                  </a:cubicBezTo>
                  <a:cubicBezTo>
                    <a:pt x="20509" y="3532"/>
                    <a:pt x="20288" y="3757"/>
                    <a:pt x="20103" y="4006"/>
                  </a:cubicBezTo>
                  <a:cubicBezTo>
                    <a:pt x="19578" y="4708"/>
                    <a:pt x="18974" y="5342"/>
                    <a:pt x="18450" y="6043"/>
                  </a:cubicBezTo>
                  <a:cubicBezTo>
                    <a:pt x="18330" y="6207"/>
                    <a:pt x="18171" y="6352"/>
                    <a:pt x="18049" y="6515"/>
                  </a:cubicBezTo>
                  <a:cubicBezTo>
                    <a:pt x="17549" y="7184"/>
                    <a:pt x="16975" y="7790"/>
                    <a:pt x="16474" y="8456"/>
                  </a:cubicBezTo>
                  <a:cubicBezTo>
                    <a:pt x="16354" y="8620"/>
                    <a:pt x="16195" y="8766"/>
                    <a:pt x="16073" y="8929"/>
                  </a:cubicBezTo>
                  <a:cubicBezTo>
                    <a:pt x="15884" y="9182"/>
                    <a:pt x="15675" y="9411"/>
                    <a:pt x="15489" y="9663"/>
                  </a:cubicBezTo>
                  <a:cubicBezTo>
                    <a:pt x="15428" y="9743"/>
                    <a:pt x="15346" y="9813"/>
                    <a:pt x="15287" y="9891"/>
                  </a:cubicBezTo>
                  <a:cubicBezTo>
                    <a:pt x="15164" y="10054"/>
                    <a:pt x="15028" y="10250"/>
                    <a:pt x="14885" y="10388"/>
                  </a:cubicBezTo>
                  <a:lnTo>
                    <a:pt x="14875" y="10397"/>
                  </a:lnTo>
                  <a:cubicBezTo>
                    <a:pt x="14808" y="10262"/>
                    <a:pt x="14711" y="10138"/>
                    <a:pt x="14631" y="10012"/>
                  </a:cubicBezTo>
                  <a:cubicBezTo>
                    <a:pt x="14432" y="9699"/>
                    <a:pt x="14240" y="9385"/>
                    <a:pt x="14045" y="9077"/>
                  </a:cubicBezTo>
                  <a:cubicBezTo>
                    <a:pt x="13615" y="8395"/>
                    <a:pt x="13207" y="7712"/>
                    <a:pt x="12777" y="7030"/>
                  </a:cubicBezTo>
                  <a:cubicBezTo>
                    <a:pt x="12611" y="6768"/>
                    <a:pt x="12447" y="6501"/>
                    <a:pt x="12278" y="6235"/>
                  </a:cubicBezTo>
                  <a:cubicBezTo>
                    <a:pt x="12228" y="6155"/>
                    <a:pt x="12161" y="6072"/>
                    <a:pt x="12113" y="5989"/>
                  </a:cubicBezTo>
                  <a:cubicBezTo>
                    <a:pt x="12092" y="5984"/>
                    <a:pt x="12074" y="5974"/>
                    <a:pt x="12057" y="5974"/>
                  </a:cubicBezTo>
                  <a:cubicBezTo>
                    <a:pt x="12049" y="5974"/>
                    <a:pt x="12042" y="5976"/>
                    <a:pt x="12036" y="5980"/>
                  </a:cubicBezTo>
                  <a:cubicBezTo>
                    <a:pt x="11934" y="5990"/>
                    <a:pt x="11876" y="6112"/>
                    <a:pt x="11818" y="6172"/>
                  </a:cubicBezTo>
                  <a:cubicBezTo>
                    <a:pt x="11624" y="6365"/>
                    <a:pt x="11450" y="6573"/>
                    <a:pt x="11258" y="6767"/>
                  </a:cubicBezTo>
                  <a:cubicBezTo>
                    <a:pt x="11073" y="6950"/>
                    <a:pt x="10872" y="7136"/>
                    <a:pt x="10715" y="7344"/>
                  </a:cubicBezTo>
                  <a:cubicBezTo>
                    <a:pt x="10683" y="7373"/>
                    <a:pt x="10652" y="7402"/>
                    <a:pt x="10620" y="7431"/>
                  </a:cubicBezTo>
                  <a:cubicBezTo>
                    <a:pt x="10548" y="7502"/>
                    <a:pt x="10480" y="7579"/>
                    <a:pt x="10417" y="7659"/>
                  </a:cubicBezTo>
                  <a:cubicBezTo>
                    <a:pt x="10368" y="7706"/>
                    <a:pt x="10317" y="7751"/>
                    <a:pt x="10269" y="7799"/>
                  </a:cubicBezTo>
                  <a:cubicBezTo>
                    <a:pt x="10134" y="7975"/>
                    <a:pt x="9957" y="8112"/>
                    <a:pt x="9823" y="8287"/>
                  </a:cubicBezTo>
                  <a:cubicBezTo>
                    <a:pt x="9775" y="8335"/>
                    <a:pt x="9724" y="8381"/>
                    <a:pt x="9674" y="8427"/>
                  </a:cubicBezTo>
                  <a:cubicBezTo>
                    <a:pt x="9455" y="8718"/>
                    <a:pt x="9151" y="8940"/>
                    <a:pt x="8932" y="9233"/>
                  </a:cubicBezTo>
                  <a:cubicBezTo>
                    <a:pt x="8882" y="9280"/>
                    <a:pt x="8831" y="9326"/>
                    <a:pt x="8782" y="9372"/>
                  </a:cubicBezTo>
                  <a:cubicBezTo>
                    <a:pt x="8724" y="9449"/>
                    <a:pt x="8657" y="9523"/>
                    <a:pt x="8590" y="9590"/>
                  </a:cubicBezTo>
                  <a:cubicBezTo>
                    <a:pt x="8555" y="9624"/>
                    <a:pt x="8519" y="9654"/>
                    <a:pt x="8484" y="9688"/>
                  </a:cubicBezTo>
                  <a:cubicBezTo>
                    <a:pt x="8426" y="9763"/>
                    <a:pt x="8359" y="9837"/>
                    <a:pt x="8292" y="9906"/>
                  </a:cubicBezTo>
                  <a:cubicBezTo>
                    <a:pt x="8258" y="9935"/>
                    <a:pt x="8228" y="9964"/>
                    <a:pt x="8194" y="9993"/>
                  </a:cubicBezTo>
                  <a:cubicBezTo>
                    <a:pt x="8132" y="10076"/>
                    <a:pt x="8059" y="10156"/>
                    <a:pt x="7986" y="10228"/>
                  </a:cubicBezTo>
                  <a:cubicBezTo>
                    <a:pt x="7953" y="10258"/>
                    <a:pt x="7923" y="10287"/>
                    <a:pt x="7889" y="10316"/>
                  </a:cubicBezTo>
                  <a:cubicBezTo>
                    <a:pt x="7630" y="10659"/>
                    <a:pt x="7267" y="10926"/>
                    <a:pt x="7007" y="11269"/>
                  </a:cubicBezTo>
                  <a:cubicBezTo>
                    <a:pt x="6954" y="11319"/>
                    <a:pt x="6900" y="11370"/>
                    <a:pt x="6848" y="11419"/>
                  </a:cubicBezTo>
                  <a:cubicBezTo>
                    <a:pt x="6790" y="11495"/>
                    <a:pt x="6723" y="11570"/>
                    <a:pt x="6656" y="11637"/>
                  </a:cubicBezTo>
                  <a:cubicBezTo>
                    <a:pt x="6621" y="11669"/>
                    <a:pt x="6585" y="11701"/>
                    <a:pt x="6550" y="11733"/>
                  </a:cubicBezTo>
                  <a:cubicBezTo>
                    <a:pt x="6332" y="12023"/>
                    <a:pt x="6034" y="12241"/>
                    <a:pt x="5816" y="12530"/>
                  </a:cubicBezTo>
                  <a:cubicBezTo>
                    <a:pt x="5784" y="12559"/>
                    <a:pt x="5752" y="12588"/>
                    <a:pt x="5720" y="12617"/>
                  </a:cubicBezTo>
                  <a:cubicBezTo>
                    <a:pt x="5649" y="12687"/>
                    <a:pt x="5580" y="12764"/>
                    <a:pt x="5518" y="12844"/>
                  </a:cubicBezTo>
                  <a:cubicBezTo>
                    <a:pt x="5486" y="12873"/>
                    <a:pt x="5454" y="12902"/>
                    <a:pt x="5422" y="12931"/>
                  </a:cubicBezTo>
                  <a:cubicBezTo>
                    <a:pt x="5349" y="13004"/>
                    <a:pt x="5275" y="13084"/>
                    <a:pt x="5212" y="13167"/>
                  </a:cubicBezTo>
                  <a:cubicBezTo>
                    <a:pt x="5166" y="13210"/>
                    <a:pt x="5119" y="13254"/>
                    <a:pt x="5073" y="13298"/>
                  </a:cubicBezTo>
                  <a:cubicBezTo>
                    <a:pt x="5015" y="13375"/>
                    <a:pt x="4948" y="13449"/>
                    <a:pt x="4880" y="13516"/>
                  </a:cubicBezTo>
                  <a:cubicBezTo>
                    <a:pt x="4846" y="13549"/>
                    <a:pt x="4811" y="13580"/>
                    <a:pt x="4775" y="13613"/>
                  </a:cubicBezTo>
                  <a:cubicBezTo>
                    <a:pt x="4711" y="13696"/>
                    <a:pt x="4638" y="13776"/>
                    <a:pt x="4565" y="13849"/>
                  </a:cubicBezTo>
                  <a:cubicBezTo>
                    <a:pt x="4533" y="13878"/>
                    <a:pt x="4501" y="13907"/>
                    <a:pt x="4470" y="13936"/>
                  </a:cubicBezTo>
                  <a:cubicBezTo>
                    <a:pt x="4250" y="14227"/>
                    <a:pt x="3946" y="14449"/>
                    <a:pt x="3727" y="14741"/>
                  </a:cubicBezTo>
                  <a:lnTo>
                    <a:pt x="3437" y="15031"/>
                  </a:lnTo>
                  <a:cubicBezTo>
                    <a:pt x="3218" y="15321"/>
                    <a:pt x="2914" y="15542"/>
                    <a:pt x="2694" y="15835"/>
                  </a:cubicBezTo>
                  <a:cubicBezTo>
                    <a:pt x="2645" y="15883"/>
                    <a:pt x="2594" y="15928"/>
                    <a:pt x="2545" y="15976"/>
                  </a:cubicBezTo>
                  <a:cubicBezTo>
                    <a:pt x="2369" y="16210"/>
                    <a:pt x="2127" y="16387"/>
                    <a:pt x="1950" y="16623"/>
                  </a:cubicBezTo>
                  <a:cubicBezTo>
                    <a:pt x="1902" y="16669"/>
                    <a:pt x="1851" y="16714"/>
                    <a:pt x="1802" y="16762"/>
                  </a:cubicBezTo>
                  <a:cubicBezTo>
                    <a:pt x="1709" y="16884"/>
                    <a:pt x="1597" y="16989"/>
                    <a:pt x="1496" y="17104"/>
                  </a:cubicBezTo>
                  <a:cubicBezTo>
                    <a:pt x="1448" y="17148"/>
                    <a:pt x="1403" y="17191"/>
                    <a:pt x="1357" y="17235"/>
                  </a:cubicBezTo>
                  <a:cubicBezTo>
                    <a:pt x="1264" y="17357"/>
                    <a:pt x="1150" y="17462"/>
                    <a:pt x="1051" y="17576"/>
                  </a:cubicBezTo>
                  <a:cubicBezTo>
                    <a:pt x="1003" y="17620"/>
                    <a:pt x="958" y="17664"/>
                    <a:pt x="910" y="17707"/>
                  </a:cubicBezTo>
                  <a:cubicBezTo>
                    <a:pt x="851" y="17787"/>
                    <a:pt x="780" y="17863"/>
                    <a:pt x="710" y="17934"/>
                  </a:cubicBezTo>
                  <a:cubicBezTo>
                    <a:pt x="676" y="17963"/>
                    <a:pt x="646" y="17992"/>
                    <a:pt x="612" y="18021"/>
                  </a:cubicBezTo>
                  <a:cubicBezTo>
                    <a:pt x="433" y="18260"/>
                    <a:pt x="195" y="18452"/>
                    <a:pt x="0" y="18677"/>
                  </a:cubicBezTo>
                  <a:cubicBezTo>
                    <a:pt x="5" y="18792"/>
                    <a:pt x="66" y="18806"/>
                    <a:pt x="115" y="18870"/>
                  </a:cubicBezTo>
                  <a:cubicBezTo>
                    <a:pt x="205" y="18993"/>
                    <a:pt x="322" y="19091"/>
                    <a:pt x="413" y="19212"/>
                  </a:cubicBezTo>
                  <a:cubicBezTo>
                    <a:pt x="676" y="19562"/>
                    <a:pt x="1005" y="19859"/>
                    <a:pt x="1271" y="20209"/>
                  </a:cubicBezTo>
                  <a:cubicBezTo>
                    <a:pt x="1352" y="20318"/>
                    <a:pt x="1476" y="20400"/>
                    <a:pt x="1550" y="20515"/>
                  </a:cubicBezTo>
                  <a:cubicBezTo>
                    <a:pt x="1627" y="20487"/>
                    <a:pt x="1771" y="20311"/>
                    <a:pt x="1822" y="20244"/>
                  </a:cubicBezTo>
                  <a:cubicBezTo>
                    <a:pt x="1868" y="20201"/>
                    <a:pt x="1914" y="20157"/>
                    <a:pt x="1962" y="20113"/>
                  </a:cubicBezTo>
                  <a:cubicBezTo>
                    <a:pt x="2012" y="20063"/>
                    <a:pt x="2057" y="20013"/>
                    <a:pt x="2101" y="19955"/>
                  </a:cubicBezTo>
                  <a:cubicBezTo>
                    <a:pt x="2180" y="19853"/>
                    <a:pt x="2294" y="19781"/>
                    <a:pt x="2372" y="19676"/>
                  </a:cubicBezTo>
                  <a:lnTo>
                    <a:pt x="2854" y="19193"/>
                  </a:lnTo>
                  <a:cubicBezTo>
                    <a:pt x="2966" y="19081"/>
                    <a:pt x="3090" y="18963"/>
                    <a:pt x="3186" y="18835"/>
                  </a:cubicBezTo>
                  <a:cubicBezTo>
                    <a:pt x="3264" y="18734"/>
                    <a:pt x="3379" y="18661"/>
                    <a:pt x="3458" y="18556"/>
                  </a:cubicBezTo>
                  <a:cubicBezTo>
                    <a:pt x="3532" y="18456"/>
                    <a:pt x="3642" y="18386"/>
                    <a:pt x="3719" y="18284"/>
                  </a:cubicBezTo>
                  <a:cubicBezTo>
                    <a:pt x="3766" y="18241"/>
                    <a:pt x="3811" y="18197"/>
                    <a:pt x="3859" y="18154"/>
                  </a:cubicBezTo>
                  <a:cubicBezTo>
                    <a:pt x="3910" y="18103"/>
                    <a:pt x="3952" y="18050"/>
                    <a:pt x="3998" y="17997"/>
                  </a:cubicBezTo>
                  <a:cubicBezTo>
                    <a:pt x="4086" y="17898"/>
                    <a:pt x="4189" y="17822"/>
                    <a:pt x="4269" y="17716"/>
                  </a:cubicBezTo>
                  <a:cubicBezTo>
                    <a:pt x="4355" y="17635"/>
                    <a:pt x="4439" y="17553"/>
                    <a:pt x="4523" y="17470"/>
                  </a:cubicBezTo>
                  <a:cubicBezTo>
                    <a:pt x="4593" y="17379"/>
                    <a:pt x="4679" y="17307"/>
                    <a:pt x="4760" y="17226"/>
                  </a:cubicBezTo>
                  <a:cubicBezTo>
                    <a:pt x="4868" y="17118"/>
                    <a:pt x="4984" y="17005"/>
                    <a:pt x="5074" y="16884"/>
                  </a:cubicBezTo>
                  <a:cubicBezTo>
                    <a:pt x="5153" y="16783"/>
                    <a:pt x="5268" y="16710"/>
                    <a:pt x="5345" y="16604"/>
                  </a:cubicBezTo>
                  <a:cubicBezTo>
                    <a:pt x="5436" y="16517"/>
                    <a:pt x="5525" y="16429"/>
                    <a:pt x="5617" y="16342"/>
                  </a:cubicBezTo>
                  <a:cubicBezTo>
                    <a:pt x="5726" y="16197"/>
                    <a:pt x="5889" y="16044"/>
                    <a:pt x="6018" y="15913"/>
                  </a:cubicBezTo>
                  <a:cubicBezTo>
                    <a:pt x="6064" y="15870"/>
                    <a:pt x="6111" y="15826"/>
                    <a:pt x="6157" y="15782"/>
                  </a:cubicBezTo>
                  <a:cubicBezTo>
                    <a:pt x="6271" y="15634"/>
                    <a:pt x="6426" y="15486"/>
                    <a:pt x="6559" y="15353"/>
                  </a:cubicBezTo>
                  <a:cubicBezTo>
                    <a:pt x="6607" y="15310"/>
                    <a:pt x="6652" y="15266"/>
                    <a:pt x="6700" y="15223"/>
                  </a:cubicBezTo>
                  <a:cubicBezTo>
                    <a:pt x="6780" y="15118"/>
                    <a:pt x="6893" y="15045"/>
                    <a:pt x="6970" y="14943"/>
                  </a:cubicBezTo>
                  <a:cubicBezTo>
                    <a:pt x="7050" y="14837"/>
                    <a:pt x="7165" y="14765"/>
                    <a:pt x="7241" y="14663"/>
                  </a:cubicBezTo>
                  <a:cubicBezTo>
                    <a:pt x="7318" y="14561"/>
                    <a:pt x="7428" y="14490"/>
                    <a:pt x="7502" y="14392"/>
                  </a:cubicBezTo>
                  <a:cubicBezTo>
                    <a:pt x="7572" y="14299"/>
                    <a:pt x="7656" y="14228"/>
                    <a:pt x="7739" y="14147"/>
                  </a:cubicBezTo>
                  <a:cubicBezTo>
                    <a:pt x="7845" y="14039"/>
                    <a:pt x="7962" y="13927"/>
                    <a:pt x="8053" y="13805"/>
                  </a:cubicBezTo>
                  <a:cubicBezTo>
                    <a:pt x="8128" y="13705"/>
                    <a:pt x="8238" y="13636"/>
                    <a:pt x="8315" y="13535"/>
                  </a:cubicBezTo>
                  <a:cubicBezTo>
                    <a:pt x="8383" y="13468"/>
                    <a:pt x="8455" y="13399"/>
                    <a:pt x="8524" y="13333"/>
                  </a:cubicBezTo>
                  <a:cubicBezTo>
                    <a:pt x="8641" y="13216"/>
                    <a:pt x="8766" y="13097"/>
                    <a:pt x="8866" y="12966"/>
                  </a:cubicBezTo>
                  <a:cubicBezTo>
                    <a:pt x="8940" y="12866"/>
                    <a:pt x="9051" y="12796"/>
                    <a:pt x="9128" y="12694"/>
                  </a:cubicBezTo>
                  <a:cubicBezTo>
                    <a:pt x="9196" y="12627"/>
                    <a:pt x="9267" y="12560"/>
                    <a:pt x="9336" y="12494"/>
                  </a:cubicBezTo>
                  <a:cubicBezTo>
                    <a:pt x="9449" y="12380"/>
                    <a:pt x="9573" y="12262"/>
                    <a:pt x="9669" y="12134"/>
                  </a:cubicBezTo>
                  <a:cubicBezTo>
                    <a:pt x="9749" y="12030"/>
                    <a:pt x="9866" y="11956"/>
                    <a:pt x="9949" y="11847"/>
                  </a:cubicBezTo>
                  <a:lnTo>
                    <a:pt x="10483" y="11312"/>
                  </a:lnTo>
                  <a:cubicBezTo>
                    <a:pt x="10563" y="11207"/>
                    <a:pt x="10678" y="11134"/>
                    <a:pt x="10753" y="11032"/>
                  </a:cubicBezTo>
                  <a:cubicBezTo>
                    <a:pt x="10830" y="10931"/>
                    <a:pt x="10941" y="10859"/>
                    <a:pt x="11015" y="10761"/>
                  </a:cubicBezTo>
                  <a:cubicBezTo>
                    <a:pt x="11114" y="10630"/>
                    <a:pt x="11251" y="10502"/>
                    <a:pt x="11364" y="10385"/>
                  </a:cubicBezTo>
                  <a:cubicBezTo>
                    <a:pt x="11477" y="10272"/>
                    <a:pt x="11585" y="10156"/>
                    <a:pt x="11697" y="10044"/>
                  </a:cubicBezTo>
                  <a:cubicBezTo>
                    <a:pt x="11764" y="9975"/>
                    <a:pt x="11847" y="9914"/>
                    <a:pt x="11899" y="9834"/>
                  </a:cubicBezTo>
                  <a:cubicBezTo>
                    <a:pt x="11960" y="9858"/>
                    <a:pt x="12028" y="10029"/>
                    <a:pt x="12065" y="10089"/>
                  </a:cubicBezTo>
                  <a:cubicBezTo>
                    <a:pt x="12197" y="10298"/>
                    <a:pt x="12323" y="10513"/>
                    <a:pt x="12459" y="10727"/>
                  </a:cubicBezTo>
                  <a:cubicBezTo>
                    <a:pt x="12988" y="11566"/>
                    <a:pt x="13504" y="12424"/>
                    <a:pt x="14032" y="13261"/>
                  </a:cubicBezTo>
                  <a:cubicBezTo>
                    <a:pt x="14176" y="13490"/>
                    <a:pt x="14311" y="13719"/>
                    <a:pt x="14452" y="13943"/>
                  </a:cubicBezTo>
                  <a:cubicBezTo>
                    <a:pt x="14497" y="14014"/>
                    <a:pt x="14526" y="14131"/>
                    <a:pt x="14610" y="14161"/>
                  </a:cubicBezTo>
                  <a:cubicBezTo>
                    <a:pt x="14638" y="14180"/>
                    <a:pt x="14721" y="14180"/>
                    <a:pt x="14759" y="14180"/>
                  </a:cubicBezTo>
                  <a:cubicBezTo>
                    <a:pt x="14894" y="14051"/>
                    <a:pt x="14997" y="13904"/>
                    <a:pt x="15108" y="13751"/>
                  </a:cubicBezTo>
                  <a:cubicBezTo>
                    <a:pt x="15244" y="13565"/>
                    <a:pt x="15398" y="13389"/>
                    <a:pt x="15537" y="13200"/>
                  </a:cubicBezTo>
                  <a:cubicBezTo>
                    <a:pt x="15622" y="13084"/>
                    <a:pt x="15731" y="12976"/>
                    <a:pt x="15817" y="12859"/>
                  </a:cubicBezTo>
                  <a:cubicBezTo>
                    <a:pt x="16143" y="12415"/>
                    <a:pt x="16489" y="11996"/>
                    <a:pt x="16815" y="11556"/>
                  </a:cubicBezTo>
                  <a:cubicBezTo>
                    <a:pt x="17018" y="11277"/>
                    <a:pt x="17258" y="11019"/>
                    <a:pt x="17462" y="10742"/>
                  </a:cubicBezTo>
                  <a:cubicBezTo>
                    <a:pt x="18168" y="9778"/>
                    <a:pt x="18942" y="8871"/>
                    <a:pt x="19648" y="7908"/>
                  </a:cubicBezTo>
                  <a:cubicBezTo>
                    <a:pt x="19881" y="7591"/>
                    <a:pt x="20151" y="7297"/>
                    <a:pt x="20382" y="6980"/>
                  </a:cubicBezTo>
                  <a:cubicBezTo>
                    <a:pt x="20739" y="6498"/>
                    <a:pt x="21120" y="6040"/>
                    <a:pt x="21474" y="5556"/>
                  </a:cubicBezTo>
                  <a:cubicBezTo>
                    <a:pt x="21569" y="5428"/>
                    <a:pt x="21687" y="5308"/>
                    <a:pt x="21780" y="5181"/>
                  </a:cubicBezTo>
                  <a:cubicBezTo>
                    <a:pt x="21918" y="4992"/>
                    <a:pt x="22072" y="4814"/>
                    <a:pt x="22209" y="4629"/>
                  </a:cubicBezTo>
                  <a:cubicBezTo>
                    <a:pt x="22265" y="4552"/>
                    <a:pt x="22316" y="4448"/>
                    <a:pt x="22392" y="4393"/>
                  </a:cubicBezTo>
                  <a:lnTo>
                    <a:pt x="22402" y="4384"/>
                  </a:lnTo>
                  <a:cubicBezTo>
                    <a:pt x="22434" y="4426"/>
                    <a:pt x="22482" y="4456"/>
                    <a:pt x="22523" y="4490"/>
                  </a:cubicBezTo>
                  <a:cubicBezTo>
                    <a:pt x="22621" y="4564"/>
                    <a:pt x="22701" y="4666"/>
                    <a:pt x="22803" y="4744"/>
                  </a:cubicBezTo>
                  <a:cubicBezTo>
                    <a:pt x="22832" y="4776"/>
                    <a:pt x="22861" y="4807"/>
                    <a:pt x="22890" y="4840"/>
                  </a:cubicBezTo>
                  <a:cubicBezTo>
                    <a:pt x="23027" y="4942"/>
                    <a:pt x="23132" y="5080"/>
                    <a:pt x="23267" y="5182"/>
                  </a:cubicBezTo>
                  <a:cubicBezTo>
                    <a:pt x="23405" y="5287"/>
                    <a:pt x="23516" y="5429"/>
                    <a:pt x="23652" y="5531"/>
                  </a:cubicBezTo>
                  <a:cubicBezTo>
                    <a:pt x="23792" y="5636"/>
                    <a:pt x="23926" y="5762"/>
                    <a:pt x="24046" y="5889"/>
                  </a:cubicBezTo>
                  <a:lnTo>
                    <a:pt x="24125" y="5889"/>
                  </a:lnTo>
                  <a:cubicBezTo>
                    <a:pt x="24142" y="5874"/>
                    <a:pt x="24158" y="5859"/>
                    <a:pt x="24177" y="5845"/>
                  </a:cubicBezTo>
                  <a:cubicBezTo>
                    <a:pt x="24288" y="5371"/>
                    <a:pt x="24292" y="4843"/>
                    <a:pt x="24404" y="4368"/>
                  </a:cubicBezTo>
                  <a:cubicBezTo>
                    <a:pt x="24442" y="4206"/>
                    <a:pt x="24437" y="4041"/>
                    <a:pt x="24474" y="3887"/>
                  </a:cubicBezTo>
                  <a:cubicBezTo>
                    <a:pt x="24520" y="3687"/>
                    <a:pt x="24514" y="3479"/>
                    <a:pt x="24561" y="3292"/>
                  </a:cubicBezTo>
                  <a:cubicBezTo>
                    <a:pt x="24565" y="3229"/>
                    <a:pt x="24571" y="3170"/>
                    <a:pt x="24578" y="3109"/>
                  </a:cubicBezTo>
                  <a:cubicBezTo>
                    <a:pt x="24628" y="2899"/>
                    <a:pt x="24634" y="2659"/>
                    <a:pt x="24685" y="2452"/>
                  </a:cubicBezTo>
                  <a:cubicBezTo>
                    <a:pt x="24693" y="2370"/>
                    <a:pt x="24702" y="2289"/>
                    <a:pt x="24709" y="2207"/>
                  </a:cubicBezTo>
                  <a:cubicBezTo>
                    <a:pt x="24765" y="1979"/>
                    <a:pt x="24769" y="1717"/>
                    <a:pt x="24824" y="1489"/>
                  </a:cubicBezTo>
                  <a:cubicBezTo>
                    <a:pt x="24830" y="1427"/>
                    <a:pt x="24834" y="1367"/>
                    <a:pt x="24842" y="1306"/>
                  </a:cubicBezTo>
                  <a:cubicBezTo>
                    <a:pt x="24911" y="1018"/>
                    <a:pt x="24911" y="692"/>
                    <a:pt x="24983" y="404"/>
                  </a:cubicBezTo>
                  <a:cubicBezTo>
                    <a:pt x="25003" y="346"/>
                    <a:pt x="25039" y="108"/>
                    <a:pt x="25003" y="64"/>
                  </a:cubicBezTo>
                  <a:cubicBezTo>
                    <a:pt x="24993" y="35"/>
                    <a:pt x="24981" y="21"/>
                    <a:pt x="24949" y="12"/>
                  </a:cubicBezTo>
                  <a:cubicBezTo>
                    <a:pt x="24936" y="3"/>
                    <a:pt x="24908" y="1"/>
                    <a:pt x="248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10"/>
            <p:cNvSpPr/>
            <p:nvPr/>
          </p:nvSpPr>
          <p:spPr>
            <a:xfrm>
              <a:off x="2573364" y="3138222"/>
              <a:ext cx="14967" cy="35507"/>
            </a:xfrm>
            <a:custGeom>
              <a:rect b="b" l="l" r="r" t="t"/>
              <a:pathLst>
                <a:path extrusionOk="0" h="1255" w="529">
                  <a:moveTo>
                    <a:pt x="384" y="1"/>
                  </a:moveTo>
                  <a:cubicBezTo>
                    <a:pt x="362" y="1"/>
                    <a:pt x="338" y="17"/>
                    <a:pt x="337" y="44"/>
                  </a:cubicBezTo>
                  <a:cubicBezTo>
                    <a:pt x="297" y="469"/>
                    <a:pt x="264" y="831"/>
                    <a:pt x="18" y="1197"/>
                  </a:cubicBezTo>
                  <a:cubicBezTo>
                    <a:pt x="1" y="1224"/>
                    <a:pt x="29" y="1255"/>
                    <a:pt x="55" y="1255"/>
                  </a:cubicBezTo>
                  <a:cubicBezTo>
                    <a:pt x="63" y="1255"/>
                    <a:pt x="71" y="1252"/>
                    <a:pt x="78" y="1244"/>
                  </a:cubicBezTo>
                  <a:cubicBezTo>
                    <a:pt x="335" y="914"/>
                    <a:pt x="529" y="456"/>
                    <a:pt x="424" y="33"/>
                  </a:cubicBezTo>
                  <a:cubicBezTo>
                    <a:pt x="418" y="10"/>
                    <a:pt x="402" y="1"/>
                    <a:pt x="3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0"/>
            <p:cNvSpPr/>
            <p:nvPr/>
          </p:nvSpPr>
          <p:spPr>
            <a:xfrm>
              <a:off x="2570931" y="3126792"/>
              <a:ext cx="8261" cy="27585"/>
            </a:xfrm>
            <a:custGeom>
              <a:rect b="b" l="l" r="r" t="t"/>
              <a:pathLst>
                <a:path extrusionOk="0" h="975" w="292">
                  <a:moveTo>
                    <a:pt x="247" y="0"/>
                  </a:moveTo>
                  <a:cubicBezTo>
                    <a:pt x="234" y="0"/>
                    <a:pt x="221" y="6"/>
                    <a:pt x="215" y="21"/>
                  </a:cubicBezTo>
                  <a:cubicBezTo>
                    <a:pt x="91" y="296"/>
                    <a:pt x="66" y="627"/>
                    <a:pt x="8" y="921"/>
                  </a:cubicBezTo>
                  <a:cubicBezTo>
                    <a:pt x="0" y="953"/>
                    <a:pt x="28" y="975"/>
                    <a:pt x="54" y="975"/>
                  </a:cubicBezTo>
                  <a:cubicBezTo>
                    <a:pt x="71" y="975"/>
                    <a:pt x="87" y="965"/>
                    <a:pt x="91" y="944"/>
                  </a:cubicBezTo>
                  <a:cubicBezTo>
                    <a:pt x="164" y="653"/>
                    <a:pt x="285" y="341"/>
                    <a:pt x="292" y="41"/>
                  </a:cubicBezTo>
                  <a:cubicBezTo>
                    <a:pt x="292" y="17"/>
                    <a:pt x="269" y="0"/>
                    <a:pt x="2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0"/>
            <p:cNvSpPr/>
            <p:nvPr/>
          </p:nvSpPr>
          <p:spPr>
            <a:xfrm>
              <a:off x="2674591" y="2977751"/>
              <a:ext cx="17937" cy="44334"/>
            </a:xfrm>
            <a:custGeom>
              <a:rect b="b" l="l" r="r" t="t"/>
              <a:pathLst>
                <a:path extrusionOk="0" h="1567" w="634">
                  <a:moveTo>
                    <a:pt x="519" y="0"/>
                  </a:moveTo>
                  <a:cubicBezTo>
                    <a:pt x="502" y="0"/>
                    <a:pt x="486" y="10"/>
                    <a:pt x="482" y="34"/>
                  </a:cubicBezTo>
                  <a:cubicBezTo>
                    <a:pt x="401" y="580"/>
                    <a:pt x="321" y="1057"/>
                    <a:pt x="14" y="1530"/>
                  </a:cubicBezTo>
                  <a:cubicBezTo>
                    <a:pt x="1" y="1550"/>
                    <a:pt x="17" y="1567"/>
                    <a:pt x="35" y="1567"/>
                  </a:cubicBezTo>
                  <a:cubicBezTo>
                    <a:pt x="43" y="1567"/>
                    <a:pt x="51" y="1563"/>
                    <a:pt x="58" y="1555"/>
                  </a:cubicBezTo>
                  <a:cubicBezTo>
                    <a:pt x="379" y="1138"/>
                    <a:pt x="633" y="587"/>
                    <a:pt x="575" y="48"/>
                  </a:cubicBezTo>
                  <a:cubicBezTo>
                    <a:pt x="572" y="20"/>
                    <a:pt x="54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0"/>
            <p:cNvSpPr/>
            <p:nvPr/>
          </p:nvSpPr>
          <p:spPr>
            <a:xfrm>
              <a:off x="2671281" y="2975035"/>
              <a:ext cx="12081" cy="22917"/>
            </a:xfrm>
            <a:custGeom>
              <a:rect b="b" l="l" r="r" t="t"/>
              <a:pathLst>
                <a:path extrusionOk="0" h="810" w="427">
                  <a:moveTo>
                    <a:pt x="357" y="1"/>
                  </a:moveTo>
                  <a:cubicBezTo>
                    <a:pt x="338" y="1"/>
                    <a:pt x="318" y="10"/>
                    <a:pt x="303" y="30"/>
                  </a:cubicBezTo>
                  <a:cubicBezTo>
                    <a:pt x="234" y="128"/>
                    <a:pt x="201" y="253"/>
                    <a:pt x="160" y="363"/>
                  </a:cubicBezTo>
                  <a:lnTo>
                    <a:pt x="16" y="734"/>
                  </a:lnTo>
                  <a:cubicBezTo>
                    <a:pt x="1" y="776"/>
                    <a:pt x="41" y="810"/>
                    <a:pt x="78" y="810"/>
                  </a:cubicBezTo>
                  <a:cubicBezTo>
                    <a:pt x="97" y="810"/>
                    <a:pt x="116" y="801"/>
                    <a:pt x="125" y="779"/>
                  </a:cubicBezTo>
                  <a:cubicBezTo>
                    <a:pt x="178" y="658"/>
                    <a:pt x="233" y="536"/>
                    <a:pt x="285" y="415"/>
                  </a:cubicBezTo>
                  <a:cubicBezTo>
                    <a:pt x="335" y="309"/>
                    <a:pt x="401" y="196"/>
                    <a:pt x="419" y="80"/>
                  </a:cubicBezTo>
                  <a:cubicBezTo>
                    <a:pt x="426" y="33"/>
                    <a:pt x="393"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10"/>
            <p:cNvSpPr/>
            <p:nvPr/>
          </p:nvSpPr>
          <p:spPr>
            <a:xfrm>
              <a:off x="2684550" y="2825711"/>
              <a:ext cx="3933" cy="22889"/>
            </a:xfrm>
            <a:custGeom>
              <a:rect b="b" l="l" r="r" t="t"/>
              <a:pathLst>
                <a:path extrusionOk="0" h="809" w="139">
                  <a:moveTo>
                    <a:pt x="101" y="0"/>
                  </a:moveTo>
                  <a:cubicBezTo>
                    <a:pt x="82" y="0"/>
                    <a:pt x="62" y="13"/>
                    <a:pt x="59" y="36"/>
                  </a:cubicBezTo>
                  <a:cubicBezTo>
                    <a:pt x="39" y="278"/>
                    <a:pt x="1" y="523"/>
                    <a:pt x="14" y="765"/>
                  </a:cubicBezTo>
                  <a:cubicBezTo>
                    <a:pt x="15" y="792"/>
                    <a:pt x="40" y="809"/>
                    <a:pt x="63" y="809"/>
                  </a:cubicBezTo>
                  <a:cubicBezTo>
                    <a:pt x="81" y="809"/>
                    <a:pt x="97" y="799"/>
                    <a:pt x="101" y="776"/>
                  </a:cubicBezTo>
                  <a:cubicBezTo>
                    <a:pt x="139" y="532"/>
                    <a:pt x="130" y="282"/>
                    <a:pt x="136" y="36"/>
                  </a:cubicBezTo>
                  <a:cubicBezTo>
                    <a:pt x="137" y="12"/>
                    <a:pt x="119" y="0"/>
                    <a:pt x="1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10"/>
            <p:cNvSpPr/>
            <p:nvPr/>
          </p:nvSpPr>
          <p:spPr>
            <a:xfrm>
              <a:off x="2663982" y="2834623"/>
              <a:ext cx="12166" cy="36837"/>
            </a:xfrm>
            <a:custGeom>
              <a:rect b="b" l="l" r="r" t="t"/>
              <a:pathLst>
                <a:path extrusionOk="0" h="1302" w="430">
                  <a:moveTo>
                    <a:pt x="329" y="0"/>
                  </a:moveTo>
                  <a:cubicBezTo>
                    <a:pt x="306" y="0"/>
                    <a:pt x="285" y="15"/>
                    <a:pt x="287" y="46"/>
                  </a:cubicBezTo>
                  <a:cubicBezTo>
                    <a:pt x="312" y="493"/>
                    <a:pt x="162" y="839"/>
                    <a:pt x="11" y="1249"/>
                  </a:cubicBezTo>
                  <a:cubicBezTo>
                    <a:pt x="0" y="1278"/>
                    <a:pt x="26" y="1302"/>
                    <a:pt x="52" y="1302"/>
                  </a:cubicBezTo>
                  <a:cubicBezTo>
                    <a:pt x="62" y="1302"/>
                    <a:pt x="72" y="1298"/>
                    <a:pt x="79" y="1290"/>
                  </a:cubicBezTo>
                  <a:cubicBezTo>
                    <a:pt x="372" y="963"/>
                    <a:pt x="430" y="464"/>
                    <a:pt x="382" y="46"/>
                  </a:cubicBezTo>
                  <a:cubicBezTo>
                    <a:pt x="378" y="16"/>
                    <a:pt x="352" y="0"/>
                    <a:pt x="3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0"/>
            <p:cNvSpPr/>
            <p:nvPr/>
          </p:nvSpPr>
          <p:spPr>
            <a:xfrm>
              <a:off x="2640698" y="2858021"/>
              <a:ext cx="18475" cy="35366"/>
            </a:xfrm>
            <a:custGeom>
              <a:rect b="b" l="l" r="r" t="t"/>
              <a:pathLst>
                <a:path extrusionOk="0" h="1250" w="653">
                  <a:moveTo>
                    <a:pt x="545" y="0"/>
                  </a:moveTo>
                  <a:cubicBezTo>
                    <a:pt x="536" y="0"/>
                    <a:pt x="527" y="4"/>
                    <a:pt x="523" y="14"/>
                  </a:cubicBezTo>
                  <a:cubicBezTo>
                    <a:pt x="444" y="200"/>
                    <a:pt x="428" y="405"/>
                    <a:pt x="350" y="592"/>
                  </a:cubicBezTo>
                  <a:cubicBezTo>
                    <a:pt x="263" y="800"/>
                    <a:pt x="138" y="985"/>
                    <a:pt x="21" y="1178"/>
                  </a:cubicBezTo>
                  <a:cubicBezTo>
                    <a:pt x="1" y="1214"/>
                    <a:pt x="30" y="1250"/>
                    <a:pt x="63" y="1250"/>
                  </a:cubicBezTo>
                  <a:cubicBezTo>
                    <a:pt x="74" y="1250"/>
                    <a:pt x="85" y="1246"/>
                    <a:pt x="95" y="1237"/>
                  </a:cubicBezTo>
                  <a:cubicBezTo>
                    <a:pt x="379" y="975"/>
                    <a:pt x="652" y="414"/>
                    <a:pt x="574" y="21"/>
                  </a:cubicBezTo>
                  <a:cubicBezTo>
                    <a:pt x="571" y="8"/>
                    <a:pt x="558" y="0"/>
                    <a:pt x="5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0"/>
            <p:cNvSpPr/>
            <p:nvPr/>
          </p:nvSpPr>
          <p:spPr>
            <a:xfrm>
              <a:off x="2618291" y="2880626"/>
              <a:ext cx="16862" cy="34545"/>
            </a:xfrm>
            <a:custGeom>
              <a:rect b="b" l="l" r="r" t="t"/>
              <a:pathLst>
                <a:path extrusionOk="0" h="1221" w="596">
                  <a:moveTo>
                    <a:pt x="537" y="0"/>
                  </a:moveTo>
                  <a:cubicBezTo>
                    <a:pt x="523" y="0"/>
                    <a:pt x="509" y="6"/>
                    <a:pt x="502" y="22"/>
                  </a:cubicBezTo>
                  <a:cubicBezTo>
                    <a:pt x="323" y="387"/>
                    <a:pt x="104" y="769"/>
                    <a:pt x="9" y="1164"/>
                  </a:cubicBezTo>
                  <a:cubicBezTo>
                    <a:pt x="1" y="1197"/>
                    <a:pt x="26" y="1220"/>
                    <a:pt x="53" y="1220"/>
                  </a:cubicBezTo>
                  <a:cubicBezTo>
                    <a:pt x="66" y="1220"/>
                    <a:pt x="81" y="1214"/>
                    <a:pt x="91" y="1199"/>
                  </a:cubicBezTo>
                  <a:cubicBezTo>
                    <a:pt x="313" y="859"/>
                    <a:pt x="440" y="435"/>
                    <a:pt x="584" y="57"/>
                  </a:cubicBezTo>
                  <a:cubicBezTo>
                    <a:pt x="595" y="25"/>
                    <a:pt x="565" y="0"/>
                    <a:pt x="5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0"/>
            <p:cNvSpPr/>
            <p:nvPr/>
          </p:nvSpPr>
          <p:spPr>
            <a:xfrm>
              <a:off x="3056501" y="2623935"/>
              <a:ext cx="11968" cy="18843"/>
            </a:xfrm>
            <a:custGeom>
              <a:rect b="b" l="l" r="r" t="t"/>
              <a:pathLst>
                <a:path extrusionOk="0" h="666" w="423">
                  <a:moveTo>
                    <a:pt x="43" y="0"/>
                  </a:moveTo>
                  <a:cubicBezTo>
                    <a:pt x="21" y="0"/>
                    <a:pt x="0" y="23"/>
                    <a:pt x="14" y="49"/>
                  </a:cubicBezTo>
                  <a:cubicBezTo>
                    <a:pt x="76" y="158"/>
                    <a:pt x="138" y="268"/>
                    <a:pt x="199" y="377"/>
                  </a:cubicBezTo>
                  <a:cubicBezTo>
                    <a:pt x="254" y="475"/>
                    <a:pt x="301" y="581"/>
                    <a:pt x="382" y="659"/>
                  </a:cubicBezTo>
                  <a:cubicBezTo>
                    <a:pt x="387" y="663"/>
                    <a:pt x="393" y="665"/>
                    <a:pt x="398" y="665"/>
                  </a:cubicBezTo>
                  <a:cubicBezTo>
                    <a:pt x="411" y="665"/>
                    <a:pt x="423" y="653"/>
                    <a:pt x="419" y="637"/>
                  </a:cubicBezTo>
                  <a:cubicBezTo>
                    <a:pt x="390" y="528"/>
                    <a:pt x="321" y="435"/>
                    <a:pt x="263" y="339"/>
                  </a:cubicBezTo>
                  <a:cubicBezTo>
                    <a:pt x="199" y="232"/>
                    <a:pt x="134" y="124"/>
                    <a:pt x="68" y="15"/>
                  </a:cubicBezTo>
                  <a:cubicBezTo>
                    <a:pt x="62" y="5"/>
                    <a:pt x="52" y="0"/>
                    <a:pt x="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0"/>
            <p:cNvSpPr/>
            <p:nvPr/>
          </p:nvSpPr>
          <p:spPr>
            <a:xfrm>
              <a:off x="3058340" y="2605942"/>
              <a:ext cx="18758" cy="32169"/>
            </a:xfrm>
            <a:custGeom>
              <a:rect b="b" l="l" r="r" t="t"/>
              <a:pathLst>
                <a:path extrusionOk="0" h="1137" w="663">
                  <a:moveTo>
                    <a:pt x="39" y="1"/>
                  </a:moveTo>
                  <a:cubicBezTo>
                    <a:pt x="18" y="1"/>
                    <a:pt x="0" y="29"/>
                    <a:pt x="18" y="49"/>
                  </a:cubicBezTo>
                  <a:cubicBezTo>
                    <a:pt x="274" y="356"/>
                    <a:pt x="447" y="714"/>
                    <a:pt x="548" y="1099"/>
                  </a:cubicBezTo>
                  <a:cubicBezTo>
                    <a:pt x="556" y="1125"/>
                    <a:pt x="576" y="1137"/>
                    <a:pt x="597" y="1137"/>
                  </a:cubicBezTo>
                  <a:cubicBezTo>
                    <a:pt x="629" y="1137"/>
                    <a:pt x="662" y="1110"/>
                    <a:pt x="652" y="1068"/>
                  </a:cubicBezTo>
                  <a:cubicBezTo>
                    <a:pt x="553" y="664"/>
                    <a:pt x="346" y="314"/>
                    <a:pt x="59" y="10"/>
                  </a:cubicBezTo>
                  <a:cubicBezTo>
                    <a:pt x="52" y="3"/>
                    <a:pt x="46" y="1"/>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10"/>
            <p:cNvSpPr/>
            <p:nvPr/>
          </p:nvSpPr>
          <p:spPr>
            <a:xfrm>
              <a:off x="3067620" y="2591371"/>
              <a:ext cx="15674" cy="27359"/>
            </a:xfrm>
            <a:custGeom>
              <a:rect b="b" l="l" r="r" t="t"/>
              <a:pathLst>
                <a:path extrusionOk="0" h="967" w="554">
                  <a:moveTo>
                    <a:pt x="77" y="0"/>
                  </a:moveTo>
                  <a:cubicBezTo>
                    <a:pt x="37" y="0"/>
                    <a:pt x="0" y="57"/>
                    <a:pt x="36" y="99"/>
                  </a:cubicBezTo>
                  <a:cubicBezTo>
                    <a:pt x="148" y="236"/>
                    <a:pt x="241" y="387"/>
                    <a:pt x="305" y="553"/>
                  </a:cubicBezTo>
                  <a:cubicBezTo>
                    <a:pt x="353" y="679"/>
                    <a:pt x="378" y="814"/>
                    <a:pt x="430" y="939"/>
                  </a:cubicBezTo>
                  <a:cubicBezTo>
                    <a:pt x="438" y="959"/>
                    <a:pt x="453" y="967"/>
                    <a:pt x="469" y="967"/>
                  </a:cubicBezTo>
                  <a:cubicBezTo>
                    <a:pt x="497" y="967"/>
                    <a:pt x="527" y="942"/>
                    <a:pt x="530" y="912"/>
                  </a:cubicBezTo>
                  <a:cubicBezTo>
                    <a:pt x="553" y="589"/>
                    <a:pt x="322" y="246"/>
                    <a:pt x="114" y="19"/>
                  </a:cubicBezTo>
                  <a:cubicBezTo>
                    <a:pt x="103" y="6"/>
                    <a:pt x="90"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10"/>
            <p:cNvSpPr/>
            <p:nvPr/>
          </p:nvSpPr>
          <p:spPr>
            <a:xfrm>
              <a:off x="3031916" y="2989124"/>
              <a:ext cx="10779" cy="9761"/>
            </a:xfrm>
            <a:custGeom>
              <a:rect b="b" l="l" r="r" t="t"/>
              <a:pathLst>
                <a:path extrusionOk="0" h="345" w="381">
                  <a:moveTo>
                    <a:pt x="78" y="0"/>
                  </a:moveTo>
                  <a:cubicBezTo>
                    <a:pt x="37" y="0"/>
                    <a:pt x="0" y="55"/>
                    <a:pt x="37" y="92"/>
                  </a:cubicBezTo>
                  <a:cubicBezTo>
                    <a:pt x="120" y="175"/>
                    <a:pt x="197" y="274"/>
                    <a:pt x="295" y="338"/>
                  </a:cubicBezTo>
                  <a:cubicBezTo>
                    <a:pt x="302" y="343"/>
                    <a:pt x="310" y="345"/>
                    <a:pt x="318" y="345"/>
                  </a:cubicBezTo>
                  <a:cubicBezTo>
                    <a:pt x="351" y="345"/>
                    <a:pt x="380" y="305"/>
                    <a:pt x="360" y="272"/>
                  </a:cubicBezTo>
                  <a:cubicBezTo>
                    <a:pt x="296" y="178"/>
                    <a:pt x="196" y="98"/>
                    <a:pt x="114" y="16"/>
                  </a:cubicBezTo>
                  <a:cubicBezTo>
                    <a:pt x="103" y="5"/>
                    <a:pt x="91" y="0"/>
                    <a:pt x="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10"/>
            <p:cNvSpPr/>
            <p:nvPr/>
          </p:nvSpPr>
          <p:spPr>
            <a:xfrm>
              <a:off x="3024871" y="2967962"/>
              <a:ext cx="23992" cy="20936"/>
            </a:xfrm>
            <a:custGeom>
              <a:rect b="b" l="l" r="r" t="t"/>
              <a:pathLst>
                <a:path extrusionOk="0" h="740" w="848">
                  <a:moveTo>
                    <a:pt x="47" y="0"/>
                  </a:moveTo>
                  <a:cubicBezTo>
                    <a:pt x="22" y="0"/>
                    <a:pt x="0" y="31"/>
                    <a:pt x="23" y="53"/>
                  </a:cubicBezTo>
                  <a:cubicBezTo>
                    <a:pt x="153" y="175"/>
                    <a:pt x="280" y="298"/>
                    <a:pt x="408" y="418"/>
                  </a:cubicBezTo>
                  <a:cubicBezTo>
                    <a:pt x="525" y="530"/>
                    <a:pt x="638" y="651"/>
                    <a:pt x="775" y="734"/>
                  </a:cubicBezTo>
                  <a:cubicBezTo>
                    <a:pt x="782" y="738"/>
                    <a:pt x="789" y="740"/>
                    <a:pt x="796" y="740"/>
                  </a:cubicBezTo>
                  <a:cubicBezTo>
                    <a:pt x="828" y="740"/>
                    <a:pt x="847" y="696"/>
                    <a:pt x="824" y="668"/>
                  </a:cubicBezTo>
                  <a:cubicBezTo>
                    <a:pt x="725" y="537"/>
                    <a:pt x="583" y="436"/>
                    <a:pt x="456" y="330"/>
                  </a:cubicBezTo>
                  <a:lnTo>
                    <a:pt x="68" y="8"/>
                  </a:lnTo>
                  <a:cubicBezTo>
                    <a:pt x="61" y="2"/>
                    <a:pt x="54" y="0"/>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0"/>
            <p:cNvSpPr/>
            <p:nvPr/>
          </p:nvSpPr>
          <p:spPr>
            <a:xfrm>
              <a:off x="3017713" y="2937945"/>
              <a:ext cx="30782" cy="27557"/>
            </a:xfrm>
            <a:custGeom>
              <a:rect b="b" l="l" r="r" t="t"/>
              <a:pathLst>
                <a:path extrusionOk="0" h="974" w="1088">
                  <a:moveTo>
                    <a:pt x="56" y="1"/>
                  </a:moveTo>
                  <a:cubicBezTo>
                    <a:pt x="26" y="1"/>
                    <a:pt x="0" y="39"/>
                    <a:pt x="28" y="66"/>
                  </a:cubicBezTo>
                  <a:cubicBezTo>
                    <a:pt x="196" y="226"/>
                    <a:pt x="365" y="386"/>
                    <a:pt x="532" y="547"/>
                  </a:cubicBezTo>
                  <a:cubicBezTo>
                    <a:pt x="682" y="691"/>
                    <a:pt x="826" y="864"/>
                    <a:pt x="1005" y="967"/>
                  </a:cubicBezTo>
                  <a:cubicBezTo>
                    <a:pt x="1011" y="971"/>
                    <a:pt x="1018" y="973"/>
                    <a:pt x="1025" y="973"/>
                  </a:cubicBezTo>
                  <a:cubicBezTo>
                    <a:pt x="1057" y="973"/>
                    <a:pt x="1087" y="938"/>
                    <a:pt x="1066" y="908"/>
                  </a:cubicBezTo>
                  <a:cubicBezTo>
                    <a:pt x="945" y="738"/>
                    <a:pt x="762" y="610"/>
                    <a:pt x="608" y="473"/>
                  </a:cubicBezTo>
                  <a:cubicBezTo>
                    <a:pt x="433" y="319"/>
                    <a:pt x="256" y="166"/>
                    <a:pt x="81" y="11"/>
                  </a:cubicBezTo>
                  <a:cubicBezTo>
                    <a:pt x="73" y="4"/>
                    <a:pt x="65"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10"/>
            <p:cNvSpPr/>
            <p:nvPr/>
          </p:nvSpPr>
          <p:spPr>
            <a:xfrm>
              <a:off x="3022551" y="2923063"/>
              <a:ext cx="24756" cy="21050"/>
            </a:xfrm>
            <a:custGeom>
              <a:rect b="b" l="l" r="r" t="t"/>
              <a:pathLst>
                <a:path extrusionOk="0" h="744" w="875">
                  <a:moveTo>
                    <a:pt x="52" y="0"/>
                  </a:moveTo>
                  <a:cubicBezTo>
                    <a:pt x="24" y="0"/>
                    <a:pt x="1" y="33"/>
                    <a:pt x="27" y="57"/>
                  </a:cubicBezTo>
                  <a:cubicBezTo>
                    <a:pt x="156" y="179"/>
                    <a:pt x="285" y="300"/>
                    <a:pt x="416" y="419"/>
                  </a:cubicBezTo>
                  <a:cubicBezTo>
                    <a:pt x="534" y="528"/>
                    <a:pt x="647" y="656"/>
                    <a:pt x="786" y="736"/>
                  </a:cubicBezTo>
                  <a:cubicBezTo>
                    <a:pt x="795" y="741"/>
                    <a:pt x="804" y="744"/>
                    <a:pt x="812" y="744"/>
                  </a:cubicBezTo>
                  <a:cubicBezTo>
                    <a:pt x="850" y="744"/>
                    <a:pt x="874" y="692"/>
                    <a:pt x="847" y="656"/>
                  </a:cubicBezTo>
                  <a:cubicBezTo>
                    <a:pt x="745" y="527"/>
                    <a:pt x="594" y="431"/>
                    <a:pt x="467" y="326"/>
                  </a:cubicBezTo>
                  <a:cubicBezTo>
                    <a:pt x="336" y="221"/>
                    <a:pt x="205" y="114"/>
                    <a:pt x="76" y="9"/>
                  </a:cubicBezTo>
                  <a:cubicBezTo>
                    <a:pt x="68" y="3"/>
                    <a:pt x="60" y="0"/>
                    <a:pt x="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10"/>
            <p:cNvSpPr/>
            <p:nvPr/>
          </p:nvSpPr>
          <p:spPr>
            <a:xfrm>
              <a:off x="3027842" y="2911266"/>
              <a:ext cx="22266" cy="16721"/>
            </a:xfrm>
            <a:custGeom>
              <a:rect b="b" l="l" r="r" t="t"/>
              <a:pathLst>
                <a:path extrusionOk="0" h="591" w="787">
                  <a:moveTo>
                    <a:pt x="65" y="0"/>
                  </a:moveTo>
                  <a:cubicBezTo>
                    <a:pt x="31" y="0"/>
                    <a:pt x="1" y="48"/>
                    <a:pt x="29" y="84"/>
                  </a:cubicBezTo>
                  <a:cubicBezTo>
                    <a:pt x="123" y="204"/>
                    <a:pt x="231" y="311"/>
                    <a:pt x="353" y="404"/>
                  </a:cubicBezTo>
                  <a:cubicBezTo>
                    <a:pt x="455" y="481"/>
                    <a:pt x="580" y="579"/>
                    <a:pt x="711" y="590"/>
                  </a:cubicBezTo>
                  <a:cubicBezTo>
                    <a:pt x="712" y="591"/>
                    <a:pt x="714" y="591"/>
                    <a:pt x="716" y="591"/>
                  </a:cubicBezTo>
                  <a:cubicBezTo>
                    <a:pt x="762" y="591"/>
                    <a:pt x="786" y="524"/>
                    <a:pt x="751" y="494"/>
                  </a:cubicBezTo>
                  <a:cubicBezTo>
                    <a:pt x="657" y="413"/>
                    <a:pt x="523" y="375"/>
                    <a:pt x="420" y="305"/>
                  </a:cubicBezTo>
                  <a:cubicBezTo>
                    <a:pt x="298" y="224"/>
                    <a:pt x="193" y="125"/>
                    <a:pt x="97" y="16"/>
                  </a:cubicBezTo>
                  <a:cubicBezTo>
                    <a:pt x="87" y="5"/>
                    <a:pt x="76"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0"/>
            <p:cNvSpPr/>
            <p:nvPr/>
          </p:nvSpPr>
          <p:spPr>
            <a:xfrm>
              <a:off x="2923473" y="3093436"/>
              <a:ext cx="17513" cy="13099"/>
            </a:xfrm>
            <a:custGeom>
              <a:rect b="b" l="l" r="r" t="t"/>
              <a:pathLst>
                <a:path extrusionOk="0" h="463" w="619">
                  <a:moveTo>
                    <a:pt x="70" y="0"/>
                  </a:moveTo>
                  <a:cubicBezTo>
                    <a:pt x="33" y="0"/>
                    <a:pt x="0" y="53"/>
                    <a:pt x="35" y="82"/>
                  </a:cubicBezTo>
                  <a:cubicBezTo>
                    <a:pt x="122" y="153"/>
                    <a:pt x="211" y="226"/>
                    <a:pt x="298" y="297"/>
                  </a:cubicBezTo>
                  <a:cubicBezTo>
                    <a:pt x="372" y="358"/>
                    <a:pt x="445" y="435"/>
                    <a:pt x="541" y="461"/>
                  </a:cubicBezTo>
                  <a:cubicBezTo>
                    <a:pt x="545" y="462"/>
                    <a:pt x="550" y="463"/>
                    <a:pt x="554" y="463"/>
                  </a:cubicBezTo>
                  <a:cubicBezTo>
                    <a:pt x="590" y="463"/>
                    <a:pt x="618" y="421"/>
                    <a:pt x="598" y="387"/>
                  </a:cubicBezTo>
                  <a:cubicBezTo>
                    <a:pt x="545" y="301"/>
                    <a:pt x="452" y="255"/>
                    <a:pt x="372" y="200"/>
                  </a:cubicBezTo>
                  <a:cubicBezTo>
                    <a:pt x="279" y="137"/>
                    <a:pt x="185" y="72"/>
                    <a:pt x="93" y="8"/>
                  </a:cubicBezTo>
                  <a:cubicBezTo>
                    <a:pt x="86" y="2"/>
                    <a:pt x="78" y="0"/>
                    <a:pt x="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10"/>
            <p:cNvSpPr/>
            <p:nvPr/>
          </p:nvSpPr>
          <p:spPr>
            <a:xfrm>
              <a:off x="2922031" y="3080110"/>
              <a:ext cx="22012" cy="16070"/>
            </a:xfrm>
            <a:custGeom>
              <a:rect b="b" l="l" r="r" t="t"/>
              <a:pathLst>
                <a:path extrusionOk="0" h="568" w="778">
                  <a:moveTo>
                    <a:pt x="43" y="0"/>
                  </a:moveTo>
                  <a:cubicBezTo>
                    <a:pt x="20" y="0"/>
                    <a:pt x="0" y="32"/>
                    <a:pt x="22" y="50"/>
                  </a:cubicBezTo>
                  <a:cubicBezTo>
                    <a:pt x="131" y="143"/>
                    <a:pt x="239" y="240"/>
                    <a:pt x="355" y="325"/>
                  </a:cubicBezTo>
                  <a:cubicBezTo>
                    <a:pt x="468" y="406"/>
                    <a:pt x="582" y="511"/>
                    <a:pt x="713" y="564"/>
                  </a:cubicBezTo>
                  <a:cubicBezTo>
                    <a:pt x="718" y="567"/>
                    <a:pt x="723" y="567"/>
                    <a:pt x="728" y="567"/>
                  </a:cubicBezTo>
                  <a:cubicBezTo>
                    <a:pt x="763" y="567"/>
                    <a:pt x="778" y="517"/>
                    <a:pt x="756" y="489"/>
                  </a:cubicBezTo>
                  <a:cubicBezTo>
                    <a:pt x="670" y="387"/>
                    <a:pt x="540" y="317"/>
                    <a:pt x="435" y="240"/>
                  </a:cubicBezTo>
                  <a:cubicBezTo>
                    <a:pt x="314" y="153"/>
                    <a:pt x="183" y="80"/>
                    <a:pt x="57" y="5"/>
                  </a:cubicBezTo>
                  <a:cubicBezTo>
                    <a:pt x="52" y="2"/>
                    <a:pt x="47" y="0"/>
                    <a:pt x="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10"/>
            <p:cNvSpPr/>
            <p:nvPr/>
          </p:nvSpPr>
          <p:spPr>
            <a:xfrm>
              <a:off x="2920022" y="3062456"/>
              <a:ext cx="27274" cy="19465"/>
            </a:xfrm>
            <a:custGeom>
              <a:rect b="b" l="l" r="r" t="t"/>
              <a:pathLst>
                <a:path extrusionOk="0" h="688" w="964">
                  <a:moveTo>
                    <a:pt x="70" y="0"/>
                  </a:moveTo>
                  <a:cubicBezTo>
                    <a:pt x="33" y="0"/>
                    <a:pt x="1" y="49"/>
                    <a:pt x="35" y="81"/>
                  </a:cubicBezTo>
                  <a:cubicBezTo>
                    <a:pt x="269" y="309"/>
                    <a:pt x="586" y="610"/>
                    <a:pt x="910" y="687"/>
                  </a:cubicBezTo>
                  <a:cubicBezTo>
                    <a:pt x="912" y="687"/>
                    <a:pt x="915" y="688"/>
                    <a:pt x="917" y="688"/>
                  </a:cubicBezTo>
                  <a:cubicBezTo>
                    <a:pt x="943" y="688"/>
                    <a:pt x="963" y="653"/>
                    <a:pt x="942" y="633"/>
                  </a:cubicBezTo>
                  <a:cubicBezTo>
                    <a:pt x="823" y="528"/>
                    <a:pt x="676" y="461"/>
                    <a:pt x="545" y="371"/>
                  </a:cubicBezTo>
                  <a:cubicBezTo>
                    <a:pt x="387" y="265"/>
                    <a:pt x="241" y="145"/>
                    <a:pt x="102" y="14"/>
                  </a:cubicBezTo>
                  <a:cubicBezTo>
                    <a:pt x="92" y="4"/>
                    <a:pt x="81" y="0"/>
                    <a:pt x="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10"/>
            <p:cNvSpPr/>
            <p:nvPr/>
          </p:nvSpPr>
          <p:spPr>
            <a:xfrm>
              <a:off x="2921125" y="3047745"/>
              <a:ext cx="18532" cy="15165"/>
            </a:xfrm>
            <a:custGeom>
              <a:rect b="b" l="l" r="r" t="t"/>
              <a:pathLst>
                <a:path extrusionOk="0" h="536" w="655">
                  <a:moveTo>
                    <a:pt x="73" y="0"/>
                  </a:moveTo>
                  <a:cubicBezTo>
                    <a:pt x="34" y="0"/>
                    <a:pt x="0" y="48"/>
                    <a:pt x="38" y="79"/>
                  </a:cubicBezTo>
                  <a:cubicBezTo>
                    <a:pt x="210" y="228"/>
                    <a:pt x="380" y="401"/>
                    <a:pt x="573" y="528"/>
                  </a:cubicBezTo>
                  <a:cubicBezTo>
                    <a:pt x="581" y="533"/>
                    <a:pt x="589" y="535"/>
                    <a:pt x="596" y="535"/>
                  </a:cubicBezTo>
                  <a:cubicBezTo>
                    <a:pt x="630" y="535"/>
                    <a:pt x="654" y="488"/>
                    <a:pt x="628" y="460"/>
                  </a:cubicBezTo>
                  <a:cubicBezTo>
                    <a:pt x="476" y="292"/>
                    <a:pt x="279" y="156"/>
                    <a:pt x="105" y="12"/>
                  </a:cubicBezTo>
                  <a:cubicBezTo>
                    <a:pt x="95" y="4"/>
                    <a:pt x="8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10"/>
            <p:cNvSpPr/>
            <p:nvPr/>
          </p:nvSpPr>
          <p:spPr>
            <a:xfrm>
              <a:off x="2800150" y="3153216"/>
              <a:ext cx="16721" cy="11657"/>
            </a:xfrm>
            <a:custGeom>
              <a:rect b="b" l="l" r="r" t="t"/>
              <a:pathLst>
                <a:path extrusionOk="0" h="412" w="591">
                  <a:moveTo>
                    <a:pt x="58" y="0"/>
                  </a:moveTo>
                  <a:cubicBezTo>
                    <a:pt x="29" y="0"/>
                    <a:pt x="0" y="29"/>
                    <a:pt x="21" y="61"/>
                  </a:cubicBezTo>
                  <a:cubicBezTo>
                    <a:pt x="125" y="219"/>
                    <a:pt x="322" y="412"/>
                    <a:pt x="527" y="412"/>
                  </a:cubicBezTo>
                  <a:cubicBezTo>
                    <a:pt x="531" y="412"/>
                    <a:pt x="534" y="411"/>
                    <a:pt x="538" y="411"/>
                  </a:cubicBezTo>
                  <a:cubicBezTo>
                    <a:pt x="575" y="410"/>
                    <a:pt x="591" y="359"/>
                    <a:pt x="559" y="340"/>
                  </a:cubicBezTo>
                  <a:cubicBezTo>
                    <a:pt x="479" y="295"/>
                    <a:pt x="390" y="275"/>
                    <a:pt x="311" y="228"/>
                  </a:cubicBezTo>
                  <a:cubicBezTo>
                    <a:pt x="224" y="173"/>
                    <a:pt x="150" y="103"/>
                    <a:pt x="92" y="19"/>
                  </a:cubicBezTo>
                  <a:cubicBezTo>
                    <a:pt x="83" y="6"/>
                    <a:pt x="70" y="0"/>
                    <a:pt x="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10"/>
            <p:cNvSpPr/>
            <p:nvPr/>
          </p:nvSpPr>
          <p:spPr>
            <a:xfrm>
              <a:off x="2795256" y="3140570"/>
              <a:ext cx="23002" cy="15476"/>
            </a:xfrm>
            <a:custGeom>
              <a:rect b="b" l="l" r="r" t="t"/>
              <a:pathLst>
                <a:path extrusionOk="0" h="547" w="813">
                  <a:moveTo>
                    <a:pt x="61" y="1"/>
                  </a:moveTo>
                  <a:cubicBezTo>
                    <a:pt x="24" y="1"/>
                    <a:pt x="1" y="57"/>
                    <a:pt x="39" y="85"/>
                  </a:cubicBezTo>
                  <a:cubicBezTo>
                    <a:pt x="259" y="240"/>
                    <a:pt x="477" y="422"/>
                    <a:pt x="718" y="541"/>
                  </a:cubicBezTo>
                  <a:cubicBezTo>
                    <a:pt x="725" y="545"/>
                    <a:pt x="732" y="546"/>
                    <a:pt x="739" y="546"/>
                  </a:cubicBezTo>
                  <a:cubicBezTo>
                    <a:pt x="778" y="546"/>
                    <a:pt x="812" y="499"/>
                    <a:pt x="777" y="467"/>
                  </a:cubicBezTo>
                  <a:cubicBezTo>
                    <a:pt x="570" y="288"/>
                    <a:pt x="317" y="155"/>
                    <a:pt x="85" y="8"/>
                  </a:cubicBezTo>
                  <a:cubicBezTo>
                    <a:pt x="76" y="3"/>
                    <a:pt x="68"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10"/>
            <p:cNvSpPr/>
            <p:nvPr/>
          </p:nvSpPr>
          <p:spPr>
            <a:xfrm>
              <a:off x="2794944" y="3125264"/>
              <a:ext cx="23794" cy="16155"/>
            </a:xfrm>
            <a:custGeom>
              <a:rect b="b" l="l" r="r" t="t"/>
              <a:pathLst>
                <a:path extrusionOk="0" h="571" w="841">
                  <a:moveTo>
                    <a:pt x="75" y="0"/>
                  </a:moveTo>
                  <a:cubicBezTo>
                    <a:pt x="31" y="0"/>
                    <a:pt x="0" y="70"/>
                    <a:pt x="49" y="102"/>
                  </a:cubicBezTo>
                  <a:cubicBezTo>
                    <a:pt x="289" y="259"/>
                    <a:pt x="530" y="459"/>
                    <a:pt x="798" y="569"/>
                  </a:cubicBezTo>
                  <a:cubicBezTo>
                    <a:pt x="801" y="570"/>
                    <a:pt x="804" y="571"/>
                    <a:pt x="806" y="571"/>
                  </a:cubicBezTo>
                  <a:cubicBezTo>
                    <a:pt x="828" y="571"/>
                    <a:pt x="841" y="538"/>
                    <a:pt x="824" y="521"/>
                  </a:cubicBezTo>
                  <a:cubicBezTo>
                    <a:pt x="620" y="318"/>
                    <a:pt x="341" y="171"/>
                    <a:pt x="103" y="9"/>
                  </a:cubicBezTo>
                  <a:cubicBezTo>
                    <a:pt x="93" y="3"/>
                    <a:pt x="84" y="0"/>
                    <a:pt x="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10"/>
            <p:cNvSpPr/>
            <p:nvPr/>
          </p:nvSpPr>
          <p:spPr>
            <a:xfrm>
              <a:off x="2267332" y="3762903"/>
              <a:ext cx="288527" cy="215306"/>
            </a:xfrm>
            <a:custGeom>
              <a:rect b="b" l="l" r="r" t="t"/>
              <a:pathLst>
                <a:path extrusionOk="0" h="7610" w="10198">
                  <a:moveTo>
                    <a:pt x="4971" y="6277"/>
                  </a:moveTo>
                  <a:cubicBezTo>
                    <a:pt x="5038" y="6277"/>
                    <a:pt x="5062" y="6377"/>
                    <a:pt x="4989" y="6400"/>
                  </a:cubicBezTo>
                  <a:cubicBezTo>
                    <a:pt x="4752" y="6472"/>
                    <a:pt x="4508" y="6522"/>
                    <a:pt x="4265" y="6581"/>
                  </a:cubicBezTo>
                  <a:cubicBezTo>
                    <a:pt x="4259" y="6583"/>
                    <a:pt x="4253" y="6584"/>
                    <a:pt x="4248" y="6584"/>
                  </a:cubicBezTo>
                  <a:cubicBezTo>
                    <a:pt x="4181" y="6584"/>
                    <a:pt x="4159" y="6478"/>
                    <a:pt x="4232" y="6461"/>
                  </a:cubicBezTo>
                  <a:cubicBezTo>
                    <a:pt x="4472" y="6398"/>
                    <a:pt x="4711" y="6327"/>
                    <a:pt x="4954" y="6279"/>
                  </a:cubicBezTo>
                  <a:cubicBezTo>
                    <a:pt x="4960" y="6278"/>
                    <a:pt x="4965" y="6277"/>
                    <a:pt x="4971" y="6277"/>
                  </a:cubicBezTo>
                  <a:close/>
                  <a:moveTo>
                    <a:pt x="4484" y="6618"/>
                  </a:moveTo>
                  <a:cubicBezTo>
                    <a:pt x="4524" y="6618"/>
                    <a:pt x="4562" y="6623"/>
                    <a:pt x="4597" y="6637"/>
                  </a:cubicBezTo>
                  <a:cubicBezTo>
                    <a:pt x="4631" y="6651"/>
                    <a:pt x="4643" y="6696"/>
                    <a:pt x="4607" y="6716"/>
                  </a:cubicBezTo>
                  <a:cubicBezTo>
                    <a:pt x="4538" y="6756"/>
                    <a:pt x="4456" y="6759"/>
                    <a:pt x="4377" y="6759"/>
                  </a:cubicBezTo>
                  <a:cubicBezTo>
                    <a:pt x="4362" y="6759"/>
                    <a:pt x="4347" y="6759"/>
                    <a:pt x="4332" y="6759"/>
                  </a:cubicBezTo>
                  <a:lnTo>
                    <a:pt x="3987" y="6759"/>
                  </a:lnTo>
                  <a:cubicBezTo>
                    <a:pt x="3935" y="6759"/>
                    <a:pt x="3938" y="6686"/>
                    <a:pt x="3987" y="6679"/>
                  </a:cubicBezTo>
                  <a:cubicBezTo>
                    <a:pt x="4095" y="6664"/>
                    <a:pt x="4203" y="6650"/>
                    <a:pt x="4309" y="6637"/>
                  </a:cubicBezTo>
                  <a:cubicBezTo>
                    <a:pt x="4365" y="6629"/>
                    <a:pt x="4426" y="6618"/>
                    <a:pt x="4484" y="6618"/>
                  </a:cubicBezTo>
                  <a:close/>
                  <a:moveTo>
                    <a:pt x="10180" y="1"/>
                  </a:moveTo>
                  <a:cubicBezTo>
                    <a:pt x="10159" y="8"/>
                    <a:pt x="10142" y="8"/>
                    <a:pt x="10123" y="8"/>
                  </a:cubicBezTo>
                  <a:cubicBezTo>
                    <a:pt x="10052" y="65"/>
                    <a:pt x="9963" y="94"/>
                    <a:pt x="9892" y="146"/>
                  </a:cubicBezTo>
                  <a:cubicBezTo>
                    <a:pt x="9793" y="220"/>
                    <a:pt x="9693" y="332"/>
                    <a:pt x="9615" y="431"/>
                  </a:cubicBezTo>
                  <a:cubicBezTo>
                    <a:pt x="9579" y="466"/>
                    <a:pt x="9541" y="500"/>
                    <a:pt x="9505" y="533"/>
                  </a:cubicBezTo>
                  <a:cubicBezTo>
                    <a:pt x="9454" y="601"/>
                    <a:pt x="9400" y="660"/>
                    <a:pt x="9348" y="728"/>
                  </a:cubicBezTo>
                  <a:lnTo>
                    <a:pt x="9201" y="875"/>
                  </a:lnTo>
                  <a:cubicBezTo>
                    <a:pt x="9050" y="1075"/>
                    <a:pt x="8864" y="1238"/>
                    <a:pt x="8713" y="1437"/>
                  </a:cubicBezTo>
                  <a:cubicBezTo>
                    <a:pt x="8669" y="1477"/>
                    <a:pt x="8627" y="1517"/>
                    <a:pt x="8583" y="1557"/>
                  </a:cubicBezTo>
                  <a:cubicBezTo>
                    <a:pt x="8464" y="1715"/>
                    <a:pt x="8297" y="1834"/>
                    <a:pt x="8178" y="1990"/>
                  </a:cubicBezTo>
                  <a:cubicBezTo>
                    <a:pt x="8066" y="2140"/>
                    <a:pt x="7922" y="2266"/>
                    <a:pt x="7810" y="2413"/>
                  </a:cubicBezTo>
                  <a:cubicBezTo>
                    <a:pt x="7621" y="2663"/>
                    <a:pt x="7417" y="2899"/>
                    <a:pt x="7230" y="3150"/>
                  </a:cubicBezTo>
                  <a:cubicBezTo>
                    <a:pt x="7126" y="3288"/>
                    <a:pt x="6974" y="3393"/>
                    <a:pt x="6869" y="3528"/>
                  </a:cubicBezTo>
                  <a:cubicBezTo>
                    <a:pt x="6699" y="3756"/>
                    <a:pt x="6506" y="3957"/>
                    <a:pt x="6335" y="4182"/>
                  </a:cubicBezTo>
                  <a:cubicBezTo>
                    <a:pt x="6258" y="4284"/>
                    <a:pt x="6155" y="4364"/>
                    <a:pt x="6077" y="4469"/>
                  </a:cubicBezTo>
                  <a:cubicBezTo>
                    <a:pt x="5957" y="4626"/>
                    <a:pt x="5783" y="4752"/>
                    <a:pt x="5662" y="4909"/>
                  </a:cubicBezTo>
                  <a:cubicBezTo>
                    <a:pt x="5565" y="5040"/>
                    <a:pt x="5449" y="5148"/>
                    <a:pt x="5350" y="5279"/>
                  </a:cubicBezTo>
                  <a:cubicBezTo>
                    <a:pt x="5313" y="5313"/>
                    <a:pt x="5276" y="5345"/>
                    <a:pt x="5239" y="5380"/>
                  </a:cubicBezTo>
                  <a:cubicBezTo>
                    <a:pt x="5023" y="5665"/>
                    <a:pt x="4710" y="5934"/>
                    <a:pt x="4400" y="6128"/>
                  </a:cubicBezTo>
                  <a:cubicBezTo>
                    <a:pt x="4289" y="6195"/>
                    <a:pt x="4093" y="6297"/>
                    <a:pt x="3894" y="6297"/>
                  </a:cubicBezTo>
                  <a:cubicBezTo>
                    <a:pt x="3853" y="6297"/>
                    <a:pt x="3812" y="6293"/>
                    <a:pt x="3772" y="6283"/>
                  </a:cubicBezTo>
                  <a:cubicBezTo>
                    <a:pt x="3387" y="6192"/>
                    <a:pt x="3149" y="5974"/>
                    <a:pt x="2869" y="5777"/>
                  </a:cubicBezTo>
                  <a:cubicBezTo>
                    <a:pt x="2609" y="5593"/>
                    <a:pt x="2382" y="5386"/>
                    <a:pt x="2132" y="5196"/>
                  </a:cubicBezTo>
                  <a:cubicBezTo>
                    <a:pt x="2010" y="5103"/>
                    <a:pt x="1914" y="4975"/>
                    <a:pt x="1791" y="4883"/>
                  </a:cubicBezTo>
                  <a:cubicBezTo>
                    <a:pt x="1735" y="4825"/>
                    <a:pt x="1679" y="4767"/>
                    <a:pt x="1625" y="4709"/>
                  </a:cubicBezTo>
                  <a:cubicBezTo>
                    <a:pt x="1539" y="4629"/>
                    <a:pt x="1452" y="4549"/>
                    <a:pt x="1367" y="4469"/>
                  </a:cubicBezTo>
                  <a:cubicBezTo>
                    <a:pt x="1267" y="4368"/>
                    <a:pt x="1176" y="4259"/>
                    <a:pt x="1064" y="4174"/>
                  </a:cubicBezTo>
                  <a:cubicBezTo>
                    <a:pt x="998" y="4107"/>
                    <a:pt x="934" y="4040"/>
                    <a:pt x="869" y="3970"/>
                  </a:cubicBezTo>
                  <a:cubicBezTo>
                    <a:pt x="725" y="3826"/>
                    <a:pt x="572" y="3687"/>
                    <a:pt x="408" y="3564"/>
                  </a:cubicBezTo>
                  <a:cubicBezTo>
                    <a:pt x="300" y="3487"/>
                    <a:pt x="199" y="3367"/>
                    <a:pt x="30" y="3352"/>
                  </a:cubicBezTo>
                  <a:cubicBezTo>
                    <a:pt x="5" y="3389"/>
                    <a:pt x="1" y="3422"/>
                    <a:pt x="2" y="3490"/>
                  </a:cubicBezTo>
                  <a:cubicBezTo>
                    <a:pt x="56" y="3578"/>
                    <a:pt x="30" y="3751"/>
                    <a:pt x="85" y="3841"/>
                  </a:cubicBezTo>
                  <a:cubicBezTo>
                    <a:pt x="255" y="4110"/>
                    <a:pt x="488" y="4328"/>
                    <a:pt x="677" y="4579"/>
                  </a:cubicBezTo>
                  <a:lnTo>
                    <a:pt x="860" y="4762"/>
                  </a:lnTo>
                  <a:cubicBezTo>
                    <a:pt x="962" y="4898"/>
                    <a:pt x="1093" y="5008"/>
                    <a:pt x="1193" y="5140"/>
                  </a:cubicBezTo>
                  <a:cubicBezTo>
                    <a:pt x="1477" y="5516"/>
                    <a:pt x="1804" y="5853"/>
                    <a:pt x="2087" y="6228"/>
                  </a:cubicBezTo>
                  <a:cubicBezTo>
                    <a:pt x="2167" y="6334"/>
                    <a:pt x="2282" y="6424"/>
                    <a:pt x="2363" y="6530"/>
                  </a:cubicBezTo>
                  <a:cubicBezTo>
                    <a:pt x="2481" y="6687"/>
                    <a:pt x="2622" y="6818"/>
                    <a:pt x="2741" y="6972"/>
                  </a:cubicBezTo>
                  <a:cubicBezTo>
                    <a:pt x="2778" y="7007"/>
                    <a:pt x="2816" y="7039"/>
                    <a:pt x="2852" y="7074"/>
                  </a:cubicBezTo>
                  <a:cubicBezTo>
                    <a:pt x="3018" y="7292"/>
                    <a:pt x="3265" y="7526"/>
                    <a:pt x="3572" y="7599"/>
                  </a:cubicBezTo>
                  <a:cubicBezTo>
                    <a:pt x="3603" y="7607"/>
                    <a:pt x="3635" y="7610"/>
                    <a:pt x="3666" y="7610"/>
                  </a:cubicBezTo>
                  <a:cubicBezTo>
                    <a:pt x="3889" y="7610"/>
                    <a:pt x="4103" y="7437"/>
                    <a:pt x="4226" y="7350"/>
                  </a:cubicBezTo>
                  <a:cubicBezTo>
                    <a:pt x="4685" y="7028"/>
                    <a:pt x="5078" y="6645"/>
                    <a:pt x="5470" y="6253"/>
                  </a:cubicBezTo>
                  <a:cubicBezTo>
                    <a:pt x="5702" y="6022"/>
                    <a:pt x="5965" y="5803"/>
                    <a:pt x="6161" y="5542"/>
                  </a:cubicBezTo>
                  <a:cubicBezTo>
                    <a:pt x="6228" y="5453"/>
                    <a:pt x="6330" y="5379"/>
                    <a:pt x="6401" y="5284"/>
                  </a:cubicBezTo>
                  <a:cubicBezTo>
                    <a:pt x="6429" y="5258"/>
                    <a:pt x="6456" y="5235"/>
                    <a:pt x="6485" y="5210"/>
                  </a:cubicBezTo>
                  <a:cubicBezTo>
                    <a:pt x="6581" y="5082"/>
                    <a:pt x="6693" y="4978"/>
                    <a:pt x="6788" y="4850"/>
                  </a:cubicBezTo>
                  <a:lnTo>
                    <a:pt x="6917" y="4720"/>
                  </a:lnTo>
                  <a:cubicBezTo>
                    <a:pt x="7049" y="4544"/>
                    <a:pt x="7199" y="4392"/>
                    <a:pt x="7331" y="4214"/>
                  </a:cubicBezTo>
                  <a:cubicBezTo>
                    <a:pt x="7493" y="3996"/>
                    <a:pt x="7695" y="3797"/>
                    <a:pt x="7856" y="3578"/>
                  </a:cubicBezTo>
                  <a:cubicBezTo>
                    <a:pt x="8292" y="2983"/>
                    <a:pt x="8705" y="2375"/>
                    <a:pt x="9120" y="1753"/>
                  </a:cubicBezTo>
                  <a:cubicBezTo>
                    <a:pt x="9374" y="1369"/>
                    <a:pt x="9640" y="991"/>
                    <a:pt x="9895" y="610"/>
                  </a:cubicBezTo>
                  <a:cubicBezTo>
                    <a:pt x="9992" y="463"/>
                    <a:pt x="10187" y="234"/>
                    <a:pt x="10197" y="20"/>
                  </a:cubicBezTo>
                  <a:lnTo>
                    <a:pt x="1018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10"/>
            <p:cNvSpPr/>
            <p:nvPr/>
          </p:nvSpPr>
          <p:spPr>
            <a:xfrm>
              <a:off x="2262155" y="3758715"/>
              <a:ext cx="302701" cy="224954"/>
            </a:xfrm>
            <a:custGeom>
              <a:rect b="b" l="l" r="r" t="t"/>
              <a:pathLst>
                <a:path extrusionOk="0" h="7951" w="10699">
                  <a:moveTo>
                    <a:pt x="10358" y="163"/>
                  </a:moveTo>
                  <a:lnTo>
                    <a:pt x="10377" y="181"/>
                  </a:lnTo>
                  <a:cubicBezTo>
                    <a:pt x="10370" y="389"/>
                    <a:pt x="10174" y="620"/>
                    <a:pt x="10075" y="765"/>
                  </a:cubicBezTo>
                  <a:cubicBezTo>
                    <a:pt x="9820" y="1146"/>
                    <a:pt x="9556" y="1524"/>
                    <a:pt x="9301" y="1908"/>
                  </a:cubicBezTo>
                  <a:cubicBezTo>
                    <a:pt x="8888" y="2530"/>
                    <a:pt x="8475" y="3138"/>
                    <a:pt x="8038" y="3733"/>
                  </a:cubicBezTo>
                  <a:cubicBezTo>
                    <a:pt x="7876" y="3952"/>
                    <a:pt x="7674" y="4152"/>
                    <a:pt x="7513" y="4370"/>
                  </a:cubicBezTo>
                  <a:cubicBezTo>
                    <a:pt x="7381" y="4546"/>
                    <a:pt x="7231" y="4700"/>
                    <a:pt x="7099" y="4876"/>
                  </a:cubicBezTo>
                  <a:lnTo>
                    <a:pt x="6969" y="5005"/>
                  </a:lnTo>
                  <a:cubicBezTo>
                    <a:pt x="6873" y="5133"/>
                    <a:pt x="6760" y="5238"/>
                    <a:pt x="6665" y="5366"/>
                  </a:cubicBezTo>
                  <a:cubicBezTo>
                    <a:pt x="6639" y="5390"/>
                    <a:pt x="6612" y="5414"/>
                    <a:pt x="6582" y="5440"/>
                  </a:cubicBezTo>
                  <a:cubicBezTo>
                    <a:pt x="6511" y="5534"/>
                    <a:pt x="6411" y="5608"/>
                    <a:pt x="6343" y="5697"/>
                  </a:cubicBezTo>
                  <a:cubicBezTo>
                    <a:pt x="6145" y="5959"/>
                    <a:pt x="5880" y="6177"/>
                    <a:pt x="5652" y="6408"/>
                  </a:cubicBezTo>
                  <a:cubicBezTo>
                    <a:pt x="5261" y="6799"/>
                    <a:pt x="4867" y="7180"/>
                    <a:pt x="4406" y="7506"/>
                  </a:cubicBezTo>
                  <a:cubicBezTo>
                    <a:pt x="4284" y="7592"/>
                    <a:pt x="4071" y="7765"/>
                    <a:pt x="3846" y="7765"/>
                  </a:cubicBezTo>
                  <a:cubicBezTo>
                    <a:pt x="3815" y="7765"/>
                    <a:pt x="3783" y="7762"/>
                    <a:pt x="3752" y="7754"/>
                  </a:cubicBezTo>
                  <a:cubicBezTo>
                    <a:pt x="3446" y="7682"/>
                    <a:pt x="3198" y="7448"/>
                    <a:pt x="3032" y="7229"/>
                  </a:cubicBezTo>
                  <a:cubicBezTo>
                    <a:pt x="2996" y="7195"/>
                    <a:pt x="2958" y="7163"/>
                    <a:pt x="2922" y="7128"/>
                  </a:cubicBezTo>
                  <a:cubicBezTo>
                    <a:pt x="2804" y="6971"/>
                    <a:pt x="2661" y="6843"/>
                    <a:pt x="2544" y="6686"/>
                  </a:cubicBezTo>
                  <a:cubicBezTo>
                    <a:pt x="2464" y="6580"/>
                    <a:pt x="2347" y="6489"/>
                    <a:pt x="2267" y="6383"/>
                  </a:cubicBezTo>
                  <a:cubicBezTo>
                    <a:pt x="1984" y="6007"/>
                    <a:pt x="1657" y="5671"/>
                    <a:pt x="1373" y="5296"/>
                  </a:cubicBezTo>
                  <a:cubicBezTo>
                    <a:pt x="1273" y="5163"/>
                    <a:pt x="1142" y="5053"/>
                    <a:pt x="1040" y="4918"/>
                  </a:cubicBezTo>
                  <a:lnTo>
                    <a:pt x="857" y="4735"/>
                  </a:lnTo>
                  <a:cubicBezTo>
                    <a:pt x="668" y="4484"/>
                    <a:pt x="437" y="4266"/>
                    <a:pt x="267" y="3996"/>
                  </a:cubicBezTo>
                  <a:cubicBezTo>
                    <a:pt x="210" y="3907"/>
                    <a:pt x="238" y="3734"/>
                    <a:pt x="182" y="3646"/>
                  </a:cubicBezTo>
                  <a:cubicBezTo>
                    <a:pt x="181" y="3576"/>
                    <a:pt x="188" y="3544"/>
                    <a:pt x="210" y="3507"/>
                  </a:cubicBezTo>
                  <a:cubicBezTo>
                    <a:pt x="379" y="3521"/>
                    <a:pt x="480" y="3640"/>
                    <a:pt x="588" y="3720"/>
                  </a:cubicBezTo>
                  <a:cubicBezTo>
                    <a:pt x="754" y="3842"/>
                    <a:pt x="905" y="3981"/>
                    <a:pt x="1050" y="4125"/>
                  </a:cubicBezTo>
                  <a:cubicBezTo>
                    <a:pt x="1113" y="4192"/>
                    <a:pt x="1178" y="4259"/>
                    <a:pt x="1244" y="4329"/>
                  </a:cubicBezTo>
                  <a:cubicBezTo>
                    <a:pt x="1359" y="4415"/>
                    <a:pt x="1447" y="4524"/>
                    <a:pt x="1548" y="4623"/>
                  </a:cubicBezTo>
                  <a:cubicBezTo>
                    <a:pt x="1633" y="4703"/>
                    <a:pt x="1721" y="4783"/>
                    <a:pt x="1806" y="4862"/>
                  </a:cubicBezTo>
                  <a:cubicBezTo>
                    <a:pt x="1860" y="4921"/>
                    <a:pt x="1917" y="4979"/>
                    <a:pt x="1971" y="5037"/>
                  </a:cubicBezTo>
                  <a:cubicBezTo>
                    <a:pt x="2094" y="5130"/>
                    <a:pt x="2192" y="5259"/>
                    <a:pt x="2312" y="5350"/>
                  </a:cubicBezTo>
                  <a:cubicBezTo>
                    <a:pt x="2564" y="5539"/>
                    <a:pt x="2789" y="5746"/>
                    <a:pt x="3051" y="5931"/>
                  </a:cubicBezTo>
                  <a:cubicBezTo>
                    <a:pt x="3329" y="6127"/>
                    <a:pt x="3569" y="6345"/>
                    <a:pt x="3954" y="6439"/>
                  </a:cubicBezTo>
                  <a:cubicBezTo>
                    <a:pt x="3993" y="6448"/>
                    <a:pt x="4034" y="6452"/>
                    <a:pt x="4074" y="6452"/>
                  </a:cubicBezTo>
                  <a:cubicBezTo>
                    <a:pt x="4272" y="6452"/>
                    <a:pt x="4471" y="6351"/>
                    <a:pt x="4580" y="6283"/>
                  </a:cubicBezTo>
                  <a:cubicBezTo>
                    <a:pt x="4892" y="6090"/>
                    <a:pt x="5204" y="5821"/>
                    <a:pt x="5421" y="5536"/>
                  </a:cubicBezTo>
                  <a:cubicBezTo>
                    <a:pt x="5457" y="5501"/>
                    <a:pt x="5495" y="5469"/>
                    <a:pt x="5531" y="5434"/>
                  </a:cubicBezTo>
                  <a:cubicBezTo>
                    <a:pt x="5630" y="5303"/>
                    <a:pt x="5746" y="5195"/>
                    <a:pt x="5844" y="5065"/>
                  </a:cubicBezTo>
                  <a:cubicBezTo>
                    <a:pt x="5965" y="4906"/>
                    <a:pt x="6139" y="4781"/>
                    <a:pt x="6258" y="4623"/>
                  </a:cubicBezTo>
                  <a:cubicBezTo>
                    <a:pt x="6337" y="4519"/>
                    <a:pt x="6440" y="4438"/>
                    <a:pt x="6517" y="4338"/>
                  </a:cubicBezTo>
                  <a:cubicBezTo>
                    <a:pt x="6687" y="4112"/>
                    <a:pt x="6880" y="3909"/>
                    <a:pt x="7051" y="3683"/>
                  </a:cubicBezTo>
                  <a:cubicBezTo>
                    <a:pt x="7154" y="3547"/>
                    <a:pt x="7306" y="3443"/>
                    <a:pt x="7411" y="3305"/>
                  </a:cubicBezTo>
                  <a:cubicBezTo>
                    <a:pt x="7600" y="3055"/>
                    <a:pt x="7804" y="2818"/>
                    <a:pt x="7990" y="2568"/>
                  </a:cubicBezTo>
                  <a:cubicBezTo>
                    <a:pt x="8102" y="2418"/>
                    <a:pt x="8244" y="2293"/>
                    <a:pt x="8359" y="2144"/>
                  </a:cubicBezTo>
                  <a:cubicBezTo>
                    <a:pt x="8477" y="1988"/>
                    <a:pt x="8644" y="1870"/>
                    <a:pt x="8765" y="1712"/>
                  </a:cubicBezTo>
                  <a:cubicBezTo>
                    <a:pt x="8808" y="1671"/>
                    <a:pt x="8851" y="1632"/>
                    <a:pt x="8894" y="1591"/>
                  </a:cubicBezTo>
                  <a:cubicBezTo>
                    <a:pt x="9044" y="1393"/>
                    <a:pt x="9231" y="1228"/>
                    <a:pt x="9383" y="1030"/>
                  </a:cubicBezTo>
                  <a:lnTo>
                    <a:pt x="9530" y="883"/>
                  </a:lnTo>
                  <a:cubicBezTo>
                    <a:pt x="9580" y="816"/>
                    <a:pt x="9636" y="758"/>
                    <a:pt x="9687" y="688"/>
                  </a:cubicBezTo>
                  <a:cubicBezTo>
                    <a:pt x="9723" y="653"/>
                    <a:pt x="9761" y="621"/>
                    <a:pt x="9797" y="587"/>
                  </a:cubicBezTo>
                  <a:cubicBezTo>
                    <a:pt x="9874" y="486"/>
                    <a:pt x="9973" y="376"/>
                    <a:pt x="10073" y="302"/>
                  </a:cubicBezTo>
                  <a:cubicBezTo>
                    <a:pt x="10145" y="249"/>
                    <a:pt x="10233" y="220"/>
                    <a:pt x="10304" y="163"/>
                  </a:cubicBezTo>
                  <a:close/>
                  <a:moveTo>
                    <a:pt x="10315" y="0"/>
                  </a:moveTo>
                  <a:cubicBezTo>
                    <a:pt x="10309" y="0"/>
                    <a:pt x="10303" y="0"/>
                    <a:pt x="10297" y="1"/>
                  </a:cubicBezTo>
                  <a:cubicBezTo>
                    <a:pt x="10224" y="53"/>
                    <a:pt x="10123" y="76"/>
                    <a:pt x="10049" y="129"/>
                  </a:cubicBezTo>
                  <a:lnTo>
                    <a:pt x="9947" y="230"/>
                  </a:lnTo>
                  <a:cubicBezTo>
                    <a:pt x="9768" y="366"/>
                    <a:pt x="9601" y="550"/>
                    <a:pt x="9467" y="729"/>
                  </a:cubicBezTo>
                  <a:lnTo>
                    <a:pt x="9293" y="904"/>
                  </a:lnTo>
                  <a:cubicBezTo>
                    <a:pt x="9156" y="1084"/>
                    <a:pt x="8984" y="1231"/>
                    <a:pt x="8851" y="1411"/>
                  </a:cubicBezTo>
                  <a:cubicBezTo>
                    <a:pt x="8820" y="1437"/>
                    <a:pt x="8788" y="1465"/>
                    <a:pt x="8757" y="1494"/>
                  </a:cubicBezTo>
                  <a:cubicBezTo>
                    <a:pt x="8621" y="1674"/>
                    <a:pt x="8452" y="1821"/>
                    <a:pt x="8315" y="2001"/>
                  </a:cubicBezTo>
                  <a:lnTo>
                    <a:pt x="8169" y="2148"/>
                  </a:lnTo>
                  <a:cubicBezTo>
                    <a:pt x="7894" y="2513"/>
                    <a:pt x="7596" y="2859"/>
                    <a:pt x="7320" y="3225"/>
                  </a:cubicBezTo>
                  <a:cubicBezTo>
                    <a:pt x="7240" y="3333"/>
                    <a:pt x="7115" y="3414"/>
                    <a:pt x="7035" y="3521"/>
                  </a:cubicBezTo>
                  <a:cubicBezTo>
                    <a:pt x="6819" y="3804"/>
                    <a:pt x="6529" y="4021"/>
                    <a:pt x="6315" y="4304"/>
                  </a:cubicBezTo>
                  <a:lnTo>
                    <a:pt x="6111" y="4508"/>
                  </a:lnTo>
                  <a:cubicBezTo>
                    <a:pt x="6004" y="4650"/>
                    <a:pt x="5858" y="4764"/>
                    <a:pt x="5751" y="4903"/>
                  </a:cubicBezTo>
                  <a:cubicBezTo>
                    <a:pt x="5540" y="5184"/>
                    <a:pt x="5288" y="5432"/>
                    <a:pt x="5041" y="5678"/>
                  </a:cubicBezTo>
                  <a:cubicBezTo>
                    <a:pt x="4828" y="5890"/>
                    <a:pt x="4601" y="6138"/>
                    <a:pt x="4285" y="6239"/>
                  </a:cubicBezTo>
                  <a:cubicBezTo>
                    <a:pt x="4216" y="6262"/>
                    <a:pt x="4149" y="6272"/>
                    <a:pt x="4085" y="6272"/>
                  </a:cubicBezTo>
                  <a:cubicBezTo>
                    <a:pt x="3757" y="6272"/>
                    <a:pt x="3486" y="6020"/>
                    <a:pt x="3298" y="5889"/>
                  </a:cubicBezTo>
                  <a:cubicBezTo>
                    <a:pt x="2538" y="5354"/>
                    <a:pt x="1888" y="4704"/>
                    <a:pt x="1225" y="4073"/>
                  </a:cubicBezTo>
                  <a:cubicBezTo>
                    <a:pt x="1002" y="3862"/>
                    <a:pt x="776" y="3625"/>
                    <a:pt x="495" y="3473"/>
                  </a:cubicBezTo>
                  <a:cubicBezTo>
                    <a:pt x="453" y="3449"/>
                    <a:pt x="328" y="3387"/>
                    <a:pt x="236" y="3387"/>
                  </a:cubicBezTo>
                  <a:cubicBezTo>
                    <a:pt x="208" y="3387"/>
                    <a:pt x="182" y="3393"/>
                    <a:pt x="163" y="3407"/>
                  </a:cubicBezTo>
                  <a:cubicBezTo>
                    <a:pt x="76" y="3436"/>
                    <a:pt x="65" y="3531"/>
                    <a:pt x="79" y="3638"/>
                  </a:cubicBezTo>
                  <a:cubicBezTo>
                    <a:pt x="65" y="3621"/>
                    <a:pt x="62" y="3601"/>
                    <a:pt x="62" y="3564"/>
                  </a:cubicBezTo>
                  <a:lnTo>
                    <a:pt x="62" y="3564"/>
                  </a:lnTo>
                  <a:cubicBezTo>
                    <a:pt x="1" y="3651"/>
                    <a:pt x="86" y="3864"/>
                    <a:pt x="115" y="3933"/>
                  </a:cubicBezTo>
                  <a:cubicBezTo>
                    <a:pt x="243" y="4226"/>
                    <a:pt x="479" y="4573"/>
                    <a:pt x="677" y="4800"/>
                  </a:cubicBezTo>
                  <a:cubicBezTo>
                    <a:pt x="938" y="5097"/>
                    <a:pt x="1196" y="5405"/>
                    <a:pt x="1433" y="5722"/>
                  </a:cubicBezTo>
                  <a:cubicBezTo>
                    <a:pt x="1472" y="5774"/>
                    <a:pt x="1533" y="5818"/>
                    <a:pt x="1571" y="5869"/>
                  </a:cubicBezTo>
                  <a:cubicBezTo>
                    <a:pt x="1731" y="6081"/>
                    <a:pt x="1910" y="6274"/>
                    <a:pt x="2070" y="6486"/>
                  </a:cubicBezTo>
                  <a:cubicBezTo>
                    <a:pt x="2240" y="6713"/>
                    <a:pt x="2461" y="6904"/>
                    <a:pt x="2631" y="7132"/>
                  </a:cubicBezTo>
                  <a:lnTo>
                    <a:pt x="2834" y="7336"/>
                  </a:lnTo>
                  <a:cubicBezTo>
                    <a:pt x="3003" y="7561"/>
                    <a:pt x="3305" y="7820"/>
                    <a:pt x="3599" y="7917"/>
                  </a:cubicBezTo>
                  <a:cubicBezTo>
                    <a:pt x="3661" y="7936"/>
                    <a:pt x="3754" y="7951"/>
                    <a:pt x="3844" y="7951"/>
                  </a:cubicBezTo>
                  <a:cubicBezTo>
                    <a:pt x="3895" y="7951"/>
                    <a:pt x="3946" y="7946"/>
                    <a:pt x="3987" y="7935"/>
                  </a:cubicBezTo>
                  <a:cubicBezTo>
                    <a:pt x="4268" y="7860"/>
                    <a:pt x="4470" y="7687"/>
                    <a:pt x="4678" y="7539"/>
                  </a:cubicBezTo>
                  <a:cubicBezTo>
                    <a:pt x="4893" y="7382"/>
                    <a:pt x="5075" y="7200"/>
                    <a:pt x="5286" y="7040"/>
                  </a:cubicBezTo>
                  <a:cubicBezTo>
                    <a:pt x="5379" y="6972"/>
                    <a:pt x="5450" y="6872"/>
                    <a:pt x="5544" y="6801"/>
                  </a:cubicBezTo>
                  <a:cubicBezTo>
                    <a:pt x="5624" y="6718"/>
                    <a:pt x="5704" y="6635"/>
                    <a:pt x="5784" y="6552"/>
                  </a:cubicBezTo>
                  <a:cubicBezTo>
                    <a:pt x="5931" y="6421"/>
                    <a:pt x="6060" y="6277"/>
                    <a:pt x="6199" y="6138"/>
                  </a:cubicBezTo>
                  <a:cubicBezTo>
                    <a:pt x="6329" y="6005"/>
                    <a:pt x="6473" y="5882"/>
                    <a:pt x="6585" y="5732"/>
                  </a:cubicBezTo>
                  <a:cubicBezTo>
                    <a:pt x="6622" y="5697"/>
                    <a:pt x="6659" y="5665"/>
                    <a:pt x="6696" y="5630"/>
                  </a:cubicBezTo>
                  <a:cubicBezTo>
                    <a:pt x="6822" y="5464"/>
                    <a:pt x="6976" y="5326"/>
                    <a:pt x="7101" y="5159"/>
                  </a:cubicBezTo>
                  <a:cubicBezTo>
                    <a:pt x="7157" y="5086"/>
                    <a:pt x="7240" y="5028"/>
                    <a:pt x="7296" y="4956"/>
                  </a:cubicBezTo>
                  <a:cubicBezTo>
                    <a:pt x="7464" y="4735"/>
                    <a:pt x="7666" y="4540"/>
                    <a:pt x="7830" y="4320"/>
                  </a:cubicBezTo>
                  <a:cubicBezTo>
                    <a:pt x="8285" y="3711"/>
                    <a:pt x="8750" y="3108"/>
                    <a:pt x="9175" y="2468"/>
                  </a:cubicBezTo>
                  <a:cubicBezTo>
                    <a:pt x="9537" y="1923"/>
                    <a:pt x="9871" y="1367"/>
                    <a:pt x="10226" y="809"/>
                  </a:cubicBezTo>
                  <a:cubicBezTo>
                    <a:pt x="10284" y="720"/>
                    <a:pt x="10370" y="640"/>
                    <a:pt x="10429" y="550"/>
                  </a:cubicBezTo>
                  <a:cubicBezTo>
                    <a:pt x="10551" y="378"/>
                    <a:pt x="10698" y="0"/>
                    <a:pt x="103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10"/>
            <p:cNvSpPr/>
            <p:nvPr/>
          </p:nvSpPr>
          <p:spPr>
            <a:xfrm>
              <a:off x="2378689" y="3950109"/>
              <a:ext cx="20031" cy="4018"/>
            </a:xfrm>
            <a:custGeom>
              <a:rect b="b" l="l" r="r" t="t"/>
              <a:pathLst>
                <a:path extrusionOk="0" h="142" w="708">
                  <a:moveTo>
                    <a:pt x="551" y="0"/>
                  </a:moveTo>
                  <a:cubicBezTo>
                    <a:pt x="492" y="0"/>
                    <a:pt x="431" y="12"/>
                    <a:pt x="376" y="20"/>
                  </a:cubicBezTo>
                  <a:cubicBezTo>
                    <a:pt x="268" y="34"/>
                    <a:pt x="160" y="49"/>
                    <a:pt x="53" y="62"/>
                  </a:cubicBezTo>
                  <a:cubicBezTo>
                    <a:pt x="5" y="69"/>
                    <a:pt x="1" y="142"/>
                    <a:pt x="53" y="142"/>
                  </a:cubicBezTo>
                  <a:lnTo>
                    <a:pt x="399" y="142"/>
                  </a:lnTo>
                  <a:cubicBezTo>
                    <a:pt x="414" y="142"/>
                    <a:pt x="428" y="142"/>
                    <a:pt x="443" y="142"/>
                  </a:cubicBezTo>
                  <a:cubicBezTo>
                    <a:pt x="523" y="142"/>
                    <a:pt x="604" y="139"/>
                    <a:pt x="674" y="99"/>
                  </a:cubicBezTo>
                  <a:cubicBezTo>
                    <a:pt x="707" y="79"/>
                    <a:pt x="695" y="34"/>
                    <a:pt x="662" y="20"/>
                  </a:cubicBezTo>
                  <a:cubicBezTo>
                    <a:pt x="627" y="5"/>
                    <a:pt x="590" y="0"/>
                    <a:pt x="5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0"/>
            <p:cNvSpPr/>
            <p:nvPr/>
          </p:nvSpPr>
          <p:spPr>
            <a:xfrm>
              <a:off x="2385026" y="3940405"/>
              <a:ext cx="25576" cy="8742"/>
            </a:xfrm>
            <a:custGeom>
              <a:rect b="b" l="l" r="r" t="t"/>
              <a:pathLst>
                <a:path extrusionOk="0" h="309" w="904">
                  <a:moveTo>
                    <a:pt x="809" y="1"/>
                  </a:moveTo>
                  <a:cubicBezTo>
                    <a:pt x="805" y="1"/>
                    <a:pt x="800" y="1"/>
                    <a:pt x="796" y="2"/>
                  </a:cubicBezTo>
                  <a:cubicBezTo>
                    <a:pt x="553" y="51"/>
                    <a:pt x="313" y="123"/>
                    <a:pt x="73" y="184"/>
                  </a:cubicBezTo>
                  <a:cubicBezTo>
                    <a:pt x="1" y="203"/>
                    <a:pt x="22" y="308"/>
                    <a:pt x="89" y="308"/>
                  </a:cubicBezTo>
                  <a:cubicBezTo>
                    <a:pt x="95" y="308"/>
                    <a:pt x="100" y="307"/>
                    <a:pt x="107" y="306"/>
                  </a:cubicBezTo>
                  <a:cubicBezTo>
                    <a:pt x="346" y="246"/>
                    <a:pt x="592" y="197"/>
                    <a:pt x="831" y="124"/>
                  </a:cubicBezTo>
                  <a:cubicBezTo>
                    <a:pt x="903" y="102"/>
                    <a:pt x="878" y="1"/>
                    <a:pt x="8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10"/>
            <p:cNvSpPr/>
            <p:nvPr/>
          </p:nvSpPr>
          <p:spPr>
            <a:xfrm>
              <a:off x="2267332" y="4135759"/>
              <a:ext cx="288527" cy="215249"/>
            </a:xfrm>
            <a:custGeom>
              <a:rect b="b" l="l" r="r" t="t"/>
              <a:pathLst>
                <a:path extrusionOk="0" h="7608" w="10198">
                  <a:moveTo>
                    <a:pt x="4970" y="6272"/>
                  </a:moveTo>
                  <a:cubicBezTo>
                    <a:pt x="5038" y="6272"/>
                    <a:pt x="5062" y="6373"/>
                    <a:pt x="4989" y="6396"/>
                  </a:cubicBezTo>
                  <a:cubicBezTo>
                    <a:pt x="4752" y="6468"/>
                    <a:pt x="4508" y="6516"/>
                    <a:pt x="4265" y="6577"/>
                  </a:cubicBezTo>
                  <a:cubicBezTo>
                    <a:pt x="4259" y="6579"/>
                    <a:pt x="4254" y="6579"/>
                    <a:pt x="4249" y="6579"/>
                  </a:cubicBezTo>
                  <a:cubicBezTo>
                    <a:pt x="4181" y="6579"/>
                    <a:pt x="4159" y="6473"/>
                    <a:pt x="4232" y="6455"/>
                  </a:cubicBezTo>
                  <a:cubicBezTo>
                    <a:pt x="4472" y="6393"/>
                    <a:pt x="4711" y="6323"/>
                    <a:pt x="4954" y="6274"/>
                  </a:cubicBezTo>
                  <a:cubicBezTo>
                    <a:pt x="4960" y="6272"/>
                    <a:pt x="4965" y="6272"/>
                    <a:pt x="4970" y="6272"/>
                  </a:cubicBezTo>
                  <a:close/>
                  <a:moveTo>
                    <a:pt x="4484" y="6615"/>
                  </a:moveTo>
                  <a:cubicBezTo>
                    <a:pt x="4523" y="6615"/>
                    <a:pt x="4561" y="6619"/>
                    <a:pt x="4597" y="6633"/>
                  </a:cubicBezTo>
                  <a:cubicBezTo>
                    <a:pt x="4631" y="6646"/>
                    <a:pt x="4643" y="6691"/>
                    <a:pt x="4607" y="6713"/>
                  </a:cubicBezTo>
                  <a:cubicBezTo>
                    <a:pt x="4541" y="6751"/>
                    <a:pt x="4463" y="6755"/>
                    <a:pt x="4387" y="6755"/>
                  </a:cubicBezTo>
                  <a:cubicBezTo>
                    <a:pt x="4369" y="6755"/>
                    <a:pt x="4350" y="6755"/>
                    <a:pt x="4332" y="6755"/>
                  </a:cubicBezTo>
                  <a:lnTo>
                    <a:pt x="3987" y="6755"/>
                  </a:lnTo>
                  <a:cubicBezTo>
                    <a:pt x="3935" y="6755"/>
                    <a:pt x="3938" y="6682"/>
                    <a:pt x="3987" y="6675"/>
                  </a:cubicBezTo>
                  <a:cubicBezTo>
                    <a:pt x="4095" y="6660"/>
                    <a:pt x="4203" y="6646"/>
                    <a:pt x="4309" y="6633"/>
                  </a:cubicBezTo>
                  <a:cubicBezTo>
                    <a:pt x="4364" y="6625"/>
                    <a:pt x="4425" y="6615"/>
                    <a:pt x="4484" y="6615"/>
                  </a:cubicBezTo>
                  <a:close/>
                  <a:moveTo>
                    <a:pt x="10180" y="0"/>
                  </a:moveTo>
                  <a:cubicBezTo>
                    <a:pt x="10159" y="4"/>
                    <a:pt x="10142" y="4"/>
                    <a:pt x="10123" y="4"/>
                  </a:cubicBezTo>
                  <a:cubicBezTo>
                    <a:pt x="10052" y="61"/>
                    <a:pt x="9963" y="90"/>
                    <a:pt x="9892" y="144"/>
                  </a:cubicBezTo>
                  <a:cubicBezTo>
                    <a:pt x="9793" y="218"/>
                    <a:pt x="9693" y="329"/>
                    <a:pt x="9615" y="429"/>
                  </a:cubicBezTo>
                  <a:cubicBezTo>
                    <a:pt x="9579" y="464"/>
                    <a:pt x="9541" y="496"/>
                    <a:pt x="9505" y="531"/>
                  </a:cubicBezTo>
                  <a:cubicBezTo>
                    <a:pt x="9454" y="598"/>
                    <a:pt x="9400" y="656"/>
                    <a:pt x="9348" y="726"/>
                  </a:cubicBezTo>
                  <a:lnTo>
                    <a:pt x="9201" y="872"/>
                  </a:lnTo>
                  <a:cubicBezTo>
                    <a:pt x="9050" y="1072"/>
                    <a:pt x="8864" y="1236"/>
                    <a:pt x="8713" y="1434"/>
                  </a:cubicBezTo>
                  <a:cubicBezTo>
                    <a:pt x="8669" y="1474"/>
                    <a:pt x="8627" y="1514"/>
                    <a:pt x="8583" y="1554"/>
                  </a:cubicBezTo>
                  <a:cubicBezTo>
                    <a:pt x="8464" y="1711"/>
                    <a:pt x="8297" y="1832"/>
                    <a:pt x="8178" y="1986"/>
                  </a:cubicBezTo>
                  <a:cubicBezTo>
                    <a:pt x="8066" y="2137"/>
                    <a:pt x="7922" y="2262"/>
                    <a:pt x="7810" y="2409"/>
                  </a:cubicBezTo>
                  <a:cubicBezTo>
                    <a:pt x="7621" y="2661"/>
                    <a:pt x="7417" y="2895"/>
                    <a:pt x="7230" y="3148"/>
                  </a:cubicBezTo>
                  <a:cubicBezTo>
                    <a:pt x="7126" y="3286"/>
                    <a:pt x="6974" y="3389"/>
                    <a:pt x="6869" y="3526"/>
                  </a:cubicBezTo>
                  <a:cubicBezTo>
                    <a:pt x="6699" y="3753"/>
                    <a:pt x="6506" y="3955"/>
                    <a:pt x="6335" y="4180"/>
                  </a:cubicBezTo>
                  <a:cubicBezTo>
                    <a:pt x="6258" y="4282"/>
                    <a:pt x="6155" y="4362"/>
                    <a:pt x="6077" y="4465"/>
                  </a:cubicBezTo>
                  <a:cubicBezTo>
                    <a:pt x="5957" y="4623"/>
                    <a:pt x="5783" y="4748"/>
                    <a:pt x="5662" y="4907"/>
                  </a:cubicBezTo>
                  <a:cubicBezTo>
                    <a:pt x="5565" y="5038"/>
                    <a:pt x="5449" y="5145"/>
                    <a:pt x="5350" y="5275"/>
                  </a:cubicBezTo>
                  <a:cubicBezTo>
                    <a:pt x="5313" y="5310"/>
                    <a:pt x="5276" y="5343"/>
                    <a:pt x="5239" y="5378"/>
                  </a:cubicBezTo>
                  <a:cubicBezTo>
                    <a:pt x="5023" y="5663"/>
                    <a:pt x="4710" y="5932"/>
                    <a:pt x="4400" y="6124"/>
                  </a:cubicBezTo>
                  <a:cubicBezTo>
                    <a:pt x="4289" y="6193"/>
                    <a:pt x="4093" y="6295"/>
                    <a:pt x="3894" y="6295"/>
                  </a:cubicBezTo>
                  <a:cubicBezTo>
                    <a:pt x="3853" y="6295"/>
                    <a:pt x="3812" y="6290"/>
                    <a:pt x="3772" y="6281"/>
                  </a:cubicBezTo>
                  <a:cubicBezTo>
                    <a:pt x="3387" y="6188"/>
                    <a:pt x="3149" y="5970"/>
                    <a:pt x="2869" y="5773"/>
                  </a:cubicBezTo>
                  <a:cubicBezTo>
                    <a:pt x="2609" y="5590"/>
                    <a:pt x="2382" y="5382"/>
                    <a:pt x="2132" y="5192"/>
                  </a:cubicBezTo>
                  <a:cubicBezTo>
                    <a:pt x="2010" y="5099"/>
                    <a:pt x="1914" y="4972"/>
                    <a:pt x="1791" y="4879"/>
                  </a:cubicBezTo>
                  <a:cubicBezTo>
                    <a:pt x="1735" y="4821"/>
                    <a:pt x="1679" y="4763"/>
                    <a:pt x="1625" y="4705"/>
                  </a:cubicBezTo>
                  <a:cubicBezTo>
                    <a:pt x="1539" y="4625"/>
                    <a:pt x="1452" y="4545"/>
                    <a:pt x="1367" y="4465"/>
                  </a:cubicBezTo>
                  <a:cubicBezTo>
                    <a:pt x="1267" y="4365"/>
                    <a:pt x="1176" y="4256"/>
                    <a:pt x="1064" y="4170"/>
                  </a:cubicBezTo>
                  <a:cubicBezTo>
                    <a:pt x="998" y="4103"/>
                    <a:pt x="934" y="4036"/>
                    <a:pt x="869" y="3966"/>
                  </a:cubicBezTo>
                  <a:cubicBezTo>
                    <a:pt x="725" y="3824"/>
                    <a:pt x="572" y="3683"/>
                    <a:pt x="408" y="3562"/>
                  </a:cubicBezTo>
                  <a:cubicBezTo>
                    <a:pt x="300" y="3484"/>
                    <a:pt x="199" y="3363"/>
                    <a:pt x="30" y="3348"/>
                  </a:cubicBezTo>
                  <a:cubicBezTo>
                    <a:pt x="5" y="3385"/>
                    <a:pt x="1" y="3418"/>
                    <a:pt x="2" y="3487"/>
                  </a:cubicBezTo>
                  <a:cubicBezTo>
                    <a:pt x="56" y="3574"/>
                    <a:pt x="30" y="3747"/>
                    <a:pt x="85" y="3838"/>
                  </a:cubicBezTo>
                  <a:cubicBezTo>
                    <a:pt x="255" y="4107"/>
                    <a:pt x="488" y="4325"/>
                    <a:pt x="677" y="4575"/>
                  </a:cubicBezTo>
                  <a:lnTo>
                    <a:pt x="860" y="4759"/>
                  </a:lnTo>
                  <a:cubicBezTo>
                    <a:pt x="962" y="4894"/>
                    <a:pt x="1093" y="5004"/>
                    <a:pt x="1193" y="5137"/>
                  </a:cubicBezTo>
                  <a:cubicBezTo>
                    <a:pt x="1477" y="5512"/>
                    <a:pt x="1804" y="5849"/>
                    <a:pt x="2087" y="6224"/>
                  </a:cubicBezTo>
                  <a:cubicBezTo>
                    <a:pt x="2167" y="6332"/>
                    <a:pt x="2282" y="6420"/>
                    <a:pt x="2363" y="6528"/>
                  </a:cubicBezTo>
                  <a:cubicBezTo>
                    <a:pt x="2481" y="6684"/>
                    <a:pt x="2622" y="6814"/>
                    <a:pt x="2741" y="6969"/>
                  </a:cubicBezTo>
                  <a:cubicBezTo>
                    <a:pt x="2778" y="7003"/>
                    <a:pt x="2816" y="7037"/>
                    <a:pt x="2852" y="7070"/>
                  </a:cubicBezTo>
                  <a:cubicBezTo>
                    <a:pt x="3018" y="7288"/>
                    <a:pt x="3265" y="7524"/>
                    <a:pt x="3572" y="7597"/>
                  </a:cubicBezTo>
                  <a:cubicBezTo>
                    <a:pt x="3602" y="7604"/>
                    <a:pt x="3633" y="7607"/>
                    <a:pt x="3664" y="7607"/>
                  </a:cubicBezTo>
                  <a:cubicBezTo>
                    <a:pt x="3888" y="7607"/>
                    <a:pt x="4103" y="7434"/>
                    <a:pt x="4226" y="7347"/>
                  </a:cubicBezTo>
                  <a:cubicBezTo>
                    <a:pt x="4685" y="7024"/>
                    <a:pt x="5078" y="6641"/>
                    <a:pt x="5470" y="6252"/>
                  </a:cubicBezTo>
                  <a:cubicBezTo>
                    <a:pt x="5702" y="6021"/>
                    <a:pt x="5965" y="5803"/>
                    <a:pt x="6161" y="5541"/>
                  </a:cubicBezTo>
                  <a:cubicBezTo>
                    <a:pt x="6228" y="5452"/>
                    <a:pt x="6330" y="5377"/>
                    <a:pt x="6401" y="5282"/>
                  </a:cubicBezTo>
                  <a:cubicBezTo>
                    <a:pt x="6429" y="5257"/>
                    <a:pt x="6456" y="5234"/>
                    <a:pt x="6485" y="5208"/>
                  </a:cubicBezTo>
                  <a:cubicBezTo>
                    <a:pt x="6581" y="5081"/>
                    <a:pt x="6693" y="4975"/>
                    <a:pt x="6788" y="4849"/>
                  </a:cubicBezTo>
                  <a:lnTo>
                    <a:pt x="6917" y="4719"/>
                  </a:lnTo>
                  <a:cubicBezTo>
                    <a:pt x="7049" y="4543"/>
                    <a:pt x="7199" y="4391"/>
                    <a:pt x="7331" y="4212"/>
                  </a:cubicBezTo>
                  <a:cubicBezTo>
                    <a:pt x="7493" y="3994"/>
                    <a:pt x="7695" y="3796"/>
                    <a:pt x="7856" y="3577"/>
                  </a:cubicBezTo>
                  <a:cubicBezTo>
                    <a:pt x="8292" y="2982"/>
                    <a:pt x="8705" y="2373"/>
                    <a:pt x="9120" y="1752"/>
                  </a:cubicBezTo>
                  <a:cubicBezTo>
                    <a:pt x="9374" y="1368"/>
                    <a:pt x="9640" y="990"/>
                    <a:pt x="9895" y="608"/>
                  </a:cubicBezTo>
                  <a:cubicBezTo>
                    <a:pt x="9992" y="461"/>
                    <a:pt x="10187" y="233"/>
                    <a:pt x="10197" y="18"/>
                  </a:cubicBezTo>
                  <a:lnTo>
                    <a:pt x="1018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10"/>
            <p:cNvSpPr/>
            <p:nvPr/>
          </p:nvSpPr>
          <p:spPr>
            <a:xfrm>
              <a:off x="2262155" y="4131459"/>
              <a:ext cx="302673" cy="225039"/>
            </a:xfrm>
            <a:custGeom>
              <a:rect b="b" l="l" r="r" t="t"/>
              <a:pathLst>
                <a:path extrusionOk="0" h="7954" w="10698">
                  <a:moveTo>
                    <a:pt x="10358" y="162"/>
                  </a:moveTo>
                  <a:lnTo>
                    <a:pt x="10377" y="181"/>
                  </a:lnTo>
                  <a:cubicBezTo>
                    <a:pt x="10370" y="391"/>
                    <a:pt x="10174" y="619"/>
                    <a:pt x="10075" y="766"/>
                  </a:cubicBezTo>
                  <a:cubicBezTo>
                    <a:pt x="9820" y="1148"/>
                    <a:pt x="9556" y="1526"/>
                    <a:pt x="9301" y="1908"/>
                  </a:cubicBezTo>
                  <a:cubicBezTo>
                    <a:pt x="8888" y="2531"/>
                    <a:pt x="8475" y="3140"/>
                    <a:pt x="8038" y="3733"/>
                  </a:cubicBezTo>
                  <a:cubicBezTo>
                    <a:pt x="7876" y="3954"/>
                    <a:pt x="7674" y="4152"/>
                    <a:pt x="7513" y="4370"/>
                  </a:cubicBezTo>
                  <a:cubicBezTo>
                    <a:pt x="7381" y="4546"/>
                    <a:pt x="7231" y="4700"/>
                    <a:pt x="7099" y="4877"/>
                  </a:cubicBezTo>
                  <a:lnTo>
                    <a:pt x="6969" y="5005"/>
                  </a:lnTo>
                  <a:cubicBezTo>
                    <a:pt x="6873" y="5133"/>
                    <a:pt x="6760" y="5238"/>
                    <a:pt x="6665" y="5366"/>
                  </a:cubicBezTo>
                  <a:cubicBezTo>
                    <a:pt x="6639" y="5390"/>
                    <a:pt x="6612" y="5415"/>
                    <a:pt x="6582" y="5440"/>
                  </a:cubicBezTo>
                  <a:cubicBezTo>
                    <a:pt x="6511" y="5534"/>
                    <a:pt x="6411" y="5609"/>
                    <a:pt x="6343" y="5699"/>
                  </a:cubicBezTo>
                  <a:cubicBezTo>
                    <a:pt x="6145" y="5960"/>
                    <a:pt x="5880" y="6178"/>
                    <a:pt x="5652" y="6408"/>
                  </a:cubicBezTo>
                  <a:cubicBezTo>
                    <a:pt x="5261" y="6799"/>
                    <a:pt x="4867" y="7182"/>
                    <a:pt x="4406" y="7504"/>
                  </a:cubicBezTo>
                  <a:cubicBezTo>
                    <a:pt x="4284" y="7591"/>
                    <a:pt x="4071" y="7764"/>
                    <a:pt x="3846" y="7764"/>
                  </a:cubicBezTo>
                  <a:cubicBezTo>
                    <a:pt x="3815" y="7764"/>
                    <a:pt x="3783" y="7761"/>
                    <a:pt x="3752" y="7753"/>
                  </a:cubicBezTo>
                  <a:cubicBezTo>
                    <a:pt x="3446" y="7680"/>
                    <a:pt x="3198" y="7446"/>
                    <a:pt x="3032" y="7228"/>
                  </a:cubicBezTo>
                  <a:cubicBezTo>
                    <a:pt x="2996" y="7195"/>
                    <a:pt x="2958" y="7161"/>
                    <a:pt x="2922" y="7126"/>
                  </a:cubicBezTo>
                  <a:cubicBezTo>
                    <a:pt x="2804" y="6971"/>
                    <a:pt x="2661" y="6841"/>
                    <a:pt x="2544" y="6686"/>
                  </a:cubicBezTo>
                  <a:cubicBezTo>
                    <a:pt x="2464" y="6578"/>
                    <a:pt x="2347" y="6490"/>
                    <a:pt x="2267" y="6382"/>
                  </a:cubicBezTo>
                  <a:cubicBezTo>
                    <a:pt x="1984" y="6005"/>
                    <a:pt x="1657" y="5670"/>
                    <a:pt x="1373" y="5294"/>
                  </a:cubicBezTo>
                  <a:cubicBezTo>
                    <a:pt x="1273" y="5162"/>
                    <a:pt x="1142" y="5052"/>
                    <a:pt x="1040" y="4916"/>
                  </a:cubicBezTo>
                  <a:lnTo>
                    <a:pt x="857" y="4733"/>
                  </a:lnTo>
                  <a:cubicBezTo>
                    <a:pt x="668" y="4485"/>
                    <a:pt x="437" y="4267"/>
                    <a:pt x="267" y="3996"/>
                  </a:cubicBezTo>
                  <a:cubicBezTo>
                    <a:pt x="210" y="3906"/>
                    <a:pt x="238" y="3734"/>
                    <a:pt x="182" y="3644"/>
                  </a:cubicBezTo>
                  <a:cubicBezTo>
                    <a:pt x="181" y="3576"/>
                    <a:pt x="188" y="3543"/>
                    <a:pt x="210" y="3506"/>
                  </a:cubicBezTo>
                  <a:cubicBezTo>
                    <a:pt x="379" y="3519"/>
                    <a:pt x="480" y="3640"/>
                    <a:pt x="588" y="3720"/>
                  </a:cubicBezTo>
                  <a:cubicBezTo>
                    <a:pt x="754" y="3841"/>
                    <a:pt x="905" y="3982"/>
                    <a:pt x="1050" y="4124"/>
                  </a:cubicBezTo>
                  <a:cubicBezTo>
                    <a:pt x="1113" y="4192"/>
                    <a:pt x="1178" y="4259"/>
                    <a:pt x="1244" y="4328"/>
                  </a:cubicBezTo>
                  <a:cubicBezTo>
                    <a:pt x="1359" y="4413"/>
                    <a:pt x="1447" y="4522"/>
                    <a:pt x="1548" y="4623"/>
                  </a:cubicBezTo>
                  <a:cubicBezTo>
                    <a:pt x="1633" y="4703"/>
                    <a:pt x="1721" y="4783"/>
                    <a:pt x="1806" y="4863"/>
                  </a:cubicBezTo>
                  <a:cubicBezTo>
                    <a:pt x="1860" y="4921"/>
                    <a:pt x="1917" y="4979"/>
                    <a:pt x="1971" y="5037"/>
                  </a:cubicBezTo>
                  <a:cubicBezTo>
                    <a:pt x="2094" y="5130"/>
                    <a:pt x="2192" y="5258"/>
                    <a:pt x="2312" y="5350"/>
                  </a:cubicBezTo>
                  <a:cubicBezTo>
                    <a:pt x="2564" y="5539"/>
                    <a:pt x="2789" y="5745"/>
                    <a:pt x="3051" y="5931"/>
                  </a:cubicBezTo>
                  <a:cubicBezTo>
                    <a:pt x="3329" y="6128"/>
                    <a:pt x="3569" y="6346"/>
                    <a:pt x="3954" y="6439"/>
                  </a:cubicBezTo>
                  <a:cubicBezTo>
                    <a:pt x="3993" y="6448"/>
                    <a:pt x="4032" y="6452"/>
                    <a:pt x="4072" y="6452"/>
                  </a:cubicBezTo>
                  <a:cubicBezTo>
                    <a:pt x="4271" y="6452"/>
                    <a:pt x="4470" y="6350"/>
                    <a:pt x="4580" y="6282"/>
                  </a:cubicBezTo>
                  <a:cubicBezTo>
                    <a:pt x="4892" y="6090"/>
                    <a:pt x="5204" y="5821"/>
                    <a:pt x="5421" y="5534"/>
                  </a:cubicBezTo>
                  <a:cubicBezTo>
                    <a:pt x="5457" y="5501"/>
                    <a:pt x="5495" y="5468"/>
                    <a:pt x="5531" y="5433"/>
                  </a:cubicBezTo>
                  <a:cubicBezTo>
                    <a:pt x="5630" y="5302"/>
                    <a:pt x="5746" y="5196"/>
                    <a:pt x="5844" y="5065"/>
                  </a:cubicBezTo>
                  <a:cubicBezTo>
                    <a:pt x="5965" y="4906"/>
                    <a:pt x="6139" y="4781"/>
                    <a:pt x="6258" y="4623"/>
                  </a:cubicBezTo>
                  <a:cubicBezTo>
                    <a:pt x="6337" y="4520"/>
                    <a:pt x="6440" y="4437"/>
                    <a:pt x="6517" y="4338"/>
                  </a:cubicBezTo>
                  <a:cubicBezTo>
                    <a:pt x="6687" y="4112"/>
                    <a:pt x="6880" y="3909"/>
                    <a:pt x="7051" y="3684"/>
                  </a:cubicBezTo>
                  <a:cubicBezTo>
                    <a:pt x="7154" y="3547"/>
                    <a:pt x="7306" y="3444"/>
                    <a:pt x="7411" y="3306"/>
                  </a:cubicBezTo>
                  <a:cubicBezTo>
                    <a:pt x="7600" y="3054"/>
                    <a:pt x="7804" y="2819"/>
                    <a:pt x="7990" y="2567"/>
                  </a:cubicBezTo>
                  <a:cubicBezTo>
                    <a:pt x="8102" y="2419"/>
                    <a:pt x="8244" y="2292"/>
                    <a:pt x="8359" y="2144"/>
                  </a:cubicBezTo>
                  <a:cubicBezTo>
                    <a:pt x="8477" y="1987"/>
                    <a:pt x="8644" y="1869"/>
                    <a:pt x="8765" y="1711"/>
                  </a:cubicBezTo>
                  <a:cubicBezTo>
                    <a:pt x="8808" y="1671"/>
                    <a:pt x="8851" y="1631"/>
                    <a:pt x="8894" y="1591"/>
                  </a:cubicBezTo>
                  <a:cubicBezTo>
                    <a:pt x="9044" y="1394"/>
                    <a:pt x="9231" y="1228"/>
                    <a:pt x="9383" y="1030"/>
                  </a:cubicBezTo>
                  <a:lnTo>
                    <a:pt x="9530" y="882"/>
                  </a:lnTo>
                  <a:cubicBezTo>
                    <a:pt x="9580" y="815"/>
                    <a:pt x="9636" y="757"/>
                    <a:pt x="9687" y="689"/>
                  </a:cubicBezTo>
                  <a:cubicBezTo>
                    <a:pt x="9723" y="654"/>
                    <a:pt x="9761" y="620"/>
                    <a:pt x="9797" y="587"/>
                  </a:cubicBezTo>
                  <a:cubicBezTo>
                    <a:pt x="9874" y="486"/>
                    <a:pt x="9973" y="376"/>
                    <a:pt x="10073" y="300"/>
                  </a:cubicBezTo>
                  <a:cubicBezTo>
                    <a:pt x="10145" y="248"/>
                    <a:pt x="10233" y="219"/>
                    <a:pt x="10304" y="162"/>
                  </a:cubicBezTo>
                  <a:close/>
                  <a:moveTo>
                    <a:pt x="10317" y="1"/>
                  </a:moveTo>
                  <a:cubicBezTo>
                    <a:pt x="10310" y="1"/>
                    <a:pt x="10304" y="1"/>
                    <a:pt x="10297" y="1"/>
                  </a:cubicBezTo>
                  <a:cubicBezTo>
                    <a:pt x="10224" y="53"/>
                    <a:pt x="10123" y="78"/>
                    <a:pt x="10049" y="130"/>
                  </a:cubicBezTo>
                  <a:lnTo>
                    <a:pt x="9947" y="232"/>
                  </a:lnTo>
                  <a:cubicBezTo>
                    <a:pt x="9768" y="366"/>
                    <a:pt x="9601" y="552"/>
                    <a:pt x="9467" y="729"/>
                  </a:cubicBezTo>
                  <a:lnTo>
                    <a:pt x="9293" y="904"/>
                  </a:lnTo>
                  <a:cubicBezTo>
                    <a:pt x="9156" y="1084"/>
                    <a:pt x="8984" y="1231"/>
                    <a:pt x="8851" y="1411"/>
                  </a:cubicBezTo>
                  <a:cubicBezTo>
                    <a:pt x="8820" y="1439"/>
                    <a:pt x="8788" y="1466"/>
                    <a:pt x="8757" y="1495"/>
                  </a:cubicBezTo>
                  <a:cubicBezTo>
                    <a:pt x="8621" y="1674"/>
                    <a:pt x="8452" y="1823"/>
                    <a:pt x="8315" y="2001"/>
                  </a:cubicBezTo>
                  <a:lnTo>
                    <a:pt x="8169" y="2150"/>
                  </a:lnTo>
                  <a:cubicBezTo>
                    <a:pt x="7894" y="2515"/>
                    <a:pt x="7596" y="2859"/>
                    <a:pt x="7320" y="3227"/>
                  </a:cubicBezTo>
                  <a:cubicBezTo>
                    <a:pt x="7240" y="3335"/>
                    <a:pt x="7115" y="3416"/>
                    <a:pt x="7035" y="3521"/>
                  </a:cubicBezTo>
                  <a:cubicBezTo>
                    <a:pt x="6819" y="3804"/>
                    <a:pt x="6529" y="4021"/>
                    <a:pt x="6315" y="4304"/>
                  </a:cubicBezTo>
                  <a:lnTo>
                    <a:pt x="6111" y="4508"/>
                  </a:lnTo>
                  <a:cubicBezTo>
                    <a:pt x="6004" y="4652"/>
                    <a:pt x="5858" y="4764"/>
                    <a:pt x="5751" y="4905"/>
                  </a:cubicBezTo>
                  <a:cubicBezTo>
                    <a:pt x="5540" y="5184"/>
                    <a:pt x="5288" y="5433"/>
                    <a:pt x="5041" y="5678"/>
                  </a:cubicBezTo>
                  <a:cubicBezTo>
                    <a:pt x="4828" y="5891"/>
                    <a:pt x="4601" y="6138"/>
                    <a:pt x="4285" y="6240"/>
                  </a:cubicBezTo>
                  <a:cubicBezTo>
                    <a:pt x="4217" y="6262"/>
                    <a:pt x="4150" y="6272"/>
                    <a:pt x="4085" y="6272"/>
                  </a:cubicBezTo>
                  <a:cubicBezTo>
                    <a:pt x="3758" y="6272"/>
                    <a:pt x="3486" y="6021"/>
                    <a:pt x="3298" y="5889"/>
                  </a:cubicBezTo>
                  <a:cubicBezTo>
                    <a:pt x="2538" y="5356"/>
                    <a:pt x="1888" y="4704"/>
                    <a:pt x="1225" y="4073"/>
                  </a:cubicBezTo>
                  <a:cubicBezTo>
                    <a:pt x="1002" y="3862"/>
                    <a:pt x="776" y="3627"/>
                    <a:pt x="495" y="3474"/>
                  </a:cubicBezTo>
                  <a:cubicBezTo>
                    <a:pt x="453" y="3451"/>
                    <a:pt x="330" y="3389"/>
                    <a:pt x="238" y="3389"/>
                  </a:cubicBezTo>
                  <a:cubicBezTo>
                    <a:pt x="209" y="3389"/>
                    <a:pt x="183" y="3395"/>
                    <a:pt x="163" y="3410"/>
                  </a:cubicBezTo>
                  <a:cubicBezTo>
                    <a:pt x="76" y="3439"/>
                    <a:pt x="65" y="3534"/>
                    <a:pt x="79" y="3641"/>
                  </a:cubicBezTo>
                  <a:cubicBezTo>
                    <a:pt x="65" y="3623"/>
                    <a:pt x="62" y="3604"/>
                    <a:pt x="62" y="3567"/>
                  </a:cubicBezTo>
                  <a:lnTo>
                    <a:pt x="62" y="3567"/>
                  </a:lnTo>
                  <a:cubicBezTo>
                    <a:pt x="1" y="3654"/>
                    <a:pt x="86" y="3867"/>
                    <a:pt x="115" y="3935"/>
                  </a:cubicBezTo>
                  <a:cubicBezTo>
                    <a:pt x="243" y="4229"/>
                    <a:pt x="479" y="4575"/>
                    <a:pt x="677" y="4803"/>
                  </a:cubicBezTo>
                  <a:cubicBezTo>
                    <a:pt x="938" y="5098"/>
                    <a:pt x="1196" y="5408"/>
                    <a:pt x="1433" y="5723"/>
                  </a:cubicBezTo>
                  <a:cubicBezTo>
                    <a:pt x="1472" y="5777"/>
                    <a:pt x="1533" y="5821"/>
                    <a:pt x="1571" y="5872"/>
                  </a:cubicBezTo>
                  <a:cubicBezTo>
                    <a:pt x="1731" y="6084"/>
                    <a:pt x="1910" y="6276"/>
                    <a:pt x="2070" y="6490"/>
                  </a:cubicBezTo>
                  <a:cubicBezTo>
                    <a:pt x="2240" y="6716"/>
                    <a:pt x="2461" y="6907"/>
                    <a:pt x="2631" y="7134"/>
                  </a:cubicBezTo>
                  <a:lnTo>
                    <a:pt x="2834" y="7337"/>
                  </a:lnTo>
                  <a:cubicBezTo>
                    <a:pt x="3003" y="7563"/>
                    <a:pt x="3305" y="7823"/>
                    <a:pt x="3599" y="7919"/>
                  </a:cubicBezTo>
                  <a:cubicBezTo>
                    <a:pt x="3661" y="7939"/>
                    <a:pt x="3755" y="7954"/>
                    <a:pt x="3845" y="7954"/>
                  </a:cubicBezTo>
                  <a:cubicBezTo>
                    <a:pt x="3896" y="7954"/>
                    <a:pt x="3946" y="7949"/>
                    <a:pt x="3987" y="7938"/>
                  </a:cubicBezTo>
                  <a:cubicBezTo>
                    <a:pt x="4268" y="7864"/>
                    <a:pt x="4470" y="7691"/>
                    <a:pt x="4678" y="7541"/>
                  </a:cubicBezTo>
                  <a:cubicBezTo>
                    <a:pt x="4893" y="7385"/>
                    <a:pt x="5075" y="7203"/>
                    <a:pt x="5286" y="7044"/>
                  </a:cubicBezTo>
                  <a:cubicBezTo>
                    <a:pt x="5379" y="6974"/>
                    <a:pt x="5450" y="6875"/>
                    <a:pt x="5544" y="6804"/>
                  </a:cubicBezTo>
                  <a:cubicBezTo>
                    <a:pt x="5624" y="6719"/>
                    <a:pt x="5704" y="6638"/>
                    <a:pt x="5784" y="6555"/>
                  </a:cubicBezTo>
                  <a:cubicBezTo>
                    <a:pt x="5931" y="6424"/>
                    <a:pt x="6060" y="6280"/>
                    <a:pt x="6199" y="6141"/>
                  </a:cubicBezTo>
                  <a:cubicBezTo>
                    <a:pt x="6329" y="6007"/>
                    <a:pt x="6473" y="5883"/>
                    <a:pt x="6585" y="5735"/>
                  </a:cubicBezTo>
                  <a:cubicBezTo>
                    <a:pt x="6622" y="5700"/>
                    <a:pt x="6659" y="5668"/>
                    <a:pt x="6696" y="5633"/>
                  </a:cubicBezTo>
                  <a:cubicBezTo>
                    <a:pt x="6822" y="5468"/>
                    <a:pt x="6976" y="5329"/>
                    <a:pt x="7101" y="5162"/>
                  </a:cubicBezTo>
                  <a:cubicBezTo>
                    <a:pt x="7157" y="5089"/>
                    <a:pt x="7240" y="5031"/>
                    <a:pt x="7296" y="4959"/>
                  </a:cubicBezTo>
                  <a:cubicBezTo>
                    <a:pt x="7464" y="4738"/>
                    <a:pt x="7666" y="4543"/>
                    <a:pt x="7830" y="4323"/>
                  </a:cubicBezTo>
                  <a:cubicBezTo>
                    <a:pt x="8285" y="3714"/>
                    <a:pt x="8750" y="3111"/>
                    <a:pt x="9175" y="2471"/>
                  </a:cubicBezTo>
                  <a:cubicBezTo>
                    <a:pt x="9537" y="1926"/>
                    <a:pt x="9871" y="1369"/>
                    <a:pt x="10226" y="812"/>
                  </a:cubicBezTo>
                  <a:cubicBezTo>
                    <a:pt x="10284" y="722"/>
                    <a:pt x="10370" y="642"/>
                    <a:pt x="10429" y="553"/>
                  </a:cubicBezTo>
                  <a:cubicBezTo>
                    <a:pt x="10551" y="380"/>
                    <a:pt x="10698" y="1"/>
                    <a:pt x="103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0"/>
            <p:cNvSpPr/>
            <p:nvPr/>
          </p:nvSpPr>
          <p:spPr>
            <a:xfrm>
              <a:off x="2378689" y="4322852"/>
              <a:ext cx="20031" cy="4046"/>
            </a:xfrm>
            <a:custGeom>
              <a:rect b="b" l="l" r="r" t="t"/>
              <a:pathLst>
                <a:path extrusionOk="0" h="143" w="708">
                  <a:moveTo>
                    <a:pt x="551" y="0"/>
                  </a:moveTo>
                  <a:cubicBezTo>
                    <a:pt x="492" y="0"/>
                    <a:pt x="431" y="12"/>
                    <a:pt x="376" y="20"/>
                  </a:cubicBezTo>
                  <a:cubicBezTo>
                    <a:pt x="268" y="34"/>
                    <a:pt x="160" y="49"/>
                    <a:pt x="53" y="62"/>
                  </a:cubicBezTo>
                  <a:cubicBezTo>
                    <a:pt x="5" y="69"/>
                    <a:pt x="1" y="142"/>
                    <a:pt x="53" y="142"/>
                  </a:cubicBezTo>
                  <a:lnTo>
                    <a:pt x="399" y="142"/>
                  </a:lnTo>
                  <a:cubicBezTo>
                    <a:pt x="417" y="142"/>
                    <a:pt x="435" y="142"/>
                    <a:pt x="454" y="142"/>
                  </a:cubicBezTo>
                  <a:cubicBezTo>
                    <a:pt x="530" y="142"/>
                    <a:pt x="607" y="138"/>
                    <a:pt x="674" y="100"/>
                  </a:cubicBezTo>
                  <a:cubicBezTo>
                    <a:pt x="707" y="78"/>
                    <a:pt x="695" y="33"/>
                    <a:pt x="662" y="20"/>
                  </a:cubicBezTo>
                  <a:cubicBezTo>
                    <a:pt x="627" y="5"/>
                    <a:pt x="590" y="0"/>
                    <a:pt x="5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0"/>
            <p:cNvSpPr/>
            <p:nvPr/>
          </p:nvSpPr>
          <p:spPr>
            <a:xfrm>
              <a:off x="2385026" y="4313176"/>
              <a:ext cx="25548" cy="8742"/>
            </a:xfrm>
            <a:custGeom>
              <a:rect b="b" l="l" r="r" t="t"/>
              <a:pathLst>
                <a:path extrusionOk="0" h="309" w="903">
                  <a:moveTo>
                    <a:pt x="812" y="1"/>
                  </a:moveTo>
                  <a:cubicBezTo>
                    <a:pt x="806" y="1"/>
                    <a:pt x="801" y="1"/>
                    <a:pt x="796" y="3"/>
                  </a:cubicBezTo>
                  <a:cubicBezTo>
                    <a:pt x="553" y="52"/>
                    <a:pt x="313" y="122"/>
                    <a:pt x="73" y="184"/>
                  </a:cubicBezTo>
                  <a:cubicBezTo>
                    <a:pt x="0" y="203"/>
                    <a:pt x="23" y="308"/>
                    <a:pt x="90" y="308"/>
                  </a:cubicBezTo>
                  <a:cubicBezTo>
                    <a:pt x="95" y="308"/>
                    <a:pt x="101" y="308"/>
                    <a:pt x="107" y="306"/>
                  </a:cubicBezTo>
                  <a:cubicBezTo>
                    <a:pt x="346" y="245"/>
                    <a:pt x="592" y="197"/>
                    <a:pt x="831" y="125"/>
                  </a:cubicBezTo>
                  <a:cubicBezTo>
                    <a:pt x="902" y="102"/>
                    <a:pt x="878" y="1"/>
                    <a:pt x="8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0"/>
            <p:cNvSpPr/>
            <p:nvPr/>
          </p:nvSpPr>
          <p:spPr>
            <a:xfrm>
              <a:off x="2912638" y="3214807"/>
              <a:ext cx="7724" cy="8431"/>
            </a:xfrm>
            <a:custGeom>
              <a:rect b="b" l="l" r="r" t="t"/>
              <a:pathLst>
                <a:path extrusionOk="0" h="298" w="273">
                  <a:moveTo>
                    <a:pt x="14" y="1"/>
                  </a:moveTo>
                  <a:lnTo>
                    <a:pt x="14" y="14"/>
                  </a:lnTo>
                  <a:cubicBezTo>
                    <a:pt x="73" y="94"/>
                    <a:pt x="15" y="204"/>
                    <a:pt x="1" y="284"/>
                  </a:cubicBezTo>
                  <a:cubicBezTo>
                    <a:pt x="92" y="289"/>
                    <a:pt x="181" y="292"/>
                    <a:pt x="273" y="297"/>
                  </a:cubicBezTo>
                  <a:lnTo>
                    <a:pt x="273" y="271"/>
                  </a:lnTo>
                  <a:cubicBezTo>
                    <a:pt x="166" y="201"/>
                    <a:pt x="114" y="72"/>
                    <a:pt x="1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0"/>
            <p:cNvSpPr/>
            <p:nvPr/>
          </p:nvSpPr>
          <p:spPr>
            <a:xfrm>
              <a:off x="3484554" y="3084269"/>
              <a:ext cx="172952" cy="215306"/>
            </a:xfrm>
            <a:custGeom>
              <a:rect b="b" l="l" r="r" t="t"/>
              <a:pathLst>
                <a:path extrusionOk="0" h="7610" w="6113">
                  <a:moveTo>
                    <a:pt x="4027" y="1473"/>
                  </a:moveTo>
                  <a:lnTo>
                    <a:pt x="4027" y="1486"/>
                  </a:lnTo>
                  <a:cubicBezTo>
                    <a:pt x="4005" y="1479"/>
                    <a:pt x="4013" y="1483"/>
                    <a:pt x="4000" y="1473"/>
                  </a:cubicBezTo>
                  <a:close/>
                  <a:moveTo>
                    <a:pt x="3999" y="1487"/>
                  </a:moveTo>
                  <a:lnTo>
                    <a:pt x="3986" y="1501"/>
                  </a:lnTo>
                  <a:cubicBezTo>
                    <a:pt x="3938" y="1550"/>
                    <a:pt x="3604" y="1725"/>
                    <a:pt x="3485" y="1725"/>
                  </a:cubicBezTo>
                  <a:cubicBezTo>
                    <a:pt x="3474" y="1725"/>
                    <a:pt x="3465" y="1723"/>
                    <a:pt x="3458" y="1720"/>
                  </a:cubicBezTo>
                  <a:lnTo>
                    <a:pt x="3483" y="1720"/>
                  </a:lnTo>
                  <a:cubicBezTo>
                    <a:pt x="3612" y="1604"/>
                    <a:pt x="3838" y="1598"/>
                    <a:pt x="3974" y="1487"/>
                  </a:cubicBezTo>
                  <a:close/>
                  <a:moveTo>
                    <a:pt x="3458" y="1733"/>
                  </a:moveTo>
                  <a:lnTo>
                    <a:pt x="3458" y="1745"/>
                  </a:lnTo>
                  <a:cubicBezTo>
                    <a:pt x="3436" y="1738"/>
                    <a:pt x="3445" y="1743"/>
                    <a:pt x="3432" y="1733"/>
                  </a:cubicBezTo>
                  <a:close/>
                  <a:moveTo>
                    <a:pt x="3715" y="1836"/>
                  </a:moveTo>
                  <a:cubicBezTo>
                    <a:pt x="3731" y="1857"/>
                    <a:pt x="3724" y="1844"/>
                    <a:pt x="3715" y="1861"/>
                  </a:cubicBezTo>
                  <a:cubicBezTo>
                    <a:pt x="3630" y="1983"/>
                    <a:pt x="3429" y="1999"/>
                    <a:pt x="3263" y="2043"/>
                  </a:cubicBezTo>
                  <a:cubicBezTo>
                    <a:pt x="3225" y="2053"/>
                    <a:pt x="3156" y="2080"/>
                    <a:pt x="3102" y="2080"/>
                  </a:cubicBezTo>
                  <a:cubicBezTo>
                    <a:pt x="3084" y="2080"/>
                    <a:pt x="3068" y="2077"/>
                    <a:pt x="3055" y="2069"/>
                  </a:cubicBezTo>
                  <a:cubicBezTo>
                    <a:pt x="3176" y="2056"/>
                    <a:pt x="3659" y="1903"/>
                    <a:pt x="3715" y="1836"/>
                  </a:cubicBezTo>
                  <a:close/>
                  <a:moveTo>
                    <a:pt x="3007" y="2082"/>
                  </a:moveTo>
                  <a:lnTo>
                    <a:pt x="3007" y="2082"/>
                  </a:lnTo>
                  <a:cubicBezTo>
                    <a:pt x="3036" y="2084"/>
                    <a:pt x="3041" y="2084"/>
                    <a:pt x="3058" y="2094"/>
                  </a:cubicBezTo>
                  <a:cubicBezTo>
                    <a:pt x="3026" y="2092"/>
                    <a:pt x="3022" y="2092"/>
                    <a:pt x="3007" y="2082"/>
                  </a:cubicBezTo>
                  <a:close/>
                  <a:moveTo>
                    <a:pt x="3096" y="2261"/>
                  </a:moveTo>
                  <a:lnTo>
                    <a:pt x="3096" y="2274"/>
                  </a:lnTo>
                  <a:cubicBezTo>
                    <a:pt x="3074" y="2267"/>
                    <a:pt x="3083" y="2273"/>
                    <a:pt x="3070" y="2261"/>
                  </a:cubicBezTo>
                  <a:close/>
                  <a:moveTo>
                    <a:pt x="5227" y="1502"/>
                  </a:moveTo>
                  <a:cubicBezTo>
                    <a:pt x="5270" y="1503"/>
                    <a:pt x="5306" y="1509"/>
                    <a:pt x="5331" y="1527"/>
                  </a:cubicBezTo>
                  <a:cubicBezTo>
                    <a:pt x="5396" y="1547"/>
                    <a:pt x="5431" y="1602"/>
                    <a:pt x="5447" y="1669"/>
                  </a:cubicBezTo>
                  <a:lnTo>
                    <a:pt x="5422" y="1669"/>
                  </a:lnTo>
                  <a:cubicBezTo>
                    <a:pt x="5389" y="1618"/>
                    <a:pt x="5350" y="1595"/>
                    <a:pt x="5268" y="1591"/>
                  </a:cubicBezTo>
                  <a:cubicBezTo>
                    <a:pt x="5200" y="1642"/>
                    <a:pt x="5134" y="1633"/>
                    <a:pt x="5126" y="1745"/>
                  </a:cubicBezTo>
                  <a:cubicBezTo>
                    <a:pt x="5178" y="1815"/>
                    <a:pt x="5161" y="1924"/>
                    <a:pt x="5139" y="2004"/>
                  </a:cubicBezTo>
                  <a:cubicBezTo>
                    <a:pt x="5082" y="2034"/>
                    <a:pt x="4915" y="2089"/>
                    <a:pt x="4906" y="2158"/>
                  </a:cubicBezTo>
                  <a:cubicBezTo>
                    <a:pt x="4962" y="2192"/>
                    <a:pt x="5013" y="2218"/>
                    <a:pt x="5085" y="2218"/>
                  </a:cubicBezTo>
                  <a:cubicBezTo>
                    <a:pt x="5109" y="2218"/>
                    <a:pt x="5135" y="2215"/>
                    <a:pt x="5164" y="2209"/>
                  </a:cubicBezTo>
                  <a:lnTo>
                    <a:pt x="5164" y="2222"/>
                  </a:lnTo>
                  <a:lnTo>
                    <a:pt x="5152" y="2222"/>
                  </a:lnTo>
                  <a:cubicBezTo>
                    <a:pt x="5104" y="2273"/>
                    <a:pt x="5066" y="2249"/>
                    <a:pt x="4985" y="2273"/>
                  </a:cubicBezTo>
                  <a:cubicBezTo>
                    <a:pt x="4963" y="2279"/>
                    <a:pt x="4943" y="2282"/>
                    <a:pt x="4925" y="2282"/>
                  </a:cubicBezTo>
                  <a:cubicBezTo>
                    <a:pt x="4750" y="2282"/>
                    <a:pt x="4700" y="2030"/>
                    <a:pt x="4865" y="1977"/>
                  </a:cubicBezTo>
                  <a:cubicBezTo>
                    <a:pt x="4905" y="1948"/>
                    <a:pt x="4993" y="1938"/>
                    <a:pt x="5047" y="1927"/>
                  </a:cubicBezTo>
                  <a:cubicBezTo>
                    <a:pt x="5059" y="1897"/>
                    <a:pt x="5060" y="1857"/>
                    <a:pt x="5060" y="1810"/>
                  </a:cubicBezTo>
                  <a:cubicBezTo>
                    <a:pt x="5037" y="1781"/>
                    <a:pt x="5018" y="1697"/>
                    <a:pt x="5047" y="1656"/>
                  </a:cubicBezTo>
                  <a:cubicBezTo>
                    <a:pt x="5072" y="1578"/>
                    <a:pt x="5127" y="1563"/>
                    <a:pt x="5177" y="1515"/>
                  </a:cubicBezTo>
                  <a:cubicBezTo>
                    <a:pt x="5207" y="1512"/>
                    <a:pt x="5213" y="1512"/>
                    <a:pt x="5227" y="1502"/>
                  </a:cubicBezTo>
                  <a:close/>
                  <a:moveTo>
                    <a:pt x="3031" y="2275"/>
                  </a:moveTo>
                  <a:cubicBezTo>
                    <a:pt x="3058" y="2281"/>
                    <a:pt x="3055" y="2280"/>
                    <a:pt x="3068" y="2289"/>
                  </a:cubicBezTo>
                  <a:lnTo>
                    <a:pt x="3044" y="2289"/>
                  </a:lnTo>
                  <a:cubicBezTo>
                    <a:pt x="2994" y="2352"/>
                    <a:pt x="2702" y="2479"/>
                    <a:pt x="2495" y="2479"/>
                  </a:cubicBezTo>
                  <a:cubicBezTo>
                    <a:pt x="2436" y="2479"/>
                    <a:pt x="2383" y="2468"/>
                    <a:pt x="2346" y="2443"/>
                  </a:cubicBezTo>
                  <a:lnTo>
                    <a:pt x="2372" y="2443"/>
                  </a:lnTo>
                  <a:cubicBezTo>
                    <a:pt x="2416" y="2418"/>
                    <a:pt x="2485" y="2433"/>
                    <a:pt x="2539" y="2418"/>
                  </a:cubicBezTo>
                  <a:cubicBezTo>
                    <a:pt x="2661" y="2385"/>
                    <a:pt x="2945" y="2344"/>
                    <a:pt x="3031" y="2275"/>
                  </a:cubicBezTo>
                  <a:close/>
                  <a:moveTo>
                    <a:pt x="2360" y="3994"/>
                  </a:moveTo>
                  <a:cubicBezTo>
                    <a:pt x="2371" y="4006"/>
                    <a:pt x="2365" y="3997"/>
                    <a:pt x="2372" y="4019"/>
                  </a:cubicBezTo>
                  <a:lnTo>
                    <a:pt x="2360" y="4019"/>
                  </a:lnTo>
                  <a:lnTo>
                    <a:pt x="2360" y="3994"/>
                  </a:lnTo>
                  <a:close/>
                  <a:moveTo>
                    <a:pt x="2347" y="4019"/>
                  </a:moveTo>
                  <a:lnTo>
                    <a:pt x="2347" y="4019"/>
                  </a:lnTo>
                  <a:cubicBezTo>
                    <a:pt x="2401" y="4113"/>
                    <a:pt x="2171" y="4369"/>
                    <a:pt x="2128" y="4433"/>
                  </a:cubicBezTo>
                  <a:lnTo>
                    <a:pt x="2115" y="4433"/>
                  </a:lnTo>
                  <a:lnTo>
                    <a:pt x="2115" y="4394"/>
                  </a:lnTo>
                  <a:cubicBezTo>
                    <a:pt x="2147" y="4353"/>
                    <a:pt x="2151" y="4296"/>
                    <a:pt x="2180" y="4251"/>
                  </a:cubicBezTo>
                  <a:cubicBezTo>
                    <a:pt x="2230" y="4171"/>
                    <a:pt x="2304" y="4107"/>
                    <a:pt x="2347" y="4019"/>
                  </a:cubicBezTo>
                  <a:close/>
                  <a:moveTo>
                    <a:pt x="2811" y="3838"/>
                  </a:moveTo>
                  <a:cubicBezTo>
                    <a:pt x="2849" y="3901"/>
                    <a:pt x="2785" y="4062"/>
                    <a:pt x="2760" y="4122"/>
                  </a:cubicBezTo>
                  <a:cubicBezTo>
                    <a:pt x="2689" y="4295"/>
                    <a:pt x="2488" y="4699"/>
                    <a:pt x="2320" y="4754"/>
                  </a:cubicBezTo>
                  <a:lnTo>
                    <a:pt x="2320" y="4730"/>
                  </a:lnTo>
                  <a:cubicBezTo>
                    <a:pt x="2376" y="4653"/>
                    <a:pt x="2387" y="4541"/>
                    <a:pt x="2436" y="4459"/>
                  </a:cubicBezTo>
                  <a:cubicBezTo>
                    <a:pt x="2546" y="4277"/>
                    <a:pt x="2751" y="4049"/>
                    <a:pt x="2811" y="3838"/>
                  </a:cubicBezTo>
                  <a:close/>
                  <a:moveTo>
                    <a:pt x="3147" y="4019"/>
                  </a:moveTo>
                  <a:lnTo>
                    <a:pt x="3147" y="4019"/>
                  </a:lnTo>
                  <a:cubicBezTo>
                    <a:pt x="3191" y="4094"/>
                    <a:pt x="3074" y="4244"/>
                    <a:pt x="3044" y="4302"/>
                  </a:cubicBezTo>
                  <a:cubicBezTo>
                    <a:pt x="2917" y="4544"/>
                    <a:pt x="2797" y="4868"/>
                    <a:pt x="2552" y="4987"/>
                  </a:cubicBezTo>
                  <a:lnTo>
                    <a:pt x="2552" y="4962"/>
                  </a:lnTo>
                  <a:cubicBezTo>
                    <a:pt x="2626" y="4881"/>
                    <a:pt x="2660" y="4744"/>
                    <a:pt x="2719" y="4651"/>
                  </a:cubicBezTo>
                  <a:cubicBezTo>
                    <a:pt x="2858" y="4445"/>
                    <a:pt x="3029" y="4246"/>
                    <a:pt x="3147" y="4019"/>
                  </a:cubicBezTo>
                  <a:close/>
                  <a:moveTo>
                    <a:pt x="3240" y="4626"/>
                  </a:moveTo>
                  <a:lnTo>
                    <a:pt x="3240" y="4626"/>
                  </a:lnTo>
                  <a:cubicBezTo>
                    <a:pt x="3266" y="4680"/>
                    <a:pt x="3198" y="4783"/>
                    <a:pt x="3175" y="4833"/>
                  </a:cubicBezTo>
                  <a:cubicBezTo>
                    <a:pt x="3096" y="4997"/>
                    <a:pt x="3019" y="5241"/>
                    <a:pt x="2786" y="5247"/>
                  </a:cubicBezTo>
                  <a:lnTo>
                    <a:pt x="2786" y="5234"/>
                  </a:lnTo>
                  <a:cubicBezTo>
                    <a:pt x="2855" y="5188"/>
                    <a:pt x="2879" y="5108"/>
                    <a:pt x="2929" y="5041"/>
                  </a:cubicBezTo>
                  <a:cubicBezTo>
                    <a:pt x="3025" y="4910"/>
                    <a:pt x="3192" y="4801"/>
                    <a:pt x="3240" y="4626"/>
                  </a:cubicBezTo>
                  <a:close/>
                  <a:moveTo>
                    <a:pt x="1308" y="0"/>
                  </a:moveTo>
                  <a:cubicBezTo>
                    <a:pt x="1284" y="18"/>
                    <a:pt x="1248" y="10"/>
                    <a:pt x="1216" y="26"/>
                  </a:cubicBezTo>
                  <a:cubicBezTo>
                    <a:pt x="1200" y="48"/>
                    <a:pt x="1183" y="70"/>
                    <a:pt x="1165" y="92"/>
                  </a:cubicBezTo>
                  <a:cubicBezTo>
                    <a:pt x="1037" y="188"/>
                    <a:pt x="931" y="308"/>
                    <a:pt x="805" y="403"/>
                  </a:cubicBezTo>
                  <a:cubicBezTo>
                    <a:pt x="610" y="545"/>
                    <a:pt x="358" y="697"/>
                    <a:pt x="351" y="1022"/>
                  </a:cubicBezTo>
                  <a:cubicBezTo>
                    <a:pt x="369" y="1053"/>
                    <a:pt x="386" y="1082"/>
                    <a:pt x="402" y="1112"/>
                  </a:cubicBezTo>
                  <a:cubicBezTo>
                    <a:pt x="526" y="1219"/>
                    <a:pt x="742" y="1213"/>
                    <a:pt x="906" y="1280"/>
                  </a:cubicBezTo>
                  <a:cubicBezTo>
                    <a:pt x="1013" y="1326"/>
                    <a:pt x="1106" y="1418"/>
                    <a:pt x="1229" y="1447"/>
                  </a:cubicBezTo>
                  <a:cubicBezTo>
                    <a:pt x="1249" y="1452"/>
                    <a:pt x="1269" y="1454"/>
                    <a:pt x="1287" y="1454"/>
                  </a:cubicBezTo>
                  <a:cubicBezTo>
                    <a:pt x="1369" y="1454"/>
                    <a:pt x="1434" y="1413"/>
                    <a:pt x="1513" y="1409"/>
                  </a:cubicBezTo>
                  <a:lnTo>
                    <a:pt x="1513" y="1422"/>
                  </a:lnTo>
                  <a:lnTo>
                    <a:pt x="1488" y="1422"/>
                  </a:lnTo>
                  <a:cubicBezTo>
                    <a:pt x="1432" y="1493"/>
                    <a:pt x="1363" y="1517"/>
                    <a:pt x="1290" y="1517"/>
                  </a:cubicBezTo>
                  <a:cubicBezTo>
                    <a:pt x="1166" y="1517"/>
                    <a:pt x="1033" y="1446"/>
                    <a:pt x="944" y="1409"/>
                  </a:cubicBezTo>
                  <a:cubicBezTo>
                    <a:pt x="848" y="1370"/>
                    <a:pt x="728" y="1352"/>
                    <a:pt x="608" y="1344"/>
                  </a:cubicBezTo>
                  <a:cubicBezTo>
                    <a:pt x="608" y="1429"/>
                    <a:pt x="603" y="1550"/>
                    <a:pt x="569" y="1614"/>
                  </a:cubicBezTo>
                  <a:cubicBezTo>
                    <a:pt x="539" y="1675"/>
                    <a:pt x="494" y="1694"/>
                    <a:pt x="479" y="1781"/>
                  </a:cubicBezTo>
                  <a:cubicBezTo>
                    <a:pt x="568" y="1860"/>
                    <a:pt x="606" y="1847"/>
                    <a:pt x="725" y="1897"/>
                  </a:cubicBezTo>
                  <a:cubicBezTo>
                    <a:pt x="899" y="1972"/>
                    <a:pt x="1071" y="2094"/>
                    <a:pt x="1255" y="2168"/>
                  </a:cubicBezTo>
                  <a:cubicBezTo>
                    <a:pt x="1332" y="2190"/>
                    <a:pt x="1410" y="2212"/>
                    <a:pt x="1488" y="2233"/>
                  </a:cubicBezTo>
                  <a:cubicBezTo>
                    <a:pt x="1465" y="2234"/>
                    <a:pt x="1442" y="2234"/>
                    <a:pt x="1420" y="2234"/>
                  </a:cubicBezTo>
                  <a:cubicBezTo>
                    <a:pt x="1097" y="2234"/>
                    <a:pt x="940" y="2192"/>
                    <a:pt x="726" y="2079"/>
                  </a:cubicBezTo>
                  <a:cubicBezTo>
                    <a:pt x="672" y="2051"/>
                    <a:pt x="428" y="1938"/>
                    <a:pt x="382" y="1938"/>
                  </a:cubicBezTo>
                  <a:cubicBezTo>
                    <a:pt x="380" y="1938"/>
                    <a:pt x="378" y="1938"/>
                    <a:pt x="377" y="1938"/>
                  </a:cubicBezTo>
                  <a:cubicBezTo>
                    <a:pt x="246" y="2065"/>
                    <a:pt x="299" y="2321"/>
                    <a:pt x="235" y="2520"/>
                  </a:cubicBezTo>
                  <a:cubicBezTo>
                    <a:pt x="177" y="2699"/>
                    <a:pt x="86" y="2863"/>
                    <a:pt x="41" y="3062"/>
                  </a:cubicBezTo>
                  <a:cubicBezTo>
                    <a:pt x="1" y="3244"/>
                    <a:pt x="146" y="3386"/>
                    <a:pt x="235" y="3450"/>
                  </a:cubicBezTo>
                  <a:cubicBezTo>
                    <a:pt x="562" y="3687"/>
                    <a:pt x="1059" y="3770"/>
                    <a:pt x="1514" y="3876"/>
                  </a:cubicBezTo>
                  <a:cubicBezTo>
                    <a:pt x="1614" y="3899"/>
                    <a:pt x="1723" y="3906"/>
                    <a:pt x="1835" y="3906"/>
                  </a:cubicBezTo>
                  <a:cubicBezTo>
                    <a:pt x="1891" y="3906"/>
                    <a:pt x="1948" y="3904"/>
                    <a:pt x="2006" y="3902"/>
                  </a:cubicBezTo>
                  <a:cubicBezTo>
                    <a:pt x="2053" y="3901"/>
                    <a:pt x="2113" y="3881"/>
                    <a:pt x="2159" y="3881"/>
                  </a:cubicBezTo>
                  <a:cubicBezTo>
                    <a:pt x="2175" y="3881"/>
                    <a:pt x="2189" y="3883"/>
                    <a:pt x="2200" y="3889"/>
                  </a:cubicBezTo>
                  <a:cubicBezTo>
                    <a:pt x="2078" y="3904"/>
                    <a:pt x="1936" y="3962"/>
                    <a:pt x="1812" y="3993"/>
                  </a:cubicBezTo>
                  <a:cubicBezTo>
                    <a:pt x="1732" y="4013"/>
                    <a:pt x="1636" y="3991"/>
                    <a:pt x="1580" y="4032"/>
                  </a:cubicBezTo>
                  <a:lnTo>
                    <a:pt x="1606" y="4032"/>
                  </a:lnTo>
                  <a:cubicBezTo>
                    <a:pt x="1709" y="4129"/>
                    <a:pt x="1838" y="4176"/>
                    <a:pt x="1920" y="4289"/>
                  </a:cubicBezTo>
                  <a:cubicBezTo>
                    <a:pt x="2049" y="4468"/>
                    <a:pt x="2086" y="4718"/>
                    <a:pt x="2203" y="4910"/>
                  </a:cubicBezTo>
                  <a:cubicBezTo>
                    <a:pt x="2360" y="5161"/>
                    <a:pt x="2583" y="5372"/>
                    <a:pt x="2719" y="5646"/>
                  </a:cubicBezTo>
                  <a:cubicBezTo>
                    <a:pt x="2845" y="5896"/>
                    <a:pt x="2779" y="6265"/>
                    <a:pt x="2874" y="6550"/>
                  </a:cubicBezTo>
                  <a:cubicBezTo>
                    <a:pt x="2927" y="6707"/>
                    <a:pt x="3066" y="6836"/>
                    <a:pt x="3132" y="6990"/>
                  </a:cubicBezTo>
                  <a:cubicBezTo>
                    <a:pt x="3211" y="7171"/>
                    <a:pt x="3230" y="7399"/>
                    <a:pt x="3273" y="7610"/>
                  </a:cubicBezTo>
                  <a:cubicBezTo>
                    <a:pt x="3285" y="7597"/>
                    <a:pt x="3279" y="7607"/>
                    <a:pt x="3287" y="7585"/>
                  </a:cubicBezTo>
                  <a:cubicBezTo>
                    <a:pt x="3390" y="7502"/>
                    <a:pt x="3454" y="7331"/>
                    <a:pt x="3532" y="7223"/>
                  </a:cubicBezTo>
                  <a:cubicBezTo>
                    <a:pt x="3663" y="7044"/>
                    <a:pt x="3846" y="6865"/>
                    <a:pt x="4022" y="6732"/>
                  </a:cubicBezTo>
                  <a:cubicBezTo>
                    <a:pt x="4048" y="6701"/>
                    <a:pt x="4073" y="6672"/>
                    <a:pt x="4101" y="6642"/>
                  </a:cubicBezTo>
                  <a:cubicBezTo>
                    <a:pt x="4790" y="6125"/>
                    <a:pt x="5697" y="5714"/>
                    <a:pt x="5988" y="4805"/>
                  </a:cubicBezTo>
                  <a:cubicBezTo>
                    <a:pt x="6113" y="4417"/>
                    <a:pt x="5976" y="3850"/>
                    <a:pt x="5806" y="3617"/>
                  </a:cubicBezTo>
                  <a:cubicBezTo>
                    <a:pt x="5728" y="3510"/>
                    <a:pt x="5592" y="3463"/>
                    <a:pt x="5482" y="3385"/>
                  </a:cubicBezTo>
                  <a:cubicBezTo>
                    <a:pt x="5395" y="3322"/>
                    <a:pt x="5306" y="3218"/>
                    <a:pt x="5249" y="3126"/>
                  </a:cubicBezTo>
                  <a:cubicBezTo>
                    <a:pt x="5162" y="2986"/>
                    <a:pt x="5076" y="2783"/>
                    <a:pt x="4927" y="2712"/>
                  </a:cubicBezTo>
                  <a:cubicBezTo>
                    <a:pt x="4879" y="2703"/>
                    <a:pt x="4832" y="2696"/>
                    <a:pt x="4784" y="2687"/>
                  </a:cubicBezTo>
                  <a:cubicBezTo>
                    <a:pt x="4733" y="2666"/>
                    <a:pt x="4653" y="2592"/>
                    <a:pt x="4596" y="2592"/>
                  </a:cubicBezTo>
                  <a:cubicBezTo>
                    <a:pt x="4590" y="2592"/>
                    <a:pt x="4583" y="2593"/>
                    <a:pt x="4578" y="2595"/>
                  </a:cubicBezTo>
                  <a:cubicBezTo>
                    <a:pt x="4471" y="2636"/>
                    <a:pt x="4301" y="2947"/>
                    <a:pt x="4229" y="3049"/>
                  </a:cubicBezTo>
                  <a:cubicBezTo>
                    <a:pt x="4091" y="3241"/>
                    <a:pt x="3833" y="3386"/>
                    <a:pt x="3569" y="3449"/>
                  </a:cubicBezTo>
                  <a:lnTo>
                    <a:pt x="3569" y="3436"/>
                  </a:lnTo>
                  <a:lnTo>
                    <a:pt x="3582" y="3436"/>
                  </a:lnTo>
                  <a:cubicBezTo>
                    <a:pt x="3679" y="3306"/>
                    <a:pt x="3872" y="3255"/>
                    <a:pt x="3968" y="3125"/>
                  </a:cubicBezTo>
                  <a:cubicBezTo>
                    <a:pt x="4105" y="2943"/>
                    <a:pt x="4221" y="2754"/>
                    <a:pt x="4355" y="2569"/>
                  </a:cubicBezTo>
                  <a:cubicBezTo>
                    <a:pt x="4397" y="2511"/>
                    <a:pt x="4471" y="2476"/>
                    <a:pt x="4522" y="2427"/>
                  </a:cubicBezTo>
                  <a:cubicBezTo>
                    <a:pt x="4714" y="2430"/>
                    <a:pt x="4808" y="2569"/>
                    <a:pt x="4990" y="2569"/>
                  </a:cubicBezTo>
                  <a:cubicBezTo>
                    <a:pt x="5021" y="2569"/>
                    <a:pt x="5054" y="2565"/>
                    <a:pt x="5091" y="2556"/>
                  </a:cubicBezTo>
                  <a:cubicBezTo>
                    <a:pt x="5428" y="2472"/>
                    <a:pt x="5576" y="2196"/>
                    <a:pt x="5699" y="1896"/>
                  </a:cubicBezTo>
                  <a:cubicBezTo>
                    <a:pt x="5760" y="1743"/>
                    <a:pt x="5796" y="1524"/>
                    <a:pt x="5685" y="1393"/>
                  </a:cubicBezTo>
                  <a:cubicBezTo>
                    <a:pt x="5640" y="1338"/>
                    <a:pt x="5504" y="1280"/>
                    <a:pt x="5377" y="1280"/>
                  </a:cubicBezTo>
                  <a:cubicBezTo>
                    <a:pt x="5335" y="1280"/>
                    <a:pt x="5294" y="1286"/>
                    <a:pt x="5258" y="1301"/>
                  </a:cubicBezTo>
                  <a:cubicBezTo>
                    <a:pt x="5197" y="1328"/>
                    <a:pt x="5155" y="1396"/>
                    <a:pt x="5104" y="1431"/>
                  </a:cubicBezTo>
                  <a:cubicBezTo>
                    <a:pt x="4895" y="1576"/>
                    <a:pt x="4695" y="1714"/>
                    <a:pt x="4485" y="1858"/>
                  </a:cubicBezTo>
                  <a:cubicBezTo>
                    <a:pt x="4424" y="1899"/>
                    <a:pt x="4291" y="2076"/>
                    <a:pt x="4183" y="2076"/>
                  </a:cubicBezTo>
                  <a:cubicBezTo>
                    <a:pt x="4157" y="2076"/>
                    <a:pt x="4132" y="2065"/>
                    <a:pt x="4109" y="2040"/>
                  </a:cubicBezTo>
                  <a:cubicBezTo>
                    <a:pt x="4059" y="1975"/>
                    <a:pt x="4109" y="1881"/>
                    <a:pt x="4136" y="1820"/>
                  </a:cubicBezTo>
                  <a:cubicBezTo>
                    <a:pt x="4227" y="1598"/>
                    <a:pt x="4333" y="1483"/>
                    <a:pt x="4445" y="1304"/>
                  </a:cubicBezTo>
                  <a:cubicBezTo>
                    <a:pt x="4016" y="1146"/>
                    <a:pt x="3585" y="1008"/>
                    <a:pt x="3167" y="826"/>
                  </a:cubicBezTo>
                  <a:cubicBezTo>
                    <a:pt x="2961" y="737"/>
                    <a:pt x="2757" y="602"/>
                    <a:pt x="2533" y="542"/>
                  </a:cubicBezTo>
                  <a:cubicBezTo>
                    <a:pt x="2514" y="624"/>
                    <a:pt x="2458" y="675"/>
                    <a:pt x="2419" y="737"/>
                  </a:cubicBezTo>
                  <a:cubicBezTo>
                    <a:pt x="2346" y="843"/>
                    <a:pt x="2282" y="980"/>
                    <a:pt x="2160" y="1035"/>
                  </a:cubicBezTo>
                  <a:cubicBezTo>
                    <a:pt x="2095" y="1064"/>
                    <a:pt x="2027" y="1076"/>
                    <a:pt x="1959" y="1076"/>
                  </a:cubicBezTo>
                  <a:cubicBezTo>
                    <a:pt x="1668" y="1076"/>
                    <a:pt x="1362" y="858"/>
                    <a:pt x="1229" y="724"/>
                  </a:cubicBezTo>
                  <a:cubicBezTo>
                    <a:pt x="1207" y="462"/>
                    <a:pt x="1309" y="233"/>
                    <a:pt x="13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0"/>
            <p:cNvSpPr/>
            <p:nvPr/>
          </p:nvSpPr>
          <p:spPr>
            <a:xfrm>
              <a:off x="3614159" y="3682469"/>
              <a:ext cx="178639" cy="84764"/>
            </a:xfrm>
            <a:custGeom>
              <a:rect b="b" l="l" r="r" t="t"/>
              <a:pathLst>
                <a:path extrusionOk="0" h="2996" w="6314">
                  <a:moveTo>
                    <a:pt x="6304" y="0"/>
                  </a:moveTo>
                  <a:lnTo>
                    <a:pt x="6304" y="0"/>
                  </a:lnTo>
                  <a:cubicBezTo>
                    <a:pt x="6259" y="54"/>
                    <a:pt x="6195" y="74"/>
                    <a:pt x="6136" y="116"/>
                  </a:cubicBezTo>
                  <a:cubicBezTo>
                    <a:pt x="5867" y="301"/>
                    <a:pt x="5562" y="449"/>
                    <a:pt x="5271" y="628"/>
                  </a:cubicBezTo>
                  <a:cubicBezTo>
                    <a:pt x="4681" y="996"/>
                    <a:pt x="4085" y="1403"/>
                    <a:pt x="3423" y="1688"/>
                  </a:cubicBezTo>
                  <a:cubicBezTo>
                    <a:pt x="3189" y="1790"/>
                    <a:pt x="2913" y="1849"/>
                    <a:pt x="2662" y="1921"/>
                  </a:cubicBezTo>
                  <a:cubicBezTo>
                    <a:pt x="2468" y="1976"/>
                    <a:pt x="2282" y="1972"/>
                    <a:pt x="2080" y="2024"/>
                  </a:cubicBezTo>
                  <a:cubicBezTo>
                    <a:pt x="1671" y="2130"/>
                    <a:pt x="1237" y="2180"/>
                    <a:pt x="854" y="2296"/>
                  </a:cubicBezTo>
                  <a:cubicBezTo>
                    <a:pt x="706" y="2339"/>
                    <a:pt x="561" y="2341"/>
                    <a:pt x="427" y="2399"/>
                  </a:cubicBezTo>
                  <a:cubicBezTo>
                    <a:pt x="321" y="2444"/>
                    <a:pt x="255" y="2544"/>
                    <a:pt x="168" y="2606"/>
                  </a:cubicBezTo>
                  <a:cubicBezTo>
                    <a:pt x="127" y="2635"/>
                    <a:pt x="49" y="2633"/>
                    <a:pt x="14" y="2671"/>
                  </a:cubicBezTo>
                  <a:lnTo>
                    <a:pt x="1" y="2684"/>
                  </a:lnTo>
                  <a:cubicBezTo>
                    <a:pt x="212" y="2722"/>
                    <a:pt x="423" y="2763"/>
                    <a:pt x="633" y="2800"/>
                  </a:cubicBezTo>
                  <a:cubicBezTo>
                    <a:pt x="725" y="2803"/>
                    <a:pt x="815" y="2809"/>
                    <a:pt x="905" y="2813"/>
                  </a:cubicBezTo>
                  <a:cubicBezTo>
                    <a:pt x="1145" y="2867"/>
                    <a:pt x="1421" y="2847"/>
                    <a:pt x="1654" y="2904"/>
                  </a:cubicBezTo>
                  <a:cubicBezTo>
                    <a:pt x="2006" y="2934"/>
                    <a:pt x="2361" y="2963"/>
                    <a:pt x="2712" y="2995"/>
                  </a:cubicBezTo>
                  <a:lnTo>
                    <a:pt x="2933" y="2995"/>
                  </a:lnTo>
                  <a:cubicBezTo>
                    <a:pt x="3185" y="2995"/>
                    <a:pt x="3437" y="2995"/>
                    <a:pt x="3643" y="2944"/>
                  </a:cubicBezTo>
                  <a:cubicBezTo>
                    <a:pt x="3861" y="2889"/>
                    <a:pt x="4063" y="2905"/>
                    <a:pt x="4264" y="2840"/>
                  </a:cubicBezTo>
                  <a:cubicBezTo>
                    <a:pt x="4809" y="2664"/>
                    <a:pt x="5332" y="2437"/>
                    <a:pt x="5697" y="2079"/>
                  </a:cubicBezTo>
                  <a:cubicBezTo>
                    <a:pt x="5866" y="1913"/>
                    <a:pt x="5998" y="1694"/>
                    <a:pt x="6071" y="1434"/>
                  </a:cubicBezTo>
                  <a:cubicBezTo>
                    <a:pt x="6097" y="1109"/>
                    <a:pt x="6122" y="787"/>
                    <a:pt x="6150" y="465"/>
                  </a:cubicBezTo>
                  <a:cubicBezTo>
                    <a:pt x="6180" y="335"/>
                    <a:pt x="6213" y="205"/>
                    <a:pt x="6266" y="103"/>
                  </a:cubicBezTo>
                  <a:cubicBezTo>
                    <a:pt x="6280" y="74"/>
                    <a:pt x="6314" y="6"/>
                    <a:pt x="630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0"/>
            <p:cNvSpPr/>
            <p:nvPr/>
          </p:nvSpPr>
          <p:spPr>
            <a:xfrm>
              <a:off x="2914873" y="3211101"/>
              <a:ext cx="12024" cy="7696"/>
            </a:xfrm>
            <a:custGeom>
              <a:rect b="b" l="l" r="r" t="t"/>
              <a:pathLst>
                <a:path extrusionOk="0" h="272" w="425">
                  <a:moveTo>
                    <a:pt x="0" y="1"/>
                  </a:moveTo>
                  <a:lnTo>
                    <a:pt x="0" y="1"/>
                  </a:lnTo>
                  <a:cubicBezTo>
                    <a:pt x="66" y="103"/>
                    <a:pt x="176" y="170"/>
                    <a:pt x="246" y="271"/>
                  </a:cubicBezTo>
                  <a:lnTo>
                    <a:pt x="259" y="260"/>
                  </a:lnTo>
                  <a:cubicBezTo>
                    <a:pt x="321" y="218"/>
                    <a:pt x="356" y="154"/>
                    <a:pt x="425" y="117"/>
                  </a:cubicBezTo>
                  <a:cubicBezTo>
                    <a:pt x="413" y="107"/>
                    <a:pt x="422" y="111"/>
                    <a:pt x="400" y="104"/>
                  </a:cubicBezTo>
                  <a:cubicBezTo>
                    <a:pt x="364" y="81"/>
                    <a:pt x="51" y="8"/>
                    <a:pt x="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0"/>
            <p:cNvSpPr/>
            <p:nvPr/>
          </p:nvSpPr>
          <p:spPr>
            <a:xfrm>
              <a:off x="2775593" y="3054648"/>
              <a:ext cx="135974" cy="158353"/>
            </a:xfrm>
            <a:custGeom>
              <a:rect b="b" l="l" r="r" t="t"/>
              <a:pathLst>
                <a:path extrusionOk="0" h="5597" w="4806">
                  <a:moveTo>
                    <a:pt x="191" y="0"/>
                  </a:moveTo>
                  <a:cubicBezTo>
                    <a:pt x="181" y="11"/>
                    <a:pt x="151" y="19"/>
                    <a:pt x="140" y="27"/>
                  </a:cubicBezTo>
                  <a:cubicBezTo>
                    <a:pt x="105" y="37"/>
                    <a:pt x="108" y="38"/>
                    <a:pt x="89" y="64"/>
                  </a:cubicBezTo>
                  <a:cubicBezTo>
                    <a:pt x="0" y="179"/>
                    <a:pt x="141" y="368"/>
                    <a:pt x="192" y="439"/>
                  </a:cubicBezTo>
                  <a:cubicBezTo>
                    <a:pt x="403" y="739"/>
                    <a:pt x="654" y="1008"/>
                    <a:pt x="865" y="1316"/>
                  </a:cubicBezTo>
                  <a:cubicBezTo>
                    <a:pt x="1296" y="1949"/>
                    <a:pt x="1733" y="2577"/>
                    <a:pt x="2183" y="3190"/>
                  </a:cubicBezTo>
                  <a:cubicBezTo>
                    <a:pt x="2446" y="3551"/>
                    <a:pt x="2757" y="3890"/>
                    <a:pt x="3023" y="4250"/>
                  </a:cubicBezTo>
                  <a:cubicBezTo>
                    <a:pt x="3215" y="4513"/>
                    <a:pt x="3427" y="4762"/>
                    <a:pt x="3616" y="5026"/>
                  </a:cubicBezTo>
                  <a:cubicBezTo>
                    <a:pt x="3668" y="5101"/>
                    <a:pt x="3764" y="5300"/>
                    <a:pt x="3837" y="5336"/>
                  </a:cubicBezTo>
                  <a:cubicBezTo>
                    <a:pt x="3921" y="5400"/>
                    <a:pt x="4051" y="5384"/>
                    <a:pt x="4173" y="5415"/>
                  </a:cubicBezTo>
                  <a:cubicBezTo>
                    <a:pt x="4400" y="5471"/>
                    <a:pt x="4640" y="5489"/>
                    <a:pt x="4805" y="5596"/>
                  </a:cubicBezTo>
                  <a:cubicBezTo>
                    <a:pt x="4762" y="5531"/>
                    <a:pt x="4688" y="5500"/>
                    <a:pt x="4624" y="5455"/>
                  </a:cubicBezTo>
                  <a:lnTo>
                    <a:pt x="4429" y="5261"/>
                  </a:lnTo>
                  <a:cubicBezTo>
                    <a:pt x="4249" y="5080"/>
                    <a:pt x="4078" y="4883"/>
                    <a:pt x="3926" y="4679"/>
                  </a:cubicBezTo>
                  <a:cubicBezTo>
                    <a:pt x="3840" y="4564"/>
                    <a:pt x="3715" y="4470"/>
                    <a:pt x="3628" y="4355"/>
                  </a:cubicBezTo>
                  <a:cubicBezTo>
                    <a:pt x="2766" y="3209"/>
                    <a:pt x="1841" y="2123"/>
                    <a:pt x="1005" y="957"/>
                  </a:cubicBezTo>
                  <a:cubicBezTo>
                    <a:pt x="766" y="626"/>
                    <a:pt x="454" y="349"/>
                    <a:pt x="2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0"/>
            <p:cNvSpPr/>
            <p:nvPr/>
          </p:nvSpPr>
          <p:spPr>
            <a:xfrm>
              <a:off x="2937846" y="3256481"/>
              <a:ext cx="28887" cy="37884"/>
            </a:xfrm>
            <a:custGeom>
              <a:rect b="b" l="l" r="r" t="t"/>
              <a:pathLst>
                <a:path extrusionOk="0" h="1339" w="1021">
                  <a:moveTo>
                    <a:pt x="194" y="1"/>
                  </a:moveTo>
                  <a:cubicBezTo>
                    <a:pt x="170" y="40"/>
                    <a:pt x="127" y="75"/>
                    <a:pt x="79" y="91"/>
                  </a:cubicBezTo>
                  <a:cubicBezTo>
                    <a:pt x="91" y="102"/>
                    <a:pt x="82" y="97"/>
                    <a:pt x="104" y="104"/>
                  </a:cubicBezTo>
                  <a:cubicBezTo>
                    <a:pt x="138" y="137"/>
                    <a:pt x="174" y="174"/>
                    <a:pt x="207" y="207"/>
                  </a:cubicBezTo>
                  <a:cubicBezTo>
                    <a:pt x="228" y="414"/>
                    <a:pt x="138" y="572"/>
                    <a:pt x="1" y="659"/>
                  </a:cubicBezTo>
                  <a:lnTo>
                    <a:pt x="13" y="672"/>
                  </a:lnTo>
                  <a:cubicBezTo>
                    <a:pt x="138" y="870"/>
                    <a:pt x="328" y="1092"/>
                    <a:pt x="517" y="1228"/>
                  </a:cubicBezTo>
                  <a:cubicBezTo>
                    <a:pt x="566" y="1263"/>
                    <a:pt x="635" y="1338"/>
                    <a:pt x="728" y="1338"/>
                  </a:cubicBezTo>
                  <a:cubicBezTo>
                    <a:pt x="743" y="1338"/>
                    <a:pt x="758" y="1336"/>
                    <a:pt x="774" y="1332"/>
                  </a:cubicBezTo>
                  <a:cubicBezTo>
                    <a:pt x="895" y="1300"/>
                    <a:pt x="950" y="1220"/>
                    <a:pt x="1020" y="1138"/>
                  </a:cubicBezTo>
                  <a:cubicBezTo>
                    <a:pt x="982" y="959"/>
                    <a:pt x="841" y="863"/>
                    <a:pt x="750" y="738"/>
                  </a:cubicBezTo>
                  <a:cubicBezTo>
                    <a:pt x="639" y="584"/>
                    <a:pt x="523" y="434"/>
                    <a:pt x="415" y="284"/>
                  </a:cubicBezTo>
                  <a:cubicBezTo>
                    <a:pt x="366" y="214"/>
                    <a:pt x="270" y="30"/>
                    <a:pt x="19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0"/>
            <p:cNvSpPr/>
            <p:nvPr/>
          </p:nvSpPr>
          <p:spPr>
            <a:xfrm>
              <a:off x="2865702" y="3204537"/>
              <a:ext cx="43401" cy="19663"/>
            </a:xfrm>
            <a:custGeom>
              <a:rect b="b" l="l" r="r" t="t"/>
              <a:pathLst>
                <a:path extrusionOk="0" h="695" w="1534">
                  <a:moveTo>
                    <a:pt x="123" y="0"/>
                  </a:moveTo>
                  <a:cubicBezTo>
                    <a:pt x="104" y="15"/>
                    <a:pt x="87" y="21"/>
                    <a:pt x="57" y="26"/>
                  </a:cubicBezTo>
                  <a:cubicBezTo>
                    <a:pt x="46" y="44"/>
                    <a:pt x="33" y="63"/>
                    <a:pt x="18" y="77"/>
                  </a:cubicBezTo>
                  <a:cubicBezTo>
                    <a:pt x="1" y="530"/>
                    <a:pt x="502" y="579"/>
                    <a:pt x="883" y="671"/>
                  </a:cubicBezTo>
                  <a:cubicBezTo>
                    <a:pt x="946" y="686"/>
                    <a:pt x="1023" y="694"/>
                    <a:pt x="1101" y="694"/>
                  </a:cubicBezTo>
                  <a:cubicBezTo>
                    <a:pt x="1282" y="694"/>
                    <a:pt x="1468" y="650"/>
                    <a:pt x="1506" y="544"/>
                  </a:cubicBezTo>
                  <a:cubicBezTo>
                    <a:pt x="1532" y="516"/>
                    <a:pt x="1533" y="484"/>
                    <a:pt x="1532" y="428"/>
                  </a:cubicBezTo>
                  <a:cubicBezTo>
                    <a:pt x="1322" y="303"/>
                    <a:pt x="1008" y="313"/>
                    <a:pt x="742" y="233"/>
                  </a:cubicBezTo>
                  <a:cubicBezTo>
                    <a:pt x="523" y="166"/>
                    <a:pt x="377" y="12"/>
                    <a:pt x="12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0"/>
            <p:cNvSpPr/>
            <p:nvPr/>
          </p:nvSpPr>
          <p:spPr>
            <a:xfrm>
              <a:off x="2906810" y="3260838"/>
              <a:ext cx="34206" cy="20597"/>
            </a:xfrm>
            <a:custGeom>
              <a:rect b="b" l="l" r="r" t="t"/>
              <a:pathLst>
                <a:path extrusionOk="0" h="728" w="1209">
                  <a:moveTo>
                    <a:pt x="1047" y="1"/>
                  </a:moveTo>
                  <a:cubicBezTo>
                    <a:pt x="909" y="123"/>
                    <a:pt x="442" y="178"/>
                    <a:pt x="182" y="182"/>
                  </a:cubicBezTo>
                  <a:cubicBezTo>
                    <a:pt x="111" y="319"/>
                    <a:pt x="2" y="351"/>
                    <a:pt x="0" y="569"/>
                  </a:cubicBezTo>
                  <a:cubicBezTo>
                    <a:pt x="38" y="617"/>
                    <a:pt x="51" y="664"/>
                    <a:pt x="116" y="685"/>
                  </a:cubicBezTo>
                  <a:cubicBezTo>
                    <a:pt x="153" y="715"/>
                    <a:pt x="231" y="728"/>
                    <a:pt x="309" y="728"/>
                  </a:cubicBezTo>
                  <a:cubicBezTo>
                    <a:pt x="361" y="728"/>
                    <a:pt x="413" y="722"/>
                    <a:pt x="452" y="712"/>
                  </a:cubicBezTo>
                  <a:cubicBezTo>
                    <a:pt x="686" y="648"/>
                    <a:pt x="871" y="524"/>
                    <a:pt x="1021" y="374"/>
                  </a:cubicBezTo>
                  <a:cubicBezTo>
                    <a:pt x="1067" y="329"/>
                    <a:pt x="1208" y="214"/>
                    <a:pt x="1150" y="117"/>
                  </a:cubicBezTo>
                  <a:cubicBezTo>
                    <a:pt x="1136" y="62"/>
                    <a:pt x="1099" y="18"/>
                    <a:pt x="10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0"/>
            <p:cNvSpPr/>
            <p:nvPr/>
          </p:nvSpPr>
          <p:spPr>
            <a:xfrm>
              <a:off x="2882479" y="3226435"/>
              <a:ext cx="55397" cy="17428"/>
            </a:xfrm>
            <a:custGeom>
              <a:rect b="b" l="l" r="r" t="t"/>
              <a:pathLst>
                <a:path extrusionOk="0" h="616" w="1958">
                  <a:moveTo>
                    <a:pt x="1027" y="0"/>
                  </a:moveTo>
                  <a:cubicBezTo>
                    <a:pt x="983" y="0"/>
                    <a:pt x="941" y="2"/>
                    <a:pt x="911" y="3"/>
                  </a:cubicBezTo>
                  <a:cubicBezTo>
                    <a:pt x="842" y="56"/>
                    <a:pt x="674" y="95"/>
                    <a:pt x="516" y="95"/>
                  </a:cubicBezTo>
                  <a:cubicBezTo>
                    <a:pt x="464" y="95"/>
                    <a:pt x="413" y="91"/>
                    <a:pt x="367" y="81"/>
                  </a:cubicBezTo>
                  <a:cubicBezTo>
                    <a:pt x="343" y="76"/>
                    <a:pt x="289" y="64"/>
                    <a:pt x="242" y="64"/>
                  </a:cubicBezTo>
                  <a:cubicBezTo>
                    <a:pt x="227" y="64"/>
                    <a:pt x="213" y="65"/>
                    <a:pt x="200" y="68"/>
                  </a:cubicBezTo>
                  <a:cubicBezTo>
                    <a:pt x="164" y="77"/>
                    <a:pt x="113" y="97"/>
                    <a:pt x="71" y="106"/>
                  </a:cubicBezTo>
                  <a:cubicBezTo>
                    <a:pt x="49" y="136"/>
                    <a:pt x="27" y="166"/>
                    <a:pt x="5" y="198"/>
                  </a:cubicBezTo>
                  <a:cubicBezTo>
                    <a:pt x="1" y="496"/>
                    <a:pt x="225" y="616"/>
                    <a:pt x="510" y="616"/>
                  </a:cubicBezTo>
                  <a:cubicBezTo>
                    <a:pt x="596" y="616"/>
                    <a:pt x="688" y="605"/>
                    <a:pt x="782" y="584"/>
                  </a:cubicBezTo>
                  <a:cubicBezTo>
                    <a:pt x="899" y="558"/>
                    <a:pt x="1027" y="580"/>
                    <a:pt x="1131" y="558"/>
                  </a:cubicBezTo>
                  <a:cubicBezTo>
                    <a:pt x="1196" y="544"/>
                    <a:pt x="1263" y="540"/>
                    <a:pt x="1330" y="540"/>
                  </a:cubicBezTo>
                  <a:cubicBezTo>
                    <a:pt x="1432" y="540"/>
                    <a:pt x="1533" y="550"/>
                    <a:pt x="1624" y="550"/>
                  </a:cubicBezTo>
                  <a:cubicBezTo>
                    <a:pt x="1780" y="550"/>
                    <a:pt x="1907" y="519"/>
                    <a:pt x="1958" y="352"/>
                  </a:cubicBezTo>
                  <a:lnTo>
                    <a:pt x="1958" y="352"/>
                  </a:lnTo>
                  <a:cubicBezTo>
                    <a:pt x="1953" y="352"/>
                    <a:pt x="1949" y="352"/>
                    <a:pt x="1944" y="352"/>
                  </a:cubicBezTo>
                  <a:cubicBezTo>
                    <a:pt x="1743" y="352"/>
                    <a:pt x="1584" y="321"/>
                    <a:pt x="1466" y="235"/>
                  </a:cubicBezTo>
                  <a:cubicBezTo>
                    <a:pt x="1352" y="151"/>
                    <a:pt x="1414" y="32"/>
                    <a:pt x="1209" y="27"/>
                  </a:cubicBezTo>
                  <a:cubicBezTo>
                    <a:pt x="1174" y="5"/>
                    <a:pt x="1099" y="0"/>
                    <a:pt x="10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0"/>
            <p:cNvSpPr/>
            <p:nvPr/>
          </p:nvSpPr>
          <p:spPr>
            <a:xfrm>
              <a:off x="2889976" y="3243721"/>
              <a:ext cx="51577" cy="18249"/>
            </a:xfrm>
            <a:custGeom>
              <a:rect b="b" l="l" r="r" t="t"/>
              <a:pathLst>
                <a:path extrusionOk="0" h="645" w="1823">
                  <a:moveTo>
                    <a:pt x="1667" y="1"/>
                  </a:moveTo>
                  <a:cubicBezTo>
                    <a:pt x="1577" y="84"/>
                    <a:pt x="1364" y="97"/>
                    <a:pt x="1201" y="104"/>
                  </a:cubicBezTo>
                  <a:cubicBezTo>
                    <a:pt x="1155" y="100"/>
                    <a:pt x="1107" y="95"/>
                    <a:pt x="1060" y="91"/>
                  </a:cubicBezTo>
                  <a:cubicBezTo>
                    <a:pt x="873" y="124"/>
                    <a:pt x="646" y="104"/>
                    <a:pt x="466" y="142"/>
                  </a:cubicBezTo>
                  <a:lnTo>
                    <a:pt x="246" y="142"/>
                  </a:lnTo>
                  <a:cubicBezTo>
                    <a:pt x="127" y="175"/>
                    <a:pt x="75" y="271"/>
                    <a:pt x="1" y="350"/>
                  </a:cubicBezTo>
                  <a:cubicBezTo>
                    <a:pt x="9" y="375"/>
                    <a:pt x="17" y="401"/>
                    <a:pt x="25" y="427"/>
                  </a:cubicBezTo>
                  <a:cubicBezTo>
                    <a:pt x="94" y="473"/>
                    <a:pt x="155" y="536"/>
                    <a:pt x="233" y="569"/>
                  </a:cubicBezTo>
                  <a:cubicBezTo>
                    <a:pt x="362" y="622"/>
                    <a:pt x="535" y="645"/>
                    <a:pt x="718" y="645"/>
                  </a:cubicBezTo>
                  <a:cubicBezTo>
                    <a:pt x="1084" y="645"/>
                    <a:pt x="1491" y="556"/>
                    <a:pt x="1680" y="439"/>
                  </a:cubicBezTo>
                  <a:cubicBezTo>
                    <a:pt x="1741" y="401"/>
                    <a:pt x="1773" y="335"/>
                    <a:pt x="1822" y="284"/>
                  </a:cubicBezTo>
                  <a:lnTo>
                    <a:pt x="1822" y="168"/>
                  </a:lnTo>
                  <a:cubicBezTo>
                    <a:pt x="1767" y="111"/>
                    <a:pt x="1735" y="45"/>
                    <a:pt x="16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0"/>
            <p:cNvSpPr/>
            <p:nvPr/>
          </p:nvSpPr>
          <p:spPr>
            <a:xfrm>
              <a:off x="3553501" y="3240326"/>
              <a:ext cx="8120" cy="24218"/>
            </a:xfrm>
            <a:custGeom>
              <a:rect b="b" l="l" r="r" t="t"/>
              <a:pathLst>
                <a:path extrusionOk="0" h="856" w="287">
                  <a:moveTo>
                    <a:pt x="0" y="0"/>
                  </a:moveTo>
                  <a:lnTo>
                    <a:pt x="0" y="0"/>
                  </a:lnTo>
                  <a:cubicBezTo>
                    <a:pt x="18" y="172"/>
                    <a:pt x="19" y="391"/>
                    <a:pt x="79" y="531"/>
                  </a:cubicBezTo>
                  <a:cubicBezTo>
                    <a:pt x="128" y="646"/>
                    <a:pt x="232" y="740"/>
                    <a:pt x="274" y="855"/>
                  </a:cubicBezTo>
                  <a:lnTo>
                    <a:pt x="287" y="855"/>
                  </a:lnTo>
                  <a:lnTo>
                    <a:pt x="287" y="804"/>
                  </a:lnTo>
                  <a:cubicBezTo>
                    <a:pt x="245" y="734"/>
                    <a:pt x="284" y="634"/>
                    <a:pt x="259" y="544"/>
                  </a:cubicBezTo>
                  <a:cubicBezTo>
                    <a:pt x="223" y="416"/>
                    <a:pt x="91" y="7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0"/>
            <p:cNvSpPr/>
            <p:nvPr/>
          </p:nvSpPr>
          <p:spPr>
            <a:xfrm>
              <a:off x="3522777" y="3072528"/>
              <a:ext cx="36497" cy="37912"/>
            </a:xfrm>
            <a:custGeom>
              <a:rect b="b" l="l" r="r" t="t"/>
              <a:pathLst>
                <a:path extrusionOk="0" h="1340" w="1290">
                  <a:moveTo>
                    <a:pt x="428" y="1"/>
                  </a:moveTo>
                  <a:cubicBezTo>
                    <a:pt x="416" y="11"/>
                    <a:pt x="387" y="18"/>
                    <a:pt x="377" y="27"/>
                  </a:cubicBezTo>
                  <a:cubicBezTo>
                    <a:pt x="278" y="63"/>
                    <a:pt x="272" y="164"/>
                    <a:pt x="221" y="246"/>
                  </a:cubicBezTo>
                  <a:cubicBezTo>
                    <a:pt x="69" y="499"/>
                    <a:pt x="0" y="677"/>
                    <a:pt x="28" y="1087"/>
                  </a:cubicBezTo>
                  <a:cubicBezTo>
                    <a:pt x="132" y="1154"/>
                    <a:pt x="389" y="1340"/>
                    <a:pt x="599" y="1340"/>
                  </a:cubicBezTo>
                  <a:cubicBezTo>
                    <a:pt x="624" y="1340"/>
                    <a:pt x="649" y="1337"/>
                    <a:pt x="672" y="1331"/>
                  </a:cubicBezTo>
                  <a:cubicBezTo>
                    <a:pt x="905" y="1274"/>
                    <a:pt x="1137" y="799"/>
                    <a:pt x="1229" y="582"/>
                  </a:cubicBezTo>
                  <a:cubicBezTo>
                    <a:pt x="1267" y="491"/>
                    <a:pt x="1290" y="377"/>
                    <a:pt x="1254" y="284"/>
                  </a:cubicBezTo>
                  <a:cubicBezTo>
                    <a:pt x="1130" y="217"/>
                    <a:pt x="973" y="196"/>
                    <a:pt x="828" y="143"/>
                  </a:cubicBezTo>
                  <a:cubicBezTo>
                    <a:pt x="697" y="95"/>
                    <a:pt x="582" y="36"/>
                    <a:pt x="42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0"/>
            <p:cNvSpPr/>
            <p:nvPr/>
          </p:nvSpPr>
          <p:spPr>
            <a:xfrm>
              <a:off x="3525521" y="3039257"/>
              <a:ext cx="102673" cy="71410"/>
            </a:xfrm>
            <a:custGeom>
              <a:rect b="b" l="l" r="r" t="t"/>
              <a:pathLst>
                <a:path extrusionOk="0" h="2524" w="3629">
                  <a:moveTo>
                    <a:pt x="1104" y="1"/>
                  </a:moveTo>
                  <a:cubicBezTo>
                    <a:pt x="1057" y="1"/>
                    <a:pt x="1010" y="6"/>
                    <a:pt x="963" y="18"/>
                  </a:cubicBezTo>
                  <a:cubicBezTo>
                    <a:pt x="697" y="86"/>
                    <a:pt x="501" y="303"/>
                    <a:pt x="356" y="495"/>
                  </a:cubicBezTo>
                  <a:cubicBezTo>
                    <a:pt x="255" y="629"/>
                    <a:pt x="59" y="733"/>
                    <a:pt x="7" y="909"/>
                  </a:cubicBezTo>
                  <a:cubicBezTo>
                    <a:pt x="1" y="928"/>
                    <a:pt x="7" y="1152"/>
                    <a:pt x="7" y="1193"/>
                  </a:cubicBezTo>
                  <a:cubicBezTo>
                    <a:pt x="41" y="1201"/>
                    <a:pt x="37" y="1206"/>
                    <a:pt x="72" y="1217"/>
                  </a:cubicBezTo>
                  <a:lnTo>
                    <a:pt x="72" y="1204"/>
                  </a:lnTo>
                  <a:cubicBezTo>
                    <a:pt x="124" y="1152"/>
                    <a:pt x="175" y="1074"/>
                    <a:pt x="254" y="1050"/>
                  </a:cubicBezTo>
                  <a:cubicBezTo>
                    <a:pt x="280" y="1042"/>
                    <a:pt x="310" y="1038"/>
                    <a:pt x="341" y="1038"/>
                  </a:cubicBezTo>
                  <a:cubicBezTo>
                    <a:pt x="541" y="1038"/>
                    <a:pt x="815" y="1191"/>
                    <a:pt x="939" y="1232"/>
                  </a:cubicBezTo>
                  <a:cubicBezTo>
                    <a:pt x="1084" y="1279"/>
                    <a:pt x="1229" y="1281"/>
                    <a:pt x="1301" y="1399"/>
                  </a:cubicBezTo>
                  <a:cubicBezTo>
                    <a:pt x="1376" y="1530"/>
                    <a:pt x="1287" y="1705"/>
                    <a:pt x="1276" y="1827"/>
                  </a:cubicBezTo>
                  <a:cubicBezTo>
                    <a:pt x="1620" y="1972"/>
                    <a:pt x="1990" y="2046"/>
                    <a:pt x="2334" y="2187"/>
                  </a:cubicBezTo>
                  <a:cubicBezTo>
                    <a:pt x="2609" y="2301"/>
                    <a:pt x="3007" y="2475"/>
                    <a:pt x="3316" y="2523"/>
                  </a:cubicBezTo>
                  <a:cubicBezTo>
                    <a:pt x="3323" y="2471"/>
                    <a:pt x="3345" y="2426"/>
                    <a:pt x="3355" y="2382"/>
                  </a:cubicBezTo>
                  <a:cubicBezTo>
                    <a:pt x="3385" y="2248"/>
                    <a:pt x="3320" y="2149"/>
                    <a:pt x="3367" y="2033"/>
                  </a:cubicBezTo>
                  <a:cubicBezTo>
                    <a:pt x="3442" y="1851"/>
                    <a:pt x="3628" y="1678"/>
                    <a:pt x="3588" y="1414"/>
                  </a:cubicBezTo>
                  <a:cubicBezTo>
                    <a:pt x="3540" y="1385"/>
                    <a:pt x="3489" y="1341"/>
                    <a:pt x="3432" y="1322"/>
                  </a:cubicBezTo>
                  <a:cubicBezTo>
                    <a:pt x="3365" y="1300"/>
                    <a:pt x="3306" y="1316"/>
                    <a:pt x="3250" y="1284"/>
                  </a:cubicBezTo>
                  <a:cubicBezTo>
                    <a:pt x="3198" y="1251"/>
                    <a:pt x="3176" y="1185"/>
                    <a:pt x="3134" y="1142"/>
                  </a:cubicBezTo>
                  <a:cubicBezTo>
                    <a:pt x="3130" y="956"/>
                    <a:pt x="3182" y="919"/>
                    <a:pt x="3250" y="819"/>
                  </a:cubicBezTo>
                  <a:cubicBezTo>
                    <a:pt x="2775" y="552"/>
                    <a:pt x="2167" y="384"/>
                    <a:pt x="1648" y="159"/>
                  </a:cubicBezTo>
                  <a:cubicBezTo>
                    <a:pt x="1512" y="100"/>
                    <a:pt x="1309" y="1"/>
                    <a:pt x="110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0"/>
            <p:cNvSpPr/>
            <p:nvPr/>
          </p:nvSpPr>
          <p:spPr>
            <a:xfrm>
              <a:off x="3605417" y="3122633"/>
              <a:ext cx="17541" cy="14316"/>
            </a:xfrm>
            <a:custGeom>
              <a:rect b="b" l="l" r="r" t="t"/>
              <a:pathLst>
                <a:path extrusionOk="0" h="506" w="620">
                  <a:moveTo>
                    <a:pt x="336" y="1"/>
                  </a:moveTo>
                  <a:cubicBezTo>
                    <a:pt x="224" y="174"/>
                    <a:pt x="89" y="294"/>
                    <a:pt x="0" y="504"/>
                  </a:cubicBezTo>
                  <a:cubicBezTo>
                    <a:pt x="3" y="505"/>
                    <a:pt x="9" y="505"/>
                    <a:pt x="12" y="505"/>
                  </a:cubicBezTo>
                  <a:cubicBezTo>
                    <a:pt x="58" y="460"/>
                    <a:pt x="114" y="440"/>
                    <a:pt x="167" y="402"/>
                  </a:cubicBezTo>
                  <a:cubicBezTo>
                    <a:pt x="310" y="299"/>
                    <a:pt x="432" y="140"/>
                    <a:pt x="620" y="79"/>
                  </a:cubicBezTo>
                  <a:lnTo>
                    <a:pt x="620" y="66"/>
                  </a:lnTo>
                  <a:cubicBezTo>
                    <a:pt x="516" y="60"/>
                    <a:pt x="429" y="22"/>
                    <a:pt x="33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10"/>
            <p:cNvSpPr/>
            <p:nvPr/>
          </p:nvSpPr>
          <p:spPr>
            <a:xfrm>
              <a:off x="3523059" y="3075895"/>
              <a:ext cx="2292" cy="4781"/>
            </a:xfrm>
            <a:custGeom>
              <a:rect b="b" l="l" r="r" t="t"/>
              <a:pathLst>
                <a:path extrusionOk="0" h="169" w="81">
                  <a:moveTo>
                    <a:pt x="43" y="1"/>
                  </a:moveTo>
                  <a:cubicBezTo>
                    <a:pt x="14" y="56"/>
                    <a:pt x="1" y="93"/>
                    <a:pt x="18" y="168"/>
                  </a:cubicBezTo>
                  <a:cubicBezTo>
                    <a:pt x="21" y="162"/>
                    <a:pt x="25" y="158"/>
                    <a:pt x="30" y="155"/>
                  </a:cubicBezTo>
                  <a:cubicBezTo>
                    <a:pt x="57" y="122"/>
                    <a:pt x="73" y="77"/>
                    <a:pt x="81" y="26"/>
                  </a:cubicBezTo>
                  <a:cubicBezTo>
                    <a:pt x="69" y="17"/>
                    <a:pt x="56" y="10"/>
                    <a:pt x="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10"/>
            <p:cNvSpPr/>
            <p:nvPr/>
          </p:nvSpPr>
          <p:spPr>
            <a:xfrm>
              <a:off x="3505717" y="3065653"/>
              <a:ext cx="17655" cy="24134"/>
            </a:xfrm>
            <a:custGeom>
              <a:rect b="b" l="l" r="r" t="t"/>
              <a:pathLst>
                <a:path extrusionOk="0" h="853" w="624">
                  <a:moveTo>
                    <a:pt x="502" y="1"/>
                  </a:moveTo>
                  <a:cubicBezTo>
                    <a:pt x="343" y="206"/>
                    <a:pt x="0" y="495"/>
                    <a:pt x="87" y="853"/>
                  </a:cubicBezTo>
                  <a:lnTo>
                    <a:pt x="100" y="853"/>
                  </a:lnTo>
                  <a:cubicBezTo>
                    <a:pt x="262" y="699"/>
                    <a:pt x="624" y="324"/>
                    <a:pt x="566" y="14"/>
                  </a:cubicBezTo>
                  <a:lnTo>
                    <a:pt x="55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0"/>
            <p:cNvSpPr/>
            <p:nvPr/>
          </p:nvSpPr>
          <p:spPr>
            <a:xfrm>
              <a:off x="3523258" y="2980750"/>
              <a:ext cx="187608" cy="207356"/>
            </a:xfrm>
            <a:custGeom>
              <a:rect b="b" l="l" r="r" t="t"/>
              <a:pathLst>
                <a:path extrusionOk="0" h="7329" w="6631">
                  <a:moveTo>
                    <a:pt x="3771" y="1913"/>
                  </a:moveTo>
                  <a:lnTo>
                    <a:pt x="3771" y="1913"/>
                  </a:lnTo>
                  <a:cubicBezTo>
                    <a:pt x="4056" y="1935"/>
                    <a:pt x="4365" y="2256"/>
                    <a:pt x="4403" y="2522"/>
                  </a:cubicBezTo>
                  <a:lnTo>
                    <a:pt x="4390" y="2522"/>
                  </a:lnTo>
                  <a:cubicBezTo>
                    <a:pt x="4336" y="2431"/>
                    <a:pt x="4245" y="2383"/>
                    <a:pt x="4184" y="2301"/>
                  </a:cubicBezTo>
                  <a:cubicBezTo>
                    <a:pt x="4104" y="2197"/>
                    <a:pt x="4018" y="2082"/>
                    <a:pt x="3912" y="2005"/>
                  </a:cubicBezTo>
                  <a:cubicBezTo>
                    <a:pt x="3865" y="1970"/>
                    <a:pt x="3810" y="1955"/>
                    <a:pt x="3771" y="1913"/>
                  </a:cubicBezTo>
                  <a:close/>
                  <a:moveTo>
                    <a:pt x="4133" y="1826"/>
                  </a:moveTo>
                  <a:lnTo>
                    <a:pt x="4133" y="1826"/>
                  </a:lnTo>
                  <a:cubicBezTo>
                    <a:pt x="4485" y="1917"/>
                    <a:pt x="4652" y="2300"/>
                    <a:pt x="4700" y="2704"/>
                  </a:cubicBezTo>
                  <a:lnTo>
                    <a:pt x="4687" y="2704"/>
                  </a:lnTo>
                  <a:lnTo>
                    <a:pt x="4687" y="2678"/>
                  </a:lnTo>
                  <a:cubicBezTo>
                    <a:pt x="4570" y="2529"/>
                    <a:pt x="4515" y="2336"/>
                    <a:pt x="4416" y="2175"/>
                  </a:cubicBezTo>
                  <a:cubicBezTo>
                    <a:pt x="4336" y="2045"/>
                    <a:pt x="4214" y="1948"/>
                    <a:pt x="4133" y="1826"/>
                  </a:cubicBezTo>
                  <a:close/>
                  <a:moveTo>
                    <a:pt x="4790" y="2290"/>
                  </a:moveTo>
                  <a:lnTo>
                    <a:pt x="4790" y="2290"/>
                  </a:lnTo>
                  <a:cubicBezTo>
                    <a:pt x="4954" y="2399"/>
                    <a:pt x="4944" y="2637"/>
                    <a:pt x="4932" y="2858"/>
                  </a:cubicBezTo>
                  <a:lnTo>
                    <a:pt x="4919" y="2858"/>
                  </a:lnTo>
                  <a:lnTo>
                    <a:pt x="4919" y="2845"/>
                  </a:lnTo>
                  <a:cubicBezTo>
                    <a:pt x="4813" y="2732"/>
                    <a:pt x="4826" y="2470"/>
                    <a:pt x="4790" y="2290"/>
                  </a:cubicBezTo>
                  <a:close/>
                  <a:moveTo>
                    <a:pt x="5088" y="2560"/>
                  </a:moveTo>
                  <a:lnTo>
                    <a:pt x="5088" y="2560"/>
                  </a:lnTo>
                  <a:cubicBezTo>
                    <a:pt x="5233" y="2634"/>
                    <a:pt x="5213" y="2806"/>
                    <a:pt x="5204" y="3001"/>
                  </a:cubicBezTo>
                  <a:lnTo>
                    <a:pt x="5191" y="3001"/>
                  </a:lnTo>
                  <a:lnTo>
                    <a:pt x="5191" y="2974"/>
                  </a:lnTo>
                  <a:cubicBezTo>
                    <a:pt x="5116" y="2889"/>
                    <a:pt x="5116" y="2689"/>
                    <a:pt x="5088" y="2560"/>
                  </a:cubicBezTo>
                  <a:close/>
                  <a:moveTo>
                    <a:pt x="4273" y="2782"/>
                  </a:moveTo>
                  <a:cubicBezTo>
                    <a:pt x="4546" y="2782"/>
                    <a:pt x="4679" y="2839"/>
                    <a:pt x="4816" y="2976"/>
                  </a:cubicBezTo>
                  <a:cubicBezTo>
                    <a:pt x="4854" y="3012"/>
                    <a:pt x="4899" y="3033"/>
                    <a:pt x="4919" y="3091"/>
                  </a:cubicBezTo>
                  <a:lnTo>
                    <a:pt x="4944" y="3091"/>
                  </a:lnTo>
                  <a:cubicBezTo>
                    <a:pt x="4937" y="3101"/>
                    <a:pt x="4936" y="3105"/>
                    <a:pt x="4934" y="3105"/>
                  </a:cubicBezTo>
                  <a:cubicBezTo>
                    <a:pt x="4932" y="3105"/>
                    <a:pt x="4930" y="3099"/>
                    <a:pt x="4919" y="3091"/>
                  </a:cubicBezTo>
                  <a:lnTo>
                    <a:pt x="4906" y="3091"/>
                  </a:lnTo>
                  <a:cubicBezTo>
                    <a:pt x="4774" y="2961"/>
                    <a:pt x="4533" y="2909"/>
                    <a:pt x="4351" y="2833"/>
                  </a:cubicBezTo>
                  <a:cubicBezTo>
                    <a:pt x="4300" y="2812"/>
                    <a:pt x="4256" y="2814"/>
                    <a:pt x="4222" y="2782"/>
                  </a:cubicBezTo>
                  <a:cubicBezTo>
                    <a:pt x="4239" y="2782"/>
                    <a:pt x="4256" y="2782"/>
                    <a:pt x="4273" y="2782"/>
                  </a:cubicBezTo>
                  <a:close/>
                  <a:moveTo>
                    <a:pt x="5398" y="2910"/>
                  </a:moveTo>
                  <a:cubicBezTo>
                    <a:pt x="5421" y="2929"/>
                    <a:pt x="5428" y="2954"/>
                    <a:pt x="5449" y="2976"/>
                  </a:cubicBezTo>
                  <a:cubicBezTo>
                    <a:pt x="5450" y="3037"/>
                    <a:pt x="5444" y="3089"/>
                    <a:pt x="5436" y="3131"/>
                  </a:cubicBezTo>
                  <a:cubicBezTo>
                    <a:pt x="5409" y="3153"/>
                    <a:pt x="5385" y="3175"/>
                    <a:pt x="5357" y="3197"/>
                  </a:cubicBezTo>
                  <a:cubicBezTo>
                    <a:pt x="5358" y="3182"/>
                    <a:pt x="5358" y="3169"/>
                    <a:pt x="5358" y="3156"/>
                  </a:cubicBezTo>
                  <a:cubicBezTo>
                    <a:pt x="5379" y="3120"/>
                    <a:pt x="5395" y="2983"/>
                    <a:pt x="5398" y="2910"/>
                  </a:cubicBezTo>
                  <a:close/>
                  <a:moveTo>
                    <a:pt x="4711" y="4294"/>
                  </a:moveTo>
                  <a:cubicBezTo>
                    <a:pt x="4738" y="4316"/>
                    <a:pt x="4733" y="4312"/>
                    <a:pt x="4738" y="4360"/>
                  </a:cubicBezTo>
                  <a:cubicBezTo>
                    <a:pt x="4794" y="4436"/>
                    <a:pt x="4725" y="4638"/>
                    <a:pt x="4687" y="4681"/>
                  </a:cubicBezTo>
                  <a:cubicBezTo>
                    <a:pt x="4687" y="4539"/>
                    <a:pt x="4729" y="4405"/>
                    <a:pt x="4711" y="4294"/>
                  </a:cubicBezTo>
                  <a:close/>
                  <a:moveTo>
                    <a:pt x="5021" y="4370"/>
                  </a:moveTo>
                  <a:cubicBezTo>
                    <a:pt x="5052" y="4415"/>
                    <a:pt x="5037" y="4546"/>
                    <a:pt x="5036" y="4616"/>
                  </a:cubicBezTo>
                  <a:cubicBezTo>
                    <a:pt x="5031" y="4895"/>
                    <a:pt x="4911" y="5033"/>
                    <a:pt x="4816" y="5210"/>
                  </a:cubicBezTo>
                  <a:lnTo>
                    <a:pt x="4803" y="5210"/>
                  </a:lnTo>
                  <a:lnTo>
                    <a:pt x="4803" y="5171"/>
                  </a:lnTo>
                  <a:cubicBezTo>
                    <a:pt x="4842" y="5106"/>
                    <a:pt x="4826" y="5001"/>
                    <a:pt x="4854" y="4927"/>
                  </a:cubicBezTo>
                  <a:cubicBezTo>
                    <a:pt x="4918" y="4754"/>
                    <a:pt x="4994" y="4588"/>
                    <a:pt x="5021" y="4370"/>
                  </a:cubicBezTo>
                  <a:close/>
                  <a:moveTo>
                    <a:pt x="5283" y="4745"/>
                  </a:moveTo>
                  <a:lnTo>
                    <a:pt x="5283" y="4745"/>
                  </a:lnTo>
                  <a:cubicBezTo>
                    <a:pt x="5340" y="4819"/>
                    <a:pt x="5270" y="4982"/>
                    <a:pt x="5242" y="5055"/>
                  </a:cubicBezTo>
                  <a:cubicBezTo>
                    <a:pt x="5159" y="5280"/>
                    <a:pt x="5005" y="5606"/>
                    <a:pt x="4777" y="5676"/>
                  </a:cubicBezTo>
                  <a:lnTo>
                    <a:pt x="4777" y="5663"/>
                  </a:lnTo>
                  <a:cubicBezTo>
                    <a:pt x="4857" y="5577"/>
                    <a:pt x="4893" y="5453"/>
                    <a:pt x="4959" y="5351"/>
                  </a:cubicBezTo>
                  <a:cubicBezTo>
                    <a:pt x="5071" y="5177"/>
                    <a:pt x="5267" y="5001"/>
                    <a:pt x="5283" y="4745"/>
                  </a:cubicBezTo>
                  <a:close/>
                  <a:moveTo>
                    <a:pt x="5437" y="5508"/>
                  </a:moveTo>
                  <a:lnTo>
                    <a:pt x="5437" y="5508"/>
                  </a:lnTo>
                  <a:cubicBezTo>
                    <a:pt x="5457" y="5556"/>
                    <a:pt x="5386" y="5644"/>
                    <a:pt x="5358" y="5690"/>
                  </a:cubicBezTo>
                  <a:cubicBezTo>
                    <a:pt x="5252" y="5865"/>
                    <a:pt x="5110" y="6058"/>
                    <a:pt x="4893" y="6116"/>
                  </a:cubicBezTo>
                  <a:lnTo>
                    <a:pt x="4893" y="6105"/>
                  </a:lnTo>
                  <a:cubicBezTo>
                    <a:pt x="4954" y="6042"/>
                    <a:pt x="4985" y="5953"/>
                    <a:pt x="5036" y="5884"/>
                  </a:cubicBezTo>
                  <a:cubicBezTo>
                    <a:pt x="5143" y="5737"/>
                    <a:pt x="5335" y="5658"/>
                    <a:pt x="5437" y="5508"/>
                  </a:cubicBezTo>
                  <a:close/>
                  <a:moveTo>
                    <a:pt x="1994" y="1"/>
                  </a:moveTo>
                  <a:cubicBezTo>
                    <a:pt x="1762" y="1"/>
                    <a:pt x="1551" y="43"/>
                    <a:pt x="1525" y="183"/>
                  </a:cubicBezTo>
                  <a:cubicBezTo>
                    <a:pt x="1546" y="213"/>
                    <a:pt x="1568" y="242"/>
                    <a:pt x="1590" y="273"/>
                  </a:cubicBezTo>
                  <a:cubicBezTo>
                    <a:pt x="1677" y="341"/>
                    <a:pt x="1775" y="356"/>
                    <a:pt x="1888" y="402"/>
                  </a:cubicBezTo>
                  <a:cubicBezTo>
                    <a:pt x="1926" y="418"/>
                    <a:pt x="1964" y="468"/>
                    <a:pt x="2004" y="481"/>
                  </a:cubicBezTo>
                  <a:lnTo>
                    <a:pt x="2186" y="481"/>
                  </a:lnTo>
                  <a:cubicBezTo>
                    <a:pt x="2315" y="510"/>
                    <a:pt x="2483" y="517"/>
                    <a:pt x="2547" y="610"/>
                  </a:cubicBezTo>
                  <a:lnTo>
                    <a:pt x="2560" y="623"/>
                  </a:lnTo>
                  <a:lnTo>
                    <a:pt x="2535" y="623"/>
                  </a:lnTo>
                  <a:cubicBezTo>
                    <a:pt x="2495" y="597"/>
                    <a:pt x="2329" y="587"/>
                    <a:pt x="2160" y="587"/>
                  </a:cubicBezTo>
                  <a:cubicBezTo>
                    <a:pt x="1997" y="587"/>
                    <a:pt x="1832" y="597"/>
                    <a:pt x="1773" y="610"/>
                  </a:cubicBezTo>
                  <a:cubicBezTo>
                    <a:pt x="1657" y="626"/>
                    <a:pt x="1541" y="645"/>
                    <a:pt x="1424" y="661"/>
                  </a:cubicBezTo>
                  <a:cubicBezTo>
                    <a:pt x="1104" y="757"/>
                    <a:pt x="747" y="879"/>
                    <a:pt x="494" y="1048"/>
                  </a:cubicBezTo>
                  <a:cubicBezTo>
                    <a:pt x="363" y="1135"/>
                    <a:pt x="187" y="1237"/>
                    <a:pt x="183" y="1448"/>
                  </a:cubicBezTo>
                  <a:cubicBezTo>
                    <a:pt x="219" y="1471"/>
                    <a:pt x="219" y="1490"/>
                    <a:pt x="274" y="1499"/>
                  </a:cubicBezTo>
                  <a:cubicBezTo>
                    <a:pt x="278" y="1500"/>
                    <a:pt x="282" y="1501"/>
                    <a:pt x="287" y="1501"/>
                  </a:cubicBezTo>
                  <a:cubicBezTo>
                    <a:pt x="331" y="1501"/>
                    <a:pt x="411" y="1452"/>
                    <a:pt x="456" y="1433"/>
                  </a:cubicBezTo>
                  <a:cubicBezTo>
                    <a:pt x="629" y="1362"/>
                    <a:pt x="784" y="1353"/>
                    <a:pt x="987" y="1304"/>
                  </a:cubicBezTo>
                  <a:cubicBezTo>
                    <a:pt x="1023" y="1296"/>
                    <a:pt x="1086" y="1278"/>
                    <a:pt x="1140" y="1278"/>
                  </a:cubicBezTo>
                  <a:cubicBezTo>
                    <a:pt x="1165" y="1278"/>
                    <a:pt x="1188" y="1282"/>
                    <a:pt x="1206" y="1292"/>
                  </a:cubicBezTo>
                  <a:cubicBezTo>
                    <a:pt x="798" y="1310"/>
                    <a:pt x="505" y="1570"/>
                    <a:pt x="251" y="1757"/>
                  </a:cubicBezTo>
                  <a:cubicBezTo>
                    <a:pt x="143" y="1834"/>
                    <a:pt x="1" y="1976"/>
                    <a:pt x="69" y="2144"/>
                  </a:cubicBezTo>
                  <a:cubicBezTo>
                    <a:pt x="148" y="2156"/>
                    <a:pt x="293" y="2189"/>
                    <a:pt x="419" y="2189"/>
                  </a:cubicBezTo>
                  <a:cubicBezTo>
                    <a:pt x="480" y="2189"/>
                    <a:pt x="536" y="2181"/>
                    <a:pt x="578" y="2160"/>
                  </a:cubicBezTo>
                  <a:lnTo>
                    <a:pt x="681" y="2057"/>
                  </a:lnTo>
                  <a:cubicBezTo>
                    <a:pt x="806" y="1970"/>
                    <a:pt x="943" y="1926"/>
                    <a:pt x="1120" y="1890"/>
                  </a:cubicBezTo>
                  <a:cubicBezTo>
                    <a:pt x="1144" y="1885"/>
                    <a:pt x="1171" y="1882"/>
                    <a:pt x="1199" y="1882"/>
                  </a:cubicBezTo>
                  <a:cubicBezTo>
                    <a:pt x="1368" y="1882"/>
                    <a:pt x="1603" y="1965"/>
                    <a:pt x="1702" y="2006"/>
                  </a:cubicBezTo>
                  <a:cubicBezTo>
                    <a:pt x="1839" y="2063"/>
                    <a:pt x="1982" y="2143"/>
                    <a:pt x="2116" y="2201"/>
                  </a:cubicBezTo>
                  <a:cubicBezTo>
                    <a:pt x="2356" y="2304"/>
                    <a:pt x="2615" y="2375"/>
                    <a:pt x="2853" y="2471"/>
                  </a:cubicBezTo>
                  <a:cubicBezTo>
                    <a:pt x="3092" y="2569"/>
                    <a:pt x="3355" y="2618"/>
                    <a:pt x="3486" y="2820"/>
                  </a:cubicBezTo>
                  <a:cubicBezTo>
                    <a:pt x="3543" y="2807"/>
                    <a:pt x="3613" y="2797"/>
                    <a:pt x="3683" y="2797"/>
                  </a:cubicBezTo>
                  <a:cubicBezTo>
                    <a:pt x="3721" y="2797"/>
                    <a:pt x="3760" y="2800"/>
                    <a:pt x="3796" y="2807"/>
                  </a:cubicBezTo>
                  <a:lnTo>
                    <a:pt x="3796" y="2820"/>
                  </a:lnTo>
                  <a:cubicBezTo>
                    <a:pt x="3793" y="2820"/>
                    <a:pt x="3791" y="2820"/>
                    <a:pt x="3789" y="2820"/>
                  </a:cubicBezTo>
                  <a:cubicBezTo>
                    <a:pt x="3599" y="2820"/>
                    <a:pt x="3369" y="2994"/>
                    <a:pt x="3356" y="3156"/>
                  </a:cubicBezTo>
                  <a:cubicBezTo>
                    <a:pt x="3435" y="3226"/>
                    <a:pt x="3599" y="3278"/>
                    <a:pt x="3705" y="3310"/>
                  </a:cubicBezTo>
                  <a:cubicBezTo>
                    <a:pt x="3704" y="3252"/>
                    <a:pt x="3694" y="3153"/>
                    <a:pt x="3718" y="3117"/>
                  </a:cubicBezTo>
                  <a:cubicBezTo>
                    <a:pt x="3730" y="3127"/>
                    <a:pt x="3721" y="3121"/>
                    <a:pt x="3743" y="3128"/>
                  </a:cubicBezTo>
                  <a:cubicBezTo>
                    <a:pt x="3758" y="3172"/>
                    <a:pt x="3794" y="3206"/>
                    <a:pt x="3809" y="3245"/>
                  </a:cubicBezTo>
                  <a:cubicBezTo>
                    <a:pt x="3873" y="3419"/>
                    <a:pt x="3830" y="3719"/>
                    <a:pt x="3771" y="3864"/>
                  </a:cubicBezTo>
                  <a:cubicBezTo>
                    <a:pt x="3720" y="3986"/>
                    <a:pt x="3598" y="4059"/>
                    <a:pt x="3550" y="4175"/>
                  </a:cubicBezTo>
                  <a:cubicBezTo>
                    <a:pt x="3511" y="4273"/>
                    <a:pt x="3572" y="4386"/>
                    <a:pt x="3550" y="4486"/>
                  </a:cubicBezTo>
                  <a:cubicBezTo>
                    <a:pt x="3540" y="4536"/>
                    <a:pt x="3519" y="4588"/>
                    <a:pt x="3512" y="4641"/>
                  </a:cubicBezTo>
                  <a:cubicBezTo>
                    <a:pt x="3669" y="4659"/>
                    <a:pt x="3796" y="4776"/>
                    <a:pt x="3926" y="4808"/>
                  </a:cubicBezTo>
                  <a:cubicBezTo>
                    <a:pt x="3931" y="4809"/>
                    <a:pt x="3937" y="4810"/>
                    <a:pt x="3943" y="4810"/>
                  </a:cubicBezTo>
                  <a:cubicBezTo>
                    <a:pt x="3988" y="4810"/>
                    <a:pt x="4055" y="4778"/>
                    <a:pt x="4119" y="4778"/>
                  </a:cubicBezTo>
                  <a:cubicBezTo>
                    <a:pt x="4133" y="4778"/>
                    <a:pt x="4146" y="4780"/>
                    <a:pt x="4159" y="4783"/>
                  </a:cubicBezTo>
                  <a:cubicBezTo>
                    <a:pt x="4296" y="4815"/>
                    <a:pt x="4437" y="4878"/>
                    <a:pt x="4508" y="4978"/>
                  </a:cubicBezTo>
                  <a:cubicBezTo>
                    <a:pt x="4796" y="5378"/>
                    <a:pt x="4301" y="6086"/>
                    <a:pt x="4056" y="6257"/>
                  </a:cubicBezTo>
                  <a:cubicBezTo>
                    <a:pt x="3977" y="6311"/>
                    <a:pt x="3865" y="6317"/>
                    <a:pt x="3785" y="6372"/>
                  </a:cubicBezTo>
                  <a:cubicBezTo>
                    <a:pt x="3951" y="6481"/>
                    <a:pt x="4012" y="6685"/>
                    <a:pt x="4134" y="6839"/>
                  </a:cubicBezTo>
                  <a:cubicBezTo>
                    <a:pt x="4166" y="6880"/>
                    <a:pt x="4230" y="6898"/>
                    <a:pt x="4275" y="6929"/>
                  </a:cubicBezTo>
                  <a:cubicBezTo>
                    <a:pt x="4419" y="7023"/>
                    <a:pt x="4613" y="7147"/>
                    <a:pt x="4663" y="7329"/>
                  </a:cubicBezTo>
                  <a:lnTo>
                    <a:pt x="4675" y="7329"/>
                  </a:lnTo>
                  <a:cubicBezTo>
                    <a:pt x="4726" y="6865"/>
                    <a:pt x="5060" y="6802"/>
                    <a:pt x="5373" y="6606"/>
                  </a:cubicBezTo>
                  <a:cubicBezTo>
                    <a:pt x="5482" y="6538"/>
                    <a:pt x="5582" y="6436"/>
                    <a:pt x="5671" y="6347"/>
                  </a:cubicBezTo>
                  <a:cubicBezTo>
                    <a:pt x="6078" y="5932"/>
                    <a:pt x="6327" y="5097"/>
                    <a:pt x="6511" y="4449"/>
                  </a:cubicBezTo>
                  <a:cubicBezTo>
                    <a:pt x="6542" y="4238"/>
                    <a:pt x="6571" y="4027"/>
                    <a:pt x="6602" y="3816"/>
                  </a:cubicBezTo>
                  <a:cubicBezTo>
                    <a:pt x="6631" y="3687"/>
                    <a:pt x="6615" y="3332"/>
                    <a:pt x="6588" y="3222"/>
                  </a:cubicBezTo>
                  <a:cubicBezTo>
                    <a:pt x="6580" y="3118"/>
                    <a:pt x="6572" y="3015"/>
                    <a:pt x="6564" y="2910"/>
                  </a:cubicBezTo>
                  <a:cubicBezTo>
                    <a:pt x="6494" y="2644"/>
                    <a:pt x="6430" y="2413"/>
                    <a:pt x="6306" y="2213"/>
                  </a:cubicBezTo>
                  <a:cubicBezTo>
                    <a:pt x="6240" y="2108"/>
                    <a:pt x="6187" y="1971"/>
                    <a:pt x="6085" y="1901"/>
                  </a:cubicBezTo>
                  <a:lnTo>
                    <a:pt x="6085" y="1914"/>
                  </a:lnTo>
                  <a:cubicBezTo>
                    <a:pt x="6144" y="1980"/>
                    <a:pt x="6157" y="2124"/>
                    <a:pt x="6177" y="2226"/>
                  </a:cubicBezTo>
                  <a:lnTo>
                    <a:pt x="6164" y="2226"/>
                  </a:lnTo>
                  <a:cubicBezTo>
                    <a:pt x="6069" y="2071"/>
                    <a:pt x="5943" y="1920"/>
                    <a:pt x="5866" y="1747"/>
                  </a:cubicBezTo>
                  <a:cubicBezTo>
                    <a:pt x="5787" y="1570"/>
                    <a:pt x="5750" y="1377"/>
                    <a:pt x="5659" y="1205"/>
                  </a:cubicBezTo>
                  <a:cubicBezTo>
                    <a:pt x="5532" y="961"/>
                    <a:pt x="5140" y="572"/>
                    <a:pt x="4773" y="572"/>
                  </a:cubicBezTo>
                  <a:cubicBezTo>
                    <a:pt x="4771" y="572"/>
                    <a:pt x="4769" y="572"/>
                    <a:pt x="4767" y="573"/>
                  </a:cubicBezTo>
                  <a:cubicBezTo>
                    <a:pt x="4758" y="599"/>
                    <a:pt x="4754" y="632"/>
                    <a:pt x="4754" y="676"/>
                  </a:cubicBezTo>
                  <a:cubicBezTo>
                    <a:pt x="4812" y="770"/>
                    <a:pt x="4812" y="968"/>
                    <a:pt x="4857" y="1076"/>
                  </a:cubicBezTo>
                  <a:cubicBezTo>
                    <a:pt x="4928" y="1250"/>
                    <a:pt x="5049" y="1391"/>
                    <a:pt x="5103" y="1592"/>
                  </a:cubicBezTo>
                  <a:lnTo>
                    <a:pt x="5089" y="1592"/>
                  </a:lnTo>
                  <a:cubicBezTo>
                    <a:pt x="5017" y="1480"/>
                    <a:pt x="4908" y="1397"/>
                    <a:pt x="4832" y="1294"/>
                  </a:cubicBezTo>
                  <a:cubicBezTo>
                    <a:pt x="4355" y="663"/>
                    <a:pt x="3694" y="328"/>
                    <a:pt x="2817" y="91"/>
                  </a:cubicBezTo>
                  <a:cubicBezTo>
                    <a:pt x="2734" y="83"/>
                    <a:pt x="2653" y="75"/>
                    <a:pt x="2571" y="67"/>
                  </a:cubicBezTo>
                  <a:cubicBezTo>
                    <a:pt x="2454" y="39"/>
                    <a:pt x="2215" y="1"/>
                    <a:pt x="199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10"/>
            <p:cNvSpPr/>
            <p:nvPr/>
          </p:nvSpPr>
          <p:spPr>
            <a:xfrm>
              <a:off x="3559018" y="3093379"/>
              <a:ext cx="70533" cy="28208"/>
            </a:xfrm>
            <a:custGeom>
              <a:rect b="b" l="l" r="r" t="t"/>
              <a:pathLst>
                <a:path extrusionOk="0" h="997" w="2493">
                  <a:moveTo>
                    <a:pt x="38" y="1"/>
                  </a:moveTo>
                  <a:cubicBezTo>
                    <a:pt x="22" y="37"/>
                    <a:pt x="8" y="55"/>
                    <a:pt x="0" y="104"/>
                  </a:cubicBezTo>
                  <a:cubicBezTo>
                    <a:pt x="191" y="143"/>
                    <a:pt x="473" y="321"/>
                    <a:pt x="660" y="402"/>
                  </a:cubicBezTo>
                  <a:cubicBezTo>
                    <a:pt x="1019" y="558"/>
                    <a:pt x="1387" y="660"/>
                    <a:pt x="1758" y="802"/>
                  </a:cubicBezTo>
                  <a:cubicBezTo>
                    <a:pt x="1815" y="824"/>
                    <a:pt x="1861" y="870"/>
                    <a:pt x="1912" y="892"/>
                  </a:cubicBezTo>
                  <a:cubicBezTo>
                    <a:pt x="1971" y="918"/>
                    <a:pt x="2351" y="997"/>
                    <a:pt x="2376" y="997"/>
                  </a:cubicBezTo>
                  <a:cubicBezTo>
                    <a:pt x="2377" y="997"/>
                    <a:pt x="2377" y="997"/>
                    <a:pt x="2377" y="997"/>
                  </a:cubicBezTo>
                  <a:cubicBezTo>
                    <a:pt x="2427" y="979"/>
                    <a:pt x="2452" y="946"/>
                    <a:pt x="2492" y="918"/>
                  </a:cubicBezTo>
                  <a:cubicBezTo>
                    <a:pt x="2347" y="790"/>
                    <a:pt x="1941" y="725"/>
                    <a:pt x="1730" y="648"/>
                  </a:cubicBezTo>
                  <a:cubicBezTo>
                    <a:pt x="1331" y="498"/>
                    <a:pt x="915" y="354"/>
                    <a:pt x="529" y="194"/>
                  </a:cubicBezTo>
                  <a:cubicBezTo>
                    <a:pt x="356" y="124"/>
                    <a:pt x="186" y="88"/>
                    <a:pt x="3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10"/>
            <p:cNvSpPr/>
            <p:nvPr/>
          </p:nvSpPr>
          <p:spPr>
            <a:xfrm>
              <a:off x="3686557" y="3771928"/>
              <a:ext cx="23737" cy="25803"/>
            </a:xfrm>
            <a:custGeom>
              <a:rect b="b" l="l" r="r" t="t"/>
              <a:pathLst>
                <a:path extrusionOk="0" h="912" w="839">
                  <a:moveTo>
                    <a:pt x="1" y="0"/>
                  </a:moveTo>
                  <a:lnTo>
                    <a:pt x="1" y="25"/>
                  </a:lnTo>
                  <a:cubicBezTo>
                    <a:pt x="232" y="202"/>
                    <a:pt x="94" y="610"/>
                    <a:pt x="79" y="890"/>
                  </a:cubicBezTo>
                  <a:cubicBezTo>
                    <a:pt x="81" y="896"/>
                    <a:pt x="87" y="900"/>
                    <a:pt x="91" y="903"/>
                  </a:cubicBezTo>
                  <a:cubicBezTo>
                    <a:pt x="172" y="909"/>
                    <a:pt x="267" y="912"/>
                    <a:pt x="362" y="912"/>
                  </a:cubicBezTo>
                  <a:cubicBezTo>
                    <a:pt x="457" y="912"/>
                    <a:pt x="552" y="909"/>
                    <a:pt x="633" y="903"/>
                  </a:cubicBezTo>
                  <a:cubicBezTo>
                    <a:pt x="668" y="858"/>
                    <a:pt x="728" y="832"/>
                    <a:pt x="750" y="774"/>
                  </a:cubicBezTo>
                  <a:cubicBezTo>
                    <a:pt x="838" y="540"/>
                    <a:pt x="741" y="211"/>
                    <a:pt x="712" y="13"/>
                  </a:cubicBezTo>
                  <a:cubicBezTo>
                    <a:pt x="472" y="13"/>
                    <a:pt x="223" y="2"/>
                    <a:pt x="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0"/>
            <p:cNvSpPr/>
            <p:nvPr/>
          </p:nvSpPr>
          <p:spPr>
            <a:xfrm>
              <a:off x="3393540" y="3749662"/>
              <a:ext cx="414570" cy="953203"/>
            </a:xfrm>
            <a:custGeom>
              <a:rect b="b" l="l" r="r" t="t"/>
              <a:pathLst>
                <a:path extrusionOk="0" h="33691" w="14653">
                  <a:moveTo>
                    <a:pt x="3949" y="4365"/>
                  </a:moveTo>
                  <a:lnTo>
                    <a:pt x="3949" y="4365"/>
                  </a:lnTo>
                  <a:cubicBezTo>
                    <a:pt x="4132" y="4563"/>
                    <a:pt x="4084" y="5089"/>
                    <a:pt x="4155" y="5412"/>
                  </a:cubicBezTo>
                  <a:cubicBezTo>
                    <a:pt x="4176" y="5505"/>
                    <a:pt x="4153" y="5635"/>
                    <a:pt x="4169" y="5710"/>
                  </a:cubicBezTo>
                  <a:cubicBezTo>
                    <a:pt x="4183" y="5780"/>
                    <a:pt x="4189" y="6077"/>
                    <a:pt x="4169" y="6110"/>
                  </a:cubicBezTo>
                  <a:cubicBezTo>
                    <a:pt x="4125" y="5912"/>
                    <a:pt x="4083" y="5713"/>
                    <a:pt x="4039" y="5515"/>
                  </a:cubicBezTo>
                  <a:cubicBezTo>
                    <a:pt x="4009" y="5132"/>
                    <a:pt x="3980" y="4749"/>
                    <a:pt x="3949" y="4365"/>
                  </a:cubicBezTo>
                  <a:close/>
                  <a:moveTo>
                    <a:pt x="4182" y="6109"/>
                  </a:moveTo>
                  <a:cubicBezTo>
                    <a:pt x="4196" y="6132"/>
                    <a:pt x="4196" y="6152"/>
                    <a:pt x="4182" y="6174"/>
                  </a:cubicBezTo>
                  <a:lnTo>
                    <a:pt x="4182" y="6109"/>
                  </a:lnTo>
                  <a:close/>
                  <a:moveTo>
                    <a:pt x="10189" y="4649"/>
                  </a:moveTo>
                  <a:lnTo>
                    <a:pt x="10189" y="4649"/>
                  </a:lnTo>
                  <a:cubicBezTo>
                    <a:pt x="10426" y="4829"/>
                    <a:pt x="10349" y="5707"/>
                    <a:pt x="10268" y="6018"/>
                  </a:cubicBezTo>
                  <a:cubicBezTo>
                    <a:pt x="10239" y="6126"/>
                    <a:pt x="10247" y="6250"/>
                    <a:pt x="10189" y="6330"/>
                  </a:cubicBezTo>
                  <a:lnTo>
                    <a:pt x="10189" y="6318"/>
                  </a:lnTo>
                  <a:cubicBezTo>
                    <a:pt x="10121" y="6210"/>
                    <a:pt x="10172" y="5936"/>
                    <a:pt x="10176" y="5799"/>
                  </a:cubicBezTo>
                  <a:cubicBezTo>
                    <a:pt x="10194" y="5402"/>
                    <a:pt x="10278" y="5046"/>
                    <a:pt x="10189" y="4649"/>
                  </a:cubicBezTo>
                  <a:close/>
                  <a:moveTo>
                    <a:pt x="10717" y="5012"/>
                  </a:moveTo>
                  <a:cubicBezTo>
                    <a:pt x="10755" y="5069"/>
                    <a:pt x="10742" y="5193"/>
                    <a:pt x="10742" y="5283"/>
                  </a:cubicBezTo>
                  <a:cubicBezTo>
                    <a:pt x="10742" y="5499"/>
                    <a:pt x="10749" y="5699"/>
                    <a:pt x="10704" y="5891"/>
                  </a:cubicBezTo>
                  <a:cubicBezTo>
                    <a:pt x="10588" y="6380"/>
                    <a:pt x="10544" y="6879"/>
                    <a:pt x="10393" y="7337"/>
                  </a:cubicBezTo>
                  <a:cubicBezTo>
                    <a:pt x="10313" y="7580"/>
                    <a:pt x="10188" y="7810"/>
                    <a:pt x="10122" y="8048"/>
                  </a:cubicBezTo>
                  <a:lnTo>
                    <a:pt x="10111" y="8048"/>
                  </a:lnTo>
                  <a:lnTo>
                    <a:pt x="10111" y="8009"/>
                  </a:lnTo>
                  <a:cubicBezTo>
                    <a:pt x="10153" y="7948"/>
                    <a:pt x="10140" y="7861"/>
                    <a:pt x="10162" y="7776"/>
                  </a:cubicBezTo>
                  <a:cubicBezTo>
                    <a:pt x="10217" y="7579"/>
                    <a:pt x="10233" y="7363"/>
                    <a:pt x="10291" y="7157"/>
                  </a:cubicBezTo>
                  <a:cubicBezTo>
                    <a:pt x="10391" y="6806"/>
                    <a:pt x="10452" y="6417"/>
                    <a:pt x="10550" y="6059"/>
                  </a:cubicBezTo>
                  <a:cubicBezTo>
                    <a:pt x="10582" y="5939"/>
                    <a:pt x="10569" y="5835"/>
                    <a:pt x="10601" y="5710"/>
                  </a:cubicBezTo>
                  <a:cubicBezTo>
                    <a:pt x="10653" y="5498"/>
                    <a:pt x="10711" y="5249"/>
                    <a:pt x="10717" y="5012"/>
                  </a:cubicBezTo>
                  <a:close/>
                  <a:moveTo>
                    <a:pt x="10099" y="8050"/>
                  </a:moveTo>
                  <a:cubicBezTo>
                    <a:pt x="10109" y="8063"/>
                    <a:pt x="10103" y="8052"/>
                    <a:pt x="10111" y="8074"/>
                  </a:cubicBezTo>
                  <a:lnTo>
                    <a:pt x="10099" y="8074"/>
                  </a:lnTo>
                  <a:lnTo>
                    <a:pt x="10099" y="8050"/>
                  </a:lnTo>
                  <a:close/>
                  <a:moveTo>
                    <a:pt x="4464" y="4778"/>
                  </a:moveTo>
                  <a:cubicBezTo>
                    <a:pt x="4486" y="4947"/>
                    <a:pt x="4503" y="5191"/>
                    <a:pt x="4542" y="5373"/>
                  </a:cubicBezTo>
                  <a:cubicBezTo>
                    <a:pt x="4573" y="5518"/>
                    <a:pt x="4539" y="5678"/>
                    <a:pt x="4568" y="5812"/>
                  </a:cubicBezTo>
                  <a:cubicBezTo>
                    <a:pt x="4571" y="6023"/>
                    <a:pt x="4577" y="6234"/>
                    <a:pt x="4580" y="6444"/>
                  </a:cubicBezTo>
                  <a:cubicBezTo>
                    <a:pt x="4635" y="6699"/>
                    <a:pt x="4606" y="7372"/>
                    <a:pt x="4555" y="7608"/>
                  </a:cubicBezTo>
                  <a:cubicBezTo>
                    <a:pt x="4513" y="7801"/>
                    <a:pt x="4558" y="8282"/>
                    <a:pt x="4477" y="8409"/>
                  </a:cubicBezTo>
                  <a:cubicBezTo>
                    <a:pt x="4477" y="8093"/>
                    <a:pt x="4512" y="7733"/>
                    <a:pt x="4452" y="7453"/>
                  </a:cubicBezTo>
                  <a:cubicBezTo>
                    <a:pt x="4426" y="7331"/>
                    <a:pt x="4461" y="7171"/>
                    <a:pt x="4439" y="7067"/>
                  </a:cubicBezTo>
                  <a:cubicBezTo>
                    <a:pt x="4400" y="6879"/>
                    <a:pt x="4462" y="6642"/>
                    <a:pt x="4426" y="6472"/>
                  </a:cubicBezTo>
                  <a:cubicBezTo>
                    <a:pt x="4382" y="6269"/>
                    <a:pt x="4454" y="6014"/>
                    <a:pt x="4414" y="5825"/>
                  </a:cubicBezTo>
                  <a:lnTo>
                    <a:pt x="4414" y="5566"/>
                  </a:lnTo>
                  <a:cubicBezTo>
                    <a:pt x="4414" y="5289"/>
                    <a:pt x="4438" y="5028"/>
                    <a:pt x="4439" y="4778"/>
                  </a:cubicBezTo>
                  <a:close/>
                  <a:moveTo>
                    <a:pt x="5822" y="8540"/>
                  </a:moveTo>
                  <a:cubicBezTo>
                    <a:pt x="5832" y="8552"/>
                    <a:pt x="5828" y="8545"/>
                    <a:pt x="5833" y="8561"/>
                  </a:cubicBezTo>
                  <a:lnTo>
                    <a:pt x="5822" y="8561"/>
                  </a:lnTo>
                  <a:lnTo>
                    <a:pt x="5822" y="8540"/>
                  </a:lnTo>
                  <a:close/>
                  <a:moveTo>
                    <a:pt x="11134" y="5813"/>
                  </a:moveTo>
                  <a:cubicBezTo>
                    <a:pt x="11159" y="5848"/>
                    <a:pt x="11176" y="5955"/>
                    <a:pt x="11159" y="6021"/>
                  </a:cubicBezTo>
                  <a:cubicBezTo>
                    <a:pt x="11108" y="6242"/>
                    <a:pt x="11107" y="6466"/>
                    <a:pt x="11043" y="6681"/>
                  </a:cubicBezTo>
                  <a:cubicBezTo>
                    <a:pt x="10967" y="6943"/>
                    <a:pt x="10936" y="7219"/>
                    <a:pt x="10849" y="7483"/>
                  </a:cubicBezTo>
                  <a:cubicBezTo>
                    <a:pt x="10724" y="7862"/>
                    <a:pt x="10611" y="8252"/>
                    <a:pt x="10461" y="8593"/>
                  </a:cubicBezTo>
                  <a:cubicBezTo>
                    <a:pt x="10394" y="8747"/>
                    <a:pt x="10278" y="9070"/>
                    <a:pt x="10164" y="9162"/>
                  </a:cubicBezTo>
                  <a:cubicBezTo>
                    <a:pt x="10159" y="9163"/>
                    <a:pt x="10154" y="9169"/>
                    <a:pt x="10151" y="9172"/>
                  </a:cubicBezTo>
                  <a:lnTo>
                    <a:pt x="10151" y="9147"/>
                  </a:lnTo>
                  <a:cubicBezTo>
                    <a:pt x="10204" y="9085"/>
                    <a:pt x="10210" y="9000"/>
                    <a:pt x="10242" y="8915"/>
                  </a:cubicBezTo>
                  <a:cubicBezTo>
                    <a:pt x="10319" y="8713"/>
                    <a:pt x="10369" y="8494"/>
                    <a:pt x="10449" y="8282"/>
                  </a:cubicBezTo>
                  <a:cubicBezTo>
                    <a:pt x="10601" y="7877"/>
                    <a:pt x="10713" y="7433"/>
                    <a:pt x="10849" y="7016"/>
                  </a:cubicBezTo>
                  <a:cubicBezTo>
                    <a:pt x="10893" y="6881"/>
                    <a:pt x="10894" y="6764"/>
                    <a:pt x="10939" y="6628"/>
                  </a:cubicBezTo>
                  <a:cubicBezTo>
                    <a:pt x="11018" y="6385"/>
                    <a:pt x="11120" y="6101"/>
                    <a:pt x="11134" y="5813"/>
                  </a:cubicBezTo>
                  <a:close/>
                  <a:moveTo>
                    <a:pt x="10138" y="9172"/>
                  </a:moveTo>
                  <a:cubicBezTo>
                    <a:pt x="10150" y="9185"/>
                    <a:pt x="10143" y="9176"/>
                    <a:pt x="10151" y="9198"/>
                  </a:cubicBezTo>
                  <a:lnTo>
                    <a:pt x="10138" y="9198"/>
                  </a:lnTo>
                  <a:lnTo>
                    <a:pt x="10138" y="9172"/>
                  </a:lnTo>
                  <a:close/>
                  <a:moveTo>
                    <a:pt x="4866" y="5658"/>
                  </a:moveTo>
                  <a:cubicBezTo>
                    <a:pt x="4903" y="5672"/>
                    <a:pt x="4890" y="5659"/>
                    <a:pt x="4904" y="5696"/>
                  </a:cubicBezTo>
                  <a:cubicBezTo>
                    <a:pt x="5026" y="5850"/>
                    <a:pt x="4997" y="6117"/>
                    <a:pt x="5047" y="6341"/>
                  </a:cubicBezTo>
                  <a:cubicBezTo>
                    <a:pt x="5079" y="6490"/>
                    <a:pt x="5064" y="6690"/>
                    <a:pt x="5098" y="6844"/>
                  </a:cubicBezTo>
                  <a:lnTo>
                    <a:pt x="5098" y="7128"/>
                  </a:lnTo>
                  <a:cubicBezTo>
                    <a:pt x="5135" y="7310"/>
                    <a:pt x="5137" y="7914"/>
                    <a:pt x="5098" y="8096"/>
                  </a:cubicBezTo>
                  <a:cubicBezTo>
                    <a:pt x="5058" y="8271"/>
                    <a:pt x="5105" y="8458"/>
                    <a:pt x="5071" y="8612"/>
                  </a:cubicBezTo>
                  <a:cubicBezTo>
                    <a:pt x="5034" y="8791"/>
                    <a:pt x="5092" y="9272"/>
                    <a:pt x="5021" y="9389"/>
                  </a:cubicBezTo>
                  <a:cubicBezTo>
                    <a:pt x="5022" y="9092"/>
                    <a:pt x="5054" y="8675"/>
                    <a:pt x="4996" y="8420"/>
                  </a:cubicBezTo>
                  <a:cubicBezTo>
                    <a:pt x="4968" y="8304"/>
                    <a:pt x="5005" y="8146"/>
                    <a:pt x="4983" y="8045"/>
                  </a:cubicBezTo>
                  <a:cubicBezTo>
                    <a:pt x="4945" y="7879"/>
                    <a:pt x="5005" y="7666"/>
                    <a:pt x="4970" y="7515"/>
                  </a:cubicBezTo>
                  <a:lnTo>
                    <a:pt x="4970" y="6830"/>
                  </a:lnTo>
                  <a:cubicBezTo>
                    <a:pt x="4919" y="6603"/>
                    <a:pt x="4983" y="6340"/>
                    <a:pt x="4932" y="6107"/>
                  </a:cubicBezTo>
                  <a:cubicBezTo>
                    <a:pt x="4904" y="5992"/>
                    <a:pt x="4853" y="5738"/>
                    <a:pt x="4866" y="5658"/>
                  </a:cubicBezTo>
                  <a:close/>
                  <a:moveTo>
                    <a:pt x="11428" y="7158"/>
                  </a:moveTo>
                  <a:cubicBezTo>
                    <a:pt x="11453" y="7195"/>
                    <a:pt x="11442" y="7321"/>
                    <a:pt x="11428" y="7379"/>
                  </a:cubicBezTo>
                  <a:cubicBezTo>
                    <a:pt x="11374" y="7592"/>
                    <a:pt x="11332" y="7813"/>
                    <a:pt x="11261" y="8023"/>
                  </a:cubicBezTo>
                  <a:cubicBezTo>
                    <a:pt x="11062" y="8619"/>
                    <a:pt x="10868" y="9233"/>
                    <a:pt x="10628" y="9781"/>
                  </a:cubicBezTo>
                  <a:cubicBezTo>
                    <a:pt x="10521" y="10025"/>
                    <a:pt x="10416" y="10339"/>
                    <a:pt x="10202" y="10478"/>
                  </a:cubicBezTo>
                  <a:lnTo>
                    <a:pt x="10202" y="10451"/>
                  </a:lnTo>
                  <a:cubicBezTo>
                    <a:pt x="10266" y="10379"/>
                    <a:pt x="10276" y="10262"/>
                    <a:pt x="10319" y="10168"/>
                  </a:cubicBezTo>
                  <a:cubicBezTo>
                    <a:pt x="10406" y="9967"/>
                    <a:pt x="10486" y="9758"/>
                    <a:pt x="10576" y="9549"/>
                  </a:cubicBezTo>
                  <a:cubicBezTo>
                    <a:pt x="10713" y="9234"/>
                    <a:pt x="10843" y="8891"/>
                    <a:pt x="10976" y="8567"/>
                  </a:cubicBezTo>
                  <a:cubicBezTo>
                    <a:pt x="11041" y="8406"/>
                    <a:pt x="11064" y="8252"/>
                    <a:pt x="11130" y="8089"/>
                  </a:cubicBezTo>
                  <a:cubicBezTo>
                    <a:pt x="11233" y="7842"/>
                    <a:pt x="11400" y="7452"/>
                    <a:pt x="11428" y="7158"/>
                  </a:cubicBezTo>
                  <a:close/>
                  <a:moveTo>
                    <a:pt x="5239" y="6948"/>
                  </a:moveTo>
                  <a:lnTo>
                    <a:pt x="5239" y="6948"/>
                  </a:lnTo>
                  <a:cubicBezTo>
                    <a:pt x="5355" y="7075"/>
                    <a:pt x="5335" y="7358"/>
                    <a:pt x="5383" y="7544"/>
                  </a:cubicBezTo>
                  <a:cubicBezTo>
                    <a:pt x="5458" y="7840"/>
                    <a:pt x="5429" y="8202"/>
                    <a:pt x="5499" y="8525"/>
                  </a:cubicBezTo>
                  <a:lnTo>
                    <a:pt x="5499" y="8849"/>
                  </a:lnTo>
                  <a:cubicBezTo>
                    <a:pt x="5544" y="9061"/>
                    <a:pt x="5529" y="9643"/>
                    <a:pt x="5486" y="9844"/>
                  </a:cubicBezTo>
                  <a:cubicBezTo>
                    <a:pt x="5448" y="10021"/>
                    <a:pt x="5497" y="10448"/>
                    <a:pt x="5420" y="10566"/>
                  </a:cubicBezTo>
                  <a:cubicBezTo>
                    <a:pt x="5429" y="9323"/>
                    <a:pt x="5326" y="8086"/>
                    <a:pt x="5239" y="6948"/>
                  </a:cubicBezTo>
                  <a:close/>
                  <a:moveTo>
                    <a:pt x="3420" y="7491"/>
                  </a:moveTo>
                  <a:cubicBezTo>
                    <a:pt x="3479" y="7599"/>
                    <a:pt x="3564" y="7699"/>
                    <a:pt x="3626" y="7802"/>
                  </a:cubicBezTo>
                  <a:cubicBezTo>
                    <a:pt x="3791" y="8071"/>
                    <a:pt x="3900" y="8361"/>
                    <a:pt x="4065" y="8630"/>
                  </a:cubicBezTo>
                  <a:cubicBezTo>
                    <a:pt x="4404" y="9187"/>
                    <a:pt x="4715" y="9756"/>
                    <a:pt x="5086" y="10283"/>
                  </a:cubicBezTo>
                  <a:cubicBezTo>
                    <a:pt x="5180" y="10417"/>
                    <a:pt x="5284" y="10550"/>
                    <a:pt x="5384" y="10683"/>
                  </a:cubicBezTo>
                  <a:lnTo>
                    <a:pt x="5566" y="10864"/>
                  </a:lnTo>
                  <a:lnTo>
                    <a:pt x="5590" y="10864"/>
                  </a:lnTo>
                  <a:lnTo>
                    <a:pt x="5590" y="10877"/>
                  </a:lnTo>
                  <a:cubicBezTo>
                    <a:pt x="5569" y="10870"/>
                    <a:pt x="5579" y="10874"/>
                    <a:pt x="5566" y="10864"/>
                  </a:cubicBezTo>
                  <a:lnTo>
                    <a:pt x="5541" y="10864"/>
                  </a:lnTo>
                  <a:cubicBezTo>
                    <a:pt x="5500" y="10821"/>
                    <a:pt x="5448" y="10797"/>
                    <a:pt x="5399" y="10761"/>
                  </a:cubicBezTo>
                  <a:cubicBezTo>
                    <a:pt x="5368" y="10726"/>
                    <a:pt x="5339" y="10691"/>
                    <a:pt x="5308" y="10658"/>
                  </a:cubicBezTo>
                  <a:cubicBezTo>
                    <a:pt x="5150" y="10537"/>
                    <a:pt x="4986" y="10376"/>
                    <a:pt x="4868" y="10217"/>
                  </a:cubicBezTo>
                  <a:cubicBezTo>
                    <a:pt x="4465" y="9678"/>
                    <a:pt x="4160" y="9088"/>
                    <a:pt x="3834" y="8460"/>
                  </a:cubicBezTo>
                  <a:cubicBezTo>
                    <a:pt x="3725" y="8252"/>
                    <a:pt x="3623" y="8042"/>
                    <a:pt x="3523" y="7815"/>
                  </a:cubicBezTo>
                  <a:cubicBezTo>
                    <a:pt x="3478" y="7714"/>
                    <a:pt x="3411" y="7612"/>
                    <a:pt x="3382" y="7491"/>
                  </a:cubicBezTo>
                  <a:close/>
                  <a:moveTo>
                    <a:pt x="5835" y="8566"/>
                  </a:moveTo>
                  <a:lnTo>
                    <a:pt x="5835" y="8566"/>
                  </a:lnTo>
                  <a:cubicBezTo>
                    <a:pt x="5963" y="8703"/>
                    <a:pt x="5916" y="8996"/>
                    <a:pt x="5964" y="9211"/>
                  </a:cubicBezTo>
                  <a:cubicBezTo>
                    <a:pt x="6091" y="9787"/>
                    <a:pt x="6002" y="10526"/>
                    <a:pt x="6002" y="11148"/>
                  </a:cubicBezTo>
                  <a:lnTo>
                    <a:pt x="5977" y="11148"/>
                  </a:lnTo>
                  <a:lnTo>
                    <a:pt x="5977" y="11032"/>
                  </a:lnTo>
                  <a:cubicBezTo>
                    <a:pt x="5894" y="10901"/>
                    <a:pt x="5952" y="10523"/>
                    <a:pt x="5912" y="10334"/>
                  </a:cubicBezTo>
                  <a:cubicBezTo>
                    <a:pt x="5886" y="10216"/>
                    <a:pt x="5928" y="10041"/>
                    <a:pt x="5899" y="9906"/>
                  </a:cubicBezTo>
                  <a:cubicBezTo>
                    <a:pt x="5857" y="9716"/>
                    <a:pt x="5886" y="9448"/>
                    <a:pt x="5886" y="9234"/>
                  </a:cubicBezTo>
                  <a:cubicBezTo>
                    <a:pt x="5884" y="9012"/>
                    <a:pt x="5858" y="8765"/>
                    <a:pt x="5835" y="8566"/>
                  </a:cubicBezTo>
                  <a:close/>
                  <a:moveTo>
                    <a:pt x="11376" y="9080"/>
                  </a:moveTo>
                  <a:cubicBezTo>
                    <a:pt x="11400" y="9117"/>
                    <a:pt x="11389" y="9200"/>
                    <a:pt x="11376" y="9248"/>
                  </a:cubicBezTo>
                  <a:cubicBezTo>
                    <a:pt x="11335" y="9396"/>
                    <a:pt x="11280" y="9560"/>
                    <a:pt x="11235" y="9700"/>
                  </a:cubicBezTo>
                  <a:cubicBezTo>
                    <a:pt x="11104" y="10092"/>
                    <a:pt x="11005" y="10462"/>
                    <a:pt x="10848" y="10825"/>
                  </a:cubicBezTo>
                  <a:cubicBezTo>
                    <a:pt x="10777" y="10992"/>
                    <a:pt x="10654" y="11152"/>
                    <a:pt x="10602" y="11330"/>
                  </a:cubicBezTo>
                  <a:lnTo>
                    <a:pt x="10589" y="11330"/>
                  </a:lnTo>
                  <a:lnTo>
                    <a:pt x="10589" y="11239"/>
                  </a:lnTo>
                  <a:cubicBezTo>
                    <a:pt x="10622" y="11186"/>
                    <a:pt x="10608" y="11113"/>
                    <a:pt x="10627" y="11045"/>
                  </a:cubicBezTo>
                  <a:cubicBezTo>
                    <a:pt x="10678" y="10893"/>
                    <a:pt x="10731" y="10742"/>
                    <a:pt x="10782" y="10592"/>
                  </a:cubicBezTo>
                  <a:cubicBezTo>
                    <a:pt x="10922" y="10262"/>
                    <a:pt x="11041" y="9925"/>
                    <a:pt x="11182" y="9583"/>
                  </a:cubicBezTo>
                  <a:cubicBezTo>
                    <a:pt x="11245" y="9429"/>
                    <a:pt x="11357" y="9266"/>
                    <a:pt x="11376" y="9080"/>
                  </a:cubicBezTo>
                  <a:close/>
                  <a:moveTo>
                    <a:pt x="6275" y="10207"/>
                  </a:moveTo>
                  <a:lnTo>
                    <a:pt x="6275" y="10207"/>
                  </a:lnTo>
                  <a:cubicBezTo>
                    <a:pt x="6357" y="10310"/>
                    <a:pt x="6320" y="10507"/>
                    <a:pt x="6352" y="10659"/>
                  </a:cubicBezTo>
                  <a:cubicBezTo>
                    <a:pt x="6428" y="11010"/>
                    <a:pt x="6396" y="11828"/>
                    <a:pt x="6236" y="12029"/>
                  </a:cubicBezTo>
                  <a:cubicBezTo>
                    <a:pt x="6249" y="11437"/>
                    <a:pt x="6283" y="10811"/>
                    <a:pt x="6275" y="10207"/>
                  </a:cubicBezTo>
                  <a:close/>
                  <a:moveTo>
                    <a:pt x="11703" y="10180"/>
                  </a:moveTo>
                  <a:lnTo>
                    <a:pt x="11703" y="10180"/>
                  </a:lnTo>
                  <a:cubicBezTo>
                    <a:pt x="11761" y="10265"/>
                    <a:pt x="11642" y="10728"/>
                    <a:pt x="11613" y="10812"/>
                  </a:cubicBezTo>
                  <a:cubicBezTo>
                    <a:pt x="11467" y="11242"/>
                    <a:pt x="11328" y="11694"/>
                    <a:pt x="11107" y="12054"/>
                  </a:cubicBezTo>
                  <a:cubicBezTo>
                    <a:pt x="11031" y="12179"/>
                    <a:pt x="10968" y="12334"/>
                    <a:pt x="10849" y="12414"/>
                  </a:cubicBezTo>
                  <a:lnTo>
                    <a:pt x="10849" y="12389"/>
                  </a:lnTo>
                  <a:cubicBezTo>
                    <a:pt x="10902" y="12327"/>
                    <a:pt x="10906" y="12238"/>
                    <a:pt x="10939" y="12157"/>
                  </a:cubicBezTo>
                  <a:cubicBezTo>
                    <a:pt x="11002" y="12010"/>
                    <a:pt x="11054" y="11857"/>
                    <a:pt x="11121" y="11705"/>
                  </a:cubicBezTo>
                  <a:cubicBezTo>
                    <a:pt x="11259" y="11386"/>
                    <a:pt x="11383" y="11059"/>
                    <a:pt x="11521" y="10723"/>
                  </a:cubicBezTo>
                  <a:cubicBezTo>
                    <a:pt x="11589" y="10559"/>
                    <a:pt x="11693" y="10390"/>
                    <a:pt x="11703" y="10180"/>
                  </a:cubicBezTo>
                  <a:close/>
                  <a:moveTo>
                    <a:pt x="11855" y="14056"/>
                  </a:moveTo>
                  <a:cubicBezTo>
                    <a:pt x="11867" y="14069"/>
                    <a:pt x="11861" y="14060"/>
                    <a:pt x="11868" y="14082"/>
                  </a:cubicBezTo>
                  <a:lnTo>
                    <a:pt x="11855" y="14082"/>
                  </a:lnTo>
                  <a:lnTo>
                    <a:pt x="11855" y="14056"/>
                  </a:lnTo>
                  <a:close/>
                  <a:moveTo>
                    <a:pt x="11934" y="14470"/>
                  </a:moveTo>
                  <a:lnTo>
                    <a:pt x="11934" y="14470"/>
                  </a:lnTo>
                  <a:cubicBezTo>
                    <a:pt x="11963" y="14518"/>
                    <a:pt x="11892" y="14966"/>
                    <a:pt x="11868" y="15052"/>
                  </a:cubicBezTo>
                  <a:cubicBezTo>
                    <a:pt x="11745" y="15525"/>
                    <a:pt x="11708" y="16053"/>
                    <a:pt x="11585" y="16511"/>
                  </a:cubicBezTo>
                  <a:cubicBezTo>
                    <a:pt x="11551" y="16632"/>
                    <a:pt x="11535" y="16958"/>
                    <a:pt x="11482" y="17042"/>
                  </a:cubicBezTo>
                  <a:cubicBezTo>
                    <a:pt x="11473" y="16504"/>
                    <a:pt x="11557" y="15893"/>
                    <a:pt x="11675" y="15451"/>
                  </a:cubicBezTo>
                  <a:cubicBezTo>
                    <a:pt x="11729" y="15254"/>
                    <a:pt x="11730" y="15072"/>
                    <a:pt x="11791" y="14883"/>
                  </a:cubicBezTo>
                  <a:cubicBezTo>
                    <a:pt x="11839" y="14746"/>
                    <a:pt x="11887" y="14608"/>
                    <a:pt x="11934" y="14470"/>
                  </a:cubicBezTo>
                  <a:close/>
                  <a:moveTo>
                    <a:pt x="12101" y="15363"/>
                  </a:moveTo>
                  <a:cubicBezTo>
                    <a:pt x="12107" y="15619"/>
                    <a:pt x="12040" y="15858"/>
                    <a:pt x="11985" y="16074"/>
                  </a:cubicBezTo>
                  <a:cubicBezTo>
                    <a:pt x="11880" y="16481"/>
                    <a:pt x="11858" y="16895"/>
                    <a:pt x="11752" y="17286"/>
                  </a:cubicBezTo>
                  <a:cubicBezTo>
                    <a:pt x="11714" y="17529"/>
                    <a:pt x="11674" y="17769"/>
                    <a:pt x="11636" y="18010"/>
                  </a:cubicBezTo>
                  <a:cubicBezTo>
                    <a:pt x="11623" y="17384"/>
                    <a:pt x="11716" y="16628"/>
                    <a:pt x="11855" y="16123"/>
                  </a:cubicBezTo>
                  <a:cubicBezTo>
                    <a:pt x="11934" y="15848"/>
                    <a:pt x="11961" y="15587"/>
                    <a:pt x="12076" y="15363"/>
                  </a:cubicBezTo>
                  <a:close/>
                  <a:moveTo>
                    <a:pt x="6610" y="14614"/>
                  </a:moveTo>
                  <a:cubicBezTo>
                    <a:pt x="6697" y="14727"/>
                    <a:pt x="6649" y="15046"/>
                    <a:pt x="6687" y="15220"/>
                  </a:cubicBezTo>
                  <a:cubicBezTo>
                    <a:pt x="6733" y="15437"/>
                    <a:pt x="6713" y="15719"/>
                    <a:pt x="6713" y="15969"/>
                  </a:cubicBezTo>
                  <a:cubicBezTo>
                    <a:pt x="6713" y="16471"/>
                    <a:pt x="6707" y="16956"/>
                    <a:pt x="6610" y="17378"/>
                  </a:cubicBezTo>
                  <a:cubicBezTo>
                    <a:pt x="6563" y="17574"/>
                    <a:pt x="6563" y="17766"/>
                    <a:pt x="6518" y="17946"/>
                  </a:cubicBezTo>
                  <a:cubicBezTo>
                    <a:pt x="6504" y="18004"/>
                    <a:pt x="6520" y="18061"/>
                    <a:pt x="6493" y="18100"/>
                  </a:cubicBezTo>
                  <a:cubicBezTo>
                    <a:pt x="6493" y="17975"/>
                    <a:pt x="6496" y="17836"/>
                    <a:pt x="6520" y="17727"/>
                  </a:cubicBezTo>
                  <a:cubicBezTo>
                    <a:pt x="6566" y="17517"/>
                    <a:pt x="6504" y="17266"/>
                    <a:pt x="6546" y="17067"/>
                  </a:cubicBezTo>
                  <a:lnTo>
                    <a:pt x="6546" y="16809"/>
                  </a:lnTo>
                  <a:cubicBezTo>
                    <a:pt x="6569" y="16658"/>
                    <a:pt x="6553" y="16455"/>
                    <a:pt x="6583" y="16305"/>
                  </a:cubicBezTo>
                  <a:cubicBezTo>
                    <a:pt x="6592" y="15742"/>
                    <a:pt x="6599" y="15177"/>
                    <a:pt x="6610" y="14614"/>
                  </a:cubicBezTo>
                  <a:close/>
                  <a:moveTo>
                    <a:pt x="11623" y="18023"/>
                  </a:moveTo>
                  <a:cubicBezTo>
                    <a:pt x="11640" y="18047"/>
                    <a:pt x="11640" y="18077"/>
                    <a:pt x="11623" y="18102"/>
                  </a:cubicBezTo>
                  <a:lnTo>
                    <a:pt x="11623" y="18023"/>
                  </a:lnTo>
                  <a:close/>
                  <a:moveTo>
                    <a:pt x="6480" y="18102"/>
                  </a:moveTo>
                  <a:cubicBezTo>
                    <a:pt x="6495" y="18124"/>
                    <a:pt x="6495" y="18143"/>
                    <a:pt x="6480" y="18167"/>
                  </a:cubicBezTo>
                  <a:lnTo>
                    <a:pt x="6480" y="18102"/>
                  </a:lnTo>
                  <a:close/>
                  <a:moveTo>
                    <a:pt x="12296" y="16190"/>
                  </a:moveTo>
                  <a:cubicBezTo>
                    <a:pt x="12319" y="16226"/>
                    <a:pt x="12321" y="16376"/>
                    <a:pt x="12309" y="16434"/>
                  </a:cubicBezTo>
                  <a:cubicBezTo>
                    <a:pt x="12270" y="16603"/>
                    <a:pt x="12276" y="16787"/>
                    <a:pt x="12230" y="16963"/>
                  </a:cubicBezTo>
                  <a:cubicBezTo>
                    <a:pt x="12066" y="17613"/>
                    <a:pt x="12100" y="18363"/>
                    <a:pt x="11947" y="19031"/>
                  </a:cubicBezTo>
                  <a:cubicBezTo>
                    <a:pt x="11908" y="19201"/>
                    <a:pt x="11929" y="19375"/>
                    <a:pt x="11896" y="19535"/>
                  </a:cubicBezTo>
                  <a:cubicBezTo>
                    <a:pt x="11882" y="19602"/>
                    <a:pt x="11912" y="19695"/>
                    <a:pt x="11883" y="19742"/>
                  </a:cubicBezTo>
                  <a:cubicBezTo>
                    <a:pt x="11857" y="19061"/>
                    <a:pt x="11850" y="18268"/>
                    <a:pt x="11986" y="17689"/>
                  </a:cubicBezTo>
                  <a:lnTo>
                    <a:pt x="12052" y="17197"/>
                  </a:lnTo>
                  <a:cubicBezTo>
                    <a:pt x="12104" y="16991"/>
                    <a:pt x="12130" y="16761"/>
                    <a:pt x="12194" y="16553"/>
                  </a:cubicBezTo>
                  <a:cubicBezTo>
                    <a:pt x="12226" y="16437"/>
                    <a:pt x="12283" y="16321"/>
                    <a:pt x="12296" y="16190"/>
                  </a:cubicBezTo>
                  <a:close/>
                  <a:moveTo>
                    <a:pt x="12412" y="17753"/>
                  </a:moveTo>
                  <a:cubicBezTo>
                    <a:pt x="12470" y="17837"/>
                    <a:pt x="12437" y="18295"/>
                    <a:pt x="12412" y="18411"/>
                  </a:cubicBezTo>
                  <a:lnTo>
                    <a:pt x="12412" y="18631"/>
                  </a:lnTo>
                  <a:cubicBezTo>
                    <a:pt x="12342" y="19559"/>
                    <a:pt x="12274" y="20483"/>
                    <a:pt x="12204" y="21411"/>
                  </a:cubicBezTo>
                  <a:cubicBezTo>
                    <a:pt x="12203" y="21074"/>
                    <a:pt x="12180" y="20758"/>
                    <a:pt x="12180" y="20402"/>
                  </a:cubicBezTo>
                  <a:cubicBezTo>
                    <a:pt x="12180" y="20270"/>
                    <a:pt x="12168" y="20099"/>
                    <a:pt x="12193" y="19987"/>
                  </a:cubicBezTo>
                  <a:cubicBezTo>
                    <a:pt x="12209" y="19915"/>
                    <a:pt x="12193" y="19812"/>
                    <a:pt x="12204" y="19755"/>
                  </a:cubicBezTo>
                  <a:cubicBezTo>
                    <a:pt x="12233" y="19623"/>
                    <a:pt x="12204" y="19483"/>
                    <a:pt x="12230" y="19368"/>
                  </a:cubicBezTo>
                  <a:cubicBezTo>
                    <a:pt x="12267" y="19201"/>
                    <a:pt x="12236" y="19028"/>
                    <a:pt x="12268" y="18877"/>
                  </a:cubicBezTo>
                  <a:cubicBezTo>
                    <a:pt x="12273" y="18778"/>
                    <a:pt x="12277" y="18679"/>
                    <a:pt x="12281" y="18579"/>
                  </a:cubicBezTo>
                  <a:cubicBezTo>
                    <a:pt x="12342" y="18307"/>
                    <a:pt x="12321" y="17990"/>
                    <a:pt x="12412" y="17753"/>
                  </a:cubicBezTo>
                  <a:close/>
                  <a:moveTo>
                    <a:pt x="7062" y="16018"/>
                  </a:moveTo>
                  <a:lnTo>
                    <a:pt x="7062" y="16018"/>
                  </a:lnTo>
                  <a:cubicBezTo>
                    <a:pt x="7198" y="16162"/>
                    <a:pt x="7296" y="16753"/>
                    <a:pt x="7229" y="17052"/>
                  </a:cubicBezTo>
                  <a:lnTo>
                    <a:pt x="7229" y="17427"/>
                  </a:lnTo>
                  <a:cubicBezTo>
                    <a:pt x="7203" y="17746"/>
                    <a:pt x="7178" y="18065"/>
                    <a:pt x="7151" y="18382"/>
                  </a:cubicBezTo>
                  <a:cubicBezTo>
                    <a:pt x="7108" y="18570"/>
                    <a:pt x="7132" y="18778"/>
                    <a:pt x="7085" y="18977"/>
                  </a:cubicBezTo>
                  <a:cubicBezTo>
                    <a:pt x="6963" y="19514"/>
                    <a:pt x="6956" y="20097"/>
                    <a:pt x="6826" y="20605"/>
                  </a:cubicBezTo>
                  <a:cubicBezTo>
                    <a:pt x="6765" y="20851"/>
                    <a:pt x="6745" y="21090"/>
                    <a:pt x="6685" y="21316"/>
                  </a:cubicBezTo>
                  <a:cubicBezTo>
                    <a:pt x="6658" y="21414"/>
                    <a:pt x="6674" y="21540"/>
                    <a:pt x="6620" y="21614"/>
                  </a:cubicBezTo>
                  <a:cubicBezTo>
                    <a:pt x="6663" y="21268"/>
                    <a:pt x="6706" y="20925"/>
                    <a:pt x="6749" y="20581"/>
                  </a:cubicBezTo>
                  <a:cubicBezTo>
                    <a:pt x="6803" y="20073"/>
                    <a:pt x="6857" y="19566"/>
                    <a:pt x="6908" y="19057"/>
                  </a:cubicBezTo>
                  <a:cubicBezTo>
                    <a:pt x="6956" y="18845"/>
                    <a:pt x="6948" y="18586"/>
                    <a:pt x="6998" y="18372"/>
                  </a:cubicBezTo>
                  <a:cubicBezTo>
                    <a:pt x="7002" y="18291"/>
                    <a:pt x="7007" y="18208"/>
                    <a:pt x="7011" y="18127"/>
                  </a:cubicBezTo>
                  <a:cubicBezTo>
                    <a:pt x="7039" y="18001"/>
                    <a:pt x="7018" y="17856"/>
                    <a:pt x="7049" y="17712"/>
                  </a:cubicBezTo>
                  <a:cubicBezTo>
                    <a:pt x="7136" y="17312"/>
                    <a:pt x="7108" y="16801"/>
                    <a:pt x="7127" y="16354"/>
                  </a:cubicBezTo>
                  <a:cubicBezTo>
                    <a:pt x="7130" y="16238"/>
                    <a:pt x="7076" y="16126"/>
                    <a:pt x="7062" y="16018"/>
                  </a:cubicBezTo>
                  <a:close/>
                  <a:moveTo>
                    <a:pt x="6611" y="21629"/>
                  </a:moveTo>
                  <a:cubicBezTo>
                    <a:pt x="6620" y="21643"/>
                    <a:pt x="6618" y="21642"/>
                    <a:pt x="6624" y="21667"/>
                  </a:cubicBezTo>
                  <a:lnTo>
                    <a:pt x="6611" y="21667"/>
                  </a:lnTo>
                  <a:lnTo>
                    <a:pt x="6611" y="21629"/>
                  </a:lnTo>
                  <a:close/>
                  <a:moveTo>
                    <a:pt x="12825" y="18811"/>
                  </a:moveTo>
                  <a:cubicBezTo>
                    <a:pt x="12844" y="18845"/>
                    <a:pt x="12837" y="18948"/>
                    <a:pt x="12825" y="19006"/>
                  </a:cubicBezTo>
                  <a:cubicBezTo>
                    <a:pt x="12781" y="19202"/>
                    <a:pt x="12793" y="19419"/>
                    <a:pt x="12760" y="19639"/>
                  </a:cubicBezTo>
                  <a:cubicBezTo>
                    <a:pt x="12728" y="19841"/>
                    <a:pt x="12752" y="20095"/>
                    <a:pt x="12709" y="20299"/>
                  </a:cubicBezTo>
                  <a:cubicBezTo>
                    <a:pt x="12684" y="20408"/>
                    <a:pt x="12715" y="20555"/>
                    <a:pt x="12696" y="20648"/>
                  </a:cubicBezTo>
                  <a:cubicBezTo>
                    <a:pt x="12668" y="20773"/>
                    <a:pt x="12706" y="20938"/>
                    <a:pt x="12683" y="21047"/>
                  </a:cubicBezTo>
                  <a:cubicBezTo>
                    <a:pt x="12654" y="21180"/>
                    <a:pt x="12696" y="21356"/>
                    <a:pt x="12670" y="21473"/>
                  </a:cubicBezTo>
                  <a:cubicBezTo>
                    <a:pt x="12667" y="21662"/>
                    <a:pt x="12661" y="21854"/>
                    <a:pt x="12658" y="22043"/>
                  </a:cubicBezTo>
                  <a:cubicBezTo>
                    <a:pt x="12658" y="22113"/>
                    <a:pt x="12674" y="22241"/>
                    <a:pt x="12645" y="22288"/>
                  </a:cubicBezTo>
                  <a:cubicBezTo>
                    <a:pt x="12622" y="21958"/>
                    <a:pt x="12566" y="21630"/>
                    <a:pt x="12566" y="21241"/>
                  </a:cubicBezTo>
                  <a:cubicBezTo>
                    <a:pt x="12566" y="21123"/>
                    <a:pt x="12559" y="20975"/>
                    <a:pt x="12579" y="20879"/>
                  </a:cubicBezTo>
                  <a:cubicBezTo>
                    <a:pt x="12597" y="20794"/>
                    <a:pt x="12578" y="20674"/>
                    <a:pt x="12592" y="20607"/>
                  </a:cubicBezTo>
                  <a:cubicBezTo>
                    <a:pt x="12601" y="20431"/>
                    <a:pt x="12608" y="20255"/>
                    <a:pt x="12617" y="20079"/>
                  </a:cubicBezTo>
                  <a:cubicBezTo>
                    <a:pt x="12665" y="19864"/>
                    <a:pt x="12642" y="19625"/>
                    <a:pt x="12696" y="19406"/>
                  </a:cubicBezTo>
                  <a:cubicBezTo>
                    <a:pt x="12741" y="19215"/>
                    <a:pt x="12808" y="19002"/>
                    <a:pt x="12825" y="18811"/>
                  </a:cubicBezTo>
                  <a:close/>
                  <a:moveTo>
                    <a:pt x="7370" y="18695"/>
                  </a:moveTo>
                  <a:lnTo>
                    <a:pt x="7370" y="18695"/>
                  </a:lnTo>
                  <a:cubicBezTo>
                    <a:pt x="7431" y="18760"/>
                    <a:pt x="7411" y="18861"/>
                    <a:pt x="7435" y="18965"/>
                  </a:cubicBezTo>
                  <a:cubicBezTo>
                    <a:pt x="7478" y="19150"/>
                    <a:pt x="7462" y="19415"/>
                    <a:pt x="7462" y="19639"/>
                  </a:cubicBezTo>
                  <a:lnTo>
                    <a:pt x="7462" y="19974"/>
                  </a:lnTo>
                  <a:cubicBezTo>
                    <a:pt x="7438" y="20136"/>
                    <a:pt x="7456" y="20350"/>
                    <a:pt x="7424" y="20504"/>
                  </a:cubicBezTo>
                  <a:lnTo>
                    <a:pt x="7424" y="20698"/>
                  </a:lnTo>
                  <a:cubicBezTo>
                    <a:pt x="7377" y="20901"/>
                    <a:pt x="7419" y="21129"/>
                    <a:pt x="7373" y="21344"/>
                  </a:cubicBezTo>
                  <a:cubicBezTo>
                    <a:pt x="7280" y="21757"/>
                    <a:pt x="7302" y="22219"/>
                    <a:pt x="7206" y="22610"/>
                  </a:cubicBezTo>
                  <a:cubicBezTo>
                    <a:pt x="7143" y="22857"/>
                    <a:pt x="7130" y="23097"/>
                    <a:pt x="7063" y="23321"/>
                  </a:cubicBezTo>
                  <a:cubicBezTo>
                    <a:pt x="7046" y="23379"/>
                    <a:pt x="7055" y="23433"/>
                    <a:pt x="7025" y="23475"/>
                  </a:cubicBezTo>
                  <a:cubicBezTo>
                    <a:pt x="7056" y="23183"/>
                    <a:pt x="7085" y="22889"/>
                    <a:pt x="7116" y="22597"/>
                  </a:cubicBezTo>
                  <a:cubicBezTo>
                    <a:pt x="7151" y="22151"/>
                    <a:pt x="7185" y="21702"/>
                    <a:pt x="7220" y="21254"/>
                  </a:cubicBezTo>
                  <a:cubicBezTo>
                    <a:pt x="7268" y="21021"/>
                    <a:pt x="7244" y="20738"/>
                    <a:pt x="7294" y="20504"/>
                  </a:cubicBezTo>
                  <a:lnTo>
                    <a:pt x="7294" y="20350"/>
                  </a:lnTo>
                  <a:cubicBezTo>
                    <a:pt x="7329" y="20192"/>
                    <a:pt x="7296" y="20002"/>
                    <a:pt x="7332" y="19833"/>
                  </a:cubicBezTo>
                  <a:cubicBezTo>
                    <a:pt x="7403" y="19506"/>
                    <a:pt x="7385" y="19050"/>
                    <a:pt x="7370" y="18695"/>
                  </a:cubicBezTo>
                  <a:close/>
                  <a:moveTo>
                    <a:pt x="7011" y="23490"/>
                  </a:moveTo>
                  <a:cubicBezTo>
                    <a:pt x="7021" y="23503"/>
                    <a:pt x="7017" y="23493"/>
                    <a:pt x="7024" y="23515"/>
                  </a:cubicBezTo>
                  <a:lnTo>
                    <a:pt x="7011" y="23515"/>
                  </a:lnTo>
                  <a:lnTo>
                    <a:pt x="7011" y="23490"/>
                  </a:lnTo>
                  <a:close/>
                  <a:moveTo>
                    <a:pt x="7864" y="20930"/>
                  </a:moveTo>
                  <a:cubicBezTo>
                    <a:pt x="7911" y="20992"/>
                    <a:pt x="7883" y="21082"/>
                    <a:pt x="7904" y="21174"/>
                  </a:cubicBezTo>
                  <a:cubicBezTo>
                    <a:pt x="7944" y="21370"/>
                    <a:pt x="7928" y="21627"/>
                    <a:pt x="7928" y="21860"/>
                  </a:cubicBezTo>
                  <a:lnTo>
                    <a:pt x="7928" y="22117"/>
                  </a:lnTo>
                  <a:cubicBezTo>
                    <a:pt x="7875" y="22365"/>
                    <a:pt x="7934" y="22641"/>
                    <a:pt x="7877" y="22894"/>
                  </a:cubicBezTo>
                  <a:cubicBezTo>
                    <a:pt x="7843" y="23052"/>
                    <a:pt x="7864" y="23228"/>
                    <a:pt x="7827" y="23397"/>
                  </a:cubicBezTo>
                  <a:cubicBezTo>
                    <a:pt x="7741" y="23772"/>
                    <a:pt x="7731" y="24186"/>
                    <a:pt x="7632" y="24535"/>
                  </a:cubicBezTo>
                  <a:cubicBezTo>
                    <a:pt x="7578" y="24733"/>
                    <a:pt x="7558" y="24925"/>
                    <a:pt x="7504" y="25104"/>
                  </a:cubicBezTo>
                  <a:cubicBezTo>
                    <a:pt x="7482" y="25172"/>
                    <a:pt x="7491" y="25248"/>
                    <a:pt x="7453" y="25299"/>
                  </a:cubicBezTo>
                  <a:cubicBezTo>
                    <a:pt x="7456" y="25158"/>
                    <a:pt x="7486" y="25001"/>
                    <a:pt x="7518" y="24871"/>
                  </a:cubicBezTo>
                  <a:cubicBezTo>
                    <a:pt x="7520" y="24798"/>
                    <a:pt x="7523" y="24726"/>
                    <a:pt x="7527" y="24652"/>
                  </a:cubicBezTo>
                  <a:cubicBezTo>
                    <a:pt x="7576" y="24441"/>
                    <a:pt x="7579" y="24188"/>
                    <a:pt x="7630" y="23978"/>
                  </a:cubicBezTo>
                  <a:cubicBezTo>
                    <a:pt x="7702" y="23683"/>
                    <a:pt x="7665" y="23398"/>
                    <a:pt x="7734" y="23100"/>
                  </a:cubicBezTo>
                  <a:cubicBezTo>
                    <a:pt x="7776" y="22921"/>
                    <a:pt x="7754" y="22718"/>
                    <a:pt x="7799" y="22519"/>
                  </a:cubicBezTo>
                  <a:cubicBezTo>
                    <a:pt x="7898" y="22078"/>
                    <a:pt x="7883" y="21431"/>
                    <a:pt x="7864" y="20930"/>
                  </a:cubicBezTo>
                  <a:close/>
                  <a:moveTo>
                    <a:pt x="8482" y="23244"/>
                  </a:moveTo>
                  <a:cubicBezTo>
                    <a:pt x="8494" y="23257"/>
                    <a:pt x="8488" y="23249"/>
                    <a:pt x="8495" y="23270"/>
                  </a:cubicBezTo>
                  <a:cubicBezTo>
                    <a:pt x="8559" y="23362"/>
                    <a:pt x="8554" y="23926"/>
                    <a:pt x="8522" y="24071"/>
                  </a:cubicBezTo>
                  <a:lnTo>
                    <a:pt x="8522" y="24317"/>
                  </a:lnTo>
                  <a:cubicBezTo>
                    <a:pt x="8487" y="24656"/>
                    <a:pt x="8452" y="24996"/>
                    <a:pt x="8417" y="25338"/>
                  </a:cubicBezTo>
                  <a:lnTo>
                    <a:pt x="8314" y="25970"/>
                  </a:lnTo>
                  <a:cubicBezTo>
                    <a:pt x="8205" y="26361"/>
                    <a:pt x="8097" y="26718"/>
                    <a:pt x="7940" y="27043"/>
                  </a:cubicBezTo>
                  <a:lnTo>
                    <a:pt x="7927" y="27043"/>
                  </a:lnTo>
                  <a:lnTo>
                    <a:pt x="7927" y="27004"/>
                  </a:lnTo>
                  <a:cubicBezTo>
                    <a:pt x="7979" y="26934"/>
                    <a:pt x="7978" y="26840"/>
                    <a:pt x="8005" y="26745"/>
                  </a:cubicBezTo>
                  <a:cubicBezTo>
                    <a:pt x="8082" y="26492"/>
                    <a:pt x="8103" y="26212"/>
                    <a:pt x="8173" y="25931"/>
                  </a:cubicBezTo>
                  <a:cubicBezTo>
                    <a:pt x="8235" y="25679"/>
                    <a:pt x="8254" y="25386"/>
                    <a:pt x="8314" y="25128"/>
                  </a:cubicBezTo>
                  <a:cubicBezTo>
                    <a:pt x="8322" y="25034"/>
                    <a:pt x="8330" y="24939"/>
                    <a:pt x="8340" y="24845"/>
                  </a:cubicBezTo>
                  <a:cubicBezTo>
                    <a:pt x="8376" y="24691"/>
                    <a:pt x="8365" y="24513"/>
                    <a:pt x="8405" y="24342"/>
                  </a:cubicBezTo>
                  <a:cubicBezTo>
                    <a:pt x="8479" y="24016"/>
                    <a:pt x="8494" y="23646"/>
                    <a:pt x="8495" y="23270"/>
                  </a:cubicBezTo>
                  <a:lnTo>
                    <a:pt x="8482" y="23270"/>
                  </a:lnTo>
                  <a:lnTo>
                    <a:pt x="8482" y="23244"/>
                  </a:lnTo>
                  <a:close/>
                  <a:moveTo>
                    <a:pt x="7915" y="27043"/>
                  </a:moveTo>
                  <a:cubicBezTo>
                    <a:pt x="7927" y="27055"/>
                    <a:pt x="7921" y="27046"/>
                    <a:pt x="7928" y="27068"/>
                  </a:cubicBezTo>
                  <a:lnTo>
                    <a:pt x="7915" y="27068"/>
                  </a:lnTo>
                  <a:lnTo>
                    <a:pt x="7915" y="27043"/>
                  </a:lnTo>
                  <a:close/>
                  <a:moveTo>
                    <a:pt x="8082" y="29291"/>
                  </a:moveTo>
                  <a:cubicBezTo>
                    <a:pt x="8094" y="29304"/>
                    <a:pt x="8088" y="29294"/>
                    <a:pt x="8096" y="29316"/>
                  </a:cubicBezTo>
                  <a:lnTo>
                    <a:pt x="8082" y="29316"/>
                  </a:lnTo>
                  <a:lnTo>
                    <a:pt x="8082" y="29291"/>
                  </a:lnTo>
                  <a:close/>
                  <a:moveTo>
                    <a:pt x="12011" y="30376"/>
                  </a:moveTo>
                  <a:cubicBezTo>
                    <a:pt x="12021" y="30389"/>
                    <a:pt x="12015" y="30380"/>
                    <a:pt x="12023" y="30402"/>
                  </a:cubicBezTo>
                  <a:lnTo>
                    <a:pt x="12011" y="30402"/>
                  </a:lnTo>
                  <a:lnTo>
                    <a:pt x="12011" y="30376"/>
                  </a:lnTo>
                  <a:close/>
                  <a:moveTo>
                    <a:pt x="12658" y="30762"/>
                  </a:moveTo>
                  <a:lnTo>
                    <a:pt x="12658" y="30762"/>
                  </a:lnTo>
                  <a:cubicBezTo>
                    <a:pt x="12674" y="30822"/>
                    <a:pt x="12476" y="31092"/>
                    <a:pt x="12425" y="31149"/>
                  </a:cubicBezTo>
                  <a:cubicBezTo>
                    <a:pt x="12401" y="31177"/>
                    <a:pt x="12381" y="31232"/>
                    <a:pt x="12349" y="31232"/>
                  </a:cubicBezTo>
                  <a:cubicBezTo>
                    <a:pt x="12344" y="31232"/>
                    <a:pt x="12339" y="31230"/>
                    <a:pt x="12334" y="31228"/>
                  </a:cubicBezTo>
                  <a:cubicBezTo>
                    <a:pt x="12310" y="31207"/>
                    <a:pt x="12316" y="31217"/>
                    <a:pt x="12309" y="31177"/>
                  </a:cubicBezTo>
                  <a:cubicBezTo>
                    <a:pt x="12348" y="31133"/>
                    <a:pt x="12363" y="31069"/>
                    <a:pt x="12399" y="31023"/>
                  </a:cubicBezTo>
                  <a:cubicBezTo>
                    <a:pt x="12485" y="30935"/>
                    <a:pt x="12572" y="30850"/>
                    <a:pt x="12658" y="30762"/>
                  </a:cubicBezTo>
                  <a:close/>
                  <a:moveTo>
                    <a:pt x="11999" y="30403"/>
                  </a:moveTo>
                  <a:cubicBezTo>
                    <a:pt x="12021" y="30457"/>
                    <a:pt x="11925" y="30581"/>
                    <a:pt x="11896" y="30636"/>
                  </a:cubicBezTo>
                  <a:cubicBezTo>
                    <a:pt x="11809" y="30799"/>
                    <a:pt x="11630" y="31238"/>
                    <a:pt x="11469" y="31293"/>
                  </a:cubicBezTo>
                  <a:lnTo>
                    <a:pt x="11469" y="31268"/>
                  </a:lnTo>
                  <a:cubicBezTo>
                    <a:pt x="11540" y="31165"/>
                    <a:pt x="11579" y="30992"/>
                    <a:pt x="11650" y="30882"/>
                  </a:cubicBezTo>
                  <a:cubicBezTo>
                    <a:pt x="11754" y="30716"/>
                    <a:pt x="11909" y="30578"/>
                    <a:pt x="11999" y="30403"/>
                  </a:cubicBezTo>
                  <a:close/>
                  <a:moveTo>
                    <a:pt x="12389" y="30557"/>
                  </a:moveTo>
                  <a:cubicBezTo>
                    <a:pt x="12399" y="30570"/>
                    <a:pt x="12393" y="30562"/>
                    <a:pt x="12401" y="30583"/>
                  </a:cubicBezTo>
                  <a:cubicBezTo>
                    <a:pt x="12260" y="30679"/>
                    <a:pt x="12174" y="30883"/>
                    <a:pt x="12076" y="31023"/>
                  </a:cubicBezTo>
                  <a:cubicBezTo>
                    <a:pt x="11957" y="31190"/>
                    <a:pt x="11822" y="31344"/>
                    <a:pt x="11701" y="31514"/>
                  </a:cubicBezTo>
                  <a:cubicBezTo>
                    <a:pt x="11647" y="31590"/>
                    <a:pt x="11567" y="31661"/>
                    <a:pt x="11534" y="31758"/>
                  </a:cubicBezTo>
                  <a:lnTo>
                    <a:pt x="11521" y="31758"/>
                  </a:lnTo>
                  <a:lnTo>
                    <a:pt x="11521" y="31720"/>
                  </a:lnTo>
                  <a:cubicBezTo>
                    <a:pt x="11547" y="31652"/>
                    <a:pt x="11572" y="31582"/>
                    <a:pt x="11599" y="31514"/>
                  </a:cubicBezTo>
                  <a:cubicBezTo>
                    <a:pt x="11672" y="31373"/>
                    <a:pt x="11765" y="31238"/>
                    <a:pt x="11858" y="31114"/>
                  </a:cubicBezTo>
                  <a:cubicBezTo>
                    <a:pt x="12008" y="30911"/>
                    <a:pt x="12246" y="30767"/>
                    <a:pt x="12389" y="30557"/>
                  </a:cubicBezTo>
                  <a:close/>
                  <a:moveTo>
                    <a:pt x="127" y="1"/>
                  </a:moveTo>
                  <a:lnTo>
                    <a:pt x="127" y="91"/>
                  </a:lnTo>
                  <a:cubicBezTo>
                    <a:pt x="179" y="177"/>
                    <a:pt x="146" y="641"/>
                    <a:pt x="138" y="764"/>
                  </a:cubicBezTo>
                  <a:cubicBezTo>
                    <a:pt x="117" y="1335"/>
                    <a:pt x="95" y="1908"/>
                    <a:pt x="73" y="2483"/>
                  </a:cubicBezTo>
                  <a:cubicBezTo>
                    <a:pt x="64" y="3666"/>
                    <a:pt x="0" y="4902"/>
                    <a:pt x="240" y="5907"/>
                  </a:cubicBezTo>
                  <a:cubicBezTo>
                    <a:pt x="298" y="6148"/>
                    <a:pt x="301" y="6394"/>
                    <a:pt x="356" y="6617"/>
                  </a:cubicBezTo>
                  <a:cubicBezTo>
                    <a:pt x="428" y="6900"/>
                    <a:pt x="425" y="7169"/>
                    <a:pt x="499" y="7445"/>
                  </a:cubicBezTo>
                  <a:cubicBezTo>
                    <a:pt x="737" y="8324"/>
                    <a:pt x="858" y="9223"/>
                    <a:pt x="1105" y="10094"/>
                  </a:cubicBezTo>
                  <a:cubicBezTo>
                    <a:pt x="1585" y="11777"/>
                    <a:pt x="1948" y="13489"/>
                    <a:pt x="2476" y="15121"/>
                  </a:cubicBezTo>
                  <a:cubicBezTo>
                    <a:pt x="2540" y="15318"/>
                    <a:pt x="2549" y="15501"/>
                    <a:pt x="2606" y="15703"/>
                  </a:cubicBezTo>
                  <a:cubicBezTo>
                    <a:pt x="2726" y="16132"/>
                    <a:pt x="2821" y="16594"/>
                    <a:pt x="2941" y="17020"/>
                  </a:cubicBezTo>
                  <a:cubicBezTo>
                    <a:pt x="2957" y="17161"/>
                    <a:pt x="2976" y="17304"/>
                    <a:pt x="2992" y="17448"/>
                  </a:cubicBezTo>
                  <a:cubicBezTo>
                    <a:pt x="3080" y="17818"/>
                    <a:pt x="3087" y="18250"/>
                    <a:pt x="3174" y="18622"/>
                  </a:cubicBezTo>
                  <a:cubicBezTo>
                    <a:pt x="3212" y="18968"/>
                    <a:pt x="3253" y="19311"/>
                    <a:pt x="3290" y="19657"/>
                  </a:cubicBezTo>
                  <a:cubicBezTo>
                    <a:pt x="3322" y="19807"/>
                    <a:pt x="3285" y="19980"/>
                    <a:pt x="3315" y="20123"/>
                  </a:cubicBezTo>
                  <a:lnTo>
                    <a:pt x="3315" y="20421"/>
                  </a:lnTo>
                  <a:cubicBezTo>
                    <a:pt x="3318" y="20642"/>
                    <a:pt x="3308" y="20934"/>
                    <a:pt x="3354" y="21143"/>
                  </a:cubicBezTo>
                  <a:lnTo>
                    <a:pt x="3354" y="21389"/>
                  </a:lnTo>
                  <a:cubicBezTo>
                    <a:pt x="3392" y="21564"/>
                    <a:pt x="3369" y="21787"/>
                    <a:pt x="3405" y="21958"/>
                  </a:cubicBezTo>
                  <a:cubicBezTo>
                    <a:pt x="3421" y="22193"/>
                    <a:pt x="3439" y="22431"/>
                    <a:pt x="3456" y="22668"/>
                  </a:cubicBezTo>
                  <a:cubicBezTo>
                    <a:pt x="3488" y="22811"/>
                    <a:pt x="3471" y="22975"/>
                    <a:pt x="3507" y="23134"/>
                  </a:cubicBezTo>
                  <a:cubicBezTo>
                    <a:pt x="3567" y="23529"/>
                    <a:pt x="3626" y="23926"/>
                    <a:pt x="3689" y="24322"/>
                  </a:cubicBezTo>
                  <a:cubicBezTo>
                    <a:pt x="3766" y="24625"/>
                    <a:pt x="3814" y="24966"/>
                    <a:pt x="3895" y="25265"/>
                  </a:cubicBezTo>
                  <a:lnTo>
                    <a:pt x="3961" y="25652"/>
                  </a:lnTo>
                  <a:cubicBezTo>
                    <a:pt x="3998" y="25780"/>
                    <a:pt x="4061" y="25922"/>
                    <a:pt x="4103" y="26052"/>
                  </a:cubicBezTo>
                  <a:cubicBezTo>
                    <a:pt x="4199" y="26347"/>
                    <a:pt x="4241" y="26662"/>
                    <a:pt x="4323" y="26957"/>
                  </a:cubicBezTo>
                  <a:cubicBezTo>
                    <a:pt x="4374" y="27263"/>
                    <a:pt x="4426" y="27570"/>
                    <a:pt x="4477" y="27875"/>
                  </a:cubicBezTo>
                  <a:cubicBezTo>
                    <a:pt x="4481" y="27969"/>
                    <a:pt x="4486" y="28064"/>
                    <a:pt x="4490" y="28158"/>
                  </a:cubicBezTo>
                  <a:cubicBezTo>
                    <a:pt x="4555" y="28456"/>
                    <a:pt x="4496" y="29114"/>
                    <a:pt x="4439" y="29372"/>
                  </a:cubicBezTo>
                  <a:cubicBezTo>
                    <a:pt x="4435" y="29473"/>
                    <a:pt x="4430" y="29570"/>
                    <a:pt x="4426" y="29670"/>
                  </a:cubicBezTo>
                  <a:cubicBezTo>
                    <a:pt x="4324" y="30142"/>
                    <a:pt x="4419" y="30912"/>
                    <a:pt x="4517" y="31286"/>
                  </a:cubicBezTo>
                  <a:cubicBezTo>
                    <a:pt x="4566" y="31309"/>
                    <a:pt x="4619" y="31318"/>
                    <a:pt x="4675" y="31318"/>
                  </a:cubicBezTo>
                  <a:cubicBezTo>
                    <a:pt x="4863" y="31318"/>
                    <a:pt x="5075" y="31209"/>
                    <a:pt x="5215" y="31156"/>
                  </a:cubicBezTo>
                  <a:cubicBezTo>
                    <a:pt x="5493" y="31053"/>
                    <a:pt x="5898" y="30952"/>
                    <a:pt x="6295" y="30952"/>
                  </a:cubicBezTo>
                  <a:cubicBezTo>
                    <a:pt x="6465" y="30952"/>
                    <a:pt x="6634" y="30970"/>
                    <a:pt x="6790" y="31015"/>
                  </a:cubicBezTo>
                  <a:cubicBezTo>
                    <a:pt x="7483" y="31212"/>
                    <a:pt x="7828" y="31498"/>
                    <a:pt x="8328" y="31867"/>
                  </a:cubicBezTo>
                  <a:cubicBezTo>
                    <a:pt x="8494" y="31991"/>
                    <a:pt x="8649" y="32129"/>
                    <a:pt x="8818" y="32254"/>
                  </a:cubicBezTo>
                  <a:cubicBezTo>
                    <a:pt x="8875" y="32296"/>
                    <a:pt x="8898" y="32369"/>
                    <a:pt x="8974" y="32396"/>
                  </a:cubicBezTo>
                  <a:lnTo>
                    <a:pt x="8974" y="32383"/>
                  </a:lnTo>
                  <a:cubicBezTo>
                    <a:pt x="8956" y="32254"/>
                    <a:pt x="8939" y="32126"/>
                    <a:pt x="8923" y="31997"/>
                  </a:cubicBezTo>
                  <a:cubicBezTo>
                    <a:pt x="8876" y="31838"/>
                    <a:pt x="8824" y="31662"/>
                    <a:pt x="8780" y="31505"/>
                  </a:cubicBezTo>
                  <a:cubicBezTo>
                    <a:pt x="8759" y="31373"/>
                    <a:pt x="8737" y="31239"/>
                    <a:pt x="8715" y="31105"/>
                  </a:cubicBezTo>
                  <a:cubicBezTo>
                    <a:pt x="8629" y="30806"/>
                    <a:pt x="8538" y="30499"/>
                    <a:pt x="8431" y="30214"/>
                  </a:cubicBezTo>
                  <a:cubicBezTo>
                    <a:pt x="8395" y="30117"/>
                    <a:pt x="8394" y="30027"/>
                    <a:pt x="8353" y="29931"/>
                  </a:cubicBezTo>
                  <a:cubicBezTo>
                    <a:pt x="8279" y="29746"/>
                    <a:pt x="8174" y="29548"/>
                    <a:pt x="8120" y="29361"/>
                  </a:cubicBezTo>
                  <a:lnTo>
                    <a:pt x="8109" y="29361"/>
                  </a:lnTo>
                  <a:lnTo>
                    <a:pt x="8109" y="29336"/>
                  </a:lnTo>
                  <a:cubicBezTo>
                    <a:pt x="8119" y="29349"/>
                    <a:pt x="8113" y="29339"/>
                    <a:pt x="8120" y="29361"/>
                  </a:cubicBezTo>
                  <a:lnTo>
                    <a:pt x="8133" y="29361"/>
                  </a:lnTo>
                  <a:lnTo>
                    <a:pt x="8133" y="29374"/>
                  </a:lnTo>
                  <a:cubicBezTo>
                    <a:pt x="8264" y="29509"/>
                    <a:pt x="8337" y="29734"/>
                    <a:pt x="8417" y="29918"/>
                  </a:cubicBezTo>
                  <a:cubicBezTo>
                    <a:pt x="8519" y="30149"/>
                    <a:pt x="8695" y="30378"/>
                    <a:pt x="8766" y="30629"/>
                  </a:cubicBezTo>
                  <a:lnTo>
                    <a:pt x="8779" y="30629"/>
                  </a:lnTo>
                  <a:cubicBezTo>
                    <a:pt x="8802" y="30412"/>
                    <a:pt x="8847" y="30195"/>
                    <a:pt x="8895" y="29996"/>
                  </a:cubicBezTo>
                  <a:cubicBezTo>
                    <a:pt x="8911" y="29819"/>
                    <a:pt x="8930" y="29643"/>
                    <a:pt x="8946" y="29467"/>
                  </a:cubicBezTo>
                  <a:cubicBezTo>
                    <a:pt x="8959" y="29410"/>
                    <a:pt x="8940" y="29323"/>
                    <a:pt x="8933" y="29285"/>
                  </a:cubicBezTo>
                  <a:cubicBezTo>
                    <a:pt x="8886" y="29063"/>
                    <a:pt x="8952" y="28794"/>
                    <a:pt x="8908" y="28587"/>
                  </a:cubicBezTo>
                  <a:lnTo>
                    <a:pt x="8908" y="28160"/>
                  </a:lnTo>
                  <a:cubicBezTo>
                    <a:pt x="8873" y="27987"/>
                    <a:pt x="8908" y="27469"/>
                    <a:pt x="8946" y="27295"/>
                  </a:cubicBezTo>
                  <a:cubicBezTo>
                    <a:pt x="8955" y="27176"/>
                    <a:pt x="8962" y="27053"/>
                    <a:pt x="8971" y="26933"/>
                  </a:cubicBezTo>
                  <a:cubicBezTo>
                    <a:pt x="9064" y="26518"/>
                    <a:pt x="9058" y="26068"/>
                    <a:pt x="9153" y="25642"/>
                  </a:cubicBezTo>
                  <a:cubicBezTo>
                    <a:pt x="9166" y="25412"/>
                    <a:pt x="9179" y="25185"/>
                    <a:pt x="9192" y="24955"/>
                  </a:cubicBezTo>
                  <a:cubicBezTo>
                    <a:pt x="9218" y="24828"/>
                    <a:pt x="9254" y="24314"/>
                    <a:pt x="9217" y="24167"/>
                  </a:cubicBezTo>
                  <a:cubicBezTo>
                    <a:pt x="8934" y="23042"/>
                    <a:pt x="8679" y="21886"/>
                    <a:pt x="8389" y="20757"/>
                  </a:cubicBezTo>
                  <a:cubicBezTo>
                    <a:pt x="8248" y="19908"/>
                    <a:pt x="8106" y="19058"/>
                    <a:pt x="7963" y="18209"/>
                  </a:cubicBezTo>
                  <a:cubicBezTo>
                    <a:pt x="7920" y="17744"/>
                    <a:pt x="7877" y="17279"/>
                    <a:pt x="7834" y="16814"/>
                  </a:cubicBezTo>
                  <a:cubicBezTo>
                    <a:pt x="7796" y="16635"/>
                    <a:pt x="7829" y="16449"/>
                    <a:pt x="7796" y="16283"/>
                  </a:cubicBezTo>
                  <a:cubicBezTo>
                    <a:pt x="7783" y="16069"/>
                    <a:pt x="7770" y="15853"/>
                    <a:pt x="7757" y="15639"/>
                  </a:cubicBezTo>
                  <a:cubicBezTo>
                    <a:pt x="7697" y="15182"/>
                    <a:pt x="7638" y="14726"/>
                    <a:pt x="7575" y="14268"/>
                  </a:cubicBezTo>
                  <a:cubicBezTo>
                    <a:pt x="7469" y="13746"/>
                    <a:pt x="7361" y="13225"/>
                    <a:pt x="7252" y="12705"/>
                  </a:cubicBezTo>
                  <a:cubicBezTo>
                    <a:pt x="7214" y="12387"/>
                    <a:pt x="7174" y="12067"/>
                    <a:pt x="7136" y="11750"/>
                  </a:cubicBezTo>
                  <a:cubicBezTo>
                    <a:pt x="7001" y="11197"/>
                    <a:pt x="6919" y="10662"/>
                    <a:pt x="6749" y="10146"/>
                  </a:cubicBezTo>
                  <a:cubicBezTo>
                    <a:pt x="6415" y="9137"/>
                    <a:pt x="6091" y="8116"/>
                    <a:pt x="5755" y="7097"/>
                  </a:cubicBezTo>
                  <a:cubicBezTo>
                    <a:pt x="5631" y="6724"/>
                    <a:pt x="5550" y="6343"/>
                    <a:pt x="5431" y="5986"/>
                  </a:cubicBezTo>
                  <a:cubicBezTo>
                    <a:pt x="5375" y="5818"/>
                    <a:pt x="5356" y="5646"/>
                    <a:pt x="5276" y="5495"/>
                  </a:cubicBezTo>
                  <a:cubicBezTo>
                    <a:pt x="5246" y="5437"/>
                    <a:pt x="5173" y="5392"/>
                    <a:pt x="5135" y="5341"/>
                  </a:cubicBezTo>
                  <a:cubicBezTo>
                    <a:pt x="5023" y="5190"/>
                    <a:pt x="4911" y="5036"/>
                    <a:pt x="4811" y="4876"/>
                  </a:cubicBezTo>
                  <a:cubicBezTo>
                    <a:pt x="4682" y="4666"/>
                    <a:pt x="4590" y="4447"/>
                    <a:pt x="4488" y="4216"/>
                  </a:cubicBezTo>
                  <a:cubicBezTo>
                    <a:pt x="4251" y="3678"/>
                    <a:pt x="4006" y="3092"/>
                    <a:pt x="3856" y="2459"/>
                  </a:cubicBezTo>
                  <a:lnTo>
                    <a:pt x="3868" y="2459"/>
                  </a:lnTo>
                  <a:cubicBezTo>
                    <a:pt x="3908" y="2525"/>
                    <a:pt x="3969" y="2586"/>
                    <a:pt x="4010" y="2653"/>
                  </a:cubicBezTo>
                  <a:cubicBezTo>
                    <a:pt x="4070" y="2750"/>
                    <a:pt x="4091" y="2856"/>
                    <a:pt x="4139" y="2964"/>
                  </a:cubicBezTo>
                  <a:cubicBezTo>
                    <a:pt x="4244" y="3204"/>
                    <a:pt x="4353" y="3452"/>
                    <a:pt x="4462" y="3700"/>
                  </a:cubicBezTo>
                  <a:cubicBezTo>
                    <a:pt x="4535" y="3865"/>
                    <a:pt x="4641" y="4038"/>
                    <a:pt x="4733" y="4191"/>
                  </a:cubicBezTo>
                  <a:cubicBezTo>
                    <a:pt x="4868" y="4409"/>
                    <a:pt x="4961" y="4636"/>
                    <a:pt x="5095" y="4851"/>
                  </a:cubicBezTo>
                  <a:cubicBezTo>
                    <a:pt x="5256" y="5107"/>
                    <a:pt x="5487" y="5316"/>
                    <a:pt x="5652" y="5574"/>
                  </a:cubicBezTo>
                  <a:cubicBezTo>
                    <a:pt x="5870" y="5920"/>
                    <a:pt x="6008" y="6309"/>
                    <a:pt x="6220" y="6658"/>
                  </a:cubicBezTo>
                  <a:cubicBezTo>
                    <a:pt x="6328" y="6836"/>
                    <a:pt x="6540" y="7131"/>
                    <a:pt x="6594" y="7331"/>
                  </a:cubicBezTo>
                  <a:cubicBezTo>
                    <a:pt x="6605" y="7344"/>
                    <a:pt x="6599" y="7334"/>
                    <a:pt x="6607" y="7356"/>
                  </a:cubicBezTo>
                  <a:cubicBezTo>
                    <a:pt x="6618" y="7369"/>
                    <a:pt x="6613" y="7360"/>
                    <a:pt x="6620" y="7382"/>
                  </a:cubicBezTo>
                  <a:cubicBezTo>
                    <a:pt x="6630" y="7395"/>
                    <a:pt x="6626" y="7385"/>
                    <a:pt x="6633" y="7407"/>
                  </a:cubicBezTo>
                  <a:cubicBezTo>
                    <a:pt x="6643" y="7420"/>
                    <a:pt x="6637" y="7411"/>
                    <a:pt x="6645" y="7433"/>
                  </a:cubicBezTo>
                  <a:lnTo>
                    <a:pt x="6633" y="7433"/>
                  </a:lnTo>
                  <a:lnTo>
                    <a:pt x="6633" y="7407"/>
                  </a:lnTo>
                  <a:lnTo>
                    <a:pt x="6620" y="7407"/>
                  </a:lnTo>
                  <a:lnTo>
                    <a:pt x="6620" y="7382"/>
                  </a:lnTo>
                  <a:lnTo>
                    <a:pt x="6607" y="7382"/>
                  </a:lnTo>
                  <a:lnTo>
                    <a:pt x="6607" y="7356"/>
                  </a:lnTo>
                  <a:lnTo>
                    <a:pt x="6594" y="7356"/>
                  </a:lnTo>
                  <a:lnTo>
                    <a:pt x="6594" y="7331"/>
                  </a:lnTo>
                  <a:lnTo>
                    <a:pt x="6582" y="7331"/>
                  </a:lnTo>
                  <a:lnTo>
                    <a:pt x="6582" y="7318"/>
                  </a:lnTo>
                  <a:cubicBezTo>
                    <a:pt x="6490" y="7221"/>
                    <a:pt x="6440" y="7080"/>
                    <a:pt x="6361" y="6969"/>
                  </a:cubicBezTo>
                  <a:cubicBezTo>
                    <a:pt x="6205" y="6745"/>
                    <a:pt x="6030" y="6520"/>
                    <a:pt x="5871" y="6298"/>
                  </a:cubicBezTo>
                  <a:cubicBezTo>
                    <a:pt x="5798" y="6196"/>
                    <a:pt x="5740" y="6045"/>
                    <a:pt x="5638" y="5973"/>
                  </a:cubicBezTo>
                  <a:lnTo>
                    <a:pt x="5638" y="5986"/>
                  </a:lnTo>
                  <a:cubicBezTo>
                    <a:pt x="5684" y="6050"/>
                    <a:pt x="5684" y="6139"/>
                    <a:pt x="5717" y="6219"/>
                  </a:cubicBezTo>
                  <a:cubicBezTo>
                    <a:pt x="5794" y="6410"/>
                    <a:pt x="5841" y="6617"/>
                    <a:pt x="5910" y="6825"/>
                  </a:cubicBezTo>
                  <a:cubicBezTo>
                    <a:pt x="6047" y="7235"/>
                    <a:pt x="6187" y="7667"/>
                    <a:pt x="6325" y="8080"/>
                  </a:cubicBezTo>
                  <a:cubicBezTo>
                    <a:pt x="6416" y="8352"/>
                    <a:pt x="6463" y="8619"/>
                    <a:pt x="6570" y="8881"/>
                  </a:cubicBezTo>
                  <a:cubicBezTo>
                    <a:pt x="6898" y="9678"/>
                    <a:pt x="7105" y="10547"/>
                    <a:pt x="7332" y="11440"/>
                  </a:cubicBezTo>
                  <a:cubicBezTo>
                    <a:pt x="7401" y="11921"/>
                    <a:pt x="7470" y="12405"/>
                    <a:pt x="7539" y="12887"/>
                  </a:cubicBezTo>
                  <a:lnTo>
                    <a:pt x="7578" y="13378"/>
                  </a:lnTo>
                  <a:cubicBezTo>
                    <a:pt x="7665" y="13753"/>
                    <a:pt x="7741" y="14149"/>
                    <a:pt x="7835" y="14541"/>
                  </a:cubicBezTo>
                  <a:cubicBezTo>
                    <a:pt x="7914" y="14870"/>
                    <a:pt x="7905" y="15214"/>
                    <a:pt x="7978" y="15534"/>
                  </a:cubicBezTo>
                  <a:lnTo>
                    <a:pt x="8016" y="16129"/>
                  </a:lnTo>
                  <a:cubicBezTo>
                    <a:pt x="8052" y="16296"/>
                    <a:pt x="8014" y="16489"/>
                    <a:pt x="8053" y="16673"/>
                  </a:cubicBezTo>
                  <a:cubicBezTo>
                    <a:pt x="8080" y="16783"/>
                    <a:pt x="8052" y="16920"/>
                    <a:pt x="8080" y="17046"/>
                  </a:cubicBezTo>
                  <a:cubicBezTo>
                    <a:pt x="8117" y="17443"/>
                    <a:pt x="8157" y="17839"/>
                    <a:pt x="8196" y="18236"/>
                  </a:cubicBezTo>
                  <a:cubicBezTo>
                    <a:pt x="8337" y="18840"/>
                    <a:pt x="8367" y="19480"/>
                    <a:pt x="8519" y="20070"/>
                  </a:cubicBezTo>
                  <a:cubicBezTo>
                    <a:pt x="8535" y="20191"/>
                    <a:pt x="8554" y="20313"/>
                    <a:pt x="8570" y="20432"/>
                  </a:cubicBezTo>
                  <a:cubicBezTo>
                    <a:pt x="8700" y="20940"/>
                    <a:pt x="8795" y="21456"/>
                    <a:pt x="8932" y="21944"/>
                  </a:cubicBezTo>
                  <a:cubicBezTo>
                    <a:pt x="9017" y="22250"/>
                    <a:pt x="9014" y="22577"/>
                    <a:pt x="9099" y="22875"/>
                  </a:cubicBezTo>
                  <a:cubicBezTo>
                    <a:pt x="9355" y="23775"/>
                    <a:pt x="9603" y="24628"/>
                    <a:pt x="9913" y="25460"/>
                  </a:cubicBezTo>
                  <a:cubicBezTo>
                    <a:pt x="10147" y="26094"/>
                    <a:pt x="10285" y="26776"/>
                    <a:pt x="10494" y="27424"/>
                  </a:cubicBezTo>
                  <a:cubicBezTo>
                    <a:pt x="10563" y="27735"/>
                    <a:pt x="10633" y="28044"/>
                    <a:pt x="10701" y="28355"/>
                  </a:cubicBezTo>
                  <a:cubicBezTo>
                    <a:pt x="10711" y="28071"/>
                    <a:pt x="10718" y="27786"/>
                    <a:pt x="10727" y="27503"/>
                  </a:cubicBezTo>
                  <a:cubicBezTo>
                    <a:pt x="10727" y="27394"/>
                    <a:pt x="10711" y="27155"/>
                    <a:pt x="10752" y="27088"/>
                  </a:cubicBezTo>
                  <a:lnTo>
                    <a:pt x="10752" y="27088"/>
                  </a:lnTo>
                  <a:cubicBezTo>
                    <a:pt x="10749" y="27399"/>
                    <a:pt x="10720" y="27757"/>
                    <a:pt x="10778" y="28032"/>
                  </a:cubicBezTo>
                  <a:cubicBezTo>
                    <a:pt x="10794" y="28105"/>
                    <a:pt x="10778" y="28208"/>
                    <a:pt x="10791" y="28263"/>
                  </a:cubicBezTo>
                  <a:cubicBezTo>
                    <a:pt x="10822" y="28404"/>
                    <a:pt x="10788" y="28552"/>
                    <a:pt x="10816" y="28677"/>
                  </a:cubicBezTo>
                  <a:cubicBezTo>
                    <a:pt x="10861" y="28887"/>
                    <a:pt x="10825" y="29117"/>
                    <a:pt x="10867" y="29310"/>
                  </a:cubicBezTo>
                  <a:cubicBezTo>
                    <a:pt x="10931" y="29599"/>
                    <a:pt x="10864" y="29926"/>
                    <a:pt x="10932" y="30203"/>
                  </a:cubicBezTo>
                  <a:lnTo>
                    <a:pt x="11140" y="31081"/>
                  </a:lnTo>
                  <a:cubicBezTo>
                    <a:pt x="11258" y="31446"/>
                    <a:pt x="11352" y="31847"/>
                    <a:pt x="11360" y="32322"/>
                  </a:cubicBezTo>
                  <a:lnTo>
                    <a:pt x="11373" y="32322"/>
                  </a:lnTo>
                  <a:lnTo>
                    <a:pt x="11373" y="32296"/>
                  </a:lnTo>
                  <a:cubicBezTo>
                    <a:pt x="11431" y="32250"/>
                    <a:pt x="11460" y="32167"/>
                    <a:pt x="11501" y="32101"/>
                  </a:cubicBezTo>
                  <a:cubicBezTo>
                    <a:pt x="11620" y="31925"/>
                    <a:pt x="11868" y="31511"/>
                    <a:pt x="12030" y="31403"/>
                  </a:cubicBezTo>
                  <a:lnTo>
                    <a:pt x="12030" y="31430"/>
                  </a:lnTo>
                  <a:cubicBezTo>
                    <a:pt x="11890" y="31533"/>
                    <a:pt x="11819" y="31766"/>
                    <a:pt x="11746" y="31933"/>
                  </a:cubicBezTo>
                  <a:cubicBezTo>
                    <a:pt x="11649" y="32157"/>
                    <a:pt x="11530" y="32396"/>
                    <a:pt x="11448" y="32644"/>
                  </a:cubicBezTo>
                  <a:cubicBezTo>
                    <a:pt x="11352" y="32937"/>
                    <a:pt x="11345" y="33352"/>
                    <a:pt x="11319" y="33690"/>
                  </a:cubicBezTo>
                  <a:lnTo>
                    <a:pt x="11332" y="33690"/>
                  </a:lnTo>
                  <a:lnTo>
                    <a:pt x="11332" y="33677"/>
                  </a:lnTo>
                  <a:cubicBezTo>
                    <a:pt x="11472" y="33541"/>
                    <a:pt x="11506" y="33328"/>
                    <a:pt x="11591" y="33134"/>
                  </a:cubicBezTo>
                  <a:cubicBezTo>
                    <a:pt x="11688" y="32908"/>
                    <a:pt x="11841" y="32639"/>
                    <a:pt x="12030" y="32501"/>
                  </a:cubicBezTo>
                  <a:cubicBezTo>
                    <a:pt x="12284" y="32312"/>
                    <a:pt x="12584" y="32149"/>
                    <a:pt x="12923" y="32049"/>
                  </a:cubicBezTo>
                  <a:cubicBezTo>
                    <a:pt x="13004" y="32024"/>
                    <a:pt x="13124" y="32012"/>
                    <a:pt x="13245" y="32012"/>
                  </a:cubicBezTo>
                  <a:cubicBezTo>
                    <a:pt x="13365" y="32012"/>
                    <a:pt x="13486" y="32024"/>
                    <a:pt x="13568" y="32049"/>
                  </a:cubicBezTo>
                  <a:cubicBezTo>
                    <a:pt x="14035" y="32187"/>
                    <a:pt x="14437" y="32628"/>
                    <a:pt x="14640" y="33030"/>
                  </a:cubicBezTo>
                  <a:lnTo>
                    <a:pt x="14653" y="33030"/>
                  </a:lnTo>
                  <a:lnTo>
                    <a:pt x="14653" y="33006"/>
                  </a:lnTo>
                  <a:cubicBezTo>
                    <a:pt x="14557" y="32873"/>
                    <a:pt x="14529" y="32571"/>
                    <a:pt x="14471" y="32398"/>
                  </a:cubicBezTo>
                  <a:cubicBezTo>
                    <a:pt x="14356" y="32055"/>
                    <a:pt x="14269" y="31670"/>
                    <a:pt x="14173" y="31300"/>
                  </a:cubicBezTo>
                  <a:cubicBezTo>
                    <a:pt x="14129" y="31130"/>
                    <a:pt x="14132" y="30950"/>
                    <a:pt x="14094" y="30784"/>
                  </a:cubicBezTo>
                  <a:cubicBezTo>
                    <a:pt x="14091" y="30690"/>
                    <a:pt x="14086" y="30595"/>
                    <a:pt x="14081" y="30501"/>
                  </a:cubicBezTo>
                  <a:cubicBezTo>
                    <a:pt x="13997" y="30120"/>
                    <a:pt x="14071" y="29643"/>
                    <a:pt x="13978" y="29275"/>
                  </a:cubicBezTo>
                  <a:cubicBezTo>
                    <a:pt x="13815" y="28622"/>
                    <a:pt x="13725" y="27971"/>
                    <a:pt x="13564" y="27309"/>
                  </a:cubicBezTo>
                  <a:cubicBezTo>
                    <a:pt x="13497" y="27030"/>
                    <a:pt x="13551" y="26712"/>
                    <a:pt x="13485" y="26417"/>
                  </a:cubicBezTo>
                  <a:lnTo>
                    <a:pt x="13485" y="26017"/>
                  </a:lnTo>
                  <a:cubicBezTo>
                    <a:pt x="13485" y="25761"/>
                    <a:pt x="13447" y="25434"/>
                    <a:pt x="13498" y="25204"/>
                  </a:cubicBezTo>
                  <a:lnTo>
                    <a:pt x="13498" y="24829"/>
                  </a:lnTo>
                  <a:cubicBezTo>
                    <a:pt x="13498" y="24596"/>
                    <a:pt x="13532" y="24300"/>
                    <a:pt x="13485" y="24093"/>
                  </a:cubicBezTo>
                  <a:lnTo>
                    <a:pt x="13485" y="23679"/>
                  </a:lnTo>
                  <a:cubicBezTo>
                    <a:pt x="13462" y="23573"/>
                    <a:pt x="13500" y="23411"/>
                    <a:pt x="13474" y="23292"/>
                  </a:cubicBezTo>
                  <a:cubicBezTo>
                    <a:pt x="13410" y="23003"/>
                    <a:pt x="13485" y="22648"/>
                    <a:pt x="13423" y="22362"/>
                  </a:cubicBezTo>
                  <a:cubicBezTo>
                    <a:pt x="13418" y="22116"/>
                    <a:pt x="13412" y="21870"/>
                    <a:pt x="13410" y="21625"/>
                  </a:cubicBezTo>
                  <a:cubicBezTo>
                    <a:pt x="13383" y="21030"/>
                    <a:pt x="13359" y="20437"/>
                    <a:pt x="13331" y="19842"/>
                  </a:cubicBezTo>
                  <a:cubicBezTo>
                    <a:pt x="13306" y="19729"/>
                    <a:pt x="13333" y="19593"/>
                    <a:pt x="13306" y="19467"/>
                  </a:cubicBezTo>
                  <a:cubicBezTo>
                    <a:pt x="13215" y="19066"/>
                    <a:pt x="13260" y="18634"/>
                    <a:pt x="13164" y="18241"/>
                  </a:cubicBezTo>
                  <a:cubicBezTo>
                    <a:pt x="13106" y="18003"/>
                    <a:pt x="13091" y="17749"/>
                    <a:pt x="13023" y="17504"/>
                  </a:cubicBezTo>
                  <a:cubicBezTo>
                    <a:pt x="12831" y="16828"/>
                    <a:pt x="12722" y="16122"/>
                    <a:pt x="12544" y="15424"/>
                  </a:cubicBezTo>
                  <a:cubicBezTo>
                    <a:pt x="12523" y="15257"/>
                    <a:pt x="12501" y="15088"/>
                    <a:pt x="12479" y="14921"/>
                  </a:cubicBezTo>
                  <a:cubicBezTo>
                    <a:pt x="12438" y="14753"/>
                    <a:pt x="12441" y="14538"/>
                    <a:pt x="12401" y="14364"/>
                  </a:cubicBezTo>
                  <a:lnTo>
                    <a:pt x="12401" y="14210"/>
                  </a:lnTo>
                  <a:cubicBezTo>
                    <a:pt x="12325" y="13868"/>
                    <a:pt x="12350" y="13452"/>
                    <a:pt x="12350" y="13060"/>
                  </a:cubicBezTo>
                  <a:lnTo>
                    <a:pt x="12350" y="12219"/>
                  </a:lnTo>
                  <a:cubicBezTo>
                    <a:pt x="12350" y="12123"/>
                    <a:pt x="12392" y="11977"/>
                    <a:pt x="12350" y="11910"/>
                  </a:cubicBezTo>
                  <a:cubicBezTo>
                    <a:pt x="12342" y="12086"/>
                    <a:pt x="12289" y="12270"/>
                    <a:pt x="12246" y="12426"/>
                  </a:cubicBezTo>
                  <a:cubicBezTo>
                    <a:pt x="12148" y="12789"/>
                    <a:pt x="12110" y="13150"/>
                    <a:pt x="12001" y="13484"/>
                  </a:cubicBezTo>
                  <a:cubicBezTo>
                    <a:pt x="11950" y="13641"/>
                    <a:pt x="11944" y="13935"/>
                    <a:pt x="11860" y="14054"/>
                  </a:cubicBezTo>
                  <a:cubicBezTo>
                    <a:pt x="11855" y="13832"/>
                    <a:pt x="11879" y="13598"/>
                    <a:pt x="11925" y="13409"/>
                  </a:cubicBezTo>
                  <a:cubicBezTo>
                    <a:pt x="11934" y="13308"/>
                    <a:pt x="11941" y="13211"/>
                    <a:pt x="11950" y="13111"/>
                  </a:cubicBezTo>
                  <a:cubicBezTo>
                    <a:pt x="11991" y="12939"/>
                    <a:pt x="12009" y="12734"/>
                    <a:pt x="12053" y="12567"/>
                  </a:cubicBezTo>
                  <a:cubicBezTo>
                    <a:pt x="12071" y="12448"/>
                    <a:pt x="12088" y="12325"/>
                    <a:pt x="12104" y="12205"/>
                  </a:cubicBezTo>
                  <a:cubicBezTo>
                    <a:pt x="12191" y="11866"/>
                    <a:pt x="12226" y="11482"/>
                    <a:pt x="12312" y="11133"/>
                  </a:cubicBezTo>
                  <a:cubicBezTo>
                    <a:pt x="12355" y="10950"/>
                    <a:pt x="12337" y="10755"/>
                    <a:pt x="12377" y="10576"/>
                  </a:cubicBezTo>
                  <a:lnTo>
                    <a:pt x="12377" y="10086"/>
                  </a:lnTo>
                  <a:cubicBezTo>
                    <a:pt x="12492" y="9591"/>
                    <a:pt x="12517" y="9038"/>
                    <a:pt x="12635" y="8524"/>
                  </a:cubicBezTo>
                  <a:cubicBezTo>
                    <a:pt x="12667" y="8183"/>
                    <a:pt x="12696" y="7843"/>
                    <a:pt x="12726" y="7501"/>
                  </a:cubicBezTo>
                  <a:lnTo>
                    <a:pt x="12726" y="7218"/>
                  </a:lnTo>
                  <a:cubicBezTo>
                    <a:pt x="12763" y="7054"/>
                    <a:pt x="12739" y="6814"/>
                    <a:pt x="12739" y="6625"/>
                  </a:cubicBezTo>
                  <a:cubicBezTo>
                    <a:pt x="12739" y="6443"/>
                    <a:pt x="12761" y="6213"/>
                    <a:pt x="12726" y="6055"/>
                  </a:cubicBezTo>
                  <a:cubicBezTo>
                    <a:pt x="12681" y="5847"/>
                    <a:pt x="12744" y="5648"/>
                    <a:pt x="12700" y="5449"/>
                  </a:cubicBezTo>
                  <a:cubicBezTo>
                    <a:pt x="12627" y="4902"/>
                    <a:pt x="12553" y="4354"/>
                    <a:pt x="12481" y="3807"/>
                  </a:cubicBezTo>
                  <a:cubicBezTo>
                    <a:pt x="12443" y="3589"/>
                    <a:pt x="12459" y="3018"/>
                    <a:pt x="12502" y="2829"/>
                  </a:cubicBezTo>
                  <a:cubicBezTo>
                    <a:pt x="12507" y="2737"/>
                    <a:pt x="12513" y="2647"/>
                    <a:pt x="12515" y="2557"/>
                  </a:cubicBezTo>
                  <a:cubicBezTo>
                    <a:pt x="12603" y="2169"/>
                    <a:pt x="12575" y="1692"/>
                    <a:pt x="12528" y="1303"/>
                  </a:cubicBezTo>
                  <a:lnTo>
                    <a:pt x="12528" y="1303"/>
                  </a:lnTo>
                  <a:cubicBezTo>
                    <a:pt x="12252" y="1363"/>
                    <a:pt x="11977" y="1423"/>
                    <a:pt x="11701" y="1485"/>
                  </a:cubicBezTo>
                  <a:cubicBezTo>
                    <a:pt x="11591" y="1513"/>
                    <a:pt x="11357" y="1495"/>
                    <a:pt x="11274" y="1551"/>
                  </a:cubicBezTo>
                  <a:cubicBezTo>
                    <a:pt x="11221" y="1609"/>
                    <a:pt x="11208" y="1711"/>
                    <a:pt x="11146" y="1757"/>
                  </a:cubicBezTo>
                  <a:cubicBezTo>
                    <a:pt x="11077" y="1808"/>
                    <a:pt x="10817" y="1869"/>
                    <a:pt x="10601" y="1869"/>
                  </a:cubicBezTo>
                  <a:cubicBezTo>
                    <a:pt x="10451" y="1869"/>
                    <a:pt x="10322" y="1839"/>
                    <a:pt x="10292" y="1757"/>
                  </a:cubicBezTo>
                  <a:cubicBezTo>
                    <a:pt x="10260" y="1721"/>
                    <a:pt x="10253" y="1674"/>
                    <a:pt x="10255" y="1603"/>
                  </a:cubicBezTo>
                  <a:cubicBezTo>
                    <a:pt x="9897" y="1600"/>
                    <a:pt x="9541" y="1594"/>
                    <a:pt x="9183" y="1590"/>
                  </a:cubicBezTo>
                  <a:cubicBezTo>
                    <a:pt x="9079" y="1612"/>
                    <a:pt x="8891" y="1628"/>
                    <a:pt x="8713" y="1628"/>
                  </a:cubicBezTo>
                  <a:cubicBezTo>
                    <a:pt x="8565" y="1628"/>
                    <a:pt x="8425" y="1617"/>
                    <a:pt x="8343" y="1590"/>
                  </a:cubicBezTo>
                  <a:lnTo>
                    <a:pt x="8343" y="1603"/>
                  </a:lnTo>
                  <a:cubicBezTo>
                    <a:pt x="8450" y="1684"/>
                    <a:pt x="8519" y="1844"/>
                    <a:pt x="8602" y="1952"/>
                  </a:cubicBezTo>
                  <a:cubicBezTo>
                    <a:pt x="8638" y="2001"/>
                    <a:pt x="8706" y="2030"/>
                    <a:pt x="8756" y="2068"/>
                  </a:cubicBezTo>
                  <a:lnTo>
                    <a:pt x="9013" y="2327"/>
                  </a:lnTo>
                  <a:cubicBezTo>
                    <a:pt x="9228" y="2612"/>
                    <a:pt x="9440" y="2887"/>
                    <a:pt x="9749" y="3074"/>
                  </a:cubicBezTo>
                  <a:cubicBezTo>
                    <a:pt x="10098" y="3288"/>
                    <a:pt x="10602" y="3332"/>
                    <a:pt x="11054" y="3436"/>
                  </a:cubicBezTo>
                  <a:cubicBezTo>
                    <a:pt x="11176" y="3465"/>
                    <a:pt x="11546" y="3438"/>
                    <a:pt x="11623" y="3487"/>
                  </a:cubicBezTo>
                  <a:cubicBezTo>
                    <a:pt x="11473" y="3503"/>
                    <a:pt x="11322" y="3522"/>
                    <a:pt x="11171" y="3538"/>
                  </a:cubicBezTo>
                  <a:cubicBezTo>
                    <a:pt x="11112" y="3551"/>
                    <a:pt x="11044" y="3556"/>
                    <a:pt x="10971" y="3556"/>
                  </a:cubicBezTo>
                  <a:cubicBezTo>
                    <a:pt x="10732" y="3556"/>
                    <a:pt x="10447" y="3499"/>
                    <a:pt x="10319" y="3460"/>
                  </a:cubicBezTo>
                  <a:cubicBezTo>
                    <a:pt x="10143" y="3406"/>
                    <a:pt x="9987" y="3375"/>
                    <a:pt x="9827" y="3306"/>
                  </a:cubicBezTo>
                  <a:cubicBezTo>
                    <a:pt x="9360" y="3102"/>
                    <a:pt x="9070" y="2721"/>
                    <a:pt x="8780" y="2337"/>
                  </a:cubicBezTo>
                  <a:cubicBezTo>
                    <a:pt x="8737" y="2299"/>
                    <a:pt x="8696" y="2259"/>
                    <a:pt x="8652" y="2221"/>
                  </a:cubicBezTo>
                  <a:cubicBezTo>
                    <a:pt x="8485" y="2000"/>
                    <a:pt x="8253" y="1807"/>
                    <a:pt x="8123" y="1548"/>
                  </a:cubicBezTo>
                  <a:cubicBezTo>
                    <a:pt x="8050" y="1546"/>
                    <a:pt x="7985" y="1532"/>
                    <a:pt x="7928" y="1510"/>
                  </a:cubicBezTo>
                  <a:lnTo>
                    <a:pt x="7928" y="1523"/>
                  </a:lnTo>
                  <a:cubicBezTo>
                    <a:pt x="8119" y="1713"/>
                    <a:pt x="8207" y="2035"/>
                    <a:pt x="8356" y="2272"/>
                  </a:cubicBezTo>
                  <a:cubicBezTo>
                    <a:pt x="8648" y="2746"/>
                    <a:pt x="9134" y="3313"/>
                    <a:pt x="9609" y="3602"/>
                  </a:cubicBezTo>
                  <a:cubicBezTo>
                    <a:pt x="9987" y="3833"/>
                    <a:pt x="10537" y="3862"/>
                    <a:pt x="11031" y="3976"/>
                  </a:cubicBezTo>
                  <a:lnTo>
                    <a:pt x="11691" y="4041"/>
                  </a:lnTo>
                  <a:cubicBezTo>
                    <a:pt x="11481" y="4043"/>
                    <a:pt x="11264" y="4049"/>
                    <a:pt x="11050" y="4049"/>
                  </a:cubicBezTo>
                  <a:cubicBezTo>
                    <a:pt x="10593" y="4049"/>
                    <a:pt x="10150" y="4024"/>
                    <a:pt x="9817" y="3887"/>
                  </a:cubicBezTo>
                  <a:cubicBezTo>
                    <a:pt x="9262" y="3660"/>
                    <a:pt x="8897" y="3252"/>
                    <a:pt x="8562" y="2802"/>
                  </a:cubicBezTo>
                  <a:cubicBezTo>
                    <a:pt x="8511" y="2733"/>
                    <a:pt x="8430" y="2685"/>
                    <a:pt x="8381" y="2608"/>
                  </a:cubicBezTo>
                  <a:cubicBezTo>
                    <a:pt x="8271" y="2438"/>
                    <a:pt x="8203" y="2251"/>
                    <a:pt x="8097" y="2077"/>
                  </a:cubicBezTo>
                  <a:cubicBezTo>
                    <a:pt x="8002" y="1923"/>
                    <a:pt x="7883" y="1777"/>
                    <a:pt x="7799" y="1612"/>
                  </a:cubicBezTo>
                  <a:cubicBezTo>
                    <a:pt x="7743" y="1622"/>
                    <a:pt x="7657" y="1627"/>
                    <a:pt x="7562" y="1627"/>
                  </a:cubicBezTo>
                  <a:cubicBezTo>
                    <a:pt x="7385" y="1627"/>
                    <a:pt x="7174" y="1611"/>
                    <a:pt x="7063" y="1587"/>
                  </a:cubicBezTo>
                  <a:lnTo>
                    <a:pt x="6793" y="1587"/>
                  </a:lnTo>
                  <a:cubicBezTo>
                    <a:pt x="6620" y="1561"/>
                    <a:pt x="6394" y="1584"/>
                    <a:pt x="6223" y="1548"/>
                  </a:cubicBezTo>
                  <a:cubicBezTo>
                    <a:pt x="6030" y="1545"/>
                    <a:pt x="5836" y="1539"/>
                    <a:pt x="5641" y="1536"/>
                  </a:cubicBezTo>
                  <a:cubicBezTo>
                    <a:pt x="5589" y="1524"/>
                    <a:pt x="5534" y="1521"/>
                    <a:pt x="5476" y="1521"/>
                  </a:cubicBezTo>
                  <a:cubicBezTo>
                    <a:pt x="5404" y="1521"/>
                    <a:pt x="5329" y="1526"/>
                    <a:pt x="5254" y="1526"/>
                  </a:cubicBezTo>
                  <a:cubicBezTo>
                    <a:pt x="5193" y="1526"/>
                    <a:pt x="5132" y="1523"/>
                    <a:pt x="5073" y="1510"/>
                  </a:cubicBezTo>
                  <a:cubicBezTo>
                    <a:pt x="4920" y="1476"/>
                    <a:pt x="4753" y="1469"/>
                    <a:pt x="4581" y="1469"/>
                  </a:cubicBezTo>
                  <a:cubicBezTo>
                    <a:pt x="4441" y="1469"/>
                    <a:pt x="4298" y="1474"/>
                    <a:pt x="4157" y="1474"/>
                  </a:cubicBezTo>
                  <a:cubicBezTo>
                    <a:pt x="3986" y="1474"/>
                    <a:pt x="3818" y="1466"/>
                    <a:pt x="3664" y="1433"/>
                  </a:cubicBezTo>
                  <a:lnTo>
                    <a:pt x="3381" y="1433"/>
                  </a:lnTo>
                  <a:cubicBezTo>
                    <a:pt x="3097" y="1370"/>
                    <a:pt x="2642" y="1484"/>
                    <a:pt x="2504" y="1277"/>
                  </a:cubicBezTo>
                  <a:cubicBezTo>
                    <a:pt x="2431" y="1171"/>
                    <a:pt x="2434" y="984"/>
                    <a:pt x="2348" y="891"/>
                  </a:cubicBezTo>
                  <a:cubicBezTo>
                    <a:pt x="2332" y="910"/>
                    <a:pt x="2301" y="917"/>
                    <a:pt x="2265" y="917"/>
                  </a:cubicBezTo>
                  <a:cubicBezTo>
                    <a:pt x="2186" y="917"/>
                    <a:pt x="2078" y="882"/>
                    <a:pt x="2025" y="866"/>
                  </a:cubicBezTo>
                  <a:cubicBezTo>
                    <a:pt x="1741" y="779"/>
                    <a:pt x="1438" y="709"/>
                    <a:pt x="1211" y="568"/>
                  </a:cubicBezTo>
                  <a:lnTo>
                    <a:pt x="1211" y="633"/>
                  </a:lnTo>
                  <a:cubicBezTo>
                    <a:pt x="1269" y="722"/>
                    <a:pt x="1219" y="883"/>
                    <a:pt x="1198" y="956"/>
                  </a:cubicBezTo>
                  <a:cubicBezTo>
                    <a:pt x="1138" y="992"/>
                    <a:pt x="1062" y="1008"/>
                    <a:pt x="985" y="1008"/>
                  </a:cubicBezTo>
                  <a:cubicBezTo>
                    <a:pt x="820" y="1008"/>
                    <a:pt x="646" y="935"/>
                    <a:pt x="592" y="827"/>
                  </a:cubicBezTo>
                  <a:cubicBezTo>
                    <a:pt x="559" y="761"/>
                    <a:pt x="573" y="686"/>
                    <a:pt x="553" y="607"/>
                  </a:cubicBezTo>
                  <a:cubicBezTo>
                    <a:pt x="524" y="499"/>
                    <a:pt x="480" y="388"/>
                    <a:pt x="476" y="258"/>
                  </a:cubicBezTo>
                  <a:cubicBezTo>
                    <a:pt x="332" y="213"/>
                    <a:pt x="265" y="52"/>
                    <a:pt x="12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10"/>
            <p:cNvSpPr/>
            <p:nvPr/>
          </p:nvSpPr>
          <p:spPr>
            <a:xfrm>
              <a:off x="3711737" y="3763157"/>
              <a:ext cx="40430" cy="25605"/>
            </a:xfrm>
            <a:custGeom>
              <a:rect b="b" l="l" r="r" t="t"/>
              <a:pathLst>
                <a:path extrusionOk="0" h="905" w="1429">
                  <a:moveTo>
                    <a:pt x="1356" y="1"/>
                  </a:moveTo>
                  <a:cubicBezTo>
                    <a:pt x="1158" y="150"/>
                    <a:pt x="664" y="203"/>
                    <a:pt x="374" y="273"/>
                  </a:cubicBezTo>
                  <a:cubicBezTo>
                    <a:pt x="258" y="299"/>
                    <a:pt x="88" y="262"/>
                    <a:pt x="1" y="323"/>
                  </a:cubicBezTo>
                  <a:cubicBezTo>
                    <a:pt x="88" y="435"/>
                    <a:pt x="73" y="732"/>
                    <a:pt x="51" y="905"/>
                  </a:cubicBezTo>
                  <a:lnTo>
                    <a:pt x="67" y="905"/>
                  </a:lnTo>
                  <a:cubicBezTo>
                    <a:pt x="169" y="835"/>
                    <a:pt x="332" y="850"/>
                    <a:pt x="467" y="813"/>
                  </a:cubicBezTo>
                  <a:cubicBezTo>
                    <a:pt x="706" y="749"/>
                    <a:pt x="978" y="668"/>
                    <a:pt x="1228" y="646"/>
                  </a:cubicBezTo>
                  <a:cubicBezTo>
                    <a:pt x="1234" y="619"/>
                    <a:pt x="1232" y="621"/>
                    <a:pt x="1241" y="608"/>
                  </a:cubicBezTo>
                  <a:cubicBezTo>
                    <a:pt x="1255" y="597"/>
                    <a:pt x="1263" y="597"/>
                    <a:pt x="1292" y="595"/>
                  </a:cubicBezTo>
                  <a:cubicBezTo>
                    <a:pt x="1306" y="604"/>
                    <a:pt x="1305" y="603"/>
                    <a:pt x="1331" y="608"/>
                  </a:cubicBezTo>
                  <a:cubicBezTo>
                    <a:pt x="1428" y="459"/>
                    <a:pt x="1427" y="216"/>
                    <a:pt x="13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0"/>
            <p:cNvSpPr/>
            <p:nvPr/>
          </p:nvSpPr>
          <p:spPr>
            <a:xfrm>
              <a:off x="2924322" y="3205273"/>
              <a:ext cx="60320" cy="72514"/>
            </a:xfrm>
            <a:custGeom>
              <a:rect b="b" l="l" r="r" t="t"/>
              <a:pathLst>
                <a:path extrusionOk="0" h="2563" w="2132">
                  <a:moveTo>
                    <a:pt x="1135" y="0"/>
                  </a:moveTo>
                  <a:cubicBezTo>
                    <a:pt x="1132" y="0"/>
                    <a:pt x="1129" y="0"/>
                    <a:pt x="1126" y="0"/>
                  </a:cubicBezTo>
                  <a:cubicBezTo>
                    <a:pt x="1071" y="37"/>
                    <a:pt x="995" y="37"/>
                    <a:pt x="931" y="66"/>
                  </a:cubicBezTo>
                  <a:cubicBezTo>
                    <a:pt x="729" y="155"/>
                    <a:pt x="508" y="272"/>
                    <a:pt x="312" y="376"/>
                  </a:cubicBezTo>
                  <a:cubicBezTo>
                    <a:pt x="169" y="451"/>
                    <a:pt x="8" y="505"/>
                    <a:pt x="1" y="713"/>
                  </a:cubicBezTo>
                  <a:cubicBezTo>
                    <a:pt x="15" y="730"/>
                    <a:pt x="21" y="749"/>
                    <a:pt x="27" y="778"/>
                  </a:cubicBezTo>
                  <a:cubicBezTo>
                    <a:pt x="85" y="816"/>
                    <a:pt x="136" y="870"/>
                    <a:pt x="208" y="895"/>
                  </a:cubicBezTo>
                  <a:cubicBezTo>
                    <a:pt x="279" y="918"/>
                    <a:pt x="347" y="927"/>
                    <a:pt x="414" y="927"/>
                  </a:cubicBezTo>
                  <a:cubicBezTo>
                    <a:pt x="643" y="927"/>
                    <a:pt x="855" y="821"/>
                    <a:pt x="1074" y="803"/>
                  </a:cubicBezTo>
                  <a:lnTo>
                    <a:pt x="1074" y="816"/>
                  </a:lnTo>
                  <a:cubicBezTo>
                    <a:pt x="1008" y="876"/>
                    <a:pt x="944" y="935"/>
                    <a:pt x="879" y="998"/>
                  </a:cubicBezTo>
                  <a:cubicBezTo>
                    <a:pt x="806" y="1043"/>
                    <a:pt x="693" y="1037"/>
                    <a:pt x="620" y="1088"/>
                  </a:cubicBezTo>
                  <a:cubicBezTo>
                    <a:pt x="616" y="1095"/>
                    <a:pt x="589" y="1238"/>
                    <a:pt x="582" y="1270"/>
                  </a:cubicBezTo>
                  <a:cubicBezTo>
                    <a:pt x="703" y="1296"/>
                    <a:pt x="857" y="1433"/>
                    <a:pt x="802" y="1619"/>
                  </a:cubicBezTo>
                  <a:cubicBezTo>
                    <a:pt x="790" y="1662"/>
                    <a:pt x="762" y="1683"/>
                    <a:pt x="751" y="1735"/>
                  </a:cubicBezTo>
                  <a:cubicBezTo>
                    <a:pt x="972" y="1850"/>
                    <a:pt x="1114" y="2109"/>
                    <a:pt x="1255" y="2305"/>
                  </a:cubicBezTo>
                  <a:cubicBezTo>
                    <a:pt x="1313" y="2386"/>
                    <a:pt x="1412" y="2460"/>
                    <a:pt x="1449" y="2562"/>
                  </a:cubicBezTo>
                  <a:cubicBezTo>
                    <a:pt x="1460" y="2549"/>
                    <a:pt x="1454" y="2559"/>
                    <a:pt x="1462" y="2538"/>
                  </a:cubicBezTo>
                  <a:cubicBezTo>
                    <a:pt x="1510" y="2462"/>
                    <a:pt x="1498" y="2344"/>
                    <a:pt x="1527" y="2254"/>
                  </a:cubicBezTo>
                  <a:cubicBezTo>
                    <a:pt x="1593" y="2039"/>
                    <a:pt x="1635" y="1800"/>
                    <a:pt x="1722" y="1594"/>
                  </a:cubicBezTo>
                  <a:cubicBezTo>
                    <a:pt x="1786" y="1434"/>
                    <a:pt x="1882" y="1292"/>
                    <a:pt x="1978" y="1164"/>
                  </a:cubicBezTo>
                  <a:lnTo>
                    <a:pt x="2132" y="1008"/>
                  </a:lnTo>
                  <a:cubicBezTo>
                    <a:pt x="2059" y="925"/>
                    <a:pt x="2058" y="774"/>
                    <a:pt x="2004" y="672"/>
                  </a:cubicBezTo>
                  <a:cubicBezTo>
                    <a:pt x="1976" y="621"/>
                    <a:pt x="1920" y="578"/>
                    <a:pt x="1888" y="531"/>
                  </a:cubicBezTo>
                  <a:cubicBezTo>
                    <a:pt x="1719" y="282"/>
                    <a:pt x="1549" y="0"/>
                    <a:pt x="11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0"/>
            <p:cNvSpPr/>
            <p:nvPr/>
          </p:nvSpPr>
          <p:spPr>
            <a:xfrm>
              <a:off x="3607878" y="3421874"/>
              <a:ext cx="95912" cy="99533"/>
            </a:xfrm>
            <a:custGeom>
              <a:rect b="b" l="l" r="r" t="t"/>
              <a:pathLst>
                <a:path extrusionOk="0" h="3518" w="3390">
                  <a:moveTo>
                    <a:pt x="999" y="758"/>
                  </a:moveTo>
                  <a:lnTo>
                    <a:pt x="999" y="771"/>
                  </a:lnTo>
                  <a:cubicBezTo>
                    <a:pt x="978" y="764"/>
                    <a:pt x="986" y="768"/>
                    <a:pt x="975" y="758"/>
                  </a:cubicBezTo>
                  <a:close/>
                  <a:moveTo>
                    <a:pt x="2780" y="1222"/>
                  </a:moveTo>
                  <a:cubicBezTo>
                    <a:pt x="2808" y="1228"/>
                    <a:pt x="2805" y="1225"/>
                    <a:pt x="2818" y="1235"/>
                  </a:cubicBezTo>
                  <a:cubicBezTo>
                    <a:pt x="2764" y="1293"/>
                    <a:pt x="2737" y="1378"/>
                    <a:pt x="2689" y="1442"/>
                  </a:cubicBezTo>
                  <a:cubicBezTo>
                    <a:pt x="2602" y="1556"/>
                    <a:pt x="2194" y="1898"/>
                    <a:pt x="2056" y="1945"/>
                  </a:cubicBezTo>
                  <a:lnTo>
                    <a:pt x="2058" y="1933"/>
                  </a:lnTo>
                  <a:lnTo>
                    <a:pt x="2069" y="1933"/>
                  </a:lnTo>
                  <a:lnTo>
                    <a:pt x="2237" y="1766"/>
                  </a:lnTo>
                  <a:cubicBezTo>
                    <a:pt x="2397" y="1555"/>
                    <a:pt x="2600" y="1411"/>
                    <a:pt x="2780" y="1222"/>
                  </a:cubicBezTo>
                  <a:close/>
                  <a:moveTo>
                    <a:pt x="2821" y="1465"/>
                  </a:moveTo>
                  <a:lnTo>
                    <a:pt x="2821" y="1465"/>
                  </a:lnTo>
                  <a:cubicBezTo>
                    <a:pt x="2882" y="1571"/>
                    <a:pt x="2705" y="1747"/>
                    <a:pt x="2654" y="1802"/>
                  </a:cubicBezTo>
                  <a:cubicBezTo>
                    <a:pt x="2458" y="2006"/>
                    <a:pt x="2269" y="2189"/>
                    <a:pt x="2033" y="2357"/>
                  </a:cubicBezTo>
                  <a:cubicBezTo>
                    <a:pt x="1952" y="2416"/>
                    <a:pt x="1877" y="2517"/>
                    <a:pt x="1776" y="2552"/>
                  </a:cubicBezTo>
                  <a:cubicBezTo>
                    <a:pt x="1774" y="2548"/>
                    <a:pt x="1774" y="2544"/>
                    <a:pt x="1774" y="2539"/>
                  </a:cubicBezTo>
                  <a:lnTo>
                    <a:pt x="1786" y="2539"/>
                  </a:lnTo>
                  <a:cubicBezTo>
                    <a:pt x="1841" y="2458"/>
                    <a:pt x="1941" y="2392"/>
                    <a:pt x="2019" y="2333"/>
                  </a:cubicBezTo>
                  <a:cubicBezTo>
                    <a:pt x="2080" y="2267"/>
                    <a:pt x="2139" y="2203"/>
                    <a:pt x="2200" y="2138"/>
                  </a:cubicBezTo>
                  <a:cubicBezTo>
                    <a:pt x="2334" y="2038"/>
                    <a:pt x="2446" y="1918"/>
                    <a:pt x="2562" y="1802"/>
                  </a:cubicBezTo>
                  <a:cubicBezTo>
                    <a:pt x="2650" y="1715"/>
                    <a:pt x="2793" y="1607"/>
                    <a:pt x="2821" y="1465"/>
                  </a:cubicBezTo>
                  <a:close/>
                  <a:moveTo>
                    <a:pt x="1760" y="2565"/>
                  </a:moveTo>
                  <a:lnTo>
                    <a:pt x="1747" y="2577"/>
                  </a:lnTo>
                  <a:cubicBezTo>
                    <a:pt x="1744" y="2578"/>
                    <a:pt x="1741" y="2579"/>
                    <a:pt x="1738" y="2579"/>
                  </a:cubicBezTo>
                  <a:cubicBezTo>
                    <a:pt x="1732" y="2579"/>
                    <a:pt x="1727" y="2575"/>
                    <a:pt x="1734" y="2565"/>
                  </a:cubicBezTo>
                  <a:close/>
                  <a:moveTo>
                    <a:pt x="2636" y="2176"/>
                  </a:moveTo>
                  <a:cubicBezTo>
                    <a:pt x="2644" y="2184"/>
                    <a:pt x="2655" y="2176"/>
                    <a:pt x="2650" y="2202"/>
                  </a:cubicBezTo>
                  <a:lnTo>
                    <a:pt x="2636" y="2202"/>
                  </a:lnTo>
                  <a:cubicBezTo>
                    <a:pt x="2599" y="2311"/>
                    <a:pt x="2478" y="2407"/>
                    <a:pt x="2391" y="2472"/>
                  </a:cubicBezTo>
                  <a:cubicBezTo>
                    <a:pt x="2186" y="2631"/>
                    <a:pt x="2008" y="2863"/>
                    <a:pt x="1720" y="2939"/>
                  </a:cubicBezTo>
                  <a:lnTo>
                    <a:pt x="1720" y="2952"/>
                  </a:lnTo>
                  <a:cubicBezTo>
                    <a:pt x="1699" y="2945"/>
                    <a:pt x="1709" y="2951"/>
                    <a:pt x="1696" y="2939"/>
                  </a:cubicBezTo>
                  <a:lnTo>
                    <a:pt x="1720" y="2939"/>
                  </a:lnTo>
                  <a:lnTo>
                    <a:pt x="1720" y="2926"/>
                  </a:lnTo>
                  <a:lnTo>
                    <a:pt x="1734" y="2926"/>
                  </a:lnTo>
                  <a:cubicBezTo>
                    <a:pt x="1812" y="2846"/>
                    <a:pt x="1914" y="2786"/>
                    <a:pt x="2004" y="2719"/>
                  </a:cubicBezTo>
                  <a:cubicBezTo>
                    <a:pt x="2129" y="2626"/>
                    <a:pt x="2241" y="2501"/>
                    <a:pt x="2366" y="2408"/>
                  </a:cubicBezTo>
                  <a:cubicBezTo>
                    <a:pt x="2461" y="2340"/>
                    <a:pt x="2572" y="2275"/>
                    <a:pt x="2636" y="2176"/>
                  </a:cubicBezTo>
                  <a:close/>
                  <a:moveTo>
                    <a:pt x="757" y="1"/>
                  </a:moveTo>
                  <a:cubicBezTo>
                    <a:pt x="731" y="1"/>
                    <a:pt x="704" y="3"/>
                    <a:pt x="677" y="8"/>
                  </a:cubicBezTo>
                  <a:lnTo>
                    <a:pt x="677" y="33"/>
                  </a:lnTo>
                  <a:cubicBezTo>
                    <a:pt x="633" y="257"/>
                    <a:pt x="591" y="480"/>
                    <a:pt x="547" y="706"/>
                  </a:cubicBezTo>
                  <a:cubicBezTo>
                    <a:pt x="415" y="1174"/>
                    <a:pt x="307" y="1673"/>
                    <a:pt x="160" y="2126"/>
                  </a:cubicBezTo>
                  <a:cubicBezTo>
                    <a:pt x="118" y="2251"/>
                    <a:pt x="0" y="2661"/>
                    <a:pt x="56" y="2799"/>
                  </a:cubicBezTo>
                  <a:cubicBezTo>
                    <a:pt x="121" y="2959"/>
                    <a:pt x="344" y="3042"/>
                    <a:pt x="496" y="3122"/>
                  </a:cubicBezTo>
                  <a:cubicBezTo>
                    <a:pt x="783" y="3272"/>
                    <a:pt x="1335" y="3517"/>
                    <a:pt x="1832" y="3517"/>
                  </a:cubicBezTo>
                  <a:cubicBezTo>
                    <a:pt x="1933" y="3517"/>
                    <a:pt x="2031" y="3507"/>
                    <a:pt x="2125" y="3484"/>
                  </a:cubicBezTo>
                  <a:cubicBezTo>
                    <a:pt x="2828" y="3311"/>
                    <a:pt x="2764" y="2682"/>
                    <a:pt x="2952" y="2010"/>
                  </a:cubicBezTo>
                  <a:cubicBezTo>
                    <a:pt x="3006" y="1814"/>
                    <a:pt x="3028" y="1593"/>
                    <a:pt x="3093" y="1391"/>
                  </a:cubicBezTo>
                  <a:cubicBezTo>
                    <a:pt x="3131" y="1273"/>
                    <a:pt x="3180" y="1139"/>
                    <a:pt x="3209" y="1016"/>
                  </a:cubicBezTo>
                  <a:lnTo>
                    <a:pt x="3185" y="1016"/>
                  </a:lnTo>
                  <a:cubicBezTo>
                    <a:pt x="3143" y="1043"/>
                    <a:pt x="3036" y="1050"/>
                    <a:pt x="2920" y="1050"/>
                  </a:cubicBezTo>
                  <a:cubicBezTo>
                    <a:pt x="2792" y="1050"/>
                    <a:pt x="2653" y="1042"/>
                    <a:pt x="2577" y="1042"/>
                  </a:cubicBezTo>
                  <a:cubicBezTo>
                    <a:pt x="2080" y="1042"/>
                    <a:pt x="1684" y="1014"/>
                    <a:pt x="1335" y="888"/>
                  </a:cubicBezTo>
                  <a:cubicBezTo>
                    <a:pt x="1231" y="848"/>
                    <a:pt x="1084" y="838"/>
                    <a:pt x="999" y="771"/>
                  </a:cubicBezTo>
                  <a:lnTo>
                    <a:pt x="999" y="771"/>
                  </a:lnTo>
                  <a:cubicBezTo>
                    <a:pt x="1222" y="774"/>
                    <a:pt x="1406" y="861"/>
                    <a:pt x="1594" y="912"/>
                  </a:cubicBezTo>
                  <a:cubicBezTo>
                    <a:pt x="1789" y="966"/>
                    <a:pt x="2066" y="1001"/>
                    <a:pt x="2333" y="1001"/>
                  </a:cubicBezTo>
                  <a:cubicBezTo>
                    <a:pt x="2509" y="1001"/>
                    <a:pt x="2681" y="986"/>
                    <a:pt x="2821" y="950"/>
                  </a:cubicBezTo>
                  <a:cubicBezTo>
                    <a:pt x="2924" y="925"/>
                    <a:pt x="3217" y="899"/>
                    <a:pt x="3260" y="834"/>
                  </a:cubicBezTo>
                  <a:cubicBezTo>
                    <a:pt x="3311" y="767"/>
                    <a:pt x="3382" y="510"/>
                    <a:pt x="3390" y="408"/>
                  </a:cubicBezTo>
                  <a:lnTo>
                    <a:pt x="3390" y="408"/>
                  </a:lnTo>
                  <a:cubicBezTo>
                    <a:pt x="3268" y="411"/>
                    <a:pt x="3146" y="413"/>
                    <a:pt x="3025" y="413"/>
                  </a:cubicBezTo>
                  <a:cubicBezTo>
                    <a:pt x="2535" y="413"/>
                    <a:pt x="2063" y="380"/>
                    <a:pt x="1670" y="254"/>
                  </a:cubicBezTo>
                  <a:cubicBezTo>
                    <a:pt x="1507" y="200"/>
                    <a:pt x="1328" y="168"/>
                    <a:pt x="1153" y="111"/>
                  </a:cubicBezTo>
                  <a:cubicBezTo>
                    <a:pt x="1032" y="72"/>
                    <a:pt x="904" y="1"/>
                    <a:pt x="75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10"/>
            <p:cNvSpPr/>
            <p:nvPr/>
          </p:nvSpPr>
          <p:spPr>
            <a:xfrm>
              <a:off x="3606888" y="3761941"/>
              <a:ext cx="78879" cy="29198"/>
            </a:xfrm>
            <a:custGeom>
              <a:rect b="b" l="l" r="r" t="t"/>
              <a:pathLst>
                <a:path extrusionOk="0" h="1032" w="2788">
                  <a:moveTo>
                    <a:pt x="1" y="0"/>
                  </a:moveTo>
                  <a:cubicBezTo>
                    <a:pt x="33" y="318"/>
                    <a:pt x="198" y="593"/>
                    <a:pt x="246" y="907"/>
                  </a:cubicBezTo>
                  <a:cubicBezTo>
                    <a:pt x="252" y="907"/>
                    <a:pt x="259" y="907"/>
                    <a:pt x="265" y="907"/>
                  </a:cubicBezTo>
                  <a:cubicBezTo>
                    <a:pt x="517" y="907"/>
                    <a:pt x="758" y="936"/>
                    <a:pt x="982" y="986"/>
                  </a:cubicBezTo>
                  <a:cubicBezTo>
                    <a:pt x="1107" y="989"/>
                    <a:pt x="1231" y="995"/>
                    <a:pt x="1356" y="999"/>
                  </a:cubicBezTo>
                  <a:cubicBezTo>
                    <a:pt x="1447" y="1018"/>
                    <a:pt x="1577" y="1031"/>
                    <a:pt x="1703" y="1031"/>
                  </a:cubicBezTo>
                  <a:cubicBezTo>
                    <a:pt x="1788" y="1031"/>
                    <a:pt x="1871" y="1025"/>
                    <a:pt x="1937" y="1011"/>
                  </a:cubicBezTo>
                  <a:lnTo>
                    <a:pt x="2158" y="1011"/>
                  </a:lnTo>
                  <a:cubicBezTo>
                    <a:pt x="2296" y="1011"/>
                    <a:pt x="2425" y="1016"/>
                    <a:pt x="2552" y="1016"/>
                  </a:cubicBezTo>
                  <a:cubicBezTo>
                    <a:pt x="2615" y="1016"/>
                    <a:pt x="2677" y="1015"/>
                    <a:pt x="2740" y="1011"/>
                  </a:cubicBezTo>
                  <a:cubicBezTo>
                    <a:pt x="2750" y="781"/>
                    <a:pt x="2788" y="509"/>
                    <a:pt x="2661" y="350"/>
                  </a:cubicBezTo>
                  <a:cubicBezTo>
                    <a:pt x="2516" y="259"/>
                    <a:pt x="2112" y="318"/>
                    <a:pt x="1912" y="273"/>
                  </a:cubicBezTo>
                  <a:cubicBezTo>
                    <a:pt x="1673" y="221"/>
                    <a:pt x="1383" y="237"/>
                    <a:pt x="1136" y="182"/>
                  </a:cubicBezTo>
                  <a:cubicBezTo>
                    <a:pt x="1042" y="179"/>
                    <a:pt x="947" y="173"/>
                    <a:pt x="853" y="169"/>
                  </a:cubicBezTo>
                  <a:cubicBezTo>
                    <a:pt x="704" y="135"/>
                    <a:pt x="540" y="135"/>
                    <a:pt x="387" y="92"/>
                  </a:cubicBezTo>
                  <a:cubicBezTo>
                    <a:pt x="268" y="58"/>
                    <a:pt x="133" y="13"/>
                    <a:pt x="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10"/>
            <p:cNvSpPr/>
            <p:nvPr/>
          </p:nvSpPr>
          <p:spPr>
            <a:xfrm>
              <a:off x="3427151" y="3724001"/>
              <a:ext cx="31320" cy="46088"/>
            </a:xfrm>
            <a:custGeom>
              <a:rect b="b" l="l" r="r" t="t"/>
              <a:pathLst>
                <a:path extrusionOk="0" h="1629" w="1107">
                  <a:moveTo>
                    <a:pt x="343" y="1"/>
                  </a:moveTo>
                  <a:cubicBezTo>
                    <a:pt x="284" y="102"/>
                    <a:pt x="198" y="198"/>
                    <a:pt x="148" y="310"/>
                  </a:cubicBezTo>
                  <a:cubicBezTo>
                    <a:pt x="29" y="589"/>
                    <a:pt x="0" y="933"/>
                    <a:pt x="7" y="1305"/>
                  </a:cubicBezTo>
                  <a:cubicBezTo>
                    <a:pt x="330" y="1430"/>
                    <a:pt x="710" y="1590"/>
                    <a:pt x="1105" y="1629"/>
                  </a:cubicBezTo>
                  <a:cubicBezTo>
                    <a:pt x="1106" y="1620"/>
                    <a:pt x="1106" y="1613"/>
                    <a:pt x="1106" y="1603"/>
                  </a:cubicBezTo>
                  <a:cubicBezTo>
                    <a:pt x="1027" y="1497"/>
                    <a:pt x="1013" y="1322"/>
                    <a:pt x="965" y="1188"/>
                  </a:cubicBezTo>
                  <a:cubicBezTo>
                    <a:pt x="894" y="996"/>
                    <a:pt x="816" y="786"/>
                    <a:pt x="744" y="595"/>
                  </a:cubicBezTo>
                  <a:cubicBezTo>
                    <a:pt x="711" y="501"/>
                    <a:pt x="707" y="392"/>
                    <a:pt x="654" y="310"/>
                  </a:cubicBezTo>
                  <a:lnTo>
                    <a:pt x="34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10"/>
            <p:cNvSpPr/>
            <p:nvPr/>
          </p:nvSpPr>
          <p:spPr>
            <a:xfrm>
              <a:off x="3479462" y="3669540"/>
              <a:ext cx="138577" cy="92828"/>
            </a:xfrm>
            <a:custGeom>
              <a:rect b="b" l="l" r="r" t="t"/>
              <a:pathLst>
                <a:path extrusionOk="0" h="3281" w="4898">
                  <a:moveTo>
                    <a:pt x="147" y="1"/>
                  </a:moveTo>
                  <a:cubicBezTo>
                    <a:pt x="51" y="72"/>
                    <a:pt x="0" y="52"/>
                    <a:pt x="6" y="233"/>
                  </a:cubicBezTo>
                  <a:cubicBezTo>
                    <a:pt x="67" y="294"/>
                    <a:pt x="102" y="376"/>
                    <a:pt x="173" y="428"/>
                  </a:cubicBezTo>
                  <a:cubicBezTo>
                    <a:pt x="518" y="678"/>
                    <a:pt x="1030" y="815"/>
                    <a:pt x="1478" y="957"/>
                  </a:cubicBezTo>
                  <a:cubicBezTo>
                    <a:pt x="1582" y="966"/>
                    <a:pt x="1685" y="973"/>
                    <a:pt x="1789" y="982"/>
                  </a:cubicBezTo>
                  <a:cubicBezTo>
                    <a:pt x="1927" y="1015"/>
                    <a:pt x="2093" y="1040"/>
                    <a:pt x="2229" y="1072"/>
                  </a:cubicBezTo>
                  <a:cubicBezTo>
                    <a:pt x="2253" y="1078"/>
                    <a:pt x="2280" y="1079"/>
                    <a:pt x="2308" y="1079"/>
                  </a:cubicBezTo>
                  <a:cubicBezTo>
                    <a:pt x="2322" y="1079"/>
                    <a:pt x="2336" y="1079"/>
                    <a:pt x="2350" y="1079"/>
                  </a:cubicBezTo>
                  <a:cubicBezTo>
                    <a:pt x="2393" y="1079"/>
                    <a:pt x="2434" y="1081"/>
                    <a:pt x="2462" y="1098"/>
                  </a:cubicBezTo>
                  <a:cubicBezTo>
                    <a:pt x="2225" y="1095"/>
                    <a:pt x="1982" y="1077"/>
                    <a:pt x="1748" y="1077"/>
                  </a:cubicBezTo>
                  <a:cubicBezTo>
                    <a:pt x="1569" y="1077"/>
                    <a:pt x="1396" y="1088"/>
                    <a:pt x="1235" y="1123"/>
                  </a:cubicBezTo>
                  <a:cubicBezTo>
                    <a:pt x="1069" y="1159"/>
                    <a:pt x="874" y="1111"/>
                    <a:pt x="820" y="1252"/>
                  </a:cubicBezTo>
                  <a:cubicBezTo>
                    <a:pt x="793" y="1281"/>
                    <a:pt x="793" y="1322"/>
                    <a:pt x="794" y="1382"/>
                  </a:cubicBezTo>
                  <a:cubicBezTo>
                    <a:pt x="841" y="1427"/>
                    <a:pt x="860" y="1498"/>
                    <a:pt x="911" y="1536"/>
                  </a:cubicBezTo>
                  <a:cubicBezTo>
                    <a:pt x="1046" y="1638"/>
                    <a:pt x="1222" y="1745"/>
                    <a:pt x="1402" y="1795"/>
                  </a:cubicBezTo>
                  <a:cubicBezTo>
                    <a:pt x="1547" y="1834"/>
                    <a:pt x="1680" y="1809"/>
                    <a:pt x="1816" y="1846"/>
                  </a:cubicBezTo>
                  <a:cubicBezTo>
                    <a:pt x="1957" y="1885"/>
                    <a:pt x="2107" y="1930"/>
                    <a:pt x="2282" y="1936"/>
                  </a:cubicBezTo>
                  <a:lnTo>
                    <a:pt x="2282" y="1962"/>
                  </a:lnTo>
                  <a:lnTo>
                    <a:pt x="1351" y="1962"/>
                  </a:lnTo>
                  <a:cubicBezTo>
                    <a:pt x="1244" y="2029"/>
                    <a:pt x="1120" y="1992"/>
                    <a:pt x="1118" y="2168"/>
                  </a:cubicBezTo>
                  <a:cubicBezTo>
                    <a:pt x="1153" y="2203"/>
                    <a:pt x="1169" y="2256"/>
                    <a:pt x="1209" y="2285"/>
                  </a:cubicBezTo>
                  <a:cubicBezTo>
                    <a:pt x="1569" y="2546"/>
                    <a:pt x="2218" y="2536"/>
                    <a:pt x="2709" y="2660"/>
                  </a:cubicBezTo>
                  <a:cubicBezTo>
                    <a:pt x="2825" y="2689"/>
                    <a:pt x="2949" y="2686"/>
                    <a:pt x="3058" y="2711"/>
                  </a:cubicBezTo>
                  <a:cubicBezTo>
                    <a:pt x="3072" y="2714"/>
                    <a:pt x="3088" y="2715"/>
                    <a:pt x="3105" y="2715"/>
                  </a:cubicBezTo>
                  <a:cubicBezTo>
                    <a:pt x="3146" y="2715"/>
                    <a:pt x="3192" y="2708"/>
                    <a:pt x="3232" y="2708"/>
                  </a:cubicBezTo>
                  <a:cubicBezTo>
                    <a:pt x="3259" y="2708"/>
                    <a:pt x="3284" y="2711"/>
                    <a:pt x="3302" y="2722"/>
                  </a:cubicBezTo>
                  <a:cubicBezTo>
                    <a:pt x="3077" y="2727"/>
                    <a:pt x="2818" y="2763"/>
                    <a:pt x="2578" y="2763"/>
                  </a:cubicBezTo>
                  <a:cubicBezTo>
                    <a:pt x="2470" y="2763"/>
                    <a:pt x="2365" y="2756"/>
                    <a:pt x="2269" y="2735"/>
                  </a:cubicBezTo>
                  <a:cubicBezTo>
                    <a:pt x="2246" y="2731"/>
                    <a:pt x="2225" y="2728"/>
                    <a:pt x="2205" y="2728"/>
                  </a:cubicBezTo>
                  <a:cubicBezTo>
                    <a:pt x="2099" y="2728"/>
                    <a:pt x="2038" y="2796"/>
                    <a:pt x="2036" y="2903"/>
                  </a:cubicBezTo>
                  <a:cubicBezTo>
                    <a:pt x="2084" y="2962"/>
                    <a:pt x="2103" y="3039"/>
                    <a:pt x="2165" y="3084"/>
                  </a:cubicBezTo>
                  <a:cubicBezTo>
                    <a:pt x="2356" y="3222"/>
                    <a:pt x="2645" y="3280"/>
                    <a:pt x="2941" y="3280"/>
                  </a:cubicBezTo>
                  <a:cubicBezTo>
                    <a:pt x="3166" y="3280"/>
                    <a:pt x="3394" y="3247"/>
                    <a:pt x="3586" y="3188"/>
                  </a:cubicBezTo>
                  <a:cubicBezTo>
                    <a:pt x="3943" y="3079"/>
                    <a:pt x="4483" y="2946"/>
                    <a:pt x="4672" y="2685"/>
                  </a:cubicBezTo>
                  <a:cubicBezTo>
                    <a:pt x="4720" y="2618"/>
                    <a:pt x="4734" y="2529"/>
                    <a:pt x="4775" y="2452"/>
                  </a:cubicBezTo>
                  <a:cubicBezTo>
                    <a:pt x="4791" y="2423"/>
                    <a:pt x="4840" y="2384"/>
                    <a:pt x="4852" y="2353"/>
                  </a:cubicBezTo>
                  <a:cubicBezTo>
                    <a:pt x="4878" y="2288"/>
                    <a:pt x="4897" y="1962"/>
                    <a:pt x="4877" y="1875"/>
                  </a:cubicBezTo>
                  <a:cubicBezTo>
                    <a:pt x="4861" y="1750"/>
                    <a:pt x="4842" y="1626"/>
                    <a:pt x="4826" y="1500"/>
                  </a:cubicBezTo>
                  <a:cubicBezTo>
                    <a:pt x="4665" y="921"/>
                    <a:pt x="4398" y="537"/>
                    <a:pt x="3858" y="336"/>
                  </a:cubicBezTo>
                  <a:cubicBezTo>
                    <a:pt x="3771" y="304"/>
                    <a:pt x="3562" y="225"/>
                    <a:pt x="3406" y="225"/>
                  </a:cubicBezTo>
                  <a:cubicBezTo>
                    <a:pt x="3378" y="225"/>
                    <a:pt x="3351" y="227"/>
                    <a:pt x="3327" y="233"/>
                  </a:cubicBezTo>
                  <a:cubicBezTo>
                    <a:pt x="3302" y="239"/>
                    <a:pt x="3240" y="267"/>
                    <a:pt x="3211" y="271"/>
                  </a:cubicBezTo>
                  <a:lnTo>
                    <a:pt x="2875" y="271"/>
                  </a:lnTo>
                  <a:cubicBezTo>
                    <a:pt x="2748" y="303"/>
                    <a:pt x="2587" y="332"/>
                    <a:pt x="2447" y="363"/>
                  </a:cubicBezTo>
                  <a:cubicBezTo>
                    <a:pt x="2353" y="366"/>
                    <a:pt x="2258" y="371"/>
                    <a:pt x="2164" y="376"/>
                  </a:cubicBezTo>
                  <a:cubicBezTo>
                    <a:pt x="2099" y="390"/>
                    <a:pt x="1989" y="402"/>
                    <a:pt x="1886" y="402"/>
                  </a:cubicBezTo>
                  <a:cubicBezTo>
                    <a:pt x="1826" y="402"/>
                    <a:pt x="1768" y="397"/>
                    <a:pt x="1723" y="387"/>
                  </a:cubicBezTo>
                  <a:cubicBezTo>
                    <a:pt x="1466" y="331"/>
                    <a:pt x="1229" y="320"/>
                    <a:pt x="1012" y="233"/>
                  </a:cubicBezTo>
                  <a:cubicBezTo>
                    <a:pt x="742" y="123"/>
                    <a:pt x="533" y="4"/>
                    <a:pt x="1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0"/>
            <p:cNvSpPr/>
            <p:nvPr/>
          </p:nvSpPr>
          <p:spPr>
            <a:xfrm>
              <a:off x="3390598" y="3695172"/>
              <a:ext cx="29820" cy="55878"/>
            </a:xfrm>
            <a:custGeom>
              <a:rect b="b" l="l" r="r" t="t"/>
              <a:pathLst>
                <a:path extrusionOk="0" h="1975" w="1054">
                  <a:moveTo>
                    <a:pt x="239" y="0"/>
                  </a:moveTo>
                  <a:lnTo>
                    <a:pt x="239" y="0"/>
                  </a:lnTo>
                  <a:cubicBezTo>
                    <a:pt x="241" y="383"/>
                    <a:pt x="222" y="688"/>
                    <a:pt x="136" y="993"/>
                  </a:cubicBezTo>
                  <a:cubicBezTo>
                    <a:pt x="109" y="1092"/>
                    <a:pt x="1" y="1361"/>
                    <a:pt x="45" y="1498"/>
                  </a:cubicBezTo>
                  <a:cubicBezTo>
                    <a:pt x="77" y="1589"/>
                    <a:pt x="469" y="1914"/>
                    <a:pt x="561" y="1975"/>
                  </a:cubicBezTo>
                  <a:cubicBezTo>
                    <a:pt x="564" y="1906"/>
                    <a:pt x="564" y="1837"/>
                    <a:pt x="564" y="1770"/>
                  </a:cubicBezTo>
                  <a:cubicBezTo>
                    <a:pt x="590" y="1723"/>
                    <a:pt x="574" y="1651"/>
                    <a:pt x="588" y="1588"/>
                  </a:cubicBezTo>
                  <a:cubicBezTo>
                    <a:pt x="616" y="1479"/>
                    <a:pt x="631" y="1363"/>
                    <a:pt x="667" y="1252"/>
                  </a:cubicBezTo>
                  <a:cubicBezTo>
                    <a:pt x="731" y="1057"/>
                    <a:pt x="808" y="848"/>
                    <a:pt x="913" y="684"/>
                  </a:cubicBezTo>
                  <a:cubicBezTo>
                    <a:pt x="959" y="627"/>
                    <a:pt x="1007" y="570"/>
                    <a:pt x="1054" y="517"/>
                  </a:cubicBezTo>
                  <a:cubicBezTo>
                    <a:pt x="777" y="358"/>
                    <a:pt x="524" y="146"/>
                    <a:pt x="23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0"/>
            <p:cNvSpPr/>
            <p:nvPr/>
          </p:nvSpPr>
          <p:spPr>
            <a:xfrm>
              <a:off x="3711397" y="4660429"/>
              <a:ext cx="108275" cy="77069"/>
            </a:xfrm>
            <a:custGeom>
              <a:rect b="b" l="l" r="r" t="t"/>
              <a:pathLst>
                <a:path extrusionOk="0" h="2724" w="3827">
                  <a:moveTo>
                    <a:pt x="2624" y="897"/>
                  </a:moveTo>
                  <a:lnTo>
                    <a:pt x="2624" y="897"/>
                  </a:lnTo>
                  <a:cubicBezTo>
                    <a:pt x="2893" y="915"/>
                    <a:pt x="3120" y="1184"/>
                    <a:pt x="3179" y="1413"/>
                  </a:cubicBezTo>
                  <a:cubicBezTo>
                    <a:pt x="3176" y="1414"/>
                    <a:pt x="3170" y="1414"/>
                    <a:pt x="3168" y="1414"/>
                  </a:cubicBezTo>
                  <a:cubicBezTo>
                    <a:pt x="3089" y="1299"/>
                    <a:pt x="2957" y="1202"/>
                    <a:pt x="2843" y="1118"/>
                  </a:cubicBezTo>
                  <a:cubicBezTo>
                    <a:pt x="2808" y="1078"/>
                    <a:pt x="2775" y="1039"/>
                    <a:pt x="2740" y="1001"/>
                  </a:cubicBezTo>
                  <a:cubicBezTo>
                    <a:pt x="2697" y="966"/>
                    <a:pt x="2649" y="950"/>
                    <a:pt x="2624" y="897"/>
                  </a:cubicBezTo>
                  <a:close/>
                  <a:moveTo>
                    <a:pt x="968" y="1273"/>
                  </a:moveTo>
                  <a:cubicBezTo>
                    <a:pt x="933" y="1328"/>
                    <a:pt x="875" y="1366"/>
                    <a:pt x="838" y="1414"/>
                  </a:cubicBezTo>
                  <a:cubicBezTo>
                    <a:pt x="742" y="1546"/>
                    <a:pt x="642" y="1711"/>
                    <a:pt x="504" y="1802"/>
                  </a:cubicBezTo>
                  <a:lnTo>
                    <a:pt x="504" y="1765"/>
                  </a:lnTo>
                  <a:cubicBezTo>
                    <a:pt x="572" y="1692"/>
                    <a:pt x="613" y="1584"/>
                    <a:pt x="671" y="1506"/>
                  </a:cubicBezTo>
                  <a:cubicBezTo>
                    <a:pt x="742" y="1411"/>
                    <a:pt x="860" y="1356"/>
                    <a:pt x="943" y="1273"/>
                  </a:cubicBezTo>
                  <a:close/>
                  <a:moveTo>
                    <a:pt x="1202" y="1517"/>
                  </a:moveTo>
                  <a:cubicBezTo>
                    <a:pt x="1150" y="1623"/>
                    <a:pt x="1049" y="1696"/>
                    <a:pt x="982" y="1788"/>
                  </a:cubicBezTo>
                  <a:cubicBezTo>
                    <a:pt x="879" y="1927"/>
                    <a:pt x="798" y="2080"/>
                    <a:pt x="684" y="2215"/>
                  </a:cubicBezTo>
                  <a:lnTo>
                    <a:pt x="684" y="2202"/>
                  </a:lnTo>
                  <a:cubicBezTo>
                    <a:pt x="674" y="2186"/>
                    <a:pt x="674" y="2172"/>
                    <a:pt x="674" y="2138"/>
                  </a:cubicBezTo>
                  <a:cubicBezTo>
                    <a:pt x="639" y="2071"/>
                    <a:pt x="721" y="1965"/>
                    <a:pt x="751" y="1919"/>
                  </a:cubicBezTo>
                  <a:cubicBezTo>
                    <a:pt x="831" y="1797"/>
                    <a:pt x="918" y="1679"/>
                    <a:pt x="1035" y="1594"/>
                  </a:cubicBezTo>
                  <a:cubicBezTo>
                    <a:pt x="1081" y="1562"/>
                    <a:pt x="1136" y="1554"/>
                    <a:pt x="1177" y="1517"/>
                  </a:cubicBezTo>
                  <a:close/>
                  <a:moveTo>
                    <a:pt x="1216" y="1892"/>
                  </a:moveTo>
                  <a:cubicBezTo>
                    <a:pt x="1251" y="1962"/>
                    <a:pt x="1046" y="2329"/>
                    <a:pt x="995" y="2384"/>
                  </a:cubicBezTo>
                  <a:cubicBezTo>
                    <a:pt x="974" y="2377"/>
                    <a:pt x="982" y="2382"/>
                    <a:pt x="969" y="2371"/>
                  </a:cubicBezTo>
                  <a:cubicBezTo>
                    <a:pt x="940" y="2346"/>
                    <a:pt x="943" y="2313"/>
                    <a:pt x="945" y="2254"/>
                  </a:cubicBezTo>
                  <a:cubicBezTo>
                    <a:pt x="981" y="2214"/>
                    <a:pt x="990" y="2159"/>
                    <a:pt x="1023" y="2113"/>
                  </a:cubicBezTo>
                  <a:cubicBezTo>
                    <a:pt x="1088" y="2041"/>
                    <a:pt x="1151" y="1965"/>
                    <a:pt x="1216" y="1892"/>
                  </a:cubicBezTo>
                  <a:close/>
                  <a:moveTo>
                    <a:pt x="2046" y="0"/>
                  </a:moveTo>
                  <a:cubicBezTo>
                    <a:pt x="1863" y="0"/>
                    <a:pt x="1679" y="38"/>
                    <a:pt x="1539" y="95"/>
                  </a:cubicBezTo>
                  <a:cubicBezTo>
                    <a:pt x="1081" y="283"/>
                    <a:pt x="748" y="585"/>
                    <a:pt x="545" y="1026"/>
                  </a:cubicBezTo>
                  <a:lnTo>
                    <a:pt x="558" y="1026"/>
                  </a:lnTo>
                  <a:cubicBezTo>
                    <a:pt x="734" y="846"/>
                    <a:pt x="1314" y="744"/>
                    <a:pt x="1667" y="742"/>
                  </a:cubicBezTo>
                  <a:cubicBezTo>
                    <a:pt x="1725" y="742"/>
                    <a:pt x="1787" y="740"/>
                    <a:pt x="1850" y="740"/>
                  </a:cubicBezTo>
                  <a:cubicBezTo>
                    <a:pt x="1988" y="740"/>
                    <a:pt x="2125" y="750"/>
                    <a:pt x="2198" y="808"/>
                  </a:cubicBezTo>
                  <a:cubicBezTo>
                    <a:pt x="2135" y="803"/>
                    <a:pt x="2072" y="800"/>
                    <a:pt x="2010" y="800"/>
                  </a:cubicBezTo>
                  <a:cubicBezTo>
                    <a:pt x="1419" y="800"/>
                    <a:pt x="907" y="1024"/>
                    <a:pt x="558" y="1286"/>
                  </a:cubicBezTo>
                  <a:cubicBezTo>
                    <a:pt x="415" y="1392"/>
                    <a:pt x="335" y="1548"/>
                    <a:pt x="234" y="1701"/>
                  </a:cubicBezTo>
                  <a:cubicBezTo>
                    <a:pt x="154" y="1820"/>
                    <a:pt x="10" y="1938"/>
                    <a:pt x="1" y="2127"/>
                  </a:cubicBezTo>
                  <a:cubicBezTo>
                    <a:pt x="59" y="2189"/>
                    <a:pt x="82" y="2272"/>
                    <a:pt x="155" y="2321"/>
                  </a:cubicBezTo>
                  <a:cubicBezTo>
                    <a:pt x="517" y="2560"/>
                    <a:pt x="1074" y="2545"/>
                    <a:pt x="1564" y="2657"/>
                  </a:cubicBezTo>
                  <a:cubicBezTo>
                    <a:pt x="1711" y="2667"/>
                    <a:pt x="1856" y="2675"/>
                    <a:pt x="2003" y="2683"/>
                  </a:cubicBezTo>
                  <a:cubicBezTo>
                    <a:pt x="2127" y="2710"/>
                    <a:pt x="2294" y="2723"/>
                    <a:pt x="2460" y="2723"/>
                  </a:cubicBezTo>
                  <a:cubicBezTo>
                    <a:pt x="2624" y="2723"/>
                    <a:pt x="2787" y="2710"/>
                    <a:pt x="2909" y="2683"/>
                  </a:cubicBezTo>
                  <a:cubicBezTo>
                    <a:pt x="2990" y="2679"/>
                    <a:pt x="3073" y="2675"/>
                    <a:pt x="3154" y="2670"/>
                  </a:cubicBezTo>
                  <a:cubicBezTo>
                    <a:pt x="3287" y="2640"/>
                    <a:pt x="3421" y="2611"/>
                    <a:pt x="3554" y="2580"/>
                  </a:cubicBezTo>
                  <a:cubicBezTo>
                    <a:pt x="3647" y="2548"/>
                    <a:pt x="3722" y="2493"/>
                    <a:pt x="3825" y="2475"/>
                  </a:cubicBezTo>
                  <a:cubicBezTo>
                    <a:pt x="3826" y="2249"/>
                    <a:pt x="3719" y="1981"/>
                    <a:pt x="3658" y="1791"/>
                  </a:cubicBezTo>
                  <a:cubicBezTo>
                    <a:pt x="3602" y="1625"/>
                    <a:pt x="3579" y="1485"/>
                    <a:pt x="3515" y="1339"/>
                  </a:cubicBezTo>
                  <a:cubicBezTo>
                    <a:pt x="3409" y="1093"/>
                    <a:pt x="3213" y="879"/>
                    <a:pt x="3063" y="665"/>
                  </a:cubicBezTo>
                  <a:cubicBezTo>
                    <a:pt x="2902" y="436"/>
                    <a:pt x="2702" y="184"/>
                    <a:pt x="2430" y="69"/>
                  </a:cubicBezTo>
                  <a:cubicBezTo>
                    <a:pt x="2315" y="21"/>
                    <a:pt x="2181" y="0"/>
                    <a:pt x="204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0"/>
            <p:cNvSpPr/>
            <p:nvPr/>
          </p:nvSpPr>
          <p:spPr>
            <a:xfrm>
              <a:off x="3706475" y="4724198"/>
              <a:ext cx="113198" cy="26595"/>
            </a:xfrm>
            <a:custGeom>
              <a:rect b="b" l="l" r="r" t="t"/>
              <a:pathLst>
                <a:path extrusionOk="0" h="940" w="4001">
                  <a:moveTo>
                    <a:pt x="99" y="0"/>
                  </a:moveTo>
                  <a:cubicBezTo>
                    <a:pt x="38" y="133"/>
                    <a:pt x="1" y="284"/>
                    <a:pt x="21" y="466"/>
                  </a:cubicBezTo>
                  <a:cubicBezTo>
                    <a:pt x="216" y="611"/>
                    <a:pt x="377" y="727"/>
                    <a:pt x="640" y="815"/>
                  </a:cubicBezTo>
                  <a:cubicBezTo>
                    <a:pt x="939" y="912"/>
                    <a:pt x="1298" y="935"/>
                    <a:pt x="1676" y="935"/>
                  </a:cubicBezTo>
                  <a:cubicBezTo>
                    <a:pt x="2006" y="935"/>
                    <a:pt x="2350" y="918"/>
                    <a:pt x="2682" y="918"/>
                  </a:cubicBezTo>
                  <a:cubicBezTo>
                    <a:pt x="2930" y="918"/>
                    <a:pt x="3195" y="940"/>
                    <a:pt x="3443" y="940"/>
                  </a:cubicBezTo>
                  <a:cubicBezTo>
                    <a:pt x="3616" y="940"/>
                    <a:pt x="3780" y="929"/>
                    <a:pt x="3923" y="893"/>
                  </a:cubicBezTo>
                  <a:cubicBezTo>
                    <a:pt x="3962" y="757"/>
                    <a:pt x="3997" y="583"/>
                    <a:pt x="4000" y="402"/>
                  </a:cubicBezTo>
                  <a:lnTo>
                    <a:pt x="3975" y="402"/>
                  </a:lnTo>
                  <a:cubicBezTo>
                    <a:pt x="3932" y="438"/>
                    <a:pt x="3882" y="431"/>
                    <a:pt x="3818" y="453"/>
                  </a:cubicBezTo>
                  <a:cubicBezTo>
                    <a:pt x="3643" y="509"/>
                    <a:pt x="3426" y="537"/>
                    <a:pt x="3225" y="582"/>
                  </a:cubicBezTo>
                  <a:cubicBezTo>
                    <a:pt x="3121" y="586"/>
                    <a:pt x="3017" y="591"/>
                    <a:pt x="2914" y="595"/>
                  </a:cubicBezTo>
                  <a:cubicBezTo>
                    <a:pt x="2818" y="615"/>
                    <a:pt x="2686" y="623"/>
                    <a:pt x="2546" y="623"/>
                  </a:cubicBezTo>
                  <a:cubicBezTo>
                    <a:pt x="2315" y="623"/>
                    <a:pt x="2064" y="601"/>
                    <a:pt x="1920" y="569"/>
                  </a:cubicBezTo>
                  <a:cubicBezTo>
                    <a:pt x="1795" y="560"/>
                    <a:pt x="1671" y="553"/>
                    <a:pt x="1546" y="544"/>
                  </a:cubicBezTo>
                  <a:cubicBezTo>
                    <a:pt x="1089" y="438"/>
                    <a:pt x="601" y="431"/>
                    <a:pt x="267" y="208"/>
                  </a:cubicBezTo>
                  <a:cubicBezTo>
                    <a:pt x="188" y="155"/>
                    <a:pt x="160" y="70"/>
                    <a:pt x="9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0"/>
            <p:cNvSpPr/>
            <p:nvPr/>
          </p:nvSpPr>
          <p:spPr>
            <a:xfrm>
              <a:off x="3458073" y="4632052"/>
              <a:ext cx="181440" cy="84566"/>
            </a:xfrm>
            <a:custGeom>
              <a:rect b="b" l="l" r="r" t="t"/>
              <a:pathLst>
                <a:path extrusionOk="0" h="2989" w="6413">
                  <a:moveTo>
                    <a:pt x="4704" y="220"/>
                  </a:moveTo>
                  <a:cubicBezTo>
                    <a:pt x="4697" y="230"/>
                    <a:pt x="4696" y="234"/>
                    <a:pt x="4694" y="234"/>
                  </a:cubicBezTo>
                  <a:cubicBezTo>
                    <a:pt x="4692" y="234"/>
                    <a:pt x="4690" y="229"/>
                    <a:pt x="4679" y="220"/>
                  </a:cubicBezTo>
                  <a:close/>
                  <a:moveTo>
                    <a:pt x="4329" y="158"/>
                  </a:moveTo>
                  <a:lnTo>
                    <a:pt x="4329" y="158"/>
                  </a:lnTo>
                  <a:cubicBezTo>
                    <a:pt x="4406" y="206"/>
                    <a:pt x="4621" y="635"/>
                    <a:pt x="4535" y="777"/>
                  </a:cubicBezTo>
                  <a:cubicBezTo>
                    <a:pt x="4522" y="547"/>
                    <a:pt x="4387" y="348"/>
                    <a:pt x="4329" y="158"/>
                  </a:cubicBezTo>
                  <a:close/>
                  <a:moveTo>
                    <a:pt x="4702" y="246"/>
                  </a:moveTo>
                  <a:lnTo>
                    <a:pt x="4702" y="246"/>
                  </a:lnTo>
                  <a:cubicBezTo>
                    <a:pt x="4929" y="398"/>
                    <a:pt x="4965" y="1200"/>
                    <a:pt x="4781" y="1434"/>
                  </a:cubicBezTo>
                  <a:cubicBezTo>
                    <a:pt x="4784" y="1207"/>
                    <a:pt x="4794" y="1016"/>
                    <a:pt x="4794" y="763"/>
                  </a:cubicBezTo>
                  <a:lnTo>
                    <a:pt x="4794" y="517"/>
                  </a:lnTo>
                  <a:cubicBezTo>
                    <a:pt x="4772" y="422"/>
                    <a:pt x="4726" y="334"/>
                    <a:pt x="4702" y="246"/>
                  </a:cubicBezTo>
                  <a:close/>
                  <a:moveTo>
                    <a:pt x="5169" y="672"/>
                  </a:moveTo>
                  <a:cubicBezTo>
                    <a:pt x="5218" y="719"/>
                    <a:pt x="5220" y="770"/>
                    <a:pt x="5248" y="841"/>
                  </a:cubicBezTo>
                  <a:cubicBezTo>
                    <a:pt x="5393" y="1244"/>
                    <a:pt x="5152" y="1623"/>
                    <a:pt x="5015" y="1900"/>
                  </a:cubicBezTo>
                  <a:lnTo>
                    <a:pt x="5002" y="1900"/>
                  </a:lnTo>
                  <a:cubicBezTo>
                    <a:pt x="5000" y="1891"/>
                    <a:pt x="5000" y="1884"/>
                    <a:pt x="5000" y="1875"/>
                  </a:cubicBezTo>
                  <a:cubicBezTo>
                    <a:pt x="5067" y="1786"/>
                    <a:pt x="5057" y="1635"/>
                    <a:pt x="5092" y="1513"/>
                  </a:cubicBezTo>
                  <a:cubicBezTo>
                    <a:pt x="5133" y="1360"/>
                    <a:pt x="5172" y="1193"/>
                    <a:pt x="5208" y="1023"/>
                  </a:cubicBezTo>
                  <a:cubicBezTo>
                    <a:pt x="5232" y="908"/>
                    <a:pt x="5176" y="776"/>
                    <a:pt x="5169" y="672"/>
                  </a:cubicBezTo>
                  <a:close/>
                  <a:moveTo>
                    <a:pt x="5660" y="1126"/>
                  </a:moveTo>
                  <a:cubicBezTo>
                    <a:pt x="5714" y="1184"/>
                    <a:pt x="5721" y="1330"/>
                    <a:pt x="5698" y="1424"/>
                  </a:cubicBezTo>
                  <a:cubicBezTo>
                    <a:pt x="5640" y="1664"/>
                    <a:pt x="5576" y="1868"/>
                    <a:pt x="5325" y="1902"/>
                  </a:cubicBezTo>
                  <a:lnTo>
                    <a:pt x="5325" y="1888"/>
                  </a:lnTo>
                  <a:lnTo>
                    <a:pt x="5336" y="1888"/>
                  </a:lnTo>
                  <a:cubicBezTo>
                    <a:pt x="5485" y="1663"/>
                    <a:pt x="5656" y="1503"/>
                    <a:pt x="5660" y="1126"/>
                  </a:cubicBezTo>
                  <a:close/>
                  <a:moveTo>
                    <a:pt x="3698" y="1"/>
                  </a:moveTo>
                  <a:cubicBezTo>
                    <a:pt x="3606" y="14"/>
                    <a:pt x="3516" y="27"/>
                    <a:pt x="3427" y="39"/>
                  </a:cubicBezTo>
                  <a:cubicBezTo>
                    <a:pt x="3195" y="111"/>
                    <a:pt x="2962" y="187"/>
                    <a:pt x="2729" y="260"/>
                  </a:cubicBezTo>
                  <a:cubicBezTo>
                    <a:pt x="2702" y="276"/>
                    <a:pt x="2696" y="312"/>
                    <a:pt x="2678" y="337"/>
                  </a:cubicBezTo>
                  <a:cubicBezTo>
                    <a:pt x="2519" y="550"/>
                    <a:pt x="2385" y="805"/>
                    <a:pt x="2225" y="1023"/>
                  </a:cubicBezTo>
                  <a:cubicBezTo>
                    <a:pt x="1963" y="1381"/>
                    <a:pt x="1534" y="1623"/>
                    <a:pt x="1127" y="1837"/>
                  </a:cubicBezTo>
                  <a:cubicBezTo>
                    <a:pt x="851" y="1980"/>
                    <a:pt x="556" y="2081"/>
                    <a:pt x="301" y="2237"/>
                  </a:cubicBezTo>
                  <a:cubicBezTo>
                    <a:pt x="160" y="2321"/>
                    <a:pt x="0" y="2326"/>
                    <a:pt x="3" y="2560"/>
                  </a:cubicBezTo>
                  <a:cubicBezTo>
                    <a:pt x="44" y="2603"/>
                    <a:pt x="66" y="2667"/>
                    <a:pt x="120" y="2702"/>
                  </a:cubicBezTo>
                  <a:cubicBezTo>
                    <a:pt x="194" y="2753"/>
                    <a:pt x="290" y="2750"/>
                    <a:pt x="389" y="2779"/>
                  </a:cubicBezTo>
                  <a:cubicBezTo>
                    <a:pt x="675" y="2865"/>
                    <a:pt x="959" y="2879"/>
                    <a:pt x="1280" y="2946"/>
                  </a:cubicBezTo>
                  <a:cubicBezTo>
                    <a:pt x="1370" y="2965"/>
                    <a:pt x="1519" y="2989"/>
                    <a:pt x="1655" y="2989"/>
                  </a:cubicBezTo>
                  <a:cubicBezTo>
                    <a:pt x="1716" y="2989"/>
                    <a:pt x="1774" y="2984"/>
                    <a:pt x="1824" y="2973"/>
                  </a:cubicBezTo>
                  <a:cubicBezTo>
                    <a:pt x="2186" y="2888"/>
                    <a:pt x="2548" y="2820"/>
                    <a:pt x="2897" y="2727"/>
                  </a:cubicBezTo>
                  <a:cubicBezTo>
                    <a:pt x="3131" y="2666"/>
                    <a:pt x="3352" y="2663"/>
                    <a:pt x="3581" y="2597"/>
                  </a:cubicBezTo>
                  <a:cubicBezTo>
                    <a:pt x="4002" y="2478"/>
                    <a:pt x="4410" y="2355"/>
                    <a:pt x="4835" y="2237"/>
                  </a:cubicBezTo>
                  <a:cubicBezTo>
                    <a:pt x="4941" y="2208"/>
                    <a:pt x="5032" y="2224"/>
                    <a:pt x="5146" y="2198"/>
                  </a:cubicBezTo>
                  <a:cubicBezTo>
                    <a:pt x="5458" y="2123"/>
                    <a:pt x="5816" y="2118"/>
                    <a:pt x="6089" y="2016"/>
                  </a:cubicBezTo>
                  <a:cubicBezTo>
                    <a:pt x="6200" y="1975"/>
                    <a:pt x="6386" y="1929"/>
                    <a:pt x="6412" y="1809"/>
                  </a:cubicBezTo>
                  <a:cubicBezTo>
                    <a:pt x="6315" y="1670"/>
                    <a:pt x="6338" y="1314"/>
                    <a:pt x="6230" y="1164"/>
                  </a:cubicBezTo>
                  <a:cubicBezTo>
                    <a:pt x="6194" y="1112"/>
                    <a:pt x="6104" y="1085"/>
                    <a:pt x="6049" y="1048"/>
                  </a:cubicBezTo>
                  <a:cubicBezTo>
                    <a:pt x="5928" y="962"/>
                    <a:pt x="5812" y="864"/>
                    <a:pt x="5688" y="777"/>
                  </a:cubicBezTo>
                  <a:cubicBezTo>
                    <a:pt x="5095" y="351"/>
                    <a:pt x="4730" y="7"/>
                    <a:pt x="369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0"/>
            <p:cNvSpPr/>
            <p:nvPr/>
          </p:nvSpPr>
          <p:spPr>
            <a:xfrm>
              <a:off x="3452472" y="4689428"/>
              <a:ext cx="192389" cy="40345"/>
            </a:xfrm>
            <a:custGeom>
              <a:rect b="b" l="l" r="r" t="t"/>
              <a:pathLst>
                <a:path extrusionOk="0" h="1426" w="6800">
                  <a:moveTo>
                    <a:pt x="6648" y="1"/>
                  </a:moveTo>
                  <a:cubicBezTo>
                    <a:pt x="6555" y="126"/>
                    <a:pt x="6367" y="135"/>
                    <a:pt x="6194" y="183"/>
                  </a:cubicBezTo>
                  <a:cubicBezTo>
                    <a:pt x="5953" y="248"/>
                    <a:pt x="5655" y="239"/>
                    <a:pt x="5393" y="299"/>
                  </a:cubicBezTo>
                  <a:cubicBezTo>
                    <a:pt x="5277" y="308"/>
                    <a:pt x="5161" y="315"/>
                    <a:pt x="5044" y="324"/>
                  </a:cubicBezTo>
                  <a:cubicBezTo>
                    <a:pt x="4617" y="425"/>
                    <a:pt x="4288" y="569"/>
                    <a:pt x="3881" y="686"/>
                  </a:cubicBezTo>
                  <a:cubicBezTo>
                    <a:pt x="3579" y="745"/>
                    <a:pt x="3278" y="806"/>
                    <a:pt x="2975" y="867"/>
                  </a:cubicBezTo>
                  <a:cubicBezTo>
                    <a:pt x="2850" y="876"/>
                    <a:pt x="2727" y="883"/>
                    <a:pt x="2602" y="894"/>
                  </a:cubicBezTo>
                  <a:cubicBezTo>
                    <a:pt x="2382" y="948"/>
                    <a:pt x="2031" y="1036"/>
                    <a:pt x="1716" y="1036"/>
                  </a:cubicBezTo>
                  <a:cubicBezTo>
                    <a:pt x="1623" y="1036"/>
                    <a:pt x="1533" y="1028"/>
                    <a:pt x="1450" y="1010"/>
                  </a:cubicBezTo>
                  <a:lnTo>
                    <a:pt x="1167" y="1010"/>
                  </a:lnTo>
                  <a:cubicBezTo>
                    <a:pt x="1117" y="999"/>
                    <a:pt x="1061" y="997"/>
                    <a:pt x="1003" y="997"/>
                  </a:cubicBezTo>
                  <a:cubicBezTo>
                    <a:pt x="987" y="997"/>
                    <a:pt x="971" y="997"/>
                    <a:pt x="956" y="997"/>
                  </a:cubicBezTo>
                  <a:cubicBezTo>
                    <a:pt x="895" y="997"/>
                    <a:pt x="835" y="996"/>
                    <a:pt x="780" y="984"/>
                  </a:cubicBezTo>
                  <a:cubicBezTo>
                    <a:pt x="501" y="918"/>
                    <a:pt x="153" y="881"/>
                    <a:pt x="82" y="610"/>
                  </a:cubicBezTo>
                  <a:lnTo>
                    <a:pt x="69" y="610"/>
                  </a:lnTo>
                  <a:cubicBezTo>
                    <a:pt x="43" y="774"/>
                    <a:pt x="1" y="1055"/>
                    <a:pt x="174" y="1113"/>
                  </a:cubicBezTo>
                  <a:cubicBezTo>
                    <a:pt x="290" y="1202"/>
                    <a:pt x="571" y="1216"/>
                    <a:pt x="729" y="1267"/>
                  </a:cubicBezTo>
                  <a:cubicBezTo>
                    <a:pt x="874" y="1315"/>
                    <a:pt x="1040" y="1373"/>
                    <a:pt x="1194" y="1410"/>
                  </a:cubicBezTo>
                  <a:cubicBezTo>
                    <a:pt x="1243" y="1421"/>
                    <a:pt x="1345" y="1426"/>
                    <a:pt x="1461" y="1426"/>
                  </a:cubicBezTo>
                  <a:cubicBezTo>
                    <a:pt x="1659" y="1426"/>
                    <a:pt x="1897" y="1412"/>
                    <a:pt x="1971" y="1397"/>
                  </a:cubicBezTo>
                  <a:cubicBezTo>
                    <a:pt x="2186" y="1349"/>
                    <a:pt x="2371" y="1373"/>
                    <a:pt x="2565" y="1318"/>
                  </a:cubicBezTo>
                  <a:cubicBezTo>
                    <a:pt x="3047" y="1182"/>
                    <a:pt x="3505" y="1029"/>
                    <a:pt x="3974" y="879"/>
                  </a:cubicBezTo>
                  <a:cubicBezTo>
                    <a:pt x="4224" y="799"/>
                    <a:pt x="4502" y="796"/>
                    <a:pt x="4775" y="737"/>
                  </a:cubicBezTo>
                  <a:cubicBezTo>
                    <a:pt x="4922" y="728"/>
                    <a:pt x="5068" y="721"/>
                    <a:pt x="5214" y="712"/>
                  </a:cubicBezTo>
                  <a:cubicBezTo>
                    <a:pt x="5549" y="636"/>
                    <a:pt x="5933" y="670"/>
                    <a:pt x="6248" y="596"/>
                  </a:cubicBezTo>
                  <a:cubicBezTo>
                    <a:pt x="6440" y="549"/>
                    <a:pt x="6660" y="578"/>
                    <a:pt x="6753" y="440"/>
                  </a:cubicBezTo>
                  <a:cubicBezTo>
                    <a:pt x="6799" y="379"/>
                    <a:pt x="6700" y="52"/>
                    <a:pt x="664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0"/>
            <p:cNvSpPr/>
            <p:nvPr/>
          </p:nvSpPr>
          <p:spPr>
            <a:xfrm>
              <a:off x="2967920" y="3211865"/>
              <a:ext cx="607553" cy="505587"/>
            </a:xfrm>
            <a:custGeom>
              <a:rect b="b" l="l" r="r" t="t"/>
              <a:pathLst>
                <a:path extrusionOk="0" h="17870" w="21474">
                  <a:moveTo>
                    <a:pt x="19924" y="1150"/>
                  </a:moveTo>
                  <a:cubicBezTo>
                    <a:pt x="19932" y="1165"/>
                    <a:pt x="19931" y="1163"/>
                    <a:pt x="19935" y="1188"/>
                  </a:cubicBezTo>
                  <a:lnTo>
                    <a:pt x="19924" y="1188"/>
                  </a:lnTo>
                  <a:lnTo>
                    <a:pt x="19924" y="1150"/>
                  </a:lnTo>
                  <a:close/>
                  <a:moveTo>
                    <a:pt x="19381" y="1900"/>
                  </a:moveTo>
                  <a:lnTo>
                    <a:pt x="19381" y="1900"/>
                  </a:lnTo>
                  <a:cubicBezTo>
                    <a:pt x="19556" y="1986"/>
                    <a:pt x="19543" y="2164"/>
                    <a:pt x="19535" y="2403"/>
                  </a:cubicBezTo>
                  <a:lnTo>
                    <a:pt x="19524" y="2403"/>
                  </a:lnTo>
                  <a:lnTo>
                    <a:pt x="19524" y="2392"/>
                  </a:lnTo>
                  <a:cubicBezTo>
                    <a:pt x="19439" y="2283"/>
                    <a:pt x="19418" y="2044"/>
                    <a:pt x="19381" y="1900"/>
                  </a:cubicBezTo>
                  <a:close/>
                  <a:moveTo>
                    <a:pt x="1394" y="2546"/>
                  </a:moveTo>
                  <a:cubicBezTo>
                    <a:pt x="1404" y="2559"/>
                    <a:pt x="1398" y="2549"/>
                    <a:pt x="1405" y="2571"/>
                  </a:cubicBezTo>
                  <a:lnTo>
                    <a:pt x="1394" y="2571"/>
                  </a:lnTo>
                  <a:lnTo>
                    <a:pt x="1394" y="2546"/>
                  </a:lnTo>
                  <a:close/>
                  <a:moveTo>
                    <a:pt x="19586" y="1951"/>
                  </a:moveTo>
                  <a:cubicBezTo>
                    <a:pt x="19608" y="1956"/>
                    <a:pt x="19630" y="1960"/>
                    <a:pt x="19652" y="1964"/>
                  </a:cubicBezTo>
                  <a:cubicBezTo>
                    <a:pt x="19852" y="2258"/>
                    <a:pt x="19892" y="2603"/>
                    <a:pt x="19768" y="3011"/>
                  </a:cubicBezTo>
                  <a:cubicBezTo>
                    <a:pt x="19739" y="3107"/>
                    <a:pt x="19746" y="3236"/>
                    <a:pt x="19689" y="3309"/>
                  </a:cubicBezTo>
                  <a:cubicBezTo>
                    <a:pt x="19707" y="2872"/>
                    <a:pt x="19759" y="2251"/>
                    <a:pt x="19586" y="1951"/>
                  </a:cubicBezTo>
                  <a:close/>
                  <a:moveTo>
                    <a:pt x="1651" y="2495"/>
                  </a:moveTo>
                  <a:cubicBezTo>
                    <a:pt x="1766" y="2613"/>
                    <a:pt x="1913" y="3135"/>
                    <a:pt x="1962" y="3334"/>
                  </a:cubicBezTo>
                  <a:cubicBezTo>
                    <a:pt x="1972" y="3347"/>
                    <a:pt x="1968" y="3338"/>
                    <a:pt x="1975" y="3360"/>
                  </a:cubicBezTo>
                  <a:lnTo>
                    <a:pt x="1962" y="3360"/>
                  </a:lnTo>
                  <a:lnTo>
                    <a:pt x="1962" y="3334"/>
                  </a:lnTo>
                  <a:lnTo>
                    <a:pt x="1949" y="3334"/>
                  </a:lnTo>
                  <a:cubicBezTo>
                    <a:pt x="1817" y="3107"/>
                    <a:pt x="1615" y="2854"/>
                    <a:pt x="1651" y="2495"/>
                  </a:cubicBezTo>
                  <a:close/>
                  <a:moveTo>
                    <a:pt x="2106" y="2430"/>
                  </a:moveTo>
                  <a:cubicBezTo>
                    <a:pt x="2190" y="2547"/>
                    <a:pt x="2190" y="2755"/>
                    <a:pt x="2247" y="2895"/>
                  </a:cubicBezTo>
                  <a:cubicBezTo>
                    <a:pt x="2357" y="3165"/>
                    <a:pt x="2485" y="3373"/>
                    <a:pt x="2634" y="3593"/>
                  </a:cubicBezTo>
                  <a:lnTo>
                    <a:pt x="2660" y="3593"/>
                  </a:lnTo>
                  <a:lnTo>
                    <a:pt x="2660" y="3606"/>
                  </a:lnTo>
                  <a:cubicBezTo>
                    <a:pt x="2638" y="3599"/>
                    <a:pt x="2647" y="3603"/>
                    <a:pt x="2634" y="3593"/>
                  </a:cubicBezTo>
                  <a:lnTo>
                    <a:pt x="2596" y="3593"/>
                  </a:lnTo>
                  <a:cubicBezTo>
                    <a:pt x="2523" y="3523"/>
                    <a:pt x="2423" y="3492"/>
                    <a:pt x="2363" y="3411"/>
                  </a:cubicBezTo>
                  <a:cubicBezTo>
                    <a:pt x="2183" y="3170"/>
                    <a:pt x="2107" y="2847"/>
                    <a:pt x="2106" y="2430"/>
                  </a:cubicBezTo>
                  <a:close/>
                  <a:moveTo>
                    <a:pt x="19974" y="2403"/>
                  </a:moveTo>
                  <a:cubicBezTo>
                    <a:pt x="20143" y="2531"/>
                    <a:pt x="20129" y="3098"/>
                    <a:pt x="20051" y="3334"/>
                  </a:cubicBezTo>
                  <a:cubicBezTo>
                    <a:pt x="20015" y="3447"/>
                    <a:pt x="19953" y="3552"/>
                    <a:pt x="19924" y="3671"/>
                  </a:cubicBezTo>
                  <a:lnTo>
                    <a:pt x="19910" y="3671"/>
                  </a:lnTo>
                  <a:lnTo>
                    <a:pt x="19910" y="3540"/>
                  </a:lnTo>
                  <a:cubicBezTo>
                    <a:pt x="19963" y="3455"/>
                    <a:pt x="19912" y="3271"/>
                    <a:pt x="19935" y="3165"/>
                  </a:cubicBezTo>
                  <a:cubicBezTo>
                    <a:pt x="19985" y="2946"/>
                    <a:pt x="20025" y="2642"/>
                    <a:pt x="19974" y="2403"/>
                  </a:cubicBezTo>
                  <a:close/>
                  <a:moveTo>
                    <a:pt x="20310" y="2765"/>
                  </a:moveTo>
                  <a:lnTo>
                    <a:pt x="20310" y="2765"/>
                  </a:lnTo>
                  <a:cubicBezTo>
                    <a:pt x="20520" y="2978"/>
                    <a:pt x="20357" y="3610"/>
                    <a:pt x="20194" y="3734"/>
                  </a:cubicBezTo>
                  <a:lnTo>
                    <a:pt x="20181" y="3747"/>
                  </a:lnTo>
                  <a:lnTo>
                    <a:pt x="20181" y="3722"/>
                  </a:lnTo>
                  <a:cubicBezTo>
                    <a:pt x="20224" y="3655"/>
                    <a:pt x="20200" y="3555"/>
                    <a:pt x="20219" y="3463"/>
                  </a:cubicBezTo>
                  <a:cubicBezTo>
                    <a:pt x="20268" y="3244"/>
                    <a:pt x="20309" y="3021"/>
                    <a:pt x="20310" y="2765"/>
                  </a:cubicBezTo>
                  <a:close/>
                  <a:moveTo>
                    <a:pt x="2632" y="2869"/>
                  </a:moveTo>
                  <a:lnTo>
                    <a:pt x="2632" y="2869"/>
                  </a:lnTo>
                  <a:cubicBezTo>
                    <a:pt x="2714" y="2959"/>
                    <a:pt x="2735" y="3098"/>
                    <a:pt x="2799" y="3206"/>
                  </a:cubicBezTo>
                  <a:cubicBezTo>
                    <a:pt x="2932" y="3424"/>
                    <a:pt x="3061" y="3657"/>
                    <a:pt x="3199" y="3865"/>
                  </a:cubicBezTo>
                  <a:cubicBezTo>
                    <a:pt x="3193" y="3863"/>
                    <a:pt x="3185" y="3863"/>
                    <a:pt x="3176" y="3863"/>
                  </a:cubicBezTo>
                  <a:cubicBezTo>
                    <a:pt x="3125" y="3796"/>
                    <a:pt x="3023" y="3773"/>
                    <a:pt x="2968" y="3709"/>
                  </a:cubicBezTo>
                  <a:cubicBezTo>
                    <a:pt x="2801" y="3513"/>
                    <a:pt x="2648" y="3206"/>
                    <a:pt x="2632" y="2869"/>
                  </a:cubicBezTo>
                  <a:close/>
                  <a:moveTo>
                    <a:pt x="3281" y="3491"/>
                  </a:moveTo>
                  <a:cubicBezTo>
                    <a:pt x="3446" y="3577"/>
                    <a:pt x="3634" y="3856"/>
                    <a:pt x="3746" y="4007"/>
                  </a:cubicBezTo>
                  <a:cubicBezTo>
                    <a:pt x="3808" y="4088"/>
                    <a:pt x="3917" y="4163"/>
                    <a:pt x="3954" y="4264"/>
                  </a:cubicBezTo>
                  <a:lnTo>
                    <a:pt x="3926" y="4264"/>
                  </a:lnTo>
                  <a:cubicBezTo>
                    <a:pt x="3868" y="4190"/>
                    <a:pt x="3758" y="4154"/>
                    <a:pt x="3681" y="4097"/>
                  </a:cubicBezTo>
                  <a:cubicBezTo>
                    <a:pt x="3538" y="3991"/>
                    <a:pt x="3332" y="3683"/>
                    <a:pt x="3281" y="3491"/>
                  </a:cubicBezTo>
                  <a:close/>
                  <a:moveTo>
                    <a:pt x="13888" y="4328"/>
                  </a:moveTo>
                  <a:lnTo>
                    <a:pt x="13888" y="4328"/>
                  </a:lnTo>
                  <a:cubicBezTo>
                    <a:pt x="14090" y="4381"/>
                    <a:pt x="14170" y="4642"/>
                    <a:pt x="14186" y="4885"/>
                  </a:cubicBezTo>
                  <a:lnTo>
                    <a:pt x="14173" y="4885"/>
                  </a:lnTo>
                  <a:lnTo>
                    <a:pt x="14173" y="4872"/>
                  </a:lnTo>
                  <a:cubicBezTo>
                    <a:pt x="14079" y="4778"/>
                    <a:pt x="14076" y="4647"/>
                    <a:pt x="14018" y="4510"/>
                  </a:cubicBezTo>
                  <a:cubicBezTo>
                    <a:pt x="13987" y="4439"/>
                    <a:pt x="13929" y="4388"/>
                    <a:pt x="13888" y="4328"/>
                  </a:cubicBezTo>
                  <a:close/>
                  <a:moveTo>
                    <a:pt x="15402" y="4987"/>
                  </a:moveTo>
                  <a:cubicBezTo>
                    <a:pt x="15412" y="4999"/>
                    <a:pt x="15406" y="4990"/>
                    <a:pt x="15414" y="5012"/>
                  </a:cubicBezTo>
                  <a:lnTo>
                    <a:pt x="15402" y="5012"/>
                  </a:lnTo>
                  <a:lnTo>
                    <a:pt x="15402" y="4987"/>
                  </a:lnTo>
                  <a:close/>
                  <a:moveTo>
                    <a:pt x="14147" y="3955"/>
                  </a:moveTo>
                  <a:lnTo>
                    <a:pt x="14147" y="3955"/>
                  </a:lnTo>
                  <a:cubicBezTo>
                    <a:pt x="14547" y="4009"/>
                    <a:pt x="14687" y="4676"/>
                    <a:pt x="14780" y="5079"/>
                  </a:cubicBezTo>
                  <a:cubicBezTo>
                    <a:pt x="14799" y="5154"/>
                    <a:pt x="14852" y="5468"/>
                    <a:pt x="14806" y="5542"/>
                  </a:cubicBezTo>
                  <a:cubicBezTo>
                    <a:pt x="14796" y="5365"/>
                    <a:pt x="14700" y="5201"/>
                    <a:pt x="14650" y="5052"/>
                  </a:cubicBezTo>
                  <a:cubicBezTo>
                    <a:pt x="14553" y="4759"/>
                    <a:pt x="14515" y="4452"/>
                    <a:pt x="14367" y="4212"/>
                  </a:cubicBezTo>
                  <a:cubicBezTo>
                    <a:pt x="14314" y="4129"/>
                    <a:pt x="14182" y="4035"/>
                    <a:pt x="14147" y="3955"/>
                  </a:cubicBezTo>
                  <a:close/>
                  <a:moveTo>
                    <a:pt x="14793" y="3993"/>
                  </a:moveTo>
                  <a:lnTo>
                    <a:pt x="14793" y="3993"/>
                  </a:lnTo>
                  <a:cubicBezTo>
                    <a:pt x="14908" y="4107"/>
                    <a:pt x="14929" y="4298"/>
                    <a:pt x="14988" y="4471"/>
                  </a:cubicBezTo>
                  <a:cubicBezTo>
                    <a:pt x="15107" y="4839"/>
                    <a:pt x="15203" y="5361"/>
                    <a:pt x="15115" y="5816"/>
                  </a:cubicBezTo>
                  <a:lnTo>
                    <a:pt x="15104" y="5816"/>
                  </a:lnTo>
                  <a:cubicBezTo>
                    <a:pt x="15099" y="5685"/>
                    <a:pt x="15054" y="5570"/>
                    <a:pt x="15025" y="5454"/>
                  </a:cubicBezTo>
                  <a:cubicBezTo>
                    <a:pt x="14999" y="5224"/>
                    <a:pt x="14974" y="4997"/>
                    <a:pt x="14947" y="4769"/>
                  </a:cubicBezTo>
                  <a:cubicBezTo>
                    <a:pt x="14896" y="4510"/>
                    <a:pt x="14844" y="4253"/>
                    <a:pt x="14793" y="3993"/>
                  </a:cubicBezTo>
                  <a:close/>
                  <a:moveTo>
                    <a:pt x="15414" y="5012"/>
                  </a:moveTo>
                  <a:lnTo>
                    <a:pt x="15414" y="5012"/>
                  </a:lnTo>
                  <a:cubicBezTo>
                    <a:pt x="15496" y="5099"/>
                    <a:pt x="15607" y="5637"/>
                    <a:pt x="15556" y="5854"/>
                  </a:cubicBezTo>
                  <a:cubicBezTo>
                    <a:pt x="15527" y="5979"/>
                    <a:pt x="15476" y="6077"/>
                    <a:pt x="15427" y="6176"/>
                  </a:cubicBezTo>
                  <a:lnTo>
                    <a:pt x="15414" y="6176"/>
                  </a:lnTo>
                  <a:lnTo>
                    <a:pt x="15414" y="6086"/>
                  </a:lnTo>
                  <a:cubicBezTo>
                    <a:pt x="15450" y="6029"/>
                    <a:pt x="15427" y="5871"/>
                    <a:pt x="15427" y="5788"/>
                  </a:cubicBezTo>
                  <a:cubicBezTo>
                    <a:pt x="15427" y="5528"/>
                    <a:pt x="15418" y="5253"/>
                    <a:pt x="15414" y="5012"/>
                  </a:cubicBezTo>
                  <a:close/>
                  <a:moveTo>
                    <a:pt x="20131" y="0"/>
                  </a:moveTo>
                  <a:lnTo>
                    <a:pt x="20120" y="12"/>
                  </a:lnTo>
                  <a:cubicBezTo>
                    <a:pt x="20081" y="54"/>
                    <a:pt x="20063" y="109"/>
                    <a:pt x="20028" y="154"/>
                  </a:cubicBezTo>
                  <a:cubicBezTo>
                    <a:pt x="19954" y="255"/>
                    <a:pt x="19813" y="305"/>
                    <a:pt x="19745" y="412"/>
                  </a:cubicBezTo>
                  <a:cubicBezTo>
                    <a:pt x="19627" y="592"/>
                    <a:pt x="19576" y="814"/>
                    <a:pt x="19486" y="1019"/>
                  </a:cubicBezTo>
                  <a:cubicBezTo>
                    <a:pt x="19365" y="1301"/>
                    <a:pt x="19230" y="1588"/>
                    <a:pt x="19099" y="1858"/>
                  </a:cubicBezTo>
                  <a:lnTo>
                    <a:pt x="19112" y="1858"/>
                  </a:lnTo>
                  <a:cubicBezTo>
                    <a:pt x="19186" y="1753"/>
                    <a:pt x="19419" y="1578"/>
                    <a:pt x="19626" y="1578"/>
                  </a:cubicBezTo>
                  <a:cubicBezTo>
                    <a:pt x="19667" y="1578"/>
                    <a:pt x="19707" y="1585"/>
                    <a:pt x="19745" y="1601"/>
                  </a:cubicBezTo>
                  <a:cubicBezTo>
                    <a:pt x="19944" y="1682"/>
                    <a:pt x="20075" y="1876"/>
                    <a:pt x="20210" y="2028"/>
                  </a:cubicBezTo>
                  <a:cubicBezTo>
                    <a:pt x="20363" y="2200"/>
                    <a:pt x="20546" y="2358"/>
                    <a:pt x="20713" y="2518"/>
                  </a:cubicBezTo>
                  <a:cubicBezTo>
                    <a:pt x="20752" y="2549"/>
                    <a:pt x="20791" y="2578"/>
                    <a:pt x="20829" y="2610"/>
                  </a:cubicBezTo>
                  <a:cubicBezTo>
                    <a:pt x="20908" y="2712"/>
                    <a:pt x="20973" y="2815"/>
                    <a:pt x="21049" y="2920"/>
                  </a:cubicBezTo>
                  <a:cubicBezTo>
                    <a:pt x="21139" y="3043"/>
                    <a:pt x="21277" y="3157"/>
                    <a:pt x="21321" y="3319"/>
                  </a:cubicBezTo>
                  <a:lnTo>
                    <a:pt x="21308" y="3319"/>
                  </a:lnTo>
                  <a:cubicBezTo>
                    <a:pt x="21212" y="3173"/>
                    <a:pt x="21034" y="3062"/>
                    <a:pt x="20895" y="2959"/>
                  </a:cubicBezTo>
                  <a:cubicBezTo>
                    <a:pt x="20757" y="2857"/>
                    <a:pt x="20655" y="2699"/>
                    <a:pt x="20521" y="2597"/>
                  </a:cubicBezTo>
                  <a:cubicBezTo>
                    <a:pt x="20395" y="2502"/>
                    <a:pt x="20213" y="2345"/>
                    <a:pt x="20121" y="2222"/>
                  </a:cubicBezTo>
                  <a:cubicBezTo>
                    <a:pt x="20019" y="2088"/>
                    <a:pt x="19823" y="1810"/>
                    <a:pt x="19656" y="1756"/>
                  </a:cubicBezTo>
                  <a:cubicBezTo>
                    <a:pt x="19634" y="1750"/>
                    <a:pt x="19614" y="1747"/>
                    <a:pt x="19594" y="1747"/>
                  </a:cubicBezTo>
                  <a:cubicBezTo>
                    <a:pt x="19499" y="1747"/>
                    <a:pt x="19431" y="1817"/>
                    <a:pt x="19384" y="1848"/>
                  </a:cubicBezTo>
                  <a:cubicBezTo>
                    <a:pt x="19268" y="1924"/>
                    <a:pt x="19006" y="2164"/>
                    <a:pt x="18868" y="2171"/>
                  </a:cubicBezTo>
                  <a:cubicBezTo>
                    <a:pt x="18865" y="2159"/>
                    <a:pt x="18859" y="2146"/>
                    <a:pt x="18856" y="2133"/>
                  </a:cubicBezTo>
                  <a:cubicBezTo>
                    <a:pt x="18821" y="2072"/>
                    <a:pt x="18981" y="1800"/>
                    <a:pt x="19010" y="1733"/>
                  </a:cubicBezTo>
                  <a:cubicBezTo>
                    <a:pt x="19186" y="1333"/>
                    <a:pt x="19304" y="909"/>
                    <a:pt x="19489" y="519"/>
                  </a:cubicBezTo>
                  <a:lnTo>
                    <a:pt x="19423" y="519"/>
                  </a:lnTo>
                  <a:cubicBezTo>
                    <a:pt x="19281" y="608"/>
                    <a:pt x="18862" y="586"/>
                    <a:pt x="18662" y="635"/>
                  </a:cubicBezTo>
                  <a:cubicBezTo>
                    <a:pt x="18064" y="736"/>
                    <a:pt x="17464" y="833"/>
                    <a:pt x="16866" y="934"/>
                  </a:cubicBezTo>
                  <a:cubicBezTo>
                    <a:pt x="16271" y="1117"/>
                    <a:pt x="15669" y="1485"/>
                    <a:pt x="15174" y="1786"/>
                  </a:cubicBezTo>
                  <a:cubicBezTo>
                    <a:pt x="14945" y="1927"/>
                    <a:pt x="14668" y="2017"/>
                    <a:pt x="14413" y="2123"/>
                  </a:cubicBezTo>
                  <a:cubicBezTo>
                    <a:pt x="14165" y="2225"/>
                    <a:pt x="13885" y="2238"/>
                    <a:pt x="13598" y="2305"/>
                  </a:cubicBezTo>
                  <a:cubicBezTo>
                    <a:pt x="13473" y="2307"/>
                    <a:pt x="13349" y="2313"/>
                    <a:pt x="13224" y="2316"/>
                  </a:cubicBezTo>
                  <a:cubicBezTo>
                    <a:pt x="13029" y="2366"/>
                    <a:pt x="12802" y="2419"/>
                    <a:pt x="12605" y="2472"/>
                  </a:cubicBezTo>
                  <a:cubicBezTo>
                    <a:pt x="12423" y="2496"/>
                    <a:pt x="12243" y="2523"/>
                    <a:pt x="12061" y="2549"/>
                  </a:cubicBezTo>
                  <a:cubicBezTo>
                    <a:pt x="12009" y="2560"/>
                    <a:pt x="11947" y="2565"/>
                    <a:pt x="11882" y="2565"/>
                  </a:cubicBezTo>
                  <a:cubicBezTo>
                    <a:pt x="11743" y="2565"/>
                    <a:pt x="11591" y="2544"/>
                    <a:pt x="11504" y="2524"/>
                  </a:cubicBezTo>
                  <a:cubicBezTo>
                    <a:pt x="11145" y="2438"/>
                    <a:pt x="10783" y="2422"/>
                    <a:pt x="10446" y="2329"/>
                  </a:cubicBezTo>
                  <a:cubicBezTo>
                    <a:pt x="10176" y="2257"/>
                    <a:pt x="9876" y="2237"/>
                    <a:pt x="9565" y="2237"/>
                  </a:cubicBezTo>
                  <a:cubicBezTo>
                    <a:pt x="9249" y="2237"/>
                    <a:pt x="8923" y="2257"/>
                    <a:pt x="8609" y="2264"/>
                  </a:cubicBezTo>
                  <a:cubicBezTo>
                    <a:pt x="8587" y="2264"/>
                    <a:pt x="8564" y="2265"/>
                    <a:pt x="8541" y="2265"/>
                  </a:cubicBezTo>
                  <a:cubicBezTo>
                    <a:pt x="8298" y="2265"/>
                    <a:pt x="8025" y="2240"/>
                    <a:pt x="7774" y="2240"/>
                  </a:cubicBezTo>
                  <a:cubicBezTo>
                    <a:pt x="7623" y="2240"/>
                    <a:pt x="7480" y="2249"/>
                    <a:pt x="7356" y="2277"/>
                  </a:cubicBezTo>
                  <a:lnTo>
                    <a:pt x="6683" y="2277"/>
                  </a:lnTo>
                  <a:cubicBezTo>
                    <a:pt x="5790" y="2277"/>
                    <a:pt x="5277" y="2091"/>
                    <a:pt x="4615" y="1877"/>
                  </a:cubicBezTo>
                  <a:cubicBezTo>
                    <a:pt x="4085" y="1704"/>
                    <a:pt x="3510" y="1624"/>
                    <a:pt x="3025" y="1425"/>
                  </a:cubicBezTo>
                  <a:cubicBezTo>
                    <a:pt x="2825" y="1343"/>
                    <a:pt x="2561" y="1239"/>
                    <a:pt x="2326" y="1239"/>
                  </a:cubicBezTo>
                  <a:cubicBezTo>
                    <a:pt x="2165" y="1239"/>
                    <a:pt x="2018" y="1288"/>
                    <a:pt x="1914" y="1425"/>
                  </a:cubicBezTo>
                  <a:cubicBezTo>
                    <a:pt x="1857" y="1499"/>
                    <a:pt x="1774" y="1553"/>
                    <a:pt x="1747" y="1658"/>
                  </a:cubicBezTo>
                  <a:lnTo>
                    <a:pt x="1734" y="1658"/>
                  </a:lnTo>
                  <a:lnTo>
                    <a:pt x="1734" y="1618"/>
                  </a:lnTo>
                  <a:cubicBezTo>
                    <a:pt x="1767" y="1572"/>
                    <a:pt x="1761" y="1508"/>
                    <a:pt x="1785" y="1451"/>
                  </a:cubicBezTo>
                  <a:cubicBezTo>
                    <a:pt x="1841" y="1317"/>
                    <a:pt x="1936" y="1187"/>
                    <a:pt x="2057" y="1115"/>
                  </a:cubicBezTo>
                  <a:lnTo>
                    <a:pt x="2057" y="1102"/>
                  </a:lnTo>
                  <a:cubicBezTo>
                    <a:pt x="1965" y="1091"/>
                    <a:pt x="1899" y="1037"/>
                    <a:pt x="1824" y="1012"/>
                  </a:cubicBezTo>
                  <a:cubicBezTo>
                    <a:pt x="1674" y="963"/>
                    <a:pt x="1521" y="964"/>
                    <a:pt x="1383" y="909"/>
                  </a:cubicBezTo>
                  <a:cubicBezTo>
                    <a:pt x="1237" y="848"/>
                    <a:pt x="1142" y="759"/>
                    <a:pt x="931" y="753"/>
                  </a:cubicBezTo>
                  <a:cubicBezTo>
                    <a:pt x="781" y="881"/>
                    <a:pt x="619" y="992"/>
                    <a:pt x="504" y="1153"/>
                  </a:cubicBezTo>
                  <a:cubicBezTo>
                    <a:pt x="326" y="1407"/>
                    <a:pt x="246" y="1786"/>
                    <a:pt x="142" y="2110"/>
                  </a:cubicBezTo>
                  <a:cubicBezTo>
                    <a:pt x="105" y="2220"/>
                    <a:pt x="117" y="2321"/>
                    <a:pt x="76" y="2432"/>
                  </a:cubicBezTo>
                  <a:lnTo>
                    <a:pt x="38" y="2472"/>
                  </a:lnTo>
                  <a:cubicBezTo>
                    <a:pt x="21" y="2556"/>
                    <a:pt x="153" y="2620"/>
                    <a:pt x="117" y="2755"/>
                  </a:cubicBezTo>
                  <a:cubicBezTo>
                    <a:pt x="91" y="2845"/>
                    <a:pt x="14" y="2876"/>
                    <a:pt x="1" y="2975"/>
                  </a:cubicBezTo>
                  <a:cubicBezTo>
                    <a:pt x="24" y="3017"/>
                    <a:pt x="11" y="3077"/>
                    <a:pt x="25" y="3129"/>
                  </a:cubicBezTo>
                  <a:cubicBezTo>
                    <a:pt x="68" y="3274"/>
                    <a:pt x="117" y="3530"/>
                    <a:pt x="233" y="3607"/>
                  </a:cubicBezTo>
                  <a:cubicBezTo>
                    <a:pt x="273" y="3637"/>
                    <a:pt x="327" y="3644"/>
                    <a:pt x="387" y="3644"/>
                  </a:cubicBezTo>
                  <a:cubicBezTo>
                    <a:pt x="448" y="3644"/>
                    <a:pt x="516" y="3636"/>
                    <a:pt x="583" y="3636"/>
                  </a:cubicBezTo>
                  <a:cubicBezTo>
                    <a:pt x="618" y="3636"/>
                    <a:pt x="653" y="3638"/>
                    <a:pt x="685" y="3645"/>
                  </a:cubicBezTo>
                  <a:cubicBezTo>
                    <a:pt x="847" y="3681"/>
                    <a:pt x="1005" y="3694"/>
                    <a:pt x="1138" y="3748"/>
                  </a:cubicBezTo>
                  <a:lnTo>
                    <a:pt x="1138" y="3724"/>
                  </a:lnTo>
                  <a:cubicBezTo>
                    <a:pt x="1087" y="3660"/>
                    <a:pt x="1056" y="3439"/>
                    <a:pt x="1087" y="3309"/>
                  </a:cubicBezTo>
                  <a:cubicBezTo>
                    <a:pt x="1151" y="3040"/>
                    <a:pt x="1302" y="2844"/>
                    <a:pt x="1370" y="2598"/>
                  </a:cubicBezTo>
                  <a:lnTo>
                    <a:pt x="1383" y="2598"/>
                  </a:lnTo>
                  <a:lnTo>
                    <a:pt x="1383" y="2574"/>
                  </a:lnTo>
                  <a:cubicBezTo>
                    <a:pt x="1395" y="2585"/>
                    <a:pt x="1389" y="2576"/>
                    <a:pt x="1396" y="2598"/>
                  </a:cubicBezTo>
                  <a:lnTo>
                    <a:pt x="1383" y="2598"/>
                  </a:lnTo>
                  <a:lnTo>
                    <a:pt x="1383" y="2636"/>
                  </a:lnTo>
                  <a:cubicBezTo>
                    <a:pt x="1334" y="2699"/>
                    <a:pt x="1341" y="2793"/>
                    <a:pt x="1318" y="2882"/>
                  </a:cubicBezTo>
                  <a:cubicBezTo>
                    <a:pt x="1252" y="3141"/>
                    <a:pt x="1155" y="3834"/>
                    <a:pt x="1500" y="3838"/>
                  </a:cubicBezTo>
                  <a:cubicBezTo>
                    <a:pt x="1520" y="3824"/>
                    <a:pt x="1559" y="3820"/>
                    <a:pt x="1602" y="3820"/>
                  </a:cubicBezTo>
                  <a:cubicBezTo>
                    <a:pt x="1652" y="3820"/>
                    <a:pt x="1708" y="3825"/>
                    <a:pt x="1745" y="3825"/>
                  </a:cubicBezTo>
                  <a:cubicBezTo>
                    <a:pt x="1979" y="3825"/>
                    <a:pt x="2170" y="3856"/>
                    <a:pt x="2340" y="3929"/>
                  </a:cubicBezTo>
                  <a:cubicBezTo>
                    <a:pt x="2705" y="4086"/>
                    <a:pt x="3028" y="4323"/>
                    <a:pt x="3398" y="4485"/>
                  </a:cubicBezTo>
                  <a:cubicBezTo>
                    <a:pt x="3781" y="4650"/>
                    <a:pt x="4208" y="4712"/>
                    <a:pt x="4653" y="4821"/>
                  </a:cubicBezTo>
                  <a:cubicBezTo>
                    <a:pt x="5299" y="4890"/>
                    <a:pt x="5946" y="4959"/>
                    <a:pt x="6590" y="5028"/>
                  </a:cubicBezTo>
                  <a:lnTo>
                    <a:pt x="7184" y="5132"/>
                  </a:lnTo>
                  <a:cubicBezTo>
                    <a:pt x="7404" y="5188"/>
                    <a:pt x="7625" y="5244"/>
                    <a:pt x="7844" y="5300"/>
                  </a:cubicBezTo>
                  <a:cubicBezTo>
                    <a:pt x="8048" y="5348"/>
                    <a:pt x="8231" y="5326"/>
                    <a:pt x="8426" y="5377"/>
                  </a:cubicBezTo>
                  <a:cubicBezTo>
                    <a:pt x="8788" y="5462"/>
                    <a:pt x="9149" y="5550"/>
                    <a:pt x="9511" y="5635"/>
                  </a:cubicBezTo>
                  <a:cubicBezTo>
                    <a:pt x="9740" y="5660"/>
                    <a:pt x="9967" y="5686"/>
                    <a:pt x="10195" y="5714"/>
                  </a:cubicBezTo>
                  <a:lnTo>
                    <a:pt x="10377" y="5714"/>
                  </a:lnTo>
                  <a:cubicBezTo>
                    <a:pt x="10512" y="5744"/>
                    <a:pt x="10667" y="5752"/>
                    <a:pt x="10829" y="5752"/>
                  </a:cubicBezTo>
                  <a:cubicBezTo>
                    <a:pt x="11033" y="5752"/>
                    <a:pt x="11246" y="5739"/>
                    <a:pt x="11437" y="5739"/>
                  </a:cubicBezTo>
                  <a:cubicBezTo>
                    <a:pt x="11665" y="5739"/>
                    <a:pt x="11889" y="5737"/>
                    <a:pt x="12108" y="5737"/>
                  </a:cubicBezTo>
                  <a:cubicBezTo>
                    <a:pt x="12820" y="5737"/>
                    <a:pt x="13479" y="5759"/>
                    <a:pt x="14047" y="5947"/>
                  </a:cubicBezTo>
                  <a:cubicBezTo>
                    <a:pt x="14467" y="6085"/>
                    <a:pt x="15005" y="6242"/>
                    <a:pt x="15339" y="6477"/>
                  </a:cubicBezTo>
                  <a:cubicBezTo>
                    <a:pt x="15441" y="6547"/>
                    <a:pt x="15565" y="6659"/>
                    <a:pt x="15637" y="6761"/>
                  </a:cubicBezTo>
                  <a:cubicBezTo>
                    <a:pt x="15674" y="6813"/>
                    <a:pt x="15684" y="6921"/>
                    <a:pt x="15741" y="6954"/>
                  </a:cubicBezTo>
                  <a:lnTo>
                    <a:pt x="15741" y="6877"/>
                  </a:lnTo>
                  <a:cubicBezTo>
                    <a:pt x="15815" y="6762"/>
                    <a:pt x="15784" y="6480"/>
                    <a:pt x="15819" y="6320"/>
                  </a:cubicBezTo>
                  <a:cubicBezTo>
                    <a:pt x="15970" y="5608"/>
                    <a:pt x="15672" y="4983"/>
                    <a:pt x="15536" y="4472"/>
                  </a:cubicBezTo>
                  <a:lnTo>
                    <a:pt x="15549" y="4472"/>
                  </a:lnTo>
                  <a:lnTo>
                    <a:pt x="15549" y="4485"/>
                  </a:lnTo>
                  <a:cubicBezTo>
                    <a:pt x="15624" y="4561"/>
                    <a:pt x="15658" y="4671"/>
                    <a:pt x="15716" y="4769"/>
                  </a:cubicBezTo>
                  <a:cubicBezTo>
                    <a:pt x="16081" y="5368"/>
                    <a:pt x="16098" y="6422"/>
                    <a:pt x="15898" y="7236"/>
                  </a:cubicBezTo>
                  <a:cubicBezTo>
                    <a:pt x="15861" y="7386"/>
                    <a:pt x="15851" y="7528"/>
                    <a:pt x="15819" y="7664"/>
                  </a:cubicBezTo>
                  <a:lnTo>
                    <a:pt x="15819" y="7767"/>
                  </a:lnTo>
                  <a:cubicBezTo>
                    <a:pt x="15771" y="7917"/>
                    <a:pt x="15733" y="8116"/>
                    <a:pt x="15690" y="8270"/>
                  </a:cubicBezTo>
                  <a:cubicBezTo>
                    <a:pt x="15603" y="8581"/>
                    <a:pt x="15563" y="8888"/>
                    <a:pt x="15470" y="9176"/>
                  </a:cubicBezTo>
                  <a:cubicBezTo>
                    <a:pt x="15421" y="9328"/>
                    <a:pt x="15415" y="9465"/>
                    <a:pt x="15367" y="9615"/>
                  </a:cubicBezTo>
                  <a:cubicBezTo>
                    <a:pt x="15222" y="10061"/>
                    <a:pt x="15123" y="10545"/>
                    <a:pt x="14992" y="11010"/>
                  </a:cubicBezTo>
                  <a:cubicBezTo>
                    <a:pt x="14902" y="11335"/>
                    <a:pt x="14890" y="11684"/>
                    <a:pt x="14810" y="12005"/>
                  </a:cubicBezTo>
                  <a:cubicBezTo>
                    <a:pt x="14710" y="12413"/>
                    <a:pt x="14724" y="12855"/>
                    <a:pt x="14628" y="13260"/>
                  </a:cubicBezTo>
                  <a:lnTo>
                    <a:pt x="14591" y="13674"/>
                  </a:lnTo>
                  <a:cubicBezTo>
                    <a:pt x="14448" y="14286"/>
                    <a:pt x="14354" y="15411"/>
                    <a:pt x="14591" y="15974"/>
                  </a:cubicBezTo>
                  <a:cubicBezTo>
                    <a:pt x="14878" y="16666"/>
                    <a:pt x="15550" y="16928"/>
                    <a:pt x="16124" y="17341"/>
                  </a:cubicBezTo>
                  <a:cubicBezTo>
                    <a:pt x="16328" y="17488"/>
                    <a:pt x="16495" y="17739"/>
                    <a:pt x="16693" y="17870"/>
                  </a:cubicBezTo>
                  <a:lnTo>
                    <a:pt x="16693" y="17844"/>
                  </a:lnTo>
                  <a:cubicBezTo>
                    <a:pt x="16609" y="17725"/>
                    <a:pt x="16594" y="17537"/>
                    <a:pt x="16539" y="17392"/>
                  </a:cubicBezTo>
                  <a:cubicBezTo>
                    <a:pt x="16450" y="17153"/>
                    <a:pt x="16364" y="16889"/>
                    <a:pt x="16268" y="16656"/>
                  </a:cubicBezTo>
                  <a:cubicBezTo>
                    <a:pt x="16242" y="16564"/>
                    <a:pt x="16218" y="16474"/>
                    <a:pt x="16190" y="16386"/>
                  </a:cubicBezTo>
                  <a:cubicBezTo>
                    <a:pt x="15944" y="15789"/>
                    <a:pt x="15777" y="15132"/>
                    <a:pt x="15530" y="14536"/>
                  </a:cubicBezTo>
                  <a:cubicBezTo>
                    <a:pt x="15453" y="14346"/>
                    <a:pt x="15428" y="14158"/>
                    <a:pt x="15348" y="13968"/>
                  </a:cubicBezTo>
                  <a:cubicBezTo>
                    <a:pt x="15242" y="13707"/>
                    <a:pt x="15166" y="13428"/>
                    <a:pt x="15065" y="13154"/>
                  </a:cubicBezTo>
                  <a:cubicBezTo>
                    <a:pt x="15014" y="13014"/>
                    <a:pt x="14929" y="12877"/>
                    <a:pt x="14924" y="12701"/>
                  </a:cubicBezTo>
                  <a:lnTo>
                    <a:pt x="14989" y="12636"/>
                  </a:lnTo>
                  <a:cubicBezTo>
                    <a:pt x="15016" y="12616"/>
                    <a:pt x="15051" y="12611"/>
                    <a:pt x="15091" y="12611"/>
                  </a:cubicBezTo>
                  <a:cubicBezTo>
                    <a:pt x="15131" y="12611"/>
                    <a:pt x="15175" y="12616"/>
                    <a:pt x="15218" y="12616"/>
                  </a:cubicBezTo>
                  <a:cubicBezTo>
                    <a:pt x="15241" y="12616"/>
                    <a:pt x="15265" y="12614"/>
                    <a:pt x="15287" y="12610"/>
                  </a:cubicBezTo>
                  <a:cubicBezTo>
                    <a:pt x="15489" y="12566"/>
                    <a:pt x="15765" y="12584"/>
                    <a:pt x="15972" y="12572"/>
                  </a:cubicBezTo>
                  <a:lnTo>
                    <a:pt x="16255" y="12572"/>
                  </a:lnTo>
                  <a:cubicBezTo>
                    <a:pt x="17259" y="12528"/>
                    <a:pt x="18262" y="12486"/>
                    <a:pt x="19266" y="12443"/>
                  </a:cubicBezTo>
                  <a:cubicBezTo>
                    <a:pt x="19243" y="11708"/>
                    <a:pt x="19444" y="10981"/>
                    <a:pt x="19615" y="10375"/>
                  </a:cubicBezTo>
                  <a:cubicBezTo>
                    <a:pt x="19631" y="10254"/>
                    <a:pt x="19650" y="10134"/>
                    <a:pt x="19666" y="10013"/>
                  </a:cubicBezTo>
                  <a:cubicBezTo>
                    <a:pt x="19732" y="9712"/>
                    <a:pt x="19796" y="9410"/>
                    <a:pt x="19861" y="9109"/>
                  </a:cubicBezTo>
                  <a:cubicBezTo>
                    <a:pt x="19979" y="8747"/>
                    <a:pt x="20063" y="8375"/>
                    <a:pt x="20185" y="8011"/>
                  </a:cubicBezTo>
                  <a:cubicBezTo>
                    <a:pt x="20360" y="7488"/>
                    <a:pt x="20552" y="6945"/>
                    <a:pt x="20728" y="6421"/>
                  </a:cubicBezTo>
                  <a:cubicBezTo>
                    <a:pt x="20803" y="6197"/>
                    <a:pt x="20835" y="5990"/>
                    <a:pt x="20909" y="5760"/>
                  </a:cubicBezTo>
                  <a:cubicBezTo>
                    <a:pt x="21021" y="5420"/>
                    <a:pt x="21053" y="5010"/>
                    <a:pt x="21142" y="4635"/>
                  </a:cubicBezTo>
                  <a:cubicBezTo>
                    <a:pt x="21146" y="4554"/>
                    <a:pt x="21152" y="4472"/>
                    <a:pt x="21155" y="4391"/>
                  </a:cubicBezTo>
                  <a:cubicBezTo>
                    <a:pt x="21185" y="4218"/>
                    <a:pt x="21215" y="4045"/>
                    <a:pt x="21247" y="3875"/>
                  </a:cubicBezTo>
                  <a:cubicBezTo>
                    <a:pt x="21312" y="3639"/>
                    <a:pt x="21473" y="3363"/>
                    <a:pt x="21401" y="3061"/>
                  </a:cubicBezTo>
                  <a:cubicBezTo>
                    <a:pt x="21329" y="2763"/>
                    <a:pt x="21258" y="2510"/>
                    <a:pt x="21117" y="2284"/>
                  </a:cubicBezTo>
                  <a:cubicBezTo>
                    <a:pt x="20980" y="2068"/>
                    <a:pt x="20775" y="1892"/>
                    <a:pt x="20665" y="1652"/>
                  </a:cubicBezTo>
                  <a:cubicBezTo>
                    <a:pt x="20560" y="1426"/>
                    <a:pt x="20611" y="1095"/>
                    <a:pt x="20536" y="824"/>
                  </a:cubicBezTo>
                  <a:cubicBezTo>
                    <a:pt x="20486" y="649"/>
                    <a:pt x="20376" y="548"/>
                    <a:pt x="20303" y="397"/>
                  </a:cubicBezTo>
                  <a:cubicBezTo>
                    <a:pt x="20176" y="525"/>
                    <a:pt x="20078" y="753"/>
                    <a:pt x="20005" y="928"/>
                  </a:cubicBezTo>
                  <a:cubicBezTo>
                    <a:pt x="19977" y="997"/>
                    <a:pt x="19980" y="1079"/>
                    <a:pt x="19940" y="1136"/>
                  </a:cubicBezTo>
                  <a:lnTo>
                    <a:pt x="19940" y="1070"/>
                  </a:lnTo>
                  <a:cubicBezTo>
                    <a:pt x="19969" y="1027"/>
                    <a:pt x="19958" y="971"/>
                    <a:pt x="19977" y="916"/>
                  </a:cubicBezTo>
                  <a:cubicBezTo>
                    <a:pt x="20017" y="795"/>
                    <a:pt x="20166" y="337"/>
                    <a:pt x="20235" y="271"/>
                  </a:cubicBezTo>
                  <a:cubicBezTo>
                    <a:pt x="20201" y="179"/>
                    <a:pt x="20166" y="89"/>
                    <a:pt x="2013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0"/>
            <p:cNvSpPr/>
            <p:nvPr/>
          </p:nvSpPr>
          <p:spPr>
            <a:xfrm>
              <a:off x="3396709" y="3568199"/>
              <a:ext cx="212109" cy="221530"/>
            </a:xfrm>
            <a:custGeom>
              <a:rect b="b" l="l" r="r" t="t"/>
              <a:pathLst>
                <a:path extrusionOk="0" h="7830" w="7497">
                  <a:moveTo>
                    <a:pt x="1239" y="817"/>
                  </a:moveTo>
                  <a:cubicBezTo>
                    <a:pt x="1253" y="839"/>
                    <a:pt x="1253" y="858"/>
                    <a:pt x="1239" y="883"/>
                  </a:cubicBezTo>
                  <a:lnTo>
                    <a:pt x="1239" y="817"/>
                  </a:lnTo>
                  <a:close/>
                  <a:moveTo>
                    <a:pt x="1227" y="884"/>
                  </a:moveTo>
                  <a:cubicBezTo>
                    <a:pt x="1271" y="950"/>
                    <a:pt x="1230" y="1096"/>
                    <a:pt x="1227" y="1182"/>
                  </a:cubicBezTo>
                  <a:cubicBezTo>
                    <a:pt x="1217" y="1431"/>
                    <a:pt x="1203" y="1733"/>
                    <a:pt x="1149" y="1959"/>
                  </a:cubicBezTo>
                  <a:cubicBezTo>
                    <a:pt x="1127" y="2047"/>
                    <a:pt x="1152" y="2220"/>
                    <a:pt x="1083" y="2265"/>
                  </a:cubicBezTo>
                  <a:lnTo>
                    <a:pt x="1083" y="2239"/>
                  </a:lnTo>
                  <a:cubicBezTo>
                    <a:pt x="1047" y="2188"/>
                    <a:pt x="1035" y="1947"/>
                    <a:pt x="1057" y="1852"/>
                  </a:cubicBezTo>
                  <a:cubicBezTo>
                    <a:pt x="1092" y="1700"/>
                    <a:pt x="1093" y="1534"/>
                    <a:pt x="1136" y="1374"/>
                  </a:cubicBezTo>
                  <a:cubicBezTo>
                    <a:pt x="1173" y="1224"/>
                    <a:pt x="1220" y="1057"/>
                    <a:pt x="1227" y="884"/>
                  </a:cubicBezTo>
                  <a:close/>
                  <a:moveTo>
                    <a:pt x="2066" y="3144"/>
                  </a:moveTo>
                  <a:cubicBezTo>
                    <a:pt x="2075" y="3158"/>
                    <a:pt x="2073" y="3155"/>
                    <a:pt x="2079" y="3181"/>
                  </a:cubicBezTo>
                  <a:lnTo>
                    <a:pt x="2066" y="3181"/>
                  </a:lnTo>
                  <a:lnTo>
                    <a:pt x="2066" y="3144"/>
                  </a:lnTo>
                  <a:close/>
                  <a:moveTo>
                    <a:pt x="1588" y="1153"/>
                  </a:moveTo>
                  <a:cubicBezTo>
                    <a:pt x="1631" y="1223"/>
                    <a:pt x="1531" y="1650"/>
                    <a:pt x="1511" y="1735"/>
                  </a:cubicBezTo>
                  <a:cubicBezTo>
                    <a:pt x="1431" y="2043"/>
                    <a:pt x="1445" y="2351"/>
                    <a:pt x="1368" y="2665"/>
                  </a:cubicBezTo>
                  <a:cubicBezTo>
                    <a:pt x="1312" y="2892"/>
                    <a:pt x="1245" y="3136"/>
                    <a:pt x="1239" y="3388"/>
                  </a:cubicBezTo>
                  <a:lnTo>
                    <a:pt x="1227" y="3388"/>
                  </a:lnTo>
                  <a:lnTo>
                    <a:pt x="1227" y="3376"/>
                  </a:lnTo>
                  <a:cubicBezTo>
                    <a:pt x="1172" y="3298"/>
                    <a:pt x="1185" y="2879"/>
                    <a:pt x="1214" y="2755"/>
                  </a:cubicBezTo>
                  <a:cubicBezTo>
                    <a:pt x="1296" y="2405"/>
                    <a:pt x="1325" y="2049"/>
                    <a:pt x="1421" y="1709"/>
                  </a:cubicBezTo>
                  <a:cubicBezTo>
                    <a:pt x="1477" y="1524"/>
                    <a:pt x="1534" y="1338"/>
                    <a:pt x="1588" y="1153"/>
                  </a:cubicBezTo>
                  <a:close/>
                  <a:moveTo>
                    <a:pt x="2001" y="1787"/>
                  </a:moveTo>
                  <a:cubicBezTo>
                    <a:pt x="2020" y="1818"/>
                    <a:pt x="1967" y="2142"/>
                    <a:pt x="1950" y="2214"/>
                  </a:cubicBezTo>
                  <a:cubicBezTo>
                    <a:pt x="1847" y="2622"/>
                    <a:pt x="1832" y="3093"/>
                    <a:pt x="1730" y="3504"/>
                  </a:cubicBezTo>
                  <a:cubicBezTo>
                    <a:pt x="1703" y="3613"/>
                    <a:pt x="1695" y="3939"/>
                    <a:pt x="1627" y="3982"/>
                  </a:cubicBezTo>
                  <a:lnTo>
                    <a:pt x="1627" y="3969"/>
                  </a:lnTo>
                  <a:cubicBezTo>
                    <a:pt x="1557" y="3894"/>
                    <a:pt x="1598" y="3519"/>
                    <a:pt x="1627" y="3401"/>
                  </a:cubicBezTo>
                  <a:cubicBezTo>
                    <a:pt x="1710" y="3072"/>
                    <a:pt x="1740" y="2732"/>
                    <a:pt x="1834" y="2406"/>
                  </a:cubicBezTo>
                  <a:cubicBezTo>
                    <a:pt x="1890" y="2209"/>
                    <a:pt x="1972" y="1998"/>
                    <a:pt x="2001" y="1787"/>
                  </a:cubicBezTo>
                  <a:close/>
                  <a:moveTo>
                    <a:pt x="2053" y="3194"/>
                  </a:moveTo>
                  <a:cubicBezTo>
                    <a:pt x="2100" y="3267"/>
                    <a:pt x="2066" y="3481"/>
                    <a:pt x="2066" y="3583"/>
                  </a:cubicBezTo>
                  <a:cubicBezTo>
                    <a:pt x="2066" y="3936"/>
                    <a:pt x="2063" y="4340"/>
                    <a:pt x="2001" y="4643"/>
                  </a:cubicBezTo>
                  <a:lnTo>
                    <a:pt x="1988" y="4643"/>
                  </a:lnTo>
                  <a:lnTo>
                    <a:pt x="1988" y="4551"/>
                  </a:lnTo>
                  <a:cubicBezTo>
                    <a:pt x="1931" y="4464"/>
                    <a:pt x="1950" y="4272"/>
                    <a:pt x="1950" y="4137"/>
                  </a:cubicBezTo>
                  <a:cubicBezTo>
                    <a:pt x="1950" y="3779"/>
                    <a:pt x="2036" y="3503"/>
                    <a:pt x="2053" y="3194"/>
                  </a:cubicBezTo>
                  <a:close/>
                  <a:moveTo>
                    <a:pt x="5135" y="1"/>
                  </a:moveTo>
                  <a:cubicBezTo>
                    <a:pt x="4928" y="1"/>
                    <a:pt x="4698" y="8"/>
                    <a:pt x="4547" y="41"/>
                  </a:cubicBezTo>
                  <a:cubicBezTo>
                    <a:pt x="4482" y="54"/>
                    <a:pt x="4416" y="58"/>
                    <a:pt x="4350" y="58"/>
                  </a:cubicBezTo>
                  <a:cubicBezTo>
                    <a:pt x="4258" y="58"/>
                    <a:pt x="4165" y="51"/>
                    <a:pt x="4076" y="51"/>
                  </a:cubicBezTo>
                  <a:cubicBezTo>
                    <a:pt x="4016" y="51"/>
                    <a:pt x="3958" y="54"/>
                    <a:pt x="3902" y="66"/>
                  </a:cubicBezTo>
                  <a:lnTo>
                    <a:pt x="3619" y="66"/>
                  </a:lnTo>
                  <a:cubicBezTo>
                    <a:pt x="3411" y="77"/>
                    <a:pt x="3135" y="61"/>
                    <a:pt x="2933" y="105"/>
                  </a:cubicBezTo>
                  <a:lnTo>
                    <a:pt x="2597" y="105"/>
                  </a:lnTo>
                  <a:cubicBezTo>
                    <a:pt x="2493" y="128"/>
                    <a:pt x="2380" y="133"/>
                    <a:pt x="2265" y="133"/>
                  </a:cubicBezTo>
                  <a:cubicBezTo>
                    <a:pt x="2163" y="133"/>
                    <a:pt x="2058" y="129"/>
                    <a:pt x="1955" y="129"/>
                  </a:cubicBezTo>
                  <a:cubicBezTo>
                    <a:pt x="1842" y="129"/>
                    <a:pt x="1731" y="134"/>
                    <a:pt x="1629" y="156"/>
                  </a:cubicBezTo>
                  <a:lnTo>
                    <a:pt x="1304" y="156"/>
                  </a:lnTo>
                  <a:cubicBezTo>
                    <a:pt x="1200" y="179"/>
                    <a:pt x="1088" y="184"/>
                    <a:pt x="973" y="184"/>
                  </a:cubicBezTo>
                  <a:cubicBezTo>
                    <a:pt x="870" y="184"/>
                    <a:pt x="765" y="180"/>
                    <a:pt x="662" y="180"/>
                  </a:cubicBezTo>
                  <a:cubicBezTo>
                    <a:pt x="549" y="180"/>
                    <a:pt x="438" y="185"/>
                    <a:pt x="336" y="207"/>
                  </a:cubicBezTo>
                  <a:cubicBezTo>
                    <a:pt x="310" y="212"/>
                    <a:pt x="282" y="214"/>
                    <a:pt x="253" y="214"/>
                  </a:cubicBezTo>
                  <a:cubicBezTo>
                    <a:pt x="198" y="214"/>
                    <a:pt x="140" y="207"/>
                    <a:pt x="88" y="207"/>
                  </a:cubicBezTo>
                  <a:cubicBezTo>
                    <a:pt x="56" y="207"/>
                    <a:pt x="26" y="210"/>
                    <a:pt x="0" y="218"/>
                  </a:cubicBezTo>
                  <a:cubicBezTo>
                    <a:pt x="25" y="335"/>
                    <a:pt x="84" y="464"/>
                    <a:pt x="130" y="567"/>
                  </a:cubicBezTo>
                  <a:cubicBezTo>
                    <a:pt x="211" y="766"/>
                    <a:pt x="258" y="974"/>
                    <a:pt x="336" y="1162"/>
                  </a:cubicBezTo>
                  <a:cubicBezTo>
                    <a:pt x="380" y="1268"/>
                    <a:pt x="384" y="1367"/>
                    <a:pt x="426" y="1473"/>
                  </a:cubicBezTo>
                  <a:cubicBezTo>
                    <a:pt x="548" y="1765"/>
                    <a:pt x="641" y="2097"/>
                    <a:pt x="763" y="2390"/>
                  </a:cubicBezTo>
                  <a:cubicBezTo>
                    <a:pt x="841" y="2581"/>
                    <a:pt x="865" y="2768"/>
                    <a:pt x="945" y="2959"/>
                  </a:cubicBezTo>
                  <a:cubicBezTo>
                    <a:pt x="1316" y="3859"/>
                    <a:pt x="1557" y="4837"/>
                    <a:pt x="1927" y="5739"/>
                  </a:cubicBezTo>
                  <a:cubicBezTo>
                    <a:pt x="1951" y="5829"/>
                    <a:pt x="1977" y="5920"/>
                    <a:pt x="2004" y="6009"/>
                  </a:cubicBezTo>
                  <a:cubicBezTo>
                    <a:pt x="2146" y="6352"/>
                    <a:pt x="2262" y="6732"/>
                    <a:pt x="2392" y="7081"/>
                  </a:cubicBezTo>
                  <a:cubicBezTo>
                    <a:pt x="2440" y="7214"/>
                    <a:pt x="2501" y="7544"/>
                    <a:pt x="2611" y="7597"/>
                  </a:cubicBezTo>
                  <a:cubicBezTo>
                    <a:pt x="4240" y="7675"/>
                    <a:pt x="5868" y="7752"/>
                    <a:pt x="7496" y="7829"/>
                  </a:cubicBezTo>
                  <a:lnTo>
                    <a:pt x="7496" y="7805"/>
                  </a:lnTo>
                  <a:cubicBezTo>
                    <a:pt x="7446" y="7733"/>
                    <a:pt x="7450" y="7624"/>
                    <a:pt x="7418" y="7534"/>
                  </a:cubicBezTo>
                  <a:cubicBezTo>
                    <a:pt x="7338" y="7292"/>
                    <a:pt x="7284" y="7007"/>
                    <a:pt x="7185" y="6772"/>
                  </a:cubicBezTo>
                  <a:cubicBezTo>
                    <a:pt x="6841" y="6930"/>
                    <a:pt x="6356" y="7073"/>
                    <a:pt x="5892" y="7073"/>
                  </a:cubicBezTo>
                  <a:cubicBezTo>
                    <a:pt x="5631" y="7073"/>
                    <a:pt x="5376" y="7027"/>
                    <a:pt x="5157" y="6913"/>
                  </a:cubicBezTo>
                  <a:cubicBezTo>
                    <a:pt x="4932" y="6797"/>
                    <a:pt x="4676" y="6614"/>
                    <a:pt x="4834" y="6281"/>
                  </a:cubicBezTo>
                  <a:lnTo>
                    <a:pt x="4769" y="6281"/>
                  </a:lnTo>
                  <a:cubicBezTo>
                    <a:pt x="4701" y="6240"/>
                    <a:pt x="4592" y="6255"/>
                    <a:pt x="4510" y="6230"/>
                  </a:cubicBezTo>
                  <a:cubicBezTo>
                    <a:pt x="4289" y="6163"/>
                    <a:pt x="3731" y="5976"/>
                    <a:pt x="3878" y="5624"/>
                  </a:cubicBezTo>
                  <a:cubicBezTo>
                    <a:pt x="3914" y="5535"/>
                    <a:pt x="4017" y="5509"/>
                    <a:pt x="4059" y="5429"/>
                  </a:cubicBezTo>
                  <a:cubicBezTo>
                    <a:pt x="3857" y="5378"/>
                    <a:pt x="3399" y="5044"/>
                    <a:pt x="3594" y="4744"/>
                  </a:cubicBezTo>
                  <a:cubicBezTo>
                    <a:pt x="3632" y="4685"/>
                    <a:pt x="3719" y="4616"/>
                    <a:pt x="3789" y="4590"/>
                  </a:cubicBezTo>
                  <a:cubicBezTo>
                    <a:pt x="3841" y="4568"/>
                    <a:pt x="3889" y="4583"/>
                    <a:pt x="3918" y="4539"/>
                  </a:cubicBezTo>
                  <a:lnTo>
                    <a:pt x="3868" y="4539"/>
                  </a:lnTo>
                  <a:cubicBezTo>
                    <a:pt x="3729" y="4496"/>
                    <a:pt x="3591" y="4453"/>
                    <a:pt x="3453" y="4410"/>
                  </a:cubicBezTo>
                  <a:cubicBezTo>
                    <a:pt x="3244" y="4321"/>
                    <a:pt x="3058" y="4198"/>
                    <a:pt x="2909" y="4048"/>
                  </a:cubicBezTo>
                  <a:cubicBezTo>
                    <a:pt x="2844" y="3981"/>
                    <a:pt x="2690" y="3791"/>
                    <a:pt x="2793" y="3648"/>
                  </a:cubicBezTo>
                  <a:cubicBezTo>
                    <a:pt x="2834" y="3495"/>
                    <a:pt x="3030" y="3421"/>
                    <a:pt x="3234" y="3421"/>
                  </a:cubicBezTo>
                  <a:cubicBezTo>
                    <a:pt x="3313" y="3421"/>
                    <a:pt x="3392" y="3432"/>
                    <a:pt x="3465" y="3453"/>
                  </a:cubicBezTo>
                  <a:cubicBezTo>
                    <a:pt x="3883" y="3581"/>
                    <a:pt x="4363" y="3792"/>
                    <a:pt x="4913" y="3792"/>
                  </a:cubicBezTo>
                  <a:cubicBezTo>
                    <a:pt x="5067" y="3792"/>
                    <a:pt x="5225" y="3776"/>
                    <a:pt x="5390" y="3737"/>
                  </a:cubicBezTo>
                  <a:cubicBezTo>
                    <a:pt x="5519" y="3721"/>
                    <a:pt x="5649" y="3703"/>
                    <a:pt x="5777" y="3686"/>
                  </a:cubicBezTo>
                  <a:cubicBezTo>
                    <a:pt x="5871" y="3649"/>
                    <a:pt x="5849" y="3558"/>
                    <a:pt x="5906" y="3504"/>
                  </a:cubicBezTo>
                  <a:cubicBezTo>
                    <a:pt x="5995" y="3423"/>
                    <a:pt x="6194" y="3343"/>
                    <a:pt x="6333" y="3322"/>
                  </a:cubicBezTo>
                  <a:cubicBezTo>
                    <a:pt x="6015" y="2217"/>
                    <a:pt x="5701" y="1110"/>
                    <a:pt x="5387" y="3"/>
                  </a:cubicBezTo>
                  <a:cubicBezTo>
                    <a:pt x="5313" y="2"/>
                    <a:pt x="5226" y="1"/>
                    <a:pt x="51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0"/>
            <p:cNvSpPr/>
            <p:nvPr/>
          </p:nvSpPr>
          <p:spPr>
            <a:xfrm>
              <a:off x="3409242" y="3712317"/>
              <a:ext cx="23964" cy="61451"/>
            </a:xfrm>
            <a:custGeom>
              <a:rect b="b" l="l" r="r" t="t"/>
              <a:pathLst>
                <a:path extrusionOk="0" h="2172" w="847">
                  <a:moveTo>
                    <a:pt x="498" y="1"/>
                  </a:moveTo>
                  <a:lnTo>
                    <a:pt x="498" y="14"/>
                  </a:lnTo>
                  <a:cubicBezTo>
                    <a:pt x="393" y="100"/>
                    <a:pt x="350" y="267"/>
                    <a:pt x="291" y="400"/>
                  </a:cubicBezTo>
                  <a:cubicBezTo>
                    <a:pt x="191" y="639"/>
                    <a:pt x="1" y="1204"/>
                    <a:pt x="83" y="1564"/>
                  </a:cubicBezTo>
                  <a:cubicBezTo>
                    <a:pt x="123" y="1737"/>
                    <a:pt x="162" y="1910"/>
                    <a:pt x="200" y="2080"/>
                  </a:cubicBezTo>
                  <a:cubicBezTo>
                    <a:pt x="300" y="2129"/>
                    <a:pt x="379" y="2168"/>
                    <a:pt x="537" y="2171"/>
                  </a:cubicBezTo>
                  <a:cubicBezTo>
                    <a:pt x="533" y="1767"/>
                    <a:pt x="431" y="1360"/>
                    <a:pt x="537" y="982"/>
                  </a:cubicBezTo>
                  <a:cubicBezTo>
                    <a:pt x="584" y="815"/>
                    <a:pt x="640" y="635"/>
                    <a:pt x="719" y="492"/>
                  </a:cubicBezTo>
                  <a:cubicBezTo>
                    <a:pt x="758" y="419"/>
                    <a:pt x="829" y="364"/>
                    <a:pt x="847" y="271"/>
                  </a:cubicBezTo>
                  <a:cubicBezTo>
                    <a:pt x="716" y="204"/>
                    <a:pt x="642" y="52"/>
                    <a:pt x="49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0"/>
            <p:cNvSpPr/>
            <p:nvPr/>
          </p:nvSpPr>
          <p:spPr>
            <a:xfrm>
              <a:off x="3516779" y="3191127"/>
              <a:ext cx="354675" cy="560305"/>
            </a:xfrm>
            <a:custGeom>
              <a:rect b="b" l="l" r="r" t="t"/>
              <a:pathLst>
                <a:path extrusionOk="0" h="19804" w="12536">
                  <a:moveTo>
                    <a:pt x="5135" y="2427"/>
                  </a:moveTo>
                  <a:cubicBezTo>
                    <a:pt x="5144" y="2441"/>
                    <a:pt x="5143" y="2439"/>
                    <a:pt x="5148" y="2465"/>
                  </a:cubicBezTo>
                  <a:lnTo>
                    <a:pt x="5135" y="2465"/>
                  </a:lnTo>
                  <a:lnTo>
                    <a:pt x="5135" y="2427"/>
                  </a:lnTo>
                  <a:close/>
                  <a:moveTo>
                    <a:pt x="5045" y="1883"/>
                  </a:moveTo>
                  <a:lnTo>
                    <a:pt x="5045" y="1883"/>
                  </a:lnTo>
                  <a:cubicBezTo>
                    <a:pt x="5097" y="1963"/>
                    <a:pt x="5026" y="2088"/>
                    <a:pt x="5006" y="2140"/>
                  </a:cubicBezTo>
                  <a:cubicBezTo>
                    <a:pt x="4919" y="2366"/>
                    <a:pt x="4799" y="2516"/>
                    <a:pt x="4696" y="2710"/>
                  </a:cubicBezTo>
                  <a:lnTo>
                    <a:pt x="4683" y="2710"/>
                  </a:lnTo>
                  <a:lnTo>
                    <a:pt x="4683" y="2684"/>
                  </a:lnTo>
                  <a:cubicBezTo>
                    <a:pt x="4744" y="2617"/>
                    <a:pt x="4769" y="2511"/>
                    <a:pt x="4813" y="2427"/>
                  </a:cubicBezTo>
                  <a:cubicBezTo>
                    <a:pt x="4894" y="2268"/>
                    <a:pt x="5032" y="2095"/>
                    <a:pt x="5045" y="1883"/>
                  </a:cubicBezTo>
                  <a:close/>
                  <a:moveTo>
                    <a:pt x="4451" y="2684"/>
                  </a:moveTo>
                  <a:cubicBezTo>
                    <a:pt x="4459" y="2699"/>
                    <a:pt x="4458" y="2697"/>
                    <a:pt x="4464" y="2722"/>
                  </a:cubicBezTo>
                  <a:lnTo>
                    <a:pt x="4451" y="2722"/>
                  </a:lnTo>
                  <a:lnTo>
                    <a:pt x="4451" y="2684"/>
                  </a:lnTo>
                  <a:close/>
                  <a:moveTo>
                    <a:pt x="4437" y="2722"/>
                  </a:moveTo>
                  <a:cubicBezTo>
                    <a:pt x="4449" y="2735"/>
                    <a:pt x="4443" y="2726"/>
                    <a:pt x="4451" y="2748"/>
                  </a:cubicBezTo>
                  <a:lnTo>
                    <a:pt x="4437" y="2748"/>
                  </a:lnTo>
                  <a:lnTo>
                    <a:pt x="4437" y="2722"/>
                  </a:lnTo>
                  <a:close/>
                  <a:moveTo>
                    <a:pt x="4670" y="2710"/>
                  </a:moveTo>
                  <a:cubicBezTo>
                    <a:pt x="4682" y="2734"/>
                    <a:pt x="4676" y="2719"/>
                    <a:pt x="4670" y="2748"/>
                  </a:cubicBezTo>
                  <a:lnTo>
                    <a:pt x="4657" y="2748"/>
                  </a:lnTo>
                  <a:cubicBezTo>
                    <a:pt x="4661" y="2735"/>
                    <a:pt x="4667" y="2722"/>
                    <a:pt x="4670" y="2710"/>
                  </a:cubicBezTo>
                  <a:close/>
                  <a:moveTo>
                    <a:pt x="4424" y="2748"/>
                  </a:moveTo>
                  <a:cubicBezTo>
                    <a:pt x="4436" y="2761"/>
                    <a:pt x="4430" y="2751"/>
                    <a:pt x="4437" y="2773"/>
                  </a:cubicBezTo>
                  <a:lnTo>
                    <a:pt x="4424" y="2773"/>
                  </a:lnTo>
                  <a:lnTo>
                    <a:pt x="4424" y="2748"/>
                  </a:lnTo>
                  <a:close/>
                  <a:moveTo>
                    <a:pt x="4645" y="2748"/>
                  </a:moveTo>
                  <a:cubicBezTo>
                    <a:pt x="4656" y="2761"/>
                    <a:pt x="4650" y="2751"/>
                    <a:pt x="4657" y="2773"/>
                  </a:cubicBezTo>
                  <a:lnTo>
                    <a:pt x="4645" y="2773"/>
                  </a:lnTo>
                  <a:lnTo>
                    <a:pt x="4645" y="2748"/>
                  </a:lnTo>
                  <a:close/>
                  <a:moveTo>
                    <a:pt x="4413" y="2787"/>
                  </a:moveTo>
                  <a:cubicBezTo>
                    <a:pt x="4423" y="2801"/>
                    <a:pt x="4417" y="2792"/>
                    <a:pt x="4424" y="2814"/>
                  </a:cubicBezTo>
                  <a:lnTo>
                    <a:pt x="4413" y="2814"/>
                  </a:lnTo>
                  <a:lnTo>
                    <a:pt x="4413" y="2787"/>
                  </a:lnTo>
                  <a:close/>
                  <a:moveTo>
                    <a:pt x="5122" y="2465"/>
                  </a:moveTo>
                  <a:lnTo>
                    <a:pt x="5122" y="2465"/>
                  </a:lnTo>
                  <a:cubicBezTo>
                    <a:pt x="5151" y="2519"/>
                    <a:pt x="5081" y="2620"/>
                    <a:pt x="5057" y="2671"/>
                  </a:cubicBezTo>
                  <a:cubicBezTo>
                    <a:pt x="4974" y="2847"/>
                    <a:pt x="4847" y="3128"/>
                    <a:pt x="4696" y="3228"/>
                  </a:cubicBezTo>
                  <a:lnTo>
                    <a:pt x="4696" y="3202"/>
                  </a:lnTo>
                  <a:cubicBezTo>
                    <a:pt x="4763" y="3134"/>
                    <a:pt x="4785" y="3027"/>
                    <a:pt x="4837" y="2944"/>
                  </a:cubicBezTo>
                  <a:cubicBezTo>
                    <a:pt x="4930" y="2793"/>
                    <a:pt x="5071" y="2648"/>
                    <a:pt x="5122" y="2465"/>
                  </a:cubicBezTo>
                  <a:close/>
                  <a:moveTo>
                    <a:pt x="5032" y="3086"/>
                  </a:moveTo>
                  <a:cubicBezTo>
                    <a:pt x="5076" y="3187"/>
                    <a:pt x="4795" y="3471"/>
                    <a:pt x="4657" y="3485"/>
                  </a:cubicBezTo>
                  <a:lnTo>
                    <a:pt x="4657" y="3474"/>
                  </a:lnTo>
                  <a:lnTo>
                    <a:pt x="4670" y="3474"/>
                  </a:lnTo>
                  <a:cubicBezTo>
                    <a:pt x="4791" y="3344"/>
                    <a:pt x="4911" y="3215"/>
                    <a:pt x="5032" y="3086"/>
                  </a:cubicBezTo>
                  <a:close/>
                  <a:moveTo>
                    <a:pt x="2190" y="4545"/>
                  </a:moveTo>
                  <a:cubicBezTo>
                    <a:pt x="2200" y="4568"/>
                    <a:pt x="2195" y="4554"/>
                    <a:pt x="2190" y="4583"/>
                  </a:cubicBezTo>
                  <a:lnTo>
                    <a:pt x="2177" y="4583"/>
                  </a:lnTo>
                  <a:cubicBezTo>
                    <a:pt x="2181" y="4571"/>
                    <a:pt x="2185" y="4558"/>
                    <a:pt x="2190" y="4545"/>
                  </a:cubicBezTo>
                  <a:close/>
                  <a:moveTo>
                    <a:pt x="2164" y="4583"/>
                  </a:moveTo>
                  <a:cubicBezTo>
                    <a:pt x="2175" y="4596"/>
                    <a:pt x="2169" y="4587"/>
                    <a:pt x="2177" y="4609"/>
                  </a:cubicBezTo>
                  <a:lnTo>
                    <a:pt x="2164" y="4609"/>
                  </a:lnTo>
                  <a:lnTo>
                    <a:pt x="2164" y="4583"/>
                  </a:lnTo>
                  <a:close/>
                  <a:moveTo>
                    <a:pt x="2152" y="4609"/>
                  </a:moveTo>
                  <a:cubicBezTo>
                    <a:pt x="2162" y="4622"/>
                    <a:pt x="2156" y="4612"/>
                    <a:pt x="2164" y="4634"/>
                  </a:cubicBezTo>
                  <a:lnTo>
                    <a:pt x="2152" y="4634"/>
                  </a:lnTo>
                  <a:lnTo>
                    <a:pt x="2152" y="4609"/>
                  </a:lnTo>
                  <a:close/>
                  <a:moveTo>
                    <a:pt x="8742" y="6857"/>
                  </a:moveTo>
                  <a:cubicBezTo>
                    <a:pt x="8769" y="6901"/>
                    <a:pt x="8742" y="7119"/>
                    <a:pt x="8728" y="7181"/>
                  </a:cubicBezTo>
                  <a:cubicBezTo>
                    <a:pt x="8674" y="7401"/>
                    <a:pt x="8641" y="7648"/>
                    <a:pt x="8587" y="7866"/>
                  </a:cubicBezTo>
                  <a:cubicBezTo>
                    <a:pt x="8564" y="7959"/>
                    <a:pt x="8585" y="8080"/>
                    <a:pt x="8536" y="8149"/>
                  </a:cubicBezTo>
                  <a:cubicBezTo>
                    <a:pt x="8530" y="7860"/>
                    <a:pt x="8578" y="7552"/>
                    <a:pt x="8639" y="7309"/>
                  </a:cubicBezTo>
                  <a:cubicBezTo>
                    <a:pt x="8681" y="7146"/>
                    <a:pt x="8681" y="6989"/>
                    <a:pt x="8742" y="6857"/>
                  </a:cubicBezTo>
                  <a:close/>
                  <a:moveTo>
                    <a:pt x="8521" y="8149"/>
                  </a:moveTo>
                  <a:cubicBezTo>
                    <a:pt x="8537" y="8173"/>
                    <a:pt x="8537" y="8203"/>
                    <a:pt x="8521" y="8228"/>
                  </a:cubicBezTo>
                  <a:lnTo>
                    <a:pt x="8521" y="8149"/>
                  </a:lnTo>
                  <a:close/>
                  <a:moveTo>
                    <a:pt x="9749" y="9236"/>
                  </a:moveTo>
                  <a:cubicBezTo>
                    <a:pt x="9759" y="9249"/>
                    <a:pt x="9753" y="9240"/>
                    <a:pt x="9760" y="9262"/>
                  </a:cubicBezTo>
                  <a:lnTo>
                    <a:pt x="9749" y="9262"/>
                  </a:lnTo>
                  <a:lnTo>
                    <a:pt x="9749" y="9236"/>
                  </a:lnTo>
                  <a:close/>
                  <a:moveTo>
                    <a:pt x="9142" y="7130"/>
                  </a:moveTo>
                  <a:cubicBezTo>
                    <a:pt x="9168" y="7170"/>
                    <a:pt x="9097" y="7613"/>
                    <a:pt x="9077" y="7699"/>
                  </a:cubicBezTo>
                  <a:cubicBezTo>
                    <a:pt x="8975" y="8104"/>
                    <a:pt x="8979" y="8564"/>
                    <a:pt x="8883" y="8978"/>
                  </a:cubicBezTo>
                  <a:cubicBezTo>
                    <a:pt x="8856" y="9096"/>
                    <a:pt x="8878" y="9459"/>
                    <a:pt x="8833" y="9534"/>
                  </a:cubicBezTo>
                  <a:cubicBezTo>
                    <a:pt x="8821" y="8828"/>
                    <a:pt x="8840" y="8006"/>
                    <a:pt x="9014" y="7466"/>
                  </a:cubicBezTo>
                  <a:cubicBezTo>
                    <a:pt x="9051" y="7353"/>
                    <a:pt x="9109" y="7235"/>
                    <a:pt x="9142" y="7130"/>
                  </a:cubicBezTo>
                  <a:close/>
                  <a:moveTo>
                    <a:pt x="7512" y="8487"/>
                  </a:moveTo>
                  <a:cubicBezTo>
                    <a:pt x="7546" y="8514"/>
                    <a:pt x="7542" y="8567"/>
                    <a:pt x="7537" y="8629"/>
                  </a:cubicBezTo>
                  <a:cubicBezTo>
                    <a:pt x="7565" y="8671"/>
                    <a:pt x="7553" y="8940"/>
                    <a:pt x="7537" y="9003"/>
                  </a:cubicBezTo>
                  <a:cubicBezTo>
                    <a:pt x="7480" y="9256"/>
                    <a:pt x="7435" y="9507"/>
                    <a:pt x="7355" y="9727"/>
                  </a:cubicBezTo>
                  <a:cubicBezTo>
                    <a:pt x="7329" y="9801"/>
                    <a:pt x="7337" y="9900"/>
                    <a:pt x="7290" y="9960"/>
                  </a:cubicBezTo>
                  <a:cubicBezTo>
                    <a:pt x="7293" y="9641"/>
                    <a:pt x="7337" y="9276"/>
                    <a:pt x="7409" y="9003"/>
                  </a:cubicBezTo>
                  <a:cubicBezTo>
                    <a:pt x="7451" y="8847"/>
                    <a:pt x="7505" y="8668"/>
                    <a:pt x="7512" y="8487"/>
                  </a:cubicBezTo>
                  <a:close/>
                  <a:moveTo>
                    <a:pt x="9516" y="8035"/>
                  </a:moveTo>
                  <a:cubicBezTo>
                    <a:pt x="9548" y="8071"/>
                    <a:pt x="9488" y="8589"/>
                    <a:pt x="9465" y="8695"/>
                  </a:cubicBezTo>
                  <a:cubicBezTo>
                    <a:pt x="9366" y="9115"/>
                    <a:pt x="9359" y="9589"/>
                    <a:pt x="9257" y="9999"/>
                  </a:cubicBezTo>
                  <a:cubicBezTo>
                    <a:pt x="9225" y="10134"/>
                    <a:pt x="9225" y="10503"/>
                    <a:pt x="9167" y="10592"/>
                  </a:cubicBezTo>
                  <a:cubicBezTo>
                    <a:pt x="9160" y="10098"/>
                    <a:pt x="9196" y="9576"/>
                    <a:pt x="9295" y="9158"/>
                  </a:cubicBezTo>
                  <a:cubicBezTo>
                    <a:pt x="9344" y="8949"/>
                    <a:pt x="9334" y="8766"/>
                    <a:pt x="9387" y="8564"/>
                  </a:cubicBezTo>
                  <a:cubicBezTo>
                    <a:pt x="9430" y="8388"/>
                    <a:pt x="9472" y="8211"/>
                    <a:pt x="9516" y="8035"/>
                  </a:cubicBezTo>
                  <a:close/>
                  <a:moveTo>
                    <a:pt x="9154" y="10592"/>
                  </a:moveTo>
                  <a:cubicBezTo>
                    <a:pt x="9170" y="10615"/>
                    <a:pt x="9170" y="10646"/>
                    <a:pt x="9154" y="10670"/>
                  </a:cubicBezTo>
                  <a:lnTo>
                    <a:pt x="9154" y="10592"/>
                  </a:lnTo>
                  <a:close/>
                  <a:moveTo>
                    <a:pt x="9735" y="9262"/>
                  </a:moveTo>
                  <a:cubicBezTo>
                    <a:pt x="9759" y="9298"/>
                    <a:pt x="9702" y="9723"/>
                    <a:pt x="9685" y="9804"/>
                  </a:cubicBezTo>
                  <a:cubicBezTo>
                    <a:pt x="9583" y="10234"/>
                    <a:pt x="9593" y="10730"/>
                    <a:pt x="9490" y="11147"/>
                  </a:cubicBezTo>
                  <a:cubicBezTo>
                    <a:pt x="9458" y="11281"/>
                    <a:pt x="9475" y="11554"/>
                    <a:pt x="9411" y="11652"/>
                  </a:cubicBezTo>
                  <a:cubicBezTo>
                    <a:pt x="9402" y="11002"/>
                    <a:pt x="9446" y="10246"/>
                    <a:pt x="9593" y="9727"/>
                  </a:cubicBezTo>
                  <a:cubicBezTo>
                    <a:pt x="9641" y="9573"/>
                    <a:pt x="9687" y="9416"/>
                    <a:pt x="9735" y="9262"/>
                  </a:cubicBezTo>
                  <a:close/>
                  <a:moveTo>
                    <a:pt x="7810" y="9054"/>
                  </a:moveTo>
                  <a:cubicBezTo>
                    <a:pt x="7895" y="9167"/>
                    <a:pt x="7845" y="9663"/>
                    <a:pt x="7810" y="9803"/>
                  </a:cubicBezTo>
                  <a:cubicBezTo>
                    <a:pt x="7681" y="10311"/>
                    <a:pt x="7592" y="10820"/>
                    <a:pt x="7424" y="11277"/>
                  </a:cubicBezTo>
                  <a:cubicBezTo>
                    <a:pt x="7374" y="11409"/>
                    <a:pt x="7347" y="11668"/>
                    <a:pt x="7270" y="11768"/>
                  </a:cubicBezTo>
                  <a:cubicBezTo>
                    <a:pt x="7281" y="11537"/>
                    <a:pt x="7354" y="11233"/>
                    <a:pt x="7411" y="11019"/>
                  </a:cubicBezTo>
                  <a:cubicBezTo>
                    <a:pt x="7517" y="10624"/>
                    <a:pt x="7549" y="10250"/>
                    <a:pt x="7656" y="9868"/>
                  </a:cubicBezTo>
                  <a:cubicBezTo>
                    <a:pt x="7725" y="9619"/>
                    <a:pt x="7803" y="9363"/>
                    <a:pt x="7810" y="9054"/>
                  </a:cubicBezTo>
                  <a:close/>
                  <a:moveTo>
                    <a:pt x="7255" y="11780"/>
                  </a:moveTo>
                  <a:cubicBezTo>
                    <a:pt x="7264" y="11794"/>
                    <a:pt x="7262" y="11793"/>
                    <a:pt x="7267" y="11819"/>
                  </a:cubicBezTo>
                  <a:lnTo>
                    <a:pt x="7255" y="11819"/>
                  </a:lnTo>
                  <a:lnTo>
                    <a:pt x="7255" y="11780"/>
                  </a:lnTo>
                  <a:close/>
                  <a:moveTo>
                    <a:pt x="3857" y="8021"/>
                  </a:moveTo>
                  <a:cubicBezTo>
                    <a:pt x="3929" y="8029"/>
                    <a:pt x="3991" y="8058"/>
                    <a:pt x="4052" y="8072"/>
                  </a:cubicBezTo>
                  <a:cubicBezTo>
                    <a:pt x="4122" y="8083"/>
                    <a:pt x="4190" y="8090"/>
                    <a:pt x="4260" y="8099"/>
                  </a:cubicBezTo>
                  <a:cubicBezTo>
                    <a:pt x="4546" y="8180"/>
                    <a:pt x="4853" y="8251"/>
                    <a:pt x="5137" y="8331"/>
                  </a:cubicBezTo>
                  <a:cubicBezTo>
                    <a:pt x="5361" y="8395"/>
                    <a:pt x="5612" y="8382"/>
                    <a:pt x="5848" y="8434"/>
                  </a:cubicBezTo>
                  <a:cubicBezTo>
                    <a:pt x="5886" y="8443"/>
                    <a:pt x="5936" y="8446"/>
                    <a:pt x="5993" y="8446"/>
                  </a:cubicBezTo>
                  <a:cubicBezTo>
                    <a:pt x="6144" y="8446"/>
                    <a:pt x="6344" y="8425"/>
                    <a:pt x="6499" y="8425"/>
                  </a:cubicBezTo>
                  <a:cubicBezTo>
                    <a:pt x="6621" y="8425"/>
                    <a:pt x="6717" y="8438"/>
                    <a:pt x="6740" y="8485"/>
                  </a:cubicBezTo>
                  <a:cubicBezTo>
                    <a:pt x="6784" y="8543"/>
                    <a:pt x="6751" y="8693"/>
                    <a:pt x="6726" y="8770"/>
                  </a:cubicBezTo>
                  <a:cubicBezTo>
                    <a:pt x="6633" y="9049"/>
                    <a:pt x="6546" y="9355"/>
                    <a:pt x="6455" y="9635"/>
                  </a:cubicBezTo>
                  <a:cubicBezTo>
                    <a:pt x="6298" y="10114"/>
                    <a:pt x="6261" y="10644"/>
                    <a:pt x="6093" y="11095"/>
                  </a:cubicBezTo>
                  <a:cubicBezTo>
                    <a:pt x="6021" y="11290"/>
                    <a:pt x="5961" y="11511"/>
                    <a:pt x="5810" y="11626"/>
                  </a:cubicBezTo>
                  <a:cubicBezTo>
                    <a:pt x="5663" y="11735"/>
                    <a:pt x="5477" y="11784"/>
                    <a:pt x="5266" y="11834"/>
                  </a:cubicBezTo>
                  <a:lnTo>
                    <a:pt x="5125" y="11834"/>
                  </a:lnTo>
                  <a:cubicBezTo>
                    <a:pt x="5076" y="11844"/>
                    <a:pt x="5014" y="11848"/>
                    <a:pt x="4950" y="11848"/>
                  </a:cubicBezTo>
                  <a:cubicBezTo>
                    <a:pt x="4857" y="11848"/>
                    <a:pt x="4758" y="11839"/>
                    <a:pt x="4685" y="11821"/>
                  </a:cubicBezTo>
                  <a:cubicBezTo>
                    <a:pt x="4250" y="11711"/>
                    <a:pt x="3869" y="11575"/>
                    <a:pt x="3535" y="11368"/>
                  </a:cubicBezTo>
                  <a:cubicBezTo>
                    <a:pt x="3389" y="11277"/>
                    <a:pt x="3213" y="11198"/>
                    <a:pt x="3135" y="11044"/>
                  </a:cubicBezTo>
                  <a:cubicBezTo>
                    <a:pt x="3071" y="10921"/>
                    <a:pt x="3111" y="10666"/>
                    <a:pt x="3148" y="10541"/>
                  </a:cubicBezTo>
                  <a:cubicBezTo>
                    <a:pt x="3258" y="10149"/>
                    <a:pt x="3363" y="9734"/>
                    <a:pt x="3484" y="9340"/>
                  </a:cubicBezTo>
                  <a:cubicBezTo>
                    <a:pt x="3556" y="9025"/>
                    <a:pt x="3631" y="8711"/>
                    <a:pt x="3703" y="8397"/>
                  </a:cubicBezTo>
                  <a:cubicBezTo>
                    <a:pt x="3737" y="8274"/>
                    <a:pt x="3709" y="8090"/>
                    <a:pt x="3820" y="8048"/>
                  </a:cubicBezTo>
                  <a:cubicBezTo>
                    <a:pt x="3828" y="8039"/>
                    <a:pt x="3849" y="8032"/>
                    <a:pt x="3857" y="8021"/>
                  </a:cubicBezTo>
                  <a:close/>
                  <a:moveTo>
                    <a:pt x="8172" y="11899"/>
                  </a:moveTo>
                  <a:cubicBezTo>
                    <a:pt x="8181" y="11914"/>
                    <a:pt x="8180" y="11911"/>
                    <a:pt x="8186" y="11937"/>
                  </a:cubicBezTo>
                  <a:lnTo>
                    <a:pt x="8172" y="11937"/>
                  </a:lnTo>
                  <a:lnTo>
                    <a:pt x="8172" y="11899"/>
                  </a:lnTo>
                  <a:close/>
                  <a:moveTo>
                    <a:pt x="9811" y="10967"/>
                  </a:moveTo>
                  <a:cubicBezTo>
                    <a:pt x="9846" y="11019"/>
                    <a:pt x="9804" y="11158"/>
                    <a:pt x="9801" y="11226"/>
                  </a:cubicBezTo>
                  <a:cubicBezTo>
                    <a:pt x="9782" y="11531"/>
                    <a:pt x="9727" y="11761"/>
                    <a:pt x="9619" y="11962"/>
                  </a:cubicBezTo>
                  <a:lnTo>
                    <a:pt x="9606" y="11962"/>
                  </a:lnTo>
                  <a:lnTo>
                    <a:pt x="9606" y="11911"/>
                  </a:lnTo>
                  <a:cubicBezTo>
                    <a:pt x="9655" y="11831"/>
                    <a:pt x="9632" y="11688"/>
                    <a:pt x="9657" y="11588"/>
                  </a:cubicBezTo>
                  <a:cubicBezTo>
                    <a:pt x="9709" y="11387"/>
                    <a:pt x="9794" y="11176"/>
                    <a:pt x="9811" y="10967"/>
                  </a:cubicBezTo>
                  <a:close/>
                  <a:moveTo>
                    <a:pt x="9749" y="12620"/>
                  </a:moveTo>
                  <a:lnTo>
                    <a:pt x="9749" y="12633"/>
                  </a:lnTo>
                  <a:cubicBezTo>
                    <a:pt x="9727" y="12626"/>
                    <a:pt x="9735" y="12630"/>
                    <a:pt x="9722" y="12620"/>
                  </a:cubicBezTo>
                  <a:close/>
                  <a:moveTo>
                    <a:pt x="8172" y="10024"/>
                  </a:moveTo>
                  <a:cubicBezTo>
                    <a:pt x="8196" y="10057"/>
                    <a:pt x="8197" y="10210"/>
                    <a:pt x="8186" y="10268"/>
                  </a:cubicBezTo>
                  <a:cubicBezTo>
                    <a:pt x="8142" y="10463"/>
                    <a:pt x="8119" y="10672"/>
                    <a:pt x="8069" y="10849"/>
                  </a:cubicBezTo>
                  <a:cubicBezTo>
                    <a:pt x="7940" y="11293"/>
                    <a:pt x="7863" y="11714"/>
                    <a:pt x="7694" y="12117"/>
                  </a:cubicBezTo>
                  <a:cubicBezTo>
                    <a:pt x="7569" y="12411"/>
                    <a:pt x="7418" y="12693"/>
                    <a:pt x="7294" y="12982"/>
                  </a:cubicBezTo>
                  <a:lnTo>
                    <a:pt x="7281" y="12982"/>
                  </a:lnTo>
                  <a:lnTo>
                    <a:pt x="7281" y="12943"/>
                  </a:lnTo>
                  <a:cubicBezTo>
                    <a:pt x="7321" y="12891"/>
                    <a:pt x="7322" y="12818"/>
                    <a:pt x="7347" y="12750"/>
                  </a:cubicBezTo>
                  <a:cubicBezTo>
                    <a:pt x="7425" y="12539"/>
                    <a:pt x="7473" y="12309"/>
                    <a:pt x="7555" y="12089"/>
                  </a:cubicBezTo>
                  <a:cubicBezTo>
                    <a:pt x="7794" y="11437"/>
                    <a:pt x="8021" y="10750"/>
                    <a:pt x="8172" y="10024"/>
                  </a:cubicBezTo>
                  <a:close/>
                  <a:moveTo>
                    <a:pt x="7267" y="12984"/>
                  </a:moveTo>
                  <a:cubicBezTo>
                    <a:pt x="7284" y="13008"/>
                    <a:pt x="7274" y="13011"/>
                    <a:pt x="7267" y="13048"/>
                  </a:cubicBezTo>
                  <a:lnTo>
                    <a:pt x="7255" y="13048"/>
                  </a:lnTo>
                  <a:lnTo>
                    <a:pt x="7255" y="13008"/>
                  </a:lnTo>
                  <a:cubicBezTo>
                    <a:pt x="7265" y="12997"/>
                    <a:pt x="7259" y="13005"/>
                    <a:pt x="7267" y="12984"/>
                  </a:cubicBezTo>
                  <a:close/>
                  <a:moveTo>
                    <a:pt x="8158" y="11937"/>
                  </a:moveTo>
                  <a:lnTo>
                    <a:pt x="8158" y="11937"/>
                  </a:lnTo>
                  <a:cubicBezTo>
                    <a:pt x="8207" y="12010"/>
                    <a:pt x="8106" y="12286"/>
                    <a:pt x="8081" y="12350"/>
                  </a:cubicBezTo>
                  <a:cubicBezTo>
                    <a:pt x="7972" y="12648"/>
                    <a:pt x="7869" y="13225"/>
                    <a:pt x="7550" y="13292"/>
                  </a:cubicBezTo>
                  <a:lnTo>
                    <a:pt x="7550" y="13267"/>
                  </a:lnTo>
                  <a:cubicBezTo>
                    <a:pt x="7655" y="13194"/>
                    <a:pt x="7678" y="13042"/>
                    <a:pt x="7732" y="12918"/>
                  </a:cubicBezTo>
                  <a:cubicBezTo>
                    <a:pt x="7822" y="12713"/>
                    <a:pt x="7924" y="12511"/>
                    <a:pt x="8015" y="12299"/>
                  </a:cubicBezTo>
                  <a:cubicBezTo>
                    <a:pt x="8063" y="12190"/>
                    <a:pt x="8143" y="12082"/>
                    <a:pt x="8158" y="11937"/>
                  </a:cubicBezTo>
                  <a:close/>
                  <a:moveTo>
                    <a:pt x="10201" y="13252"/>
                  </a:moveTo>
                  <a:cubicBezTo>
                    <a:pt x="10613" y="13252"/>
                    <a:pt x="10945" y="13314"/>
                    <a:pt x="11105" y="13564"/>
                  </a:cubicBezTo>
                  <a:lnTo>
                    <a:pt x="11080" y="13564"/>
                  </a:lnTo>
                  <a:cubicBezTo>
                    <a:pt x="11025" y="13500"/>
                    <a:pt x="10926" y="13503"/>
                    <a:pt x="10835" y="13472"/>
                  </a:cubicBezTo>
                  <a:cubicBezTo>
                    <a:pt x="10647" y="13411"/>
                    <a:pt x="10426" y="13353"/>
                    <a:pt x="10240" y="13290"/>
                  </a:cubicBezTo>
                  <a:cubicBezTo>
                    <a:pt x="10186" y="13273"/>
                    <a:pt x="10148" y="13282"/>
                    <a:pt x="10112" y="13253"/>
                  </a:cubicBezTo>
                  <a:cubicBezTo>
                    <a:pt x="10142" y="13252"/>
                    <a:pt x="10171" y="13252"/>
                    <a:pt x="10201" y="13252"/>
                  </a:cubicBezTo>
                  <a:close/>
                  <a:moveTo>
                    <a:pt x="9961" y="13861"/>
                  </a:moveTo>
                  <a:cubicBezTo>
                    <a:pt x="10219" y="13861"/>
                    <a:pt x="10348" y="13896"/>
                    <a:pt x="10512" y="14003"/>
                  </a:cubicBezTo>
                  <a:lnTo>
                    <a:pt x="10512" y="14029"/>
                  </a:lnTo>
                  <a:lnTo>
                    <a:pt x="10369" y="14029"/>
                  </a:lnTo>
                  <a:cubicBezTo>
                    <a:pt x="10284" y="13972"/>
                    <a:pt x="10063" y="13929"/>
                    <a:pt x="9955" y="13900"/>
                  </a:cubicBezTo>
                  <a:cubicBezTo>
                    <a:pt x="9903" y="13885"/>
                    <a:pt x="9839" y="13900"/>
                    <a:pt x="9801" y="13873"/>
                  </a:cubicBezTo>
                  <a:cubicBezTo>
                    <a:pt x="9834" y="13873"/>
                    <a:pt x="9860" y="13873"/>
                    <a:pt x="9879" y="13862"/>
                  </a:cubicBezTo>
                  <a:cubicBezTo>
                    <a:pt x="9908" y="13861"/>
                    <a:pt x="9935" y="13861"/>
                    <a:pt x="9961" y="13861"/>
                  </a:cubicBezTo>
                  <a:close/>
                  <a:moveTo>
                    <a:pt x="2655" y="12337"/>
                  </a:moveTo>
                  <a:lnTo>
                    <a:pt x="2655" y="12337"/>
                  </a:lnTo>
                  <a:cubicBezTo>
                    <a:pt x="2683" y="12360"/>
                    <a:pt x="2680" y="12374"/>
                    <a:pt x="2680" y="12427"/>
                  </a:cubicBezTo>
                  <a:cubicBezTo>
                    <a:pt x="2713" y="12478"/>
                    <a:pt x="2697" y="12834"/>
                    <a:pt x="2680" y="12905"/>
                  </a:cubicBezTo>
                  <a:cubicBezTo>
                    <a:pt x="2603" y="13241"/>
                    <a:pt x="2555" y="13572"/>
                    <a:pt x="2447" y="13862"/>
                  </a:cubicBezTo>
                  <a:cubicBezTo>
                    <a:pt x="2408" y="13968"/>
                    <a:pt x="2399" y="14113"/>
                    <a:pt x="2331" y="14198"/>
                  </a:cubicBezTo>
                  <a:cubicBezTo>
                    <a:pt x="2342" y="13972"/>
                    <a:pt x="2403" y="13711"/>
                    <a:pt x="2460" y="13513"/>
                  </a:cubicBezTo>
                  <a:cubicBezTo>
                    <a:pt x="2518" y="13309"/>
                    <a:pt x="2520" y="13123"/>
                    <a:pt x="2576" y="12918"/>
                  </a:cubicBezTo>
                  <a:cubicBezTo>
                    <a:pt x="2620" y="12757"/>
                    <a:pt x="2671" y="12513"/>
                    <a:pt x="2655" y="12337"/>
                  </a:cubicBezTo>
                  <a:close/>
                  <a:moveTo>
                    <a:pt x="3014" y="13048"/>
                  </a:moveTo>
                  <a:cubicBezTo>
                    <a:pt x="3053" y="13106"/>
                    <a:pt x="2985" y="13510"/>
                    <a:pt x="2963" y="13590"/>
                  </a:cubicBezTo>
                  <a:cubicBezTo>
                    <a:pt x="2816" y="14132"/>
                    <a:pt x="2706" y="14673"/>
                    <a:pt x="2485" y="15128"/>
                  </a:cubicBezTo>
                  <a:lnTo>
                    <a:pt x="2473" y="15128"/>
                  </a:lnTo>
                  <a:lnTo>
                    <a:pt x="2473" y="15102"/>
                  </a:lnTo>
                  <a:cubicBezTo>
                    <a:pt x="2505" y="15048"/>
                    <a:pt x="2480" y="14970"/>
                    <a:pt x="2498" y="14896"/>
                  </a:cubicBezTo>
                  <a:cubicBezTo>
                    <a:pt x="2533" y="14749"/>
                    <a:pt x="2568" y="14603"/>
                    <a:pt x="2603" y="14455"/>
                  </a:cubicBezTo>
                  <a:cubicBezTo>
                    <a:pt x="2693" y="14179"/>
                    <a:pt x="2765" y="13900"/>
                    <a:pt x="2860" y="13616"/>
                  </a:cubicBezTo>
                  <a:cubicBezTo>
                    <a:pt x="2918" y="13443"/>
                    <a:pt x="3004" y="13261"/>
                    <a:pt x="3014" y="13048"/>
                  </a:cubicBezTo>
                  <a:close/>
                  <a:moveTo>
                    <a:pt x="3391" y="13939"/>
                  </a:moveTo>
                  <a:lnTo>
                    <a:pt x="3391" y="13939"/>
                  </a:lnTo>
                  <a:cubicBezTo>
                    <a:pt x="3433" y="14001"/>
                    <a:pt x="3362" y="14378"/>
                    <a:pt x="3340" y="14455"/>
                  </a:cubicBezTo>
                  <a:cubicBezTo>
                    <a:pt x="3229" y="14858"/>
                    <a:pt x="3061" y="15625"/>
                    <a:pt x="2771" y="15813"/>
                  </a:cubicBezTo>
                  <a:lnTo>
                    <a:pt x="2771" y="15788"/>
                  </a:lnTo>
                  <a:cubicBezTo>
                    <a:pt x="2858" y="15686"/>
                    <a:pt x="2895" y="15420"/>
                    <a:pt x="2953" y="15284"/>
                  </a:cubicBezTo>
                  <a:cubicBezTo>
                    <a:pt x="3055" y="15037"/>
                    <a:pt x="3129" y="14772"/>
                    <a:pt x="3236" y="14509"/>
                  </a:cubicBezTo>
                  <a:cubicBezTo>
                    <a:pt x="3303" y="14343"/>
                    <a:pt x="3388" y="14160"/>
                    <a:pt x="3391" y="13939"/>
                  </a:cubicBezTo>
                  <a:close/>
                  <a:moveTo>
                    <a:pt x="9192" y="15982"/>
                  </a:moveTo>
                  <a:lnTo>
                    <a:pt x="9192" y="15982"/>
                  </a:lnTo>
                  <a:cubicBezTo>
                    <a:pt x="9243" y="16050"/>
                    <a:pt x="9199" y="16236"/>
                    <a:pt x="9167" y="16316"/>
                  </a:cubicBezTo>
                  <a:cubicBezTo>
                    <a:pt x="9081" y="16527"/>
                    <a:pt x="8905" y="16861"/>
                    <a:pt x="8726" y="16976"/>
                  </a:cubicBezTo>
                  <a:lnTo>
                    <a:pt x="8726" y="16951"/>
                  </a:lnTo>
                  <a:cubicBezTo>
                    <a:pt x="8792" y="16896"/>
                    <a:pt x="8811" y="16806"/>
                    <a:pt x="8856" y="16730"/>
                  </a:cubicBezTo>
                  <a:cubicBezTo>
                    <a:pt x="8953" y="16570"/>
                    <a:pt x="9179" y="16197"/>
                    <a:pt x="9192" y="15982"/>
                  </a:cubicBezTo>
                  <a:close/>
                  <a:moveTo>
                    <a:pt x="8328" y="16602"/>
                  </a:moveTo>
                  <a:cubicBezTo>
                    <a:pt x="8370" y="16665"/>
                    <a:pt x="8335" y="16858"/>
                    <a:pt x="8314" y="16924"/>
                  </a:cubicBezTo>
                  <a:cubicBezTo>
                    <a:pt x="8254" y="17108"/>
                    <a:pt x="8077" y="17592"/>
                    <a:pt x="7914" y="17646"/>
                  </a:cubicBezTo>
                  <a:lnTo>
                    <a:pt x="7914" y="17622"/>
                  </a:lnTo>
                  <a:cubicBezTo>
                    <a:pt x="7967" y="17550"/>
                    <a:pt x="7976" y="17446"/>
                    <a:pt x="8018" y="17363"/>
                  </a:cubicBezTo>
                  <a:cubicBezTo>
                    <a:pt x="8132" y="17135"/>
                    <a:pt x="8289" y="16895"/>
                    <a:pt x="8328" y="16602"/>
                  </a:cubicBezTo>
                  <a:close/>
                  <a:moveTo>
                    <a:pt x="7783" y="16743"/>
                  </a:moveTo>
                  <a:cubicBezTo>
                    <a:pt x="7771" y="17076"/>
                    <a:pt x="7601" y="17382"/>
                    <a:pt x="7475" y="17622"/>
                  </a:cubicBezTo>
                  <a:cubicBezTo>
                    <a:pt x="7425" y="17715"/>
                    <a:pt x="7383" y="17854"/>
                    <a:pt x="7255" y="17867"/>
                  </a:cubicBezTo>
                  <a:lnTo>
                    <a:pt x="7255" y="17841"/>
                  </a:lnTo>
                  <a:cubicBezTo>
                    <a:pt x="7325" y="17736"/>
                    <a:pt x="7364" y="17569"/>
                    <a:pt x="7422" y="17454"/>
                  </a:cubicBezTo>
                  <a:cubicBezTo>
                    <a:pt x="7518" y="17268"/>
                    <a:pt x="7722" y="16959"/>
                    <a:pt x="7758" y="16743"/>
                  </a:cubicBezTo>
                  <a:close/>
                  <a:moveTo>
                    <a:pt x="7062" y="16924"/>
                  </a:moveTo>
                  <a:cubicBezTo>
                    <a:pt x="7111" y="17002"/>
                    <a:pt x="7031" y="17225"/>
                    <a:pt x="7009" y="17297"/>
                  </a:cubicBezTo>
                  <a:cubicBezTo>
                    <a:pt x="6893" y="17690"/>
                    <a:pt x="6793" y="18064"/>
                    <a:pt x="6544" y="18319"/>
                  </a:cubicBezTo>
                  <a:lnTo>
                    <a:pt x="6518" y="18319"/>
                  </a:lnTo>
                  <a:lnTo>
                    <a:pt x="6518" y="18254"/>
                  </a:lnTo>
                  <a:cubicBezTo>
                    <a:pt x="6573" y="18174"/>
                    <a:pt x="6582" y="18059"/>
                    <a:pt x="6623" y="17971"/>
                  </a:cubicBezTo>
                  <a:cubicBezTo>
                    <a:pt x="6700" y="17795"/>
                    <a:pt x="6804" y="17607"/>
                    <a:pt x="6880" y="17427"/>
                  </a:cubicBezTo>
                  <a:cubicBezTo>
                    <a:pt x="6953" y="17260"/>
                    <a:pt x="6990" y="17087"/>
                    <a:pt x="7062" y="16924"/>
                  </a:cubicBezTo>
                  <a:close/>
                  <a:moveTo>
                    <a:pt x="6312" y="17217"/>
                  </a:moveTo>
                  <a:cubicBezTo>
                    <a:pt x="6378" y="17290"/>
                    <a:pt x="6380" y="17521"/>
                    <a:pt x="6349" y="17646"/>
                  </a:cubicBezTo>
                  <a:cubicBezTo>
                    <a:pt x="6298" y="17856"/>
                    <a:pt x="6249" y="18059"/>
                    <a:pt x="6168" y="18241"/>
                  </a:cubicBezTo>
                  <a:cubicBezTo>
                    <a:pt x="6128" y="18330"/>
                    <a:pt x="6056" y="18414"/>
                    <a:pt x="6027" y="18511"/>
                  </a:cubicBezTo>
                  <a:lnTo>
                    <a:pt x="6013" y="18511"/>
                  </a:lnTo>
                  <a:lnTo>
                    <a:pt x="6013" y="18446"/>
                  </a:lnTo>
                  <a:cubicBezTo>
                    <a:pt x="6067" y="18362"/>
                    <a:pt x="6059" y="18222"/>
                    <a:pt x="6092" y="18123"/>
                  </a:cubicBezTo>
                  <a:cubicBezTo>
                    <a:pt x="6179" y="17859"/>
                    <a:pt x="6339" y="17534"/>
                    <a:pt x="6312" y="17217"/>
                  </a:cubicBezTo>
                  <a:close/>
                  <a:moveTo>
                    <a:pt x="6000" y="18514"/>
                  </a:moveTo>
                  <a:cubicBezTo>
                    <a:pt x="6012" y="18526"/>
                    <a:pt x="6006" y="18517"/>
                    <a:pt x="6013" y="18539"/>
                  </a:cubicBezTo>
                  <a:lnTo>
                    <a:pt x="6000" y="18539"/>
                  </a:lnTo>
                  <a:lnTo>
                    <a:pt x="6000" y="18514"/>
                  </a:lnTo>
                  <a:close/>
                  <a:moveTo>
                    <a:pt x="5025" y="0"/>
                  </a:moveTo>
                  <a:cubicBezTo>
                    <a:pt x="5013" y="108"/>
                    <a:pt x="4981" y="210"/>
                    <a:pt x="5012" y="336"/>
                  </a:cubicBezTo>
                  <a:cubicBezTo>
                    <a:pt x="5054" y="509"/>
                    <a:pt x="5122" y="727"/>
                    <a:pt x="5063" y="944"/>
                  </a:cubicBezTo>
                  <a:cubicBezTo>
                    <a:pt x="5041" y="1025"/>
                    <a:pt x="4997" y="1118"/>
                    <a:pt x="4972" y="1188"/>
                  </a:cubicBezTo>
                  <a:cubicBezTo>
                    <a:pt x="4959" y="1261"/>
                    <a:pt x="4946" y="1336"/>
                    <a:pt x="4933" y="1409"/>
                  </a:cubicBezTo>
                  <a:cubicBezTo>
                    <a:pt x="4875" y="1600"/>
                    <a:pt x="4830" y="1803"/>
                    <a:pt x="4751" y="1991"/>
                  </a:cubicBezTo>
                  <a:cubicBezTo>
                    <a:pt x="4661" y="2210"/>
                    <a:pt x="4539" y="2449"/>
                    <a:pt x="4481" y="2689"/>
                  </a:cubicBezTo>
                  <a:lnTo>
                    <a:pt x="4468" y="2689"/>
                  </a:lnTo>
                  <a:lnTo>
                    <a:pt x="4468" y="2649"/>
                  </a:lnTo>
                  <a:cubicBezTo>
                    <a:pt x="4525" y="2574"/>
                    <a:pt x="4526" y="2465"/>
                    <a:pt x="4560" y="2366"/>
                  </a:cubicBezTo>
                  <a:cubicBezTo>
                    <a:pt x="4641" y="2119"/>
                    <a:pt x="4718" y="1848"/>
                    <a:pt x="4779" y="1578"/>
                  </a:cubicBezTo>
                  <a:lnTo>
                    <a:pt x="4766" y="1578"/>
                  </a:lnTo>
                  <a:lnTo>
                    <a:pt x="4766" y="1591"/>
                  </a:lnTo>
                  <a:cubicBezTo>
                    <a:pt x="4708" y="1645"/>
                    <a:pt x="4674" y="1719"/>
                    <a:pt x="4625" y="1784"/>
                  </a:cubicBezTo>
                  <a:cubicBezTo>
                    <a:pt x="4519" y="1925"/>
                    <a:pt x="4352" y="2081"/>
                    <a:pt x="4211" y="2184"/>
                  </a:cubicBezTo>
                  <a:cubicBezTo>
                    <a:pt x="3472" y="2729"/>
                    <a:pt x="2763" y="3128"/>
                    <a:pt x="2273" y="3929"/>
                  </a:cubicBezTo>
                  <a:cubicBezTo>
                    <a:pt x="1833" y="4648"/>
                    <a:pt x="1922" y="5746"/>
                    <a:pt x="1640" y="6617"/>
                  </a:cubicBezTo>
                  <a:cubicBezTo>
                    <a:pt x="1312" y="7632"/>
                    <a:pt x="1028" y="8639"/>
                    <a:pt x="698" y="9667"/>
                  </a:cubicBezTo>
                  <a:cubicBezTo>
                    <a:pt x="564" y="10079"/>
                    <a:pt x="553" y="10518"/>
                    <a:pt x="439" y="10958"/>
                  </a:cubicBezTo>
                  <a:cubicBezTo>
                    <a:pt x="259" y="11661"/>
                    <a:pt x="121" y="12431"/>
                    <a:pt x="0" y="13181"/>
                  </a:cubicBezTo>
                  <a:cubicBezTo>
                    <a:pt x="138" y="13178"/>
                    <a:pt x="276" y="13173"/>
                    <a:pt x="414" y="13168"/>
                  </a:cubicBezTo>
                  <a:lnTo>
                    <a:pt x="426" y="13157"/>
                  </a:lnTo>
                  <a:cubicBezTo>
                    <a:pt x="425" y="12998"/>
                    <a:pt x="458" y="12827"/>
                    <a:pt x="492" y="12691"/>
                  </a:cubicBezTo>
                  <a:cubicBezTo>
                    <a:pt x="545" y="12468"/>
                    <a:pt x="545" y="12238"/>
                    <a:pt x="596" y="12031"/>
                  </a:cubicBezTo>
                  <a:cubicBezTo>
                    <a:pt x="618" y="11871"/>
                    <a:pt x="640" y="11713"/>
                    <a:pt x="662" y="11553"/>
                  </a:cubicBezTo>
                  <a:cubicBezTo>
                    <a:pt x="785" y="11075"/>
                    <a:pt x="822" y="10566"/>
                    <a:pt x="971" y="10106"/>
                  </a:cubicBezTo>
                  <a:cubicBezTo>
                    <a:pt x="1208" y="9384"/>
                    <a:pt x="1486" y="8722"/>
                    <a:pt x="1720" y="8013"/>
                  </a:cubicBezTo>
                  <a:cubicBezTo>
                    <a:pt x="1854" y="7613"/>
                    <a:pt x="1900" y="7181"/>
                    <a:pt x="2004" y="6760"/>
                  </a:cubicBezTo>
                  <a:cubicBezTo>
                    <a:pt x="2046" y="6589"/>
                    <a:pt x="2024" y="6274"/>
                    <a:pt x="2108" y="6152"/>
                  </a:cubicBezTo>
                  <a:lnTo>
                    <a:pt x="2108" y="6152"/>
                  </a:lnTo>
                  <a:cubicBezTo>
                    <a:pt x="2113" y="6501"/>
                    <a:pt x="2076" y="6902"/>
                    <a:pt x="2004" y="7199"/>
                  </a:cubicBezTo>
                  <a:cubicBezTo>
                    <a:pt x="1929" y="7501"/>
                    <a:pt x="1937" y="7792"/>
                    <a:pt x="1849" y="8077"/>
                  </a:cubicBezTo>
                  <a:cubicBezTo>
                    <a:pt x="1690" y="8599"/>
                    <a:pt x="1506" y="9089"/>
                    <a:pt x="1306" y="9576"/>
                  </a:cubicBezTo>
                  <a:cubicBezTo>
                    <a:pt x="1076" y="10137"/>
                    <a:pt x="1003" y="10798"/>
                    <a:pt x="840" y="11424"/>
                  </a:cubicBezTo>
                  <a:cubicBezTo>
                    <a:pt x="824" y="11550"/>
                    <a:pt x="807" y="11674"/>
                    <a:pt x="790" y="11799"/>
                  </a:cubicBezTo>
                  <a:cubicBezTo>
                    <a:pt x="734" y="12027"/>
                    <a:pt x="734" y="12277"/>
                    <a:pt x="673" y="12521"/>
                  </a:cubicBezTo>
                  <a:cubicBezTo>
                    <a:pt x="628" y="12713"/>
                    <a:pt x="589" y="12939"/>
                    <a:pt x="583" y="13154"/>
                  </a:cubicBezTo>
                  <a:cubicBezTo>
                    <a:pt x="743" y="13154"/>
                    <a:pt x="923" y="13127"/>
                    <a:pt x="1087" y="13127"/>
                  </a:cubicBezTo>
                  <a:cubicBezTo>
                    <a:pt x="1151" y="13127"/>
                    <a:pt x="1212" y="13131"/>
                    <a:pt x="1268" y="13142"/>
                  </a:cubicBezTo>
                  <a:cubicBezTo>
                    <a:pt x="1407" y="13382"/>
                    <a:pt x="1444" y="13705"/>
                    <a:pt x="1538" y="13994"/>
                  </a:cubicBezTo>
                  <a:cubicBezTo>
                    <a:pt x="1723" y="14548"/>
                    <a:pt x="1861" y="15146"/>
                    <a:pt x="2043" y="15698"/>
                  </a:cubicBezTo>
                  <a:cubicBezTo>
                    <a:pt x="2113" y="15913"/>
                    <a:pt x="2156" y="16130"/>
                    <a:pt x="2225" y="16331"/>
                  </a:cubicBezTo>
                  <a:cubicBezTo>
                    <a:pt x="2249" y="16409"/>
                    <a:pt x="2243" y="16495"/>
                    <a:pt x="2290" y="16552"/>
                  </a:cubicBezTo>
                  <a:cubicBezTo>
                    <a:pt x="2542" y="16301"/>
                    <a:pt x="2818" y="16053"/>
                    <a:pt x="3194" y="15931"/>
                  </a:cubicBezTo>
                  <a:cubicBezTo>
                    <a:pt x="3356" y="15878"/>
                    <a:pt x="3549" y="15893"/>
                    <a:pt x="3724" y="15854"/>
                  </a:cubicBezTo>
                  <a:cubicBezTo>
                    <a:pt x="3831" y="15849"/>
                    <a:pt x="3940" y="15843"/>
                    <a:pt x="4046" y="15841"/>
                  </a:cubicBezTo>
                  <a:cubicBezTo>
                    <a:pt x="4301" y="15781"/>
                    <a:pt x="4560" y="15742"/>
                    <a:pt x="4783" y="15646"/>
                  </a:cubicBezTo>
                  <a:cubicBezTo>
                    <a:pt x="5619" y="15291"/>
                    <a:pt x="6240" y="14654"/>
                    <a:pt x="7069" y="14288"/>
                  </a:cubicBezTo>
                  <a:cubicBezTo>
                    <a:pt x="7357" y="14163"/>
                    <a:pt x="7629" y="14036"/>
                    <a:pt x="7870" y="13862"/>
                  </a:cubicBezTo>
                  <a:cubicBezTo>
                    <a:pt x="8043" y="13735"/>
                    <a:pt x="8186" y="13559"/>
                    <a:pt x="8335" y="13408"/>
                  </a:cubicBezTo>
                  <a:cubicBezTo>
                    <a:pt x="8450" y="13295"/>
                    <a:pt x="8668" y="13212"/>
                    <a:pt x="8673" y="12994"/>
                  </a:cubicBezTo>
                  <a:cubicBezTo>
                    <a:pt x="8710" y="12934"/>
                    <a:pt x="8692" y="12409"/>
                    <a:pt x="8673" y="12322"/>
                  </a:cubicBezTo>
                  <a:cubicBezTo>
                    <a:pt x="8601" y="12015"/>
                    <a:pt x="8641" y="11661"/>
                    <a:pt x="8568" y="11341"/>
                  </a:cubicBezTo>
                  <a:cubicBezTo>
                    <a:pt x="8530" y="11172"/>
                    <a:pt x="8578" y="10987"/>
                    <a:pt x="8543" y="10838"/>
                  </a:cubicBezTo>
                  <a:lnTo>
                    <a:pt x="8543" y="10643"/>
                  </a:lnTo>
                  <a:cubicBezTo>
                    <a:pt x="8516" y="10522"/>
                    <a:pt x="8520" y="10358"/>
                    <a:pt x="8492" y="10243"/>
                  </a:cubicBezTo>
                  <a:cubicBezTo>
                    <a:pt x="8437" y="10019"/>
                    <a:pt x="8441" y="9835"/>
                    <a:pt x="8376" y="9635"/>
                  </a:cubicBezTo>
                  <a:cubicBezTo>
                    <a:pt x="8248" y="9256"/>
                    <a:pt x="8079" y="8897"/>
                    <a:pt x="7936" y="8511"/>
                  </a:cubicBezTo>
                  <a:cubicBezTo>
                    <a:pt x="7874" y="8341"/>
                    <a:pt x="7707" y="7825"/>
                    <a:pt x="7768" y="7568"/>
                  </a:cubicBezTo>
                  <a:cubicBezTo>
                    <a:pt x="7874" y="7119"/>
                    <a:pt x="8021" y="6749"/>
                    <a:pt x="8209" y="6392"/>
                  </a:cubicBezTo>
                  <a:cubicBezTo>
                    <a:pt x="8254" y="6304"/>
                    <a:pt x="8274" y="6217"/>
                    <a:pt x="8325" y="6134"/>
                  </a:cubicBezTo>
                  <a:cubicBezTo>
                    <a:pt x="8379" y="6043"/>
                    <a:pt x="8444" y="5948"/>
                    <a:pt x="8492" y="5851"/>
                  </a:cubicBezTo>
                  <a:lnTo>
                    <a:pt x="8505" y="5851"/>
                  </a:lnTo>
                  <a:lnTo>
                    <a:pt x="8505" y="5876"/>
                  </a:lnTo>
                  <a:cubicBezTo>
                    <a:pt x="8399" y="5996"/>
                    <a:pt x="8354" y="6258"/>
                    <a:pt x="8284" y="6419"/>
                  </a:cubicBezTo>
                  <a:cubicBezTo>
                    <a:pt x="8059" y="6951"/>
                    <a:pt x="7812" y="7596"/>
                    <a:pt x="8040" y="8293"/>
                  </a:cubicBezTo>
                  <a:cubicBezTo>
                    <a:pt x="8232" y="8885"/>
                    <a:pt x="8508" y="9366"/>
                    <a:pt x="8684" y="9984"/>
                  </a:cubicBezTo>
                  <a:cubicBezTo>
                    <a:pt x="8770" y="10285"/>
                    <a:pt x="8713" y="10644"/>
                    <a:pt x="8789" y="10966"/>
                  </a:cubicBezTo>
                  <a:cubicBezTo>
                    <a:pt x="8806" y="11043"/>
                    <a:pt x="8786" y="11152"/>
                    <a:pt x="8801" y="11211"/>
                  </a:cubicBezTo>
                  <a:cubicBezTo>
                    <a:pt x="8805" y="11336"/>
                    <a:pt x="8811" y="11460"/>
                    <a:pt x="8814" y="11586"/>
                  </a:cubicBezTo>
                  <a:cubicBezTo>
                    <a:pt x="8905" y="11982"/>
                    <a:pt x="8961" y="12526"/>
                    <a:pt x="8879" y="12891"/>
                  </a:cubicBezTo>
                  <a:lnTo>
                    <a:pt x="8892" y="12891"/>
                  </a:lnTo>
                  <a:cubicBezTo>
                    <a:pt x="9030" y="12751"/>
                    <a:pt x="9283" y="12750"/>
                    <a:pt x="9498" y="12684"/>
                  </a:cubicBezTo>
                  <a:cubicBezTo>
                    <a:pt x="9542" y="12670"/>
                    <a:pt x="9618" y="12636"/>
                    <a:pt x="9676" y="12636"/>
                  </a:cubicBezTo>
                  <a:cubicBezTo>
                    <a:pt x="9692" y="12636"/>
                    <a:pt x="9707" y="12638"/>
                    <a:pt x="9719" y="12645"/>
                  </a:cubicBezTo>
                  <a:cubicBezTo>
                    <a:pt x="9546" y="12670"/>
                    <a:pt x="9197" y="12891"/>
                    <a:pt x="9059" y="12982"/>
                  </a:cubicBezTo>
                  <a:cubicBezTo>
                    <a:pt x="9000" y="13021"/>
                    <a:pt x="8952" y="13084"/>
                    <a:pt x="8878" y="13110"/>
                  </a:cubicBezTo>
                  <a:lnTo>
                    <a:pt x="8878" y="13123"/>
                  </a:lnTo>
                  <a:lnTo>
                    <a:pt x="8915" y="13123"/>
                  </a:lnTo>
                  <a:cubicBezTo>
                    <a:pt x="8959" y="13094"/>
                    <a:pt x="9019" y="13113"/>
                    <a:pt x="9083" y="13099"/>
                  </a:cubicBezTo>
                  <a:cubicBezTo>
                    <a:pt x="9158" y="13081"/>
                    <a:pt x="9236" y="13074"/>
                    <a:pt x="9313" y="13074"/>
                  </a:cubicBezTo>
                  <a:cubicBezTo>
                    <a:pt x="9500" y="13074"/>
                    <a:pt x="9686" y="13114"/>
                    <a:pt x="9831" y="13149"/>
                  </a:cubicBezTo>
                  <a:lnTo>
                    <a:pt x="9831" y="13161"/>
                  </a:lnTo>
                  <a:lnTo>
                    <a:pt x="9794" y="13161"/>
                  </a:lnTo>
                  <a:cubicBezTo>
                    <a:pt x="9759" y="13138"/>
                    <a:pt x="9711" y="13130"/>
                    <a:pt x="9658" y="13130"/>
                  </a:cubicBezTo>
                  <a:cubicBezTo>
                    <a:pt x="9535" y="13130"/>
                    <a:pt x="9385" y="13176"/>
                    <a:pt x="9315" y="13200"/>
                  </a:cubicBezTo>
                  <a:cubicBezTo>
                    <a:pt x="9059" y="13289"/>
                    <a:pt x="8821" y="13379"/>
                    <a:pt x="8617" y="13523"/>
                  </a:cubicBezTo>
                  <a:cubicBezTo>
                    <a:pt x="8503" y="13603"/>
                    <a:pt x="8407" y="13709"/>
                    <a:pt x="8295" y="13793"/>
                  </a:cubicBezTo>
                  <a:cubicBezTo>
                    <a:pt x="8151" y="13903"/>
                    <a:pt x="8026" y="14045"/>
                    <a:pt x="7867" y="14142"/>
                  </a:cubicBezTo>
                  <a:cubicBezTo>
                    <a:pt x="7460" y="14397"/>
                    <a:pt x="6989" y="14563"/>
                    <a:pt x="6588" y="14816"/>
                  </a:cubicBezTo>
                  <a:cubicBezTo>
                    <a:pt x="6012" y="15178"/>
                    <a:pt x="5505" y="15595"/>
                    <a:pt x="4817" y="15849"/>
                  </a:cubicBezTo>
                  <a:cubicBezTo>
                    <a:pt x="4086" y="16120"/>
                    <a:pt x="2758" y="16075"/>
                    <a:pt x="2374" y="16663"/>
                  </a:cubicBezTo>
                  <a:cubicBezTo>
                    <a:pt x="2382" y="16663"/>
                    <a:pt x="2390" y="16663"/>
                    <a:pt x="2397" y="16663"/>
                  </a:cubicBezTo>
                  <a:cubicBezTo>
                    <a:pt x="2671" y="16663"/>
                    <a:pt x="2808" y="16791"/>
                    <a:pt x="2995" y="16883"/>
                  </a:cubicBezTo>
                  <a:lnTo>
                    <a:pt x="2995" y="16896"/>
                  </a:lnTo>
                  <a:lnTo>
                    <a:pt x="3020" y="16896"/>
                  </a:lnTo>
                  <a:lnTo>
                    <a:pt x="3020" y="16909"/>
                  </a:lnTo>
                  <a:cubicBezTo>
                    <a:pt x="2998" y="16902"/>
                    <a:pt x="3007" y="16908"/>
                    <a:pt x="2995" y="16896"/>
                  </a:cubicBezTo>
                  <a:lnTo>
                    <a:pt x="2956" y="16896"/>
                  </a:lnTo>
                  <a:cubicBezTo>
                    <a:pt x="2869" y="16828"/>
                    <a:pt x="2559" y="16791"/>
                    <a:pt x="2414" y="16780"/>
                  </a:cubicBezTo>
                  <a:cubicBezTo>
                    <a:pt x="2357" y="16771"/>
                    <a:pt x="2300" y="16764"/>
                    <a:pt x="2246" y="16755"/>
                  </a:cubicBezTo>
                  <a:cubicBezTo>
                    <a:pt x="2213" y="16762"/>
                    <a:pt x="2166" y="16807"/>
                    <a:pt x="2130" y="16820"/>
                  </a:cubicBezTo>
                  <a:cubicBezTo>
                    <a:pt x="2050" y="16847"/>
                    <a:pt x="1972" y="16845"/>
                    <a:pt x="1897" y="16871"/>
                  </a:cubicBezTo>
                  <a:cubicBezTo>
                    <a:pt x="1884" y="16900"/>
                    <a:pt x="1877" y="16908"/>
                    <a:pt x="1871" y="16948"/>
                  </a:cubicBezTo>
                  <a:lnTo>
                    <a:pt x="1884" y="16962"/>
                  </a:lnTo>
                  <a:cubicBezTo>
                    <a:pt x="2959" y="17027"/>
                    <a:pt x="3414" y="17435"/>
                    <a:pt x="3680" y="18319"/>
                  </a:cubicBezTo>
                  <a:cubicBezTo>
                    <a:pt x="3753" y="18559"/>
                    <a:pt x="3831" y="18981"/>
                    <a:pt x="3758" y="19301"/>
                  </a:cubicBezTo>
                  <a:cubicBezTo>
                    <a:pt x="3716" y="19478"/>
                    <a:pt x="3654" y="19638"/>
                    <a:pt x="3616" y="19804"/>
                  </a:cubicBezTo>
                  <a:lnTo>
                    <a:pt x="3629" y="19804"/>
                  </a:lnTo>
                  <a:cubicBezTo>
                    <a:pt x="3680" y="19752"/>
                    <a:pt x="3846" y="19682"/>
                    <a:pt x="3875" y="19637"/>
                  </a:cubicBezTo>
                  <a:cubicBezTo>
                    <a:pt x="4086" y="19299"/>
                    <a:pt x="4198" y="18318"/>
                    <a:pt x="4003" y="17892"/>
                  </a:cubicBezTo>
                  <a:cubicBezTo>
                    <a:pt x="3853" y="17559"/>
                    <a:pt x="3519" y="17390"/>
                    <a:pt x="3280" y="17143"/>
                  </a:cubicBezTo>
                  <a:lnTo>
                    <a:pt x="3280" y="17143"/>
                  </a:lnTo>
                  <a:cubicBezTo>
                    <a:pt x="3526" y="17148"/>
                    <a:pt x="3694" y="17312"/>
                    <a:pt x="3824" y="17441"/>
                  </a:cubicBezTo>
                  <a:cubicBezTo>
                    <a:pt x="3993" y="17610"/>
                    <a:pt x="4141" y="17777"/>
                    <a:pt x="4224" y="18036"/>
                  </a:cubicBezTo>
                  <a:cubicBezTo>
                    <a:pt x="4359" y="18459"/>
                    <a:pt x="4243" y="19216"/>
                    <a:pt x="4107" y="19548"/>
                  </a:cubicBezTo>
                  <a:lnTo>
                    <a:pt x="4132" y="19548"/>
                  </a:lnTo>
                  <a:cubicBezTo>
                    <a:pt x="4190" y="19506"/>
                    <a:pt x="4261" y="19510"/>
                    <a:pt x="4340" y="19483"/>
                  </a:cubicBezTo>
                  <a:cubicBezTo>
                    <a:pt x="4548" y="19413"/>
                    <a:pt x="4765" y="19368"/>
                    <a:pt x="4999" y="19301"/>
                  </a:cubicBezTo>
                  <a:cubicBezTo>
                    <a:pt x="5624" y="19122"/>
                    <a:pt x="6300" y="19062"/>
                    <a:pt x="6848" y="18822"/>
                  </a:cubicBezTo>
                  <a:cubicBezTo>
                    <a:pt x="7084" y="18719"/>
                    <a:pt x="7318" y="18567"/>
                    <a:pt x="7533" y="18436"/>
                  </a:cubicBezTo>
                  <a:cubicBezTo>
                    <a:pt x="8030" y="18129"/>
                    <a:pt x="8524" y="17834"/>
                    <a:pt x="9019" y="17530"/>
                  </a:cubicBezTo>
                  <a:cubicBezTo>
                    <a:pt x="9219" y="17406"/>
                    <a:pt x="9436" y="17332"/>
                    <a:pt x="9639" y="17207"/>
                  </a:cubicBezTo>
                  <a:cubicBezTo>
                    <a:pt x="10026" y="16970"/>
                    <a:pt x="10448" y="16762"/>
                    <a:pt x="10827" y="16522"/>
                  </a:cubicBezTo>
                  <a:cubicBezTo>
                    <a:pt x="11045" y="16384"/>
                    <a:pt x="11320" y="16233"/>
                    <a:pt x="11473" y="16031"/>
                  </a:cubicBezTo>
                  <a:cubicBezTo>
                    <a:pt x="11668" y="15774"/>
                    <a:pt x="11910" y="15384"/>
                    <a:pt x="12041" y="15076"/>
                  </a:cubicBezTo>
                  <a:cubicBezTo>
                    <a:pt x="12162" y="14788"/>
                    <a:pt x="12198" y="14494"/>
                    <a:pt x="12287" y="14170"/>
                  </a:cubicBezTo>
                  <a:cubicBezTo>
                    <a:pt x="12402" y="13760"/>
                    <a:pt x="12536" y="13107"/>
                    <a:pt x="12416" y="12594"/>
                  </a:cubicBezTo>
                  <a:cubicBezTo>
                    <a:pt x="12323" y="12161"/>
                    <a:pt x="12238" y="11725"/>
                    <a:pt x="12152" y="11290"/>
                  </a:cubicBezTo>
                  <a:cubicBezTo>
                    <a:pt x="12089" y="11030"/>
                    <a:pt x="12083" y="10761"/>
                    <a:pt x="12024" y="10513"/>
                  </a:cubicBezTo>
                  <a:cubicBezTo>
                    <a:pt x="11941" y="10178"/>
                    <a:pt x="11935" y="9836"/>
                    <a:pt x="11857" y="9519"/>
                  </a:cubicBezTo>
                  <a:cubicBezTo>
                    <a:pt x="11765" y="9166"/>
                    <a:pt x="11778" y="8804"/>
                    <a:pt x="11689" y="8447"/>
                  </a:cubicBezTo>
                  <a:cubicBezTo>
                    <a:pt x="11628" y="8208"/>
                    <a:pt x="11626" y="7947"/>
                    <a:pt x="11560" y="7699"/>
                  </a:cubicBezTo>
                  <a:cubicBezTo>
                    <a:pt x="11370" y="6960"/>
                    <a:pt x="11294" y="6149"/>
                    <a:pt x="11069" y="5451"/>
                  </a:cubicBezTo>
                  <a:cubicBezTo>
                    <a:pt x="10965" y="5133"/>
                    <a:pt x="10907" y="4855"/>
                    <a:pt x="10785" y="4573"/>
                  </a:cubicBezTo>
                  <a:cubicBezTo>
                    <a:pt x="10739" y="4465"/>
                    <a:pt x="10724" y="4269"/>
                    <a:pt x="10579" y="4262"/>
                  </a:cubicBezTo>
                  <a:cubicBezTo>
                    <a:pt x="10442" y="4387"/>
                    <a:pt x="10151" y="4493"/>
                    <a:pt x="9984" y="4598"/>
                  </a:cubicBezTo>
                  <a:cubicBezTo>
                    <a:pt x="9884" y="4662"/>
                    <a:pt x="9789" y="4776"/>
                    <a:pt x="9673" y="4819"/>
                  </a:cubicBezTo>
                  <a:lnTo>
                    <a:pt x="9673" y="4805"/>
                  </a:lnTo>
                  <a:lnTo>
                    <a:pt x="9686" y="4805"/>
                  </a:lnTo>
                  <a:lnTo>
                    <a:pt x="9892" y="4598"/>
                  </a:lnTo>
                  <a:cubicBezTo>
                    <a:pt x="10013" y="4478"/>
                    <a:pt x="10128" y="4334"/>
                    <a:pt x="10268" y="4237"/>
                  </a:cubicBezTo>
                  <a:cubicBezTo>
                    <a:pt x="10353" y="4176"/>
                    <a:pt x="10487" y="4164"/>
                    <a:pt x="10566" y="4095"/>
                  </a:cubicBezTo>
                  <a:cubicBezTo>
                    <a:pt x="10525" y="4055"/>
                    <a:pt x="10507" y="3987"/>
                    <a:pt x="10462" y="3953"/>
                  </a:cubicBezTo>
                  <a:cubicBezTo>
                    <a:pt x="10278" y="3815"/>
                    <a:pt x="10113" y="3650"/>
                    <a:pt x="9919" y="3526"/>
                  </a:cubicBezTo>
                  <a:cubicBezTo>
                    <a:pt x="9234" y="3093"/>
                    <a:pt x="8440" y="2751"/>
                    <a:pt x="7671" y="2415"/>
                  </a:cubicBezTo>
                  <a:cubicBezTo>
                    <a:pt x="7307" y="2255"/>
                    <a:pt x="6945" y="2114"/>
                    <a:pt x="6637" y="1899"/>
                  </a:cubicBezTo>
                  <a:cubicBezTo>
                    <a:pt x="6530" y="1825"/>
                    <a:pt x="6441" y="1717"/>
                    <a:pt x="6339" y="1642"/>
                  </a:cubicBezTo>
                  <a:cubicBezTo>
                    <a:pt x="6208" y="1543"/>
                    <a:pt x="6079" y="1418"/>
                    <a:pt x="6002" y="1267"/>
                  </a:cubicBezTo>
                  <a:lnTo>
                    <a:pt x="5990" y="1267"/>
                  </a:lnTo>
                  <a:lnTo>
                    <a:pt x="5990" y="1332"/>
                  </a:lnTo>
                  <a:cubicBezTo>
                    <a:pt x="5939" y="1418"/>
                    <a:pt x="5965" y="1550"/>
                    <a:pt x="5939" y="1656"/>
                  </a:cubicBezTo>
                  <a:cubicBezTo>
                    <a:pt x="5893" y="1831"/>
                    <a:pt x="5875" y="2017"/>
                    <a:pt x="5823" y="2199"/>
                  </a:cubicBezTo>
                  <a:cubicBezTo>
                    <a:pt x="5656" y="2786"/>
                    <a:pt x="5522" y="3410"/>
                    <a:pt x="5345" y="3994"/>
                  </a:cubicBezTo>
                  <a:cubicBezTo>
                    <a:pt x="5281" y="4204"/>
                    <a:pt x="5250" y="4416"/>
                    <a:pt x="5191" y="4615"/>
                  </a:cubicBezTo>
                  <a:cubicBezTo>
                    <a:pt x="5159" y="4717"/>
                    <a:pt x="5164" y="4849"/>
                    <a:pt x="5074" y="4885"/>
                  </a:cubicBezTo>
                  <a:cubicBezTo>
                    <a:pt x="5050" y="4905"/>
                    <a:pt x="5027" y="4913"/>
                    <a:pt x="5006" y="4913"/>
                  </a:cubicBezTo>
                  <a:cubicBezTo>
                    <a:pt x="4888" y="4913"/>
                    <a:pt x="4808" y="4664"/>
                    <a:pt x="4776" y="4587"/>
                  </a:cubicBezTo>
                  <a:cubicBezTo>
                    <a:pt x="4599" y="4160"/>
                    <a:pt x="4376" y="3455"/>
                    <a:pt x="3923" y="3333"/>
                  </a:cubicBezTo>
                  <a:cubicBezTo>
                    <a:pt x="3886" y="3323"/>
                    <a:pt x="3850" y="3318"/>
                    <a:pt x="3816" y="3318"/>
                  </a:cubicBezTo>
                  <a:cubicBezTo>
                    <a:pt x="3649" y="3318"/>
                    <a:pt x="3507" y="3419"/>
                    <a:pt x="3407" y="3462"/>
                  </a:cubicBezTo>
                  <a:cubicBezTo>
                    <a:pt x="3101" y="3597"/>
                    <a:pt x="2924" y="3751"/>
                    <a:pt x="2709" y="3965"/>
                  </a:cubicBezTo>
                  <a:cubicBezTo>
                    <a:pt x="2649" y="4022"/>
                    <a:pt x="2590" y="4079"/>
                    <a:pt x="2527" y="4132"/>
                  </a:cubicBezTo>
                  <a:cubicBezTo>
                    <a:pt x="2453" y="4233"/>
                    <a:pt x="2294" y="4481"/>
                    <a:pt x="2204" y="4547"/>
                  </a:cubicBezTo>
                  <a:lnTo>
                    <a:pt x="2204" y="4522"/>
                  </a:lnTo>
                  <a:cubicBezTo>
                    <a:pt x="2322" y="4397"/>
                    <a:pt x="2379" y="4202"/>
                    <a:pt x="2475" y="4057"/>
                  </a:cubicBezTo>
                  <a:cubicBezTo>
                    <a:pt x="2758" y="3626"/>
                    <a:pt x="2922" y="3430"/>
                    <a:pt x="3443" y="3229"/>
                  </a:cubicBezTo>
                  <a:cubicBezTo>
                    <a:pt x="3556" y="3186"/>
                    <a:pt x="3699" y="3148"/>
                    <a:pt x="3838" y="3148"/>
                  </a:cubicBezTo>
                  <a:cubicBezTo>
                    <a:pt x="3936" y="3148"/>
                    <a:pt x="4033" y="3167"/>
                    <a:pt x="4116" y="3216"/>
                  </a:cubicBezTo>
                  <a:cubicBezTo>
                    <a:pt x="4218" y="3277"/>
                    <a:pt x="4343" y="3382"/>
                    <a:pt x="4414" y="3475"/>
                  </a:cubicBezTo>
                  <a:cubicBezTo>
                    <a:pt x="4589" y="3708"/>
                    <a:pt x="4734" y="3978"/>
                    <a:pt x="4853" y="4263"/>
                  </a:cubicBezTo>
                  <a:cubicBezTo>
                    <a:pt x="4897" y="4365"/>
                    <a:pt x="4919" y="4586"/>
                    <a:pt x="5009" y="4638"/>
                  </a:cubicBezTo>
                  <a:cubicBezTo>
                    <a:pt x="5012" y="4539"/>
                    <a:pt x="5050" y="4448"/>
                    <a:pt x="5074" y="4368"/>
                  </a:cubicBezTo>
                  <a:cubicBezTo>
                    <a:pt x="5147" y="4113"/>
                    <a:pt x="5180" y="3856"/>
                    <a:pt x="5256" y="3619"/>
                  </a:cubicBezTo>
                  <a:cubicBezTo>
                    <a:pt x="5397" y="3157"/>
                    <a:pt x="5489" y="2676"/>
                    <a:pt x="5617" y="2223"/>
                  </a:cubicBezTo>
                  <a:cubicBezTo>
                    <a:pt x="5657" y="2082"/>
                    <a:pt x="5657" y="1965"/>
                    <a:pt x="5695" y="1824"/>
                  </a:cubicBezTo>
                  <a:cubicBezTo>
                    <a:pt x="5765" y="1566"/>
                    <a:pt x="5903" y="880"/>
                    <a:pt x="5798" y="569"/>
                  </a:cubicBezTo>
                  <a:cubicBezTo>
                    <a:pt x="5710" y="301"/>
                    <a:pt x="5192" y="306"/>
                    <a:pt x="503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0"/>
            <p:cNvSpPr/>
            <p:nvPr/>
          </p:nvSpPr>
          <p:spPr>
            <a:xfrm>
              <a:off x="3701156" y="3669908"/>
              <a:ext cx="16834" cy="39525"/>
            </a:xfrm>
            <a:custGeom>
              <a:rect b="b" l="l" r="r" t="t"/>
              <a:pathLst>
                <a:path extrusionOk="0" h="1397" w="595">
                  <a:moveTo>
                    <a:pt x="543" y="1"/>
                  </a:moveTo>
                  <a:cubicBezTo>
                    <a:pt x="473" y="166"/>
                    <a:pt x="436" y="337"/>
                    <a:pt x="363" y="504"/>
                  </a:cubicBezTo>
                  <a:cubicBezTo>
                    <a:pt x="284" y="683"/>
                    <a:pt x="181" y="872"/>
                    <a:pt x="106" y="1048"/>
                  </a:cubicBezTo>
                  <a:cubicBezTo>
                    <a:pt x="65" y="1138"/>
                    <a:pt x="56" y="1251"/>
                    <a:pt x="1" y="1331"/>
                  </a:cubicBezTo>
                  <a:lnTo>
                    <a:pt x="1" y="1396"/>
                  </a:lnTo>
                  <a:lnTo>
                    <a:pt x="27" y="1396"/>
                  </a:lnTo>
                  <a:cubicBezTo>
                    <a:pt x="276" y="1141"/>
                    <a:pt x="376" y="767"/>
                    <a:pt x="492" y="374"/>
                  </a:cubicBezTo>
                  <a:cubicBezTo>
                    <a:pt x="514" y="302"/>
                    <a:pt x="594" y="79"/>
                    <a:pt x="5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0"/>
            <p:cNvSpPr/>
            <p:nvPr/>
          </p:nvSpPr>
          <p:spPr>
            <a:xfrm>
              <a:off x="3641602" y="3269976"/>
              <a:ext cx="368" cy="764"/>
            </a:xfrm>
            <a:custGeom>
              <a:rect b="b" l="l" r="r" t="t"/>
              <a:pathLst>
                <a:path extrusionOk="0" h="27" w="13">
                  <a:moveTo>
                    <a:pt x="1" y="0"/>
                  </a:moveTo>
                  <a:lnTo>
                    <a:pt x="1" y="27"/>
                  </a:lnTo>
                  <a:lnTo>
                    <a:pt x="12" y="27"/>
                  </a:lnTo>
                  <a:cubicBezTo>
                    <a:pt x="4" y="5"/>
                    <a:pt x="11"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0"/>
            <p:cNvSpPr/>
            <p:nvPr/>
          </p:nvSpPr>
          <p:spPr>
            <a:xfrm>
              <a:off x="3648505" y="3278407"/>
              <a:ext cx="11883" cy="11345"/>
            </a:xfrm>
            <a:custGeom>
              <a:rect b="b" l="l" r="r" t="t"/>
              <a:pathLst>
                <a:path extrusionOk="0" h="401" w="420">
                  <a:moveTo>
                    <a:pt x="376" y="1"/>
                  </a:moveTo>
                  <a:lnTo>
                    <a:pt x="376" y="1"/>
                  </a:lnTo>
                  <a:cubicBezTo>
                    <a:pt x="255" y="128"/>
                    <a:pt x="135" y="258"/>
                    <a:pt x="14" y="389"/>
                  </a:cubicBezTo>
                  <a:lnTo>
                    <a:pt x="1" y="389"/>
                  </a:lnTo>
                  <a:lnTo>
                    <a:pt x="1" y="400"/>
                  </a:lnTo>
                  <a:cubicBezTo>
                    <a:pt x="142" y="386"/>
                    <a:pt x="420" y="102"/>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0"/>
            <p:cNvSpPr/>
            <p:nvPr/>
          </p:nvSpPr>
          <p:spPr>
            <a:xfrm>
              <a:off x="3722431" y="4184279"/>
              <a:ext cx="13637" cy="74947"/>
            </a:xfrm>
            <a:custGeom>
              <a:rect b="b" l="l" r="r" t="t"/>
              <a:pathLst>
                <a:path extrusionOk="0" h="2649" w="482">
                  <a:moveTo>
                    <a:pt x="451" y="1"/>
                  </a:moveTo>
                  <a:cubicBezTo>
                    <a:pt x="336" y="226"/>
                    <a:pt x="309" y="486"/>
                    <a:pt x="230" y="763"/>
                  </a:cubicBezTo>
                  <a:cubicBezTo>
                    <a:pt x="91" y="1266"/>
                    <a:pt x="1" y="2022"/>
                    <a:pt x="11" y="2648"/>
                  </a:cubicBezTo>
                  <a:cubicBezTo>
                    <a:pt x="49" y="2407"/>
                    <a:pt x="89" y="2167"/>
                    <a:pt x="127" y="1926"/>
                  </a:cubicBezTo>
                  <a:cubicBezTo>
                    <a:pt x="233" y="1533"/>
                    <a:pt x="255" y="1116"/>
                    <a:pt x="360" y="712"/>
                  </a:cubicBezTo>
                  <a:cubicBezTo>
                    <a:pt x="415" y="496"/>
                    <a:pt x="482" y="257"/>
                    <a:pt x="4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0"/>
            <p:cNvSpPr/>
            <p:nvPr/>
          </p:nvSpPr>
          <p:spPr>
            <a:xfrm>
              <a:off x="3601371" y="3669172"/>
              <a:ext cx="764" cy="396"/>
            </a:xfrm>
            <a:custGeom>
              <a:rect b="b" l="l" r="r" t="t"/>
              <a:pathLst>
                <a:path extrusionOk="0" h="14" w="27">
                  <a:moveTo>
                    <a:pt x="1" y="1"/>
                  </a:moveTo>
                  <a:cubicBezTo>
                    <a:pt x="14" y="12"/>
                    <a:pt x="5" y="6"/>
                    <a:pt x="27" y="14"/>
                  </a:cubicBezTo>
                  <a:lnTo>
                    <a:pt x="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0"/>
            <p:cNvSpPr/>
            <p:nvPr/>
          </p:nvSpPr>
          <p:spPr>
            <a:xfrm>
              <a:off x="3728740" y="4207620"/>
              <a:ext cx="13354" cy="100552"/>
            </a:xfrm>
            <a:custGeom>
              <a:rect b="b" l="l" r="r" t="t"/>
              <a:pathLst>
                <a:path extrusionOk="0" h="3554" w="472">
                  <a:moveTo>
                    <a:pt x="446" y="0"/>
                  </a:moveTo>
                  <a:cubicBezTo>
                    <a:pt x="433" y="132"/>
                    <a:pt x="377" y="247"/>
                    <a:pt x="342" y="362"/>
                  </a:cubicBezTo>
                  <a:cubicBezTo>
                    <a:pt x="279" y="573"/>
                    <a:pt x="253" y="800"/>
                    <a:pt x="201" y="1008"/>
                  </a:cubicBezTo>
                  <a:cubicBezTo>
                    <a:pt x="180" y="1172"/>
                    <a:pt x="159" y="1336"/>
                    <a:pt x="137" y="1499"/>
                  </a:cubicBezTo>
                  <a:cubicBezTo>
                    <a:pt x="0" y="2081"/>
                    <a:pt x="7" y="2874"/>
                    <a:pt x="34" y="3553"/>
                  </a:cubicBezTo>
                  <a:cubicBezTo>
                    <a:pt x="64" y="3505"/>
                    <a:pt x="32" y="3414"/>
                    <a:pt x="47" y="3347"/>
                  </a:cubicBezTo>
                  <a:cubicBezTo>
                    <a:pt x="83" y="3187"/>
                    <a:pt x="58" y="3012"/>
                    <a:pt x="97" y="2842"/>
                  </a:cubicBezTo>
                  <a:cubicBezTo>
                    <a:pt x="250" y="2174"/>
                    <a:pt x="217" y="1426"/>
                    <a:pt x="381" y="775"/>
                  </a:cubicBezTo>
                  <a:cubicBezTo>
                    <a:pt x="425" y="598"/>
                    <a:pt x="419" y="413"/>
                    <a:pt x="458" y="246"/>
                  </a:cubicBezTo>
                  <a:cubicBezTo>
                    <a:pt x="471" y="188"/>
                    <a:pt x="470" y="35"/>
                    <a:pt x="4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0"/>
            <p:cNvSpPr/>
            <p:nvPr/>
          </p:nvSpPr>
          <p:spPr>
            <a:xfrm>
              <a:off x="3748799" y="4281801"/>
              <a:ext cx="8120" cy="98401"/>
            </a:xfrm>
            <a:custGeom>
              <a:rect b="b" l="l" r="r" t="t"/>
              <a:pathLst>
                <a:path extrusionOk="0" h="3478" w="287">
                  <a:moveTo>
                    <a:pt x="268" y="1"/>
                  </a:moveTo>
                  <a:cubicBezTo>
                    <a:pt x="251" y="191"/>
                    <a:pt x="184" y="406"/>
                    <a:pt x="139" y="595"/>
                  </a:cubicBezTo>
                  <a:cubicBezTo>
                    <a:pt x="86" y="815"/>
                    <a:pt x="108" y="1053"/>
                    <a:pt x="60" y="1267"/>
                  </a:cubicBezTo>
                  <a:cubicBezTo>
                    <a:pt x="51" y="1445"/>
                    <a:pt x="44" y="1620"/>
                    <a:pt x="35" y="1796"/>
                  </a:cubicBezTo>
                  <a:cubicBezTo>
                    <a:pt x="21" y="1863"/>
                    <a:pt x="40" y="1984"/>
                    <a:pt x="22" y="2067"/>
                  </a:cubicBezTo>
                  <a:cubicBezTo>
                    <a:pt x="1" y="2164"/>
                    <a:pt x="9" y="2311"/>
                    <a:pt x="9" y="2429"/>
                  </a:cubicBezTo>
                  <a:cubicBezTo>
                    <a:pt x="9" y="2821"/>
                    <a:pt x="65" y="3147"/>
                    <a:pt x="88" y="3477"/>
                  </a:cubicBezTo>
                  <a:cubicBezTo>
                    <a:pt x="117" y="3431"/>
                    <a:pt x="101" y="3303"/>
                    <a:pt x="101" y="3233"/>
                  </a:cubicBezTo>
                  <a:cubicBezTo>
                    <a:pt x="104" y="3044"/>
                    <a:pt x="110" y="2852"/>
                    <a:pt x="113" y="2663"/>
                  </a:cubicBezTo>
                  <a:cubicBezTo>
                    <a:pt x="139" y="2545"/>
                    <a:pt x="97" y="2371"/>
                    <a:pt x="126" y="2237"/>
                  </a:cubicBezTo>
                  <a:cubicBezTo>
                    <a:pt x="149" y="2128"/>
                    <a:pt x="111" y="1962"/>
                    <a:pt x="139" y="1837"/>
                  </a:cubicBezTo>
                  <a:cubicBezTo>
                    <a:pt x="159" y="1744"/>
                    <a:pt x="127" y="1597"/>
                    <a:pt x="152" y="1488"/>
                  </a:cubicBezTo>
                  <a:cubicBezTo>
                    <a:pt x="194" y="1286"/>
                    <a:pt x="172" y="1029"/>
                    <a:pt x="203" y="828"/>
                  </a:cubicBezTo>
                  <a:cubicBezTo>
                    <a:pt x="236" y="609"/>
                    <a:pt x="222" y="392"/>
                    <a:pt x="268" y="196"/>
                  </a:cubicBezTo>
                  <a:cubicBezTo>
                    <a:pt x="280" y="138"/>
                    <a:pt x="287" y="34"/>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0"/>
            <p:cNvSpPr/>
            <p:nvPr/>
          </p:nvSpPr>
          <p:spPr>
            <a:xfrm>
              <a:off x="3733323" y="4609023"/>
              <a:ext cx="368" cy="764"/>
            </a:xfrm>
            <a:custGeom>
              <a:rect b="b" l="l" r="r" t="t"/>
              <a:pathLst>
                <a:path extrusionOk="0" h="27" w="13">
                  <a:moveTo>
                    <a:pt x="1" y="1"/>
                  </a:moveTo>
                  <a:lnTo>
                    <a:pt x="1" y="27"/>
                  </a:lnTo>
                  <a:lnTo>
                    <a:pt x="13" y="27"/>
                  </a:lnTo>
                  <a:cubicBezTo>
                    <a:pt x="4" y="3"/>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0"/>
            <p:cNvSpPr/>
            <p:nvPr/>
          </p:nvSpPr>
          <p:spPr>
            <a:xfrm>
              <a:off x="3737850" y="4251811"/>
              <a:ext cx="8544" cy="103522"/>
            </a:xfrm>
            <a:custGeom>
              <a:rect b="b" l="l" r="r" t="t"/>
              <a:pathLst>
                <a:path extrusionOk="0" h="3659" w="302">
                  <a:moveTo>
                    <a:pt x="244" y="1"/>
                  </a:moveTo>
                  <a:cubicBezTo>
                    <a:pt x="155" y="239"/>
                    <a:pt x="175" y="555"/>
                    <a:pt x="114" y="828"/>
                  </a:cubicBezTo>
                  <a:cubicBezTo>
                    <a:pt x="107" y="929"/>
                    <a:pt x="104" y="1027"/>
                    <a:pt x="100" y="1126"/>
                  </a:cubicBezTo>
                  <a:cubicBezTo>
                    <a:pt x="68" y="1277"/>
                    <a:pt x="98" y="1450"/>
                    <a:pt x="62" y="1618"/>
                  </a:cubicBezTo>
                  <a:cubicBezTo>
                    <a:pt x="37" y="1731"/>
                    <a:pt x="66" y="1874"/>
                    <a:pt x="37" y="2004"/>
                  </a:cubicBezTo>
                  <a:cubicBezTo>
                    <a:pt x="24" y="2061"/>
                    <a:pt x="39" y="2164"/>
                    <a:pt x="24" y="2237"/>
                  </a:cubicBezTo>
                  <a:cubicBezTo>
                    <a:pt x="1" y="2348"/>
                    <a:pt x="11" y="2516"/>
                    <a:pt x="11" y="2651"/>
                  </a:cubicBezTo>
                  <a:cubicBezTo>
                    <a:pt x="11" y="3005"/>
                    <a:pt x="34" y="3323"/>
                    <a:pt x="37" y="3659"/>
                  </a:cubicBezTo>
                  <a:cubicBezTo>
                    <a:pt x="106" y="2734"/>
                    <a:pt x="175" y="1808"/>
                    <a:pt x="244" y="881"/>
                  </a:cubicBezTo>
                  <a:lnTo>
                    <a:pt x="244" y="661"/>
                  </a:lnTo>
                  <a:cubicBezTo>
                    <a:pt x="268" y="546"/>
                    <a:pt x="302" y="87"/>
                    <a:pt x="2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0"/>
            <p:cNvSpPr/>
            <p:nvPr/>
          </p:nvSpPr>
          <p:spPr>
            <a:xfrm>
              <a:off x="3741754" y="4619971"/>
              <a:ext cx="10355" cy="13326"/>
            </a:xfrm>
            <a:custGeom>
              <a:rect b="b" l="l" r="r" t="t"/>
              <a:pathLst>
                <a:path extrusionOk="0" h="471" w="366">
                  <a:moveTo>
                    <a:pt x="350" y="0"/>
                  </a:moveTo>
                  <a:lnTo>
                    <a:pt x="91" y="259"/>
                  </a:lnTo>
                  <a:cubicBezTo>
                    <a:pt x="55" y="309"/>
                    <a:pt x="40" y="371"/>
                    <a:pt x="1" y="415"/>
                  </a:cubicBezTo>
                  <a:cubicBezTo>
                    <a:pt x="8" y="455"/>
                    <a:pt x="2" y="447"/>
                    <a:pt x="26" y="466"/>
                  </a:cubicBezTo>
                  <a:cubicBezTo>
                    <a:pt x="31" y="469"/>
                    <a:pt x="37" y="470"/>
                    <a:pt x="42" y="470"/>
                  </a:cubicBezTo>
                  <a:cubicBezTo>
                    <a:pt x="73" y="470"/>
                    <a:pt x="93" y="415"/>
                    <a:pt x="117" y="389"/>
                  </a:cubicBezTo>
                  <a:cubicBezTo>
                    <a:pt x="168" y="327"/>
                    <a:pt x="366" y="61"/>
                    <a:pt x="3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0"/>
            <p:cNvSpPr/>
            <p:nvPr/>
          </p:nvSpPr>
          <p:spPr>
            <a:xfrm>
              <a:off x="3662057" y="3259763"/>
              <a:ext cx="396" cy="1103"/>
            </a:xfrm>
            <a:custGeom>
              <a:rect b="b" l="l" r="r" t="t"/>
              <a:pathLst>
                <a:path extrusionOk="0" h="39" w="14">
                  <a:moveTo>
                    <a:pt x="0" y="1"/>
                  </a:moveTo>
                  <a:lnTo>
                    <a:pt x="0" y="39"/>
                  </a:lnTo>
                  <a:lnTo>
                    <a:pt x="13" y="39"/>
                  </a:lnTo>
                  <a:cubicBezTo>
                    <a:pt x="8" y="11"/>
                    <a:pt x="9" y="13"/>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0"/>
            <p:cNvSpPr/>
            <p:nvPr/>
          </p:nvSpPr>
          <p:spPr>
            <a:xfrm>
              <a:off x="3642309" y="3268137"/>
              <a:ext cx="396" cy="764"/>
            </a:xfrm>
            <a:custGeom>
              <a:rect b="b" l="l" r="r" t="t"/>
              <a:pathLst>
                <a:path extrusionOk="0" h="27" w="14">
                  <a:moveTo>
                    <a:pt x="0" y="0"/>
                  </a:moveTo>
                  <a:lnTo>
                    <a:pt x="0" y="26"/>
                  </a:lnTo>
                  <a:lnTo>
                    <a:pt x="14" y="26"/>
                  </a:lnTo>
                  <a:cubicBezTo>
                    <a:pt x="6" y="4"/>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0"/>
            <p:cNvSpPr/>
            <p:nvPr/>
          </p:nvSpPr>
          <p:spPr>
            <a:xfrm>
              <a:off x="3719432" y="4614172"/>
              <a:ext cx="24869" cy="34008"/>
            </a:xfrm>
            <a:custGeom>
              <a:rect b="b" l="l" r="r" t="t"/>
              <a:pathLst>
                <a:path extrusionOk="0" h="1202" w="879">
                  <a:moveTo>
                    <a:pt x="867" y="0"/>
                  </a:moveTo>
                  <a:cubicBezTo>
                    <a:pt x="727" y="210"/>
                    <a:pt x="488" y="354"/>
                    <a:pt x="336" y="557"/>
                  </a:cubicBezTo>
                  <a:cubicBezTo>
                    <a:pt x="245" y="682"/>
                    <a:pt x="150" y="816"/>
                    <a:pt x="79" y="957"/>
                  </a:cubicBezTo>
                  <a:cubicBezTo>
                    <a:pt x="53" y="1025"/>
                    <a:pt x="28" y="1095"/>
                    <a:pt x="0" y="1163"/>
                  </a:cubicBezTo>
                  <a:lnTo>
                    <a:pt x="0" y="1201"/>
                  </a:lnTo>
                  <a:lnTo>
                    <a:pt x="14" y="1201"/>
                  </a:lnTo>
                  <a:cubicBezTo>
                    <a:pt x="46" y="1104"/>
                    <a:pt x="126" y="1033"/>
                    <a:pt x="181" y="957"/>
                  </a:cubicBezTo>
                  <a:cubicBezTo>
                    <a:pt x="301" y="787"/>
                    <a:pt x="437" y="633"/>
                    <a:pt x="554" y="466"/>
                  </a:cubicBezTo>
                  <a:cubicBezTo>
                    <a:pt x="653" y="326"/>
                    <a:pt x="739" y="124"/>
                    <a:pt x="879" y="26"/>
                  </a:cubicBezTo>
                  <a:cubicBezTo>
                    <a:pt x="871" y="5"/>
                    <a:pt x="877" y="13"/>
                    <a:pt x="8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0"/>
            <p:cNvSpPr/>
            <p:nvPr/>
          </p:nvSpPr>
          <p:spPr>
            <a:xfrm>
              <a:off x="3641941" y="3268873"/>
              <a:ext cx="396" cy="707"/>
            </a:xfrm>
            <a:custGeom>
              <a:rect b="b" l="l" r="r" t="t"/>
              <a:pathLst>
                <a:path extrusionOk="0" h="25" w="14">
                  <a:moveTo>
                    <a:pt x="0" y="0"/>
                  </a:moveTo>
                  <a:lnTo>
                    <a:pt x="0" y="25"/>
                  </a:lnTo>
                  <a:lnTo>
                    <a:pt x="13" y="25"/>
                  </a:lnTo>
                  <a:cubicBezTo>
                    <a:pt x="6" y="3"/>
                    <a:pt x="12" y="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0"/>
            <p:cNvSpPr/>
            <p:nvPr/>
          </p:nvSpPr>
          <p:spPr>
            <a:xfrm>
              <a:off x="3648194" y="3268873"/>
              <a:ext cx="340" cy="707"/>
            </a:xfrm>
            <a:custGeom>
              <a:rect b="b" l="l" r="r" t="t"/>
              <a:pathLst>
                <a:path extrusionOk="0" h="25" w="12">
                  <a:moveTo>
                    <a:pt x="0" y="0"/>
                  </a:moveTo>
                  <a:lnTo>
                    <a:pt x="0" y="25"/>
                  </a:lnTo>
                  <a:lnTo>
                    <a:pt x="12" y="25"/>
                  </a:lnTo>
                  <a:cubicBezTo>
                    <a:pt x="3" y="3"/>
                    <a:pt x="11" y="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10"/>
            <p:cNvSpPr/>
            <p:nvPr/>
          </p:nvSpPr>
          <p:spPr>
            <a:xfrm>
              <a:off x="3642677" y="3267062"/>
              <a:ext cx="396" cy="1103"/>
            </a:xfrm>
            <a:custGeom>
              <a:rect b="b" l="l" r="r" t="t"/>
              <a:pathLst>
                <a:path extrusionOk="0" h="39" w="14">
                  <a:moveTo>
                    <a:pt x="1" y="0"/>
                  </a:moveTo>
                  <a:lnTo>
                    <a:pt x="1" y="38"/>
                  </a:lnTo>
                  <a:lnTo>
                    <a:pt x="14" y="38"/>
                  </a:lnTo>
                  <a:cubicBezTo>
                    <a:pt x="8" y="13"/>
                    <a:pt x="11" y="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10"/>
            <p:cNvSpPr/>
            <p:nvPr/>
          </p:nvSpPr>
          <p:spPr>
            <a:xfrm>
              <a:off x="3648505" y="3267798"/>
              <a:ext cx="736" cy="1103"/>
            </a:xfrm>
            <a:custGeom>
              <a:rect b="b" l="l" r="r" t="t"/>
              <a:pathLst>
                <a:path extrusionOk="0" h="39" w="26">
                  <a:moveTo>
                    <a:pt x="14" y="0"/>
                  </a:moveTo>
                  <a:cubicBezTo>
                    <a:pt x="11" y="12"/>
                    <a:pt x="5" y="25"/>
                    <a:pt x="1" y="38"/>
                  </a:cubicBezTo>
                  <a:lnTo>
                    <a:pt x="14" y="38"/>
                  </a:lnTo>
                  <a:cubicBezTo>
                    <a:pt x="20" y="9"/>
                    <a:pt x="26" y="24"/>
                    <a:pt x="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0"/>
            <p:cNvSpPr/>
            <p:nvPr/>
          </p:nvSpPr>
          <p:spPr>
            <a:xfrm>
              <a:off x="3649637" y="3260753"/>
              <a:ext cx="12901" cy="21644"/>
            </a:xfrm>
            <a:custGeom>
              <a:rect b="b" l="l" r="r" t="t"/>
              <a:pathLst>
                <a:path extrusionOk="0" h="765" w="456">
                  <a:moveTo>
                    <a:pt x="426" y="1"/>
                  </a:moveTo>
                  <a:lnTo>
                    <a:pt x="426" y="1"/>
                  </a:lnTo>
                  <a:cubicBezTo>
                    <a:pt x="375" y="185"/>
                    <a:pt x="234" y="331"/>
                    <a:pt x="143" y="479"/>
                  </a:cubicBezTo>
                  <a:cubicBezTo>
                    <a:pt x="90" y="566"/>
                    <a:pt x="69" y="671"/>
                    <a:pt x="0" y="739"/>
                  </a:cubicBezTo>
                  <a:lnTo>
                    <a:pt x="0" y="764"/>
                  </a:lnTo>
                  <a:cubicBezTo>
                    <a:pt x="151" y="665"/>
                    <a:pt x="278" y="386"/>
                    <a:pt x="361" y="209"/>
                  </a:cubicBezTo>
                  <a:cubicBezTo>
                    <a:pt x="385" y="158"/>
                    <a:pt x="455" y="56"/>
                    <a:pt x="4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0"/>
            <p:cNvSpPr/>
            <p:nvPr/>
          </p:nvSpPr>
          <p:spPr>
            <a:xfrm>
              <a:off x="3649269" y="3244400"/>
              <a:ext cx="11741" cy="23426"/>
            </a:xfrm>
            <a:custGeom>
              <a:rect b="b" l="l" r="r" t="t"/>
              <a:pathLst>
                <a:path extrusionOk="0" h="828" w="415">
                  <a:moveTo>
                    <a:pt x="362" y="0"/>
                  </a:moveTo>
                  <a:cubicBezTo>
                    <a:pt x="349" y="212"/>
                    <a:pt x="211" y="385"/>
                    <a:pt x="130" y="544"/>
                  </a:cubicBezTo>
                  <a:cubicBezTo>
                    <a:pt x="86" y="628"/>
                    <a:pt x="61" y="734"/>
                    <a:pt x="0" y="801"/>
                  </a:cubicBezTo>
                  <a:lnTo>
                    <a:pt x="0" y="827"/>
                  </a:lnTo>
                  <a:lnTo>
                    <a:pt x="13" y="827"/>
                  </a:lnTo>
                  <a:cubicBezTo>
                    <a:pt x="116" y="633"/>
                    <a:pt x="236" y="483"/>
                    <a:pt x="323" y="257"/>
                  </a:cubicBezTo>
                  <a:cubicBezTo>
                    <a:pt x="343" y="205"/>
                    <a:pt x="414" y="79"/>
                    <a:pt x="3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0"/>
            <p:cNvSpPr/>
            <p:nvPr/>
          </p:nvSpPr>
          <p:spPr>
            <a:xfrm>
              <a:off x="3718102" y="4159015"/>
              <a:ext cx="13892" cy="72797"/>
            </a:xfrm>
            <a:custGeom>
              <a:rect b="b" l="l" r="r" t="t"/>
              <a:pathLst>
                <a:path extrusionOk="0" h="2573" w="491">
                  <a:moveTo>
                    <a:pt x="462" y="1"/>
                  </a:moveTo>
                  <a:lnTo>
                    <a:pt x="321" y="415"/>
                  </a:lnTo>
                  <a:cubicBezTo>
                    <a:pt x="258" y="603"/>
                    <a:pt x="257" y="785"/>
                    <a:pt x="205" y="982"/>
                  </a:cubicBezTo>
                  <a:cubicBezTo>
                    <a:pt x="85" y="1424"/>
                    <a:pt x="1" y="2035"/>
                    <a:pt x="10" y="2573"/>
                  </a:cubicBezTo>
                  <a:cubicBezTo>
                    <a:pt x="63" y="2490"/>
                    <a:pt x="81" y="2163"/>
                    <a:pt x="113" y="2042"/>
                  </a:cubicBezTo>
                  <a:cubicBezTo>
                    <a:pt x="238" y="1584"/>
                    <a:pt x="274" y="1055"/>
                    <a:pt x="396" y="583"/>
                  </a:cubicBezTo>
                  <a:cubicBezTo>
                    <a:pt x="418" y="497"/>
                    <a:pt x="491" y="49"/>
                    <a:pt x="4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10"/>
            <p:cNvSpPr/>
            <p:nvPr/>
          </p:nvSpPr>
          <p:spPr>
            <a:xfrm>
              <a:off x="3489138" y="3961623"/>
              <a:ext cx="61847" cy="95459"/>
            </a:xfrm>
            <a:custGeom>
              <a:rect b="b" l="l" r="r" t="t"/>
              <a:pathLst>
                <a:path extrusionOk="0" h="3374" w="2186">
                  <a:moveTo>
                    <a:pt x="0" y="1"/>
                  </a:moveTo>
                  <a:cubicBezTo>
                    <a:pt x="29" y="121"/>
                    <a:pt x="99" y="223"/>
                    <a:pt x="143" y="325"/>
                  </a:cubicBezTo>
                  <a:cubicBezTo>
                    <a:pt x="243" y="552"/>
                    <a:pt x="345" y="761"/>
                    <a:pt x="454" y="970"/>
                  </a:cubicBezTo>
                  <a:cubicBezTo>
                    <a:pt x="778" y="1597"/>
                    <a:pt x="1083" y="2187"/>
                    <a:pt x="1487" y="2727"/>
                  </a:cubicBezTo>
                  <a:cubicBezTo>
                    <a:pt x="1605" y="2885"/>
                    <a:pt x="1769" y="3047"/>
                    <a:pt x="1927" y="3167"/>
                  </a:cubicBezTo>
                  <a:cubicBezTo>
                    <a:pt x="1957" y="3201"/>
                    <a:pt x="1988" y="3236"/>
                    <a:pt x="2018" y="3271"/>
                  </a:cubicBezTo>
                  <a:cubicBezTo>
                    <a:pt x="2066" y="3307"/>
                    <a:pt x="2120" y="3330"/>
                    <a:pt x="2159" y="3374"/>
                  </a:cubicBezTo>
                  <a:lnTo>
                    <a:pt x="2185" y="3374"/>
                  </a:lnTo>
                  <a:lnTo>
                    <a:pt x="2004" y="3192"/>
                  </a:lnTo>
                  <a:cubicBezTo>
                    <a:pt x="1903" y="3060"/>
                    <a:pt x="1800" y="2925"/>
                    <a:pt x="1706" y="2792"/>
                  </a:cubicBezTo>
                  <a:cubicBezTo>
                    <a:pt x="1336" y="2266"/>
                    <a:pt x="1024" y="1696"/>
                    <a:pt x="683" y="1139"/>
                  </a:cubicBezTo>
                  <a:cubicBezTo>
                    <a:pt x="521" y="869"/>
                    <a:pt x="409" y="581"/>
                    <a:pt x="244" y="312"/>
                  </a:cubicBezTo>
                  <a:cubicBezTo>
                    <a:pt x="182" y="207"/>
                    <a:pt x="99" y="107"/>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10"/>
            <p:cNvSpPr/>
            <p:nvPr/>
          </p:nvSpPr>
          <p:spPr>
            <a:xfrm>
              <a:off x="3550955" y="4057023"/>
              <a:ext cx="736" cy="396"/>
            </a:xfrm>
            <a:custGeom>
              <a:rect b="b" l="l" r="r" t="t"/>
              <a:pathLst>
                <a:path extrusionOk="0" h="14" w="26">
                  <a:moveTo>
                    <a:pt x="0" y="0"/>
                  </a:moveTo>
                  <a:cubicBezTo>
                    <a:pt x="13" y="12"/>
                    <a:pt x="3" y="6"/>
                    <a:pt x="25" y="13"/>
                  </a:cubicBez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10"/>
            <p:cNvSpPr/>
            <p:nvPr/>
          </p:nvSpPr>
          <p:spPr>
            <a:xfrm>
              <a:off x="3728938" y="4147302"/>
              <a:ext cx="396" cy="764"/>
            </a:xfrm>
            <a:custGeom>
              <a:rect b="b" l="l" r="r" t="t"/>
              <a:pathLst>
                <a:path extrusionOk="0" h="27" w="14">
                  <a:moveTo>
                    <a:pt x="0" y="1"/>
                  </a:moveTo>
                  <a:lnTo>
                    <a:pt x="0" y="27"/>
                  </a:lnTo>
                  <a:lnTo>
                    <a:pt x="13" y="27"/>
                  </a:lnTo>
                  <a:cubicBezTo>
                    <a:pt x="6" y="5"/>
                    <a:pt x="12"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10"/>
            <p:cNvSpPr/>
            <p:nvPr/>
          </p:nvSpPr>
          <p:spPr>
            <a:xfrm>
              <a:off x="3511828" y="3922468"/>
              <a:ext cx="453" cy="1896"/>
            </a:xfrm>
            <a:custGeom>
              <a:rect b="b" l="l" r="r" t="t"/>
              <a:pathLst>
                <a:path extrusionOk="0" h="67" w="16">
                  <a:moveTo>
                    <a:pt x="1" y="1"/>
                  </a:moveTo>
                  <a:lnTo>
                    <a:pt x="1" y="66"/>
                  </a:lnTo>
                  <a:cubicBezTo>
                    <a:pt x="15" y="44"/>
                    <a:pt x="15"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0"/>
            <p:cNvSpPr/>
            <p:nvPr/>
          </p:nvSpPr>
          <p:spPr>
            <a:xfrm>
              <a:off x="3541789" y="3946318"/>
              <a:ext cx="8601" cy="102419"/>
            </a:xfrm>
            <a:custGeom>
              <a:rect b="b" l="l" r="r" t="t"/>
              <a:pathLst>
                <a:path extrusionOk="0" h="3620" w="304">
                  <a:moveTo>
                    <a:pt x="0" y="1"/>
                  </a:moveTo>
                  <a:lnTo>
                    <a:pt x="0" y="1"/>
                  </a:lnTo>
                  <a:cubicBezTo>
                    <a:pt x="86" y="1138"/>
                    <a:pt x="189" y="2374"/>
                    <a:pt x="182" y="3620"/>
                  </a:cubicBezTo>
                  <a:cubicBezTo>
                    <a:pt x="257" y="3499"/>
                    <a:pt x="208" y="3072"/>
                    <a:pt x="246" y="2894"/>
                  </a:cubicBezTo>
                  <a:cubicBezTo>
                    <a:pt x="289" y="2692"/>
                    <a:pt x="304" y="2112"/>
                    <a:pt x="259" y="1900"/>
                  </a:cubicBezTo>
                  <a:lnTo>
                    <a:pt x="259" y="1577"/>
                  </a:lnTo>
                  <a:cubicBezTo>
                    <a:pt x="189" y="1253"/>
                    <a:pt x="218" y="889"/>
                    <a:pt x="143" y="596"/>
                  </a:cubicBezTo>
                  <a:cubicBezTo>
                    <a:pt x="95" y="408"/>
                    <a:pt x="115" y="12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10"/>
            <p:cNvSpPr/>
            <p:nvPr/>
          </p:nvSpPr>
          <p:spPr>
            <a:xfrm>
              <a:off x="3505264" y="3873155"/>
              <a:ext cx="6790" cy="49399"/>
            </a:xfrm>
            <a:custGeom>
              <a:rect b="b" l="l" r="r" t="t"/>
              <a:pathLst>
                <a:path extrusionOk="0" h="1746" w="240">
                  <a:moveTo>
                    <a:pt x="0" y="0"/>
                  </a:moveTo>
                  <a:lnTo>
                    <a:pt x="0" y="0"/>
                  </a:lnTo>
                  <a:cubicBezTo>
                    <a:pt x="31" y="384"/>
                    <a:pt x="60" y="768"/>
                    <a:pt x="90" y="1150"/>
                  </a:cubicBezTo>
                  <a:cubicBezTo>
                    <a:pt x="132" y="1350"/>
                    <a:pt x="176" y="1547"/>
                    <a:pt x="220" y="1745"/>
                  </a:cubicBezTo>
                  <a:cubicBezTo>
                    <a:pt x="240" y="1713"/>
                    <a:pt x="234" y="1412"/>
                    <a:pt x="220" y="1345"/>
                  </a:cubicBezTo>
                  <a:cubicBezTo>
                    <a:pt x="204" y="1270"/>
                    <a:pt x="227" y="1140"/>
                    <a:pt x="206" y="1047"/>
                  </a:cubicBezTo>
                  <a:cubicBezTo>
                    <a:pt x="138" y="724"/>
                    <a:pt x="183" y="19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10"/>
            <p:cNvSpPr/>
            <p:nvPr/>
          </p:nvSpPr>
          <p:spPr>
            <a:xfrm>
              <a:off x="3679852" y="3881162"/>
              <a:ext cx="8686" cy="47588"/>
            </a:xfrm>
            <a:custGeom>
              <a:rect b="b" l="l" r="r" t="t"/>
              <a:pathLst>
                <a:path extrusionOk="0" h="1682" w="307">
                  <a:moveTo>
                    <a:pt x="69" y="1"/>
                  </a:moveTo>
                  <a:lnTo>
                    <a:pt x="69" y="1"/>
                  </a:lnTo>
                  <a:cubicBezTo>
                    <a:pt x="158" y="398"/>
                    <a:pt x="74" y="753"/>
                    <a:pt x="56" y="1151"/>
                  </a:cubicBezTo>
                  <a:cubicBezTo>
                    <a:pt x="52" y="1286"/>
                    <a:pt x="1" y="1561"/>
                    <a:pt x="69" y="1667"/>
                  </a:cubicBezTo>
                  <a:lnTo>
                    <a:pt x="69" y="1682"/>
                  </a:lnTo>
                  <a:cubicBezTo>
                    <a:pt x="127" y="1605"/>
                    <a:pt x="119" y="1478"/>
                    <a:pt x="148" y="1370"/>
                  </a:cubicBezTo>
                  <a:cubicBezTo>
                    <a:pt x="231" y="1061"/>
                    <a:pt x="306" y="183"/>
                    <a:pt x="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0"/>
            <p:cNvSpPr/>
            <p:nvPr/>
          </p:nvSpPr>
          <p:spPr>
            <a:xfrm>
              <a:off x="3530840" y="3909793"/>
              <a:ext cx="8035" cy="105616"/>
            </a:xfrm>
            <a:custGeom>
              <a:rect b="b" l="l" r="r" t="t"/>
              <a:pathLst>
                <a:path extrusionOk="0" h="3733" w="284">
                  <a:moveTo>
                    <a:pt x="13" y="1"/>
                  </a:moveTo>
                  <a:lnTo>
                    <a:pt x="13" y="1"/>
                  </a:lnTo>
                  <a:cubicBezTo>
                    <a:pt x="0" y="81"/>
                    <a:pt x="51" y="335"/>
                    <a:pt x="79" y="454"/>
                  </a:cubicBezTo>
                  <a:cubicBezTo>
                    <a:pt x="130" y="683"/>
                    <a:pt x="66" y="946"/>
                    <a:pt x="117" y="1174"/>
                  </a:cubicBezTo>
                  <a:lnTo>
                    <a:pt x="117" y="1859"/>
                  </a:lnTo>
                  <a:cubicBezTo>
                    <a:pt x="152" y="2007"/>
                    <a:pt x="92" y="2222"/>
                    <a:pt x="130" y="2390"/>
                  </a:cubicBezTo>
                  <a:cubicBezTo>
                    <a:pt x="153" y="2490"/>
                    <a:pt x="117" y="2647"/>
                    <a:pt x="143" y="2763"/>
                  </a:cubicBezTo>
                  <a:cubicBezTo>
                    <a:pt x="201" y="3018"/>
                    <a:pt x="169" y="3436"/>
                    <a:pt x="168" y="3733"/>
                  </a:cubicBezTo>
                  <a:cubicBezTo>
                    <a:pt x="240" y="3617"/>
                    <a:pt x="181" y="3134"/>
                    <a:pt x="218" y="2957"/>
                  </a:cubicBezTo>
                  <a:cubicBezTo>
                    <a:pt x="252" y="2802"/>
                    <a:pt x="207" y="2613"/>
                    <a:pt x="243" y="2440"/>
                  </a:cubicBezTo>
                  <a:cubicBezTo>
                    <a:pt x="284" y="2259"/>
                    <a:pt x="282" y="1654"/>
                    <a:pt x="243" y="1472"/>
                  </a:cubicBezTo>
                  <a:lnTo>
                    <a:pt x="243" y="1189"/>
                  </a:lnTo>
                  <a:cubicBezTo>
                    <a:pt x="211" y="1033"/>
                    <a:pt x="226" y="832"/>
                    <a:pt x="192" y="684"/>
                  </a:cubicBezTo>
                  <a:cubicBezTo>
                    <a:pt x="141" y="459"/>
                    <a:pt x="173" y="193"/>
                    <a:pt x="51" y="40"/>
                  </a:cubicBezTo>
                  <a:cubicBezTo>
                    <a:pt x="37" y="4"/>
                    <a:pt x="50" y="15"/>
                    <a:pt x="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10"/>
            <p:cNvSpPr/>
            <p:nvPr/>
          </p:nvSpPr>
          <p:spPr>
            <a:xfrm>
              <a:off x="3655832" y="3102150"/>
              <a:ext cx="2999" cy="11006"/>
            </a:xfrm>
            <a:custGeom>
              <a:rect b="b" l="l" r="r" t="t"/>
              <a:pathLst>
                <a:path extrusionOk="0" h="389" w="106">
                  <a:moveTo>
                    <a:pt x="25" y="1"/>
                  </a:moveTo>
                  <a:lnTo>
                    <a:pt x="25" y="1"/>
                  </a:lnTo>
                  <a:cubicBezTo>
                    <a:pt x="41" y="114"/>
                    <a:pt x="1" y="246"/>
                    <a:pt x="1" y="389"/>
                  </a:cubicBezTo>
                  <a:cubicBezTo>
                    <a:pt x="37" y="345"/>
                    <a:pt x="105" y="143"/>
                    <a:pt x="52" y="65"/>
                  </a:cubicBezTo>
                  <a:cubicBezTo>
                    <a:pt x="47" y="21"/>
                    <a:pt x="52" y="22"/>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10"/>
            <p:cNvSpPr/>
            <p:nvPr/>
          </p:nvSpPr>
          <p:spPr>
            <a:xfrm>
              <a:off x="3680729" y="3914037"/>
              <a:ext cx="29028" cy="95063"/>
            </a:xfrm>
            <a:custGeom>
              <a:rect b="b" l="l" r="r" t="t"/>
              <a:pathLst>
                <a:path extrusionOk="0" h="3360" w="1026">
                  <a:moveTo>
                    <a:pt x="983" y="1"/>
                  </a:moveTo>
                  <a:cubicBezTo>
                    <a:pt x="969" y="287"/>
                    <a:pt x="868" y="570"/>
                    <a:pt x="788" y="815"/>
                  </a:cubicBezTo>
                  <a:cubicBezTo>
                    <a:pt x="745" y="951"/>
                    <a:pt x="743" y="1068"/>
                    <a:pt x="698" y="1201"/>
                  </a:cubicBezTo>
                  <a:cubicBezTo>
                    <a:pt x="562" y="1620"/>
                    <a:pt x="447" y="2064"/>
                    <a:pt x="298" y="2468"/>
                  </a:cubicBezTo>
                  <a:cubicBezTo>
                    <a:pt x="218" y="2683"/>
                    <a:pt x="168" y="2900"/>
                    <a:pt x="91" y="3100"/>
                  </a:cubicBezTo>
                  <a:cubicBezTo>
                    <a:pt x="59" y="3186"/>
                    <a:pt x="54" y="3272"/>
                    <a:pt x="0" y="3333"/>
                  </a:cubicBezTo>
                  <a:lnTo>
                    <a:pt x="0" y="3359"/>
                  </a:lnTo>
                  <a:lnTo>
                    <a:pt x="13" y="3346"/>
                  </a:lnTo>
                  <a:cubicBezTo>
                    <a:pt x="127" y="3257"/>
                    <a:pt x="242" y="2932"/>
                    <a:pt x="312" y="2778"/>
                  </a:cubicBezTo>
                  <a:cubicBezTo>
                    <a:pt x="460" y="2439"/>
                    <a:pt x="573" y="2051"/>
                    <a:pt x="698" y="1668"/>
                  </a:cubicBezTo>
                  <a:cubicBezTo>
                    <a:pt x="785" y="1405"/>
                    <a:pt x="815" y="1129"/>
                    <a:pt x="893" y="867"/>
                  </a:cubicBezTo>
                  <a:cubicBezTo>
                    <a:pt x="956" y="653"/>
                    <a:pt x="958" y="431"/>
                    <a:pt x="1009" y="207"/>
                  </a:cubicBezTo>
                  <a:cubicBezTo>
                    <a:pt x="1025" y="140"/>
                    <a:pt x="1009" y="35"/>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10"/>
            <p:cNvSpPr/>
            <p:nvPr/>
          </p:nvSpPr>
          <p:spPr>
            <a:xfrm>
              <a:off x="3682172" y="3952117"/>
              <a:ext cx="35394" cy="93959"/>
            </a:xfrm>
            <a:custGeom>
              <a:rect b="b" l="l" r="r" t="t"/>
              <a:pathLst>
                <a:path extrusionOk="0" h="3321" w="1251">
                  <a:moveTo>
                    <a:pt x="1227" y="1"/>
                  </a:moveTo>
                  <a:cubicBezTo>
                    <a:pt x="1200" y="293"/>
                    <a:pt x="1031" y="684"/>
                    <a:pt x="929" y="931"/>
                  </a:cubicBezTo>
                  <a:cubicBezTo>
                    <a:pt x="861" y="1096"/>
                    <a:pt x="839" y="1247"/>
                    <a:pt x="774" y="1410"/>
                  </a:cubicBezTo>
                  <a:cubicBezTo>
                    <a:pt x="641" y="1732"/>
                    <a:pt x="511" y="2077"/>
                    <a:pt x="374" y="2391"/>
                  </a:cubicBezTo>
                  <a:cubicBezTo>
                    <a:pt x="284" y="2602"/>
                    <a:pt x="204" y="2811"/>
                    <a:pt x="117" y="3010"/>
                  </a:cubicBezTo>
                  <a:cubicBezTo>
                    <a:pt x="74" y="3106"/>
                    <a:pt x="64" y="3221"/>
                    <a:pt x="0" y="3294"/>
                  </a:cubicBezTo>
                  <a:lnTo>
                    <a:pt x="0" y="3320"/>
                  </a:lnTo>
                  <a:cubicBezTo>
                    <a:pt x="214" y="3182"/>
                    <a:pt x="319" y="2867"/>
                    <a:pt x="428" y="2622"/>
                  </a:cubicBezTo>
                  <a:cubicBezTo>
                    <a:pt x="668" y="2074"/>
                    <a:pt x="860" y="1462"/>
                    <a:pt x="1060" y="866"/>
                  </a:cubicBezTo>
                  <a:cubicBezTo>
                    <a:pt x="1130" y="655"/>
                    <a:pt x="1172" y="434"/>
                    <a:pt x="1227" y="220"/>
                  </a:cubicBezTo>
                  <a:cubicBezTo>
                    <a:pt x="1242" y="162"/>
                    <a:pt x="1251" y="37"/>
                    <a:pt x="122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10"/>
            <p:cNvSpPr/>
            <p:nvPr/>
          </p:nvSpPr>
          <p:spPr>
            <a:xfrm>
              <a:off x="3693149" y="4006579"/>
              <a:ext cx="22974" cy="63658"/>
            </a:xfrm>
            <a:custGeom>
              <a:rect b="b" l="l" r="r" t="t"/>
              <a:pathLst>
                <a:path extrusionOk="0" h="2250" w="812">
                  <a:moveTo>
                    <a:pt x="788" y="1"/>
                  </a:moveTo>
                  <a:cubicBezTo>
                    <a:pt x="768" y="188"/>
                    <a:pt x="659" y="350"/>
                    <a:pt x="594" y="504"/>
                  </a:cubicBezTo>
                  <a:cubicBezTo>
                    <a:pt x="451" y="846"/>
                    <a:pt x="332" y="1184"/>
                    <a:pt x="194" y="1513"/>
                  </a:cubicBezTo>
                  <a:cubicBezTo>
                    <a:pt x="143" y="1664"/>
                    <a:pt x="91" y="1814"/>
                    <a:pt x="40" y="1965"/>
                  </a:cubicBezTo>
                  <a:cubicBezTo>
                    <a:pt x="18" y="2035"/>
                    <a:pt x="34" y="2105"/>
                    <a:pt x="0" y="2160"/>
                  </a:cubicBezTo>
                  <a:lnTo>
                    <a:pt x="0" y="2250"/>
                  </a:lnTo>
                  <a:lnTo>
                    <a:pt x="14" y="2250"/>
                  </a:lnTo>
                  <a:cubicBezTo>
                    <a:pt x="64" y="2073"/>
                    <a:pt x="187" y="1913"/>
                    <a:pt x="259" y="1747"/>
                  </a:cubicBezTo>
                  <a:cubicBezTo>
                    <a:pt x="418" y="1382"/>
                    <a:pt x="515" y="1013"/>
                    <a:pt x="646" y="620"/>
                  </a:cubicBezTo>
                  <a:cubicBezTo>
                    <a:pt x="694" y="481"/>
                    <a:pt x="746" y="316"/>
                    <a:pt x="788" y="168"/>
                  </a:cubicBezTo>
                  <a:cubicBezTo>
                    <a:pt x="800" y="120"/>
                    <a:pt x="812" y="37"/>
                    <a:pt x="7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10"/>
            <p:cNvSpPr/>
            <p:nvPr/>
          </p:nvSpPr>
          <p:spPr>
            <a:xfrm>
              <a:off x="3700420" y="4037643"/>
              <a:ext cx="25774" cy="63262"/>
            </a:xfrm>
            <a:custGeom>
              <a:rect b="b" l="l" r="r" t="t"/>
              <a:pathLst>
                <a:path extrusionOk="0" h="2236" w="911">
                  <a:moveTo>
                    <a:pt x="854" y="1"/>
                  </a:moveTo>
                  <a:lnTo>
                    <a:pt x="854" y="1"/>
                  </a:lnTo>
                  <a:cubicBezTo>
                    <a:pt x="844" y="210"/>
                    <a:pt x="739" y="380"/>
                    <a:pt x="672" y="544"/>
                  </a:cubicBezTo>
                  <a:cubicBezTo>
                    <a:pt x="534" y="880"/>
                    <a:pt x="411" y="1207"/>
                    <a:pt x="273" y="1526"/>
                  </a:cubicBezTo>
                  <a:cubicBezTo>
                    <a:pt x="206" y="1677"/>
                    <a:pt x="153" y="1831"/>
                    <a:pt x="91" y="1978"/>
                  </a:cubicBezTo>
                  <a:cubicBezTo>
                    <a:pt x="56" y="2059"/>
                    <a:pt x="53" y="2148"/>
                    <a:pt x="1" y="2210"/>
                  </a:cubicBezTo>
                  <a:lnTo>
                    <a:pt x="1" y="2235"/>
                  </a:lnTo>
                  <a:cubicBezTo>
                    <a:pt x="120" y="2155"/>
                    <a:pt x="183" y="2000"/>
                    <a:pt x="258" y="1873"/>
                  </a:cubicBezTo>
                  <a:cubicBezTo>
                    <a:pt x="478" y="1515"/>
                    <a:pt x="619" y="1063"/>
                    <a:pt x="761" y="633"/>
                  </a:cubicBezTo>
                  <a:cubicBezTo>
                    <a:pt x="793" y="552"/>
                    <a:pt x="911" y="86"/>
                    <a:pt x="8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0"/>
            <p:cNvSpPr/>
            <p:nvPr/>
          </p:nvSpPr>
          <p:spPr>
            <a:xfrm>
              <a:off x="3717961" y="4609758"/>
              <a:ext cx="15646" cy="25209"/>
            </a:xfrm>
            <a:custGeom>
              <a:rect b="b" l="l" r="r" t="t"/>
              <a:pathLst>
                <a:path extrusionOk="0" h="891" w="553">
                  <a:moveTo>
                    <a:pt x="531" y="1"/>
                  </a:moveTo>
                  <a:lnTo>
                    <a:pt x="531" y="1"/>
                  </a:lnTo>
                  <a:cubicBezTo>
                    <a:pt x="439" y="175"/>
                    <a:pt x="285" y="313"/>
                    <a:pt x="182" y="478"/>
                  </a:cubicBezTo>
                  <a:cubicBezTo>
                    <a:pt x="111" y="591"/>
                    <a:pt x="73" y="761"/>
                    <a:pt x="0" y="866"/>
                  </a:cubicBezTo>
                  <a:lnTo>
                    <a:pt x="0" y="891"/>
                  </a:lnTo>
                  <a:cubicBezTo>
                    <a:pt x="163" y="837"/>
                    <a:pt x="342" y="398"/>
                    <a:pt x="428" y="233"/>
                  </a:cubicBezTo>
                  <a:cubicBezTo>
                    <a:pt x="457" y="178"/>
                    <a:pt x="553" y="55"/>
                    <a:pt x="5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10"/>
            <p:cNvSpPr/>
            <p:nvPr/>
          </p:nvSpPr>
          <p:spPr>
            <a:xfrm>
              <a:off x="3679654" y="3891460"/>
              <a:ext cx="18220" cy="85924"/>
            </a:xfrm>
            <a:custGeom>
              <a:rect b="b" l="l" r="r" t="t"/>
              <a:pathLst>
                <a:path extrusionOk="0" h="3037" w="644">
                  <a:moveTo>
                    <a:pt x="605" y="0"/>
                  </a:moveTo>
                  <a:cubicBezTo>
                    <a:pt x="600" y="237"/>
                    <a:pt x="541" y="486"/>
                    <a:pt x="489" y="698"/>
                  </a:cubicBezTo>
                  <a:cubicBezTo>
                    <a:pt x="459" y="823"/>
                    <a:pt x="470" y="928"/>
                    <a:pt x="438" y="1047"/>
                  </a:cubicBezTo>
                  <a:cubicBezTo>
                    <a:pt x="339" y="1408"/>
                    <a:pt x="280" y="1794"/>
                    <a:pt x="179" y="2145"/>
                  </a:cubicBezTo>
                  <a:cubicBezTo>
                    <a:pt x="121" y="2351"/>
                    <a:pt x="105" y="2567"/>
                    <a:pt x="51" y="2764"/>
                  </a:cubicBezTo>
                  <a:cubicBezTo>
                    <a:pt x="27" y="2849"/>
                    <a:pt x="40" y="2936"/>
                    <a:pt x="1" y="2997"/>
                  </a:cubicBezTo>
                  <a:lnTo>
                    <a:pt x="1" y="3036"/>
                  </a:lnTo>
                  <a:lnTo>
                    <a:pt x="12" y="3036"/>
                  </a:lnTo>
                  <a:cubicBezTo>
                    <a:pt x="78" y="2798"/>
                    <a:pt x="204" y="2567"/>
                    <a:pt x="284" y="2325"/>
                  </a:cubicBezTo>
                  <a:cubicBezTo>
                    <a:pt x="434" y="1867"/>
                    <a:pt x="476" y="1368"/>
                    <a:pt x="592" y="879"/>
                  </a:cubicBezTo>
                  <a:cubicBezTo>
                    <a:pt x="637" y="688"/>
                    <a:pt x="630" y="487"/>
                    <a:pt x="630" y="271"/>
                  </a:cubicBezTo>
                  <a:cubicBezTo>
                    <a:pt x="630" y="181"/>
                    <a:pt x="643" y="57"/>
                    <a:pt x="6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10"/>
            <p:cNvSpPr/>
            <p:nvPr/>
          </p:nvSpPr>
          <p:spPr>
            <a:xfrm>
              <a:off x="3679258" y="3977382"/>
              <a:ext cx="340" cy="736"/>
            </a:xfrm>
            <a:custGeom>
              <a:rect b="b" l="l" r="r" t="t"/>
              <a:pathLst>
                <a:path extrusionOk="0" h="26" w="12">
                  <a:moveTo>
                    <a:pt x="0" y="1"/>
                  </a:moveTo>
                  <a:lnTo>
                    <a:pt x="0" y="25"/>
                  </a:lnTo>
                  <a:lnTo>
                    <a:pt x="12" y="25"/>
                  </a:lnTo>
                  <a:cubicBezTo>
                    <a:pt x="3" y="3"/>
                    <a:pt x="10"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0"/>
            <p:cNvSpPr/>
            <p:nvPr/>
          </p:nvSpPr>
          <p:spPr>
            <a:xfrm>
              <a:off x="3680361" y="4009125"/>
              <a:ext cx="396" cy="792"/>
            </a:xfrm>
            <a:custGeom>
              <a:rect b="b" l="l" r="r" t="t"/>
              <a:pathLst>
                <a:path extrusionOk="0" h="28" w="14">
                  <a:moveTo>
                    <a:pt x="0" y="1"/>
                  </a:moveTo>
                  <a:lnTo>
                    <a:pt x="0" y="27"/>
                  </a:lnTo>
                  <a:lnTo>
                    <a:pt x="13" y="27"/>
                  </a:lnTo>
                  <a:cubicBezTo>
                    <a:pt x="5" y="5"/>
                    <a:pt x="10"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10"/>
            <p:cNvSpPr/>
            <p:nvPr/>
          </p:nvSpPr>
          <p:spPr>
            <a:xfrm>
              <a:off x="3722346" y="4259563"/>
              <a:ext cx="481" cy="2235"/>
            </a:xfrm>
            <a:custGeom>
              <a:rect b="b" l="l" r="r" t="t"/>
              <a:pathLst>
                <a:path extrusionOk="0" h="79" w="17">
                  <a:moveTo>
                    <a:pt x="1" y="0"/>
                  </a:moveTo>
                  <a:lnTo>
                    <a:pt x="1" y="79"/>
                  </a:lnTo>
                  <a:cubicBezTo>
                    <a:pt x="17" y="54"/>
                    <a:pt x="17" y="2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10"/>
            <p:cNvSpPr/>
            <p:nvPr/>
          </p:nvSpPr>
          <p:spPr>
            <a:xfrm>
              <a:off x="3788549" y="3501431"/>
              <a:ext cx="6790" cy="28123"/>
            </a:xfrm>
            <a:custGeom>
              <a:rect b="b" l="l" r="r" t="t"/>
              <a:pathLst>
                <a:path extrusionOk="0" h="994" w="240">
                  <a:moveTo>
                    <a:pt x="206" y="1"/>
                  </a:moveTo>
                  <a:lnTo>
                    <a:pt x="206" y="1"/>
                  </a:lnTo>
                  <a:cubicBezTo>
                    <a:pt x="188" y="208"/>
                    <a:pt x="106" y="418"/>
                    <a:pt x="51" y="620"/>
                  </a:cubicBezTo>
                  <a:cubicBezTo>
                    <a:pt x="26" y="717"/>
                    <a:pt x="49" y="863"/>
                    <a:pt x="0" y="943"/>
                  </a:cubicBezTo>
                  <a:lnTo>
                    <a:pt x="0" y="994"/>
                  </a:lnTo>
                  <a:lnTo>
                    <a:pt x="13" y="994"/>
                  </a:lnTo>
                  <a:cubicBezTo>
                    <a:pt x="118" y="793"/>
                    <a:pt x="175" y="563"/>
                    <a:pt x="195" y="258"/>
                  </a:cubicBezTo>
                  <a:cubicBezTo>
                    <a:pt x="198" y="191"/>
                    <a:pt x="240" y="51"/>
                    <a:pt x="2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10"/>
            <p:cNvSpPr/>
            <p:nvPr/>
          </p:nvSpPr>
          <p:spPr>
            <a:xfrm>
              <a:off x="3775733" y="3490765"/>
              <a:ext cx="481" cy="2263"/>
            </a:xfrm>
            <a:custGeom>
              <a:rect b="b" l="l" r="r" t="t"/>
              <a:pathLst>
                <a:path extrusionOk="0" h="80" w="17">
                  <a:moveTo>
                    <a:pt x="1" y="1"/>
                  </a:moveTo>
                  <a:lnTo>
                    <a:pt x="1" y="79"/>
                  </a:lnTo>
                  <a:cubicBezTo>
                    <a:pt x="17" y="55"/>
                    <a:pt x="17"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10"/>
            <p:cNvSpPr/>
            <p:nvPr/>
          </p:nvSpPr>
          <p:spPr>
            <a:xfrm>
              <a:off x="3782806" y="3453137"/>
              <a:ext cx="10072" cy="67647"/>
            </a:xfrm>
            <a:custGeom>
              <a:rect b="b" l="l" r="r" t="t"/>
              <a:pathLst>
                <a:path extrusionOk="0" h="2391" w="356">
                  <a:moveTo>
                    <a:pt x="332" y="1"/>
                  </a:moveTo>
                  <a:lnTo>
                    <a:pt x="332" y="1"/>
                  </a:lnTo>
                  <a:cubicBezTo>
                    <a:pt x="284" y="155"/>
                    <a:pt x="238" y="312"/>
                    <a:pt x="190" y="466"/>
                  </a:cubicBezTo>
                  <a:cubicBezTo>
                    <a:pt x="45" y="985"/>
                    <a:pt x="1" y="1741"/>
                    <a:pt x="8" y="2391"/>
                  </a:cubicBezTo>
                  <a:cubicBezTo>
                    <a:pt x="72" y="2293"/>
                    <a:pt x="55" y="2017"/>
                    <a:pt x="87" y="1886"/>
                  </a:cubicBezTo>
                  <a:cubicBezTo>
                    <a:pt x="190" y="1469"/>
                    <a:pt x="180" y="970"/>
                    <a:pt x="282" y="544"/>
                  </a:cubicBezTo>
                  <a:cubicBezTo>
                    <a:pt x="299" y="460"/>
                    <a:pt x="356" y="37"/>
                    <a:pt x="3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10"/>
            <p:cNvSpPr/>
            <p:nvPr/>
          </p:nvSpPr>
          <p:spPr>
            <a:xfrm>
              <a:off x="3775818" y="3418394"/>
              <a:ext cx="11091" cy="72372"/>
            </a:xfrm>
            <a:custGeom>
              <a:rect b="b" l="l" r="r" t="t"/>
              <a:pathLst>
                <a:path extrusionOk="0" h="2558" w="392">
                  <a:moveTo>
                    <a:pt x="360" y="0"/>
                  </a:moveTo>
                  <a:lnTo>
                    <a:pt x="360" y="0"/>
                  </a:lnTo>
                  <a:cubicBezTo>
                    <a:pt x="316" y="176"/>
                    <a:pt x="274" y="352"/>
                    <a:pt x="231" y="529"/>
                  </a:cubicBezTo>
                  <a:cubicBezTo>
                    <a:pt x="180" y="730"/>
                    <a:pt x="190" y="915"/>
                    <a:pt x="139" y="1123"/>
                  </a:cubicBezTo>
                  <a:cubicBezTo>
                    <a:pt x="40" y="1541"/>
                    <a:pt x="1" y="2063"/>
                    <a:pt x="11" y="2558"/>
                  </a:cubicBezTo>
                  <a:cubicBezTo>
                    <a:pt x="69" y="2467"/>
                    <a:pt x="66" y="2100"/>
                    <a:pt x="101" y="1963"/>
                  </a:cubicBezTo>
                  <a:cubicBezTo>
                    <a:pt x="203" y="1551"/>
                    <a:pt x="209" y="1077"/>
                    <a:pt x="308" y="657"/>
                  </a:cubicBezTo>
                  <a:cubicBezTo>
                    <a:pt x="332" y="554"/>
                    <a:pt x="392" y="36"/>
                    <a:pt x="3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10"/>
            <p:cNvSpPr/>
            <p:nvPr/>
          </p:nvSpPr>
          <p:spPr>
            <a:xfrm>
              <a:off x="3791831" y="3548168"/>
              <a:ext cx="764" cy="396"/>
            </a:xfrm>
            <a:custGeom>
              <a:rect b="b" l="l" r="r" t="t"/>
              <a:pathLst>
                <a:path extrusionOk="0" h="14" w="27">
                  <a:moveTo>
                    <a:pt x="0" y="0"/>
                  </a:moveTo>
                  <a:cubicBezTo>
                    <a:pt x="13" y="10"/>
                    <a:pt x="5" y="6"/>
                    <a:pt x="27" y="13"/>
                  </a:cubicBezTo>
                  <a:lnTo>
                    <a:pt x="2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0"/>
            <p:cNvSpPr/>
            <p:nvPr/>
          </p:nvSpPr>
          <p:spPr>
            <a:xfrm>
              <a:off x="3758050" y="3385095"/>
              <a:ext cx="6818" cy="36610"/>
            </a:xfrm>
            <a:custGeom>
              <a:rect b="b" l="l" r="r" t="t"/>
              <a:pathLst>
                <a:path extrusionOk="0" h="1294" w="241">
                  <a:moveTo>
                    <a:pt x="212" y="1"/>
                  </a:moveTo>
                  <a:lnTo>
                    <a:pt x="212" y="1"/>
                  </a:lnTo>
                  <a:cubicBezTo>
                    <a:pt x="152" y="133"/>
                    <a:pt x="152" y="290"/>
                    <a:pt x="110" y="453"/>
                  </a:cubicBezTo>
                  <a:cubicBezTo>
                    <a:pt x="47" y="696"/>
                    <a:pt x="1" y="1006"/>
                    <a:pt x="7" y="1293"/>
                  </a:cubicBezTo>
                  <a:cubicBezTo>
                    <a:pt x="54" y="1224"/>
                    <a:pt x="33" y="1103"/>
                    <a:pt x="57" y="1010"/>
                  </a:cubicBezTo>
                  <a:cubicBezTo>
                    <a:pt x="111" y="793"/>
                    <a:pt x="145" y="546"/>
                    <a:pt x="198" y="325"/>
                  </a:cubicBezTo>
                  <a:cubicBezTo>
                    <a:pt x="213" y="263"/>
                    <a:pt x="241" y="45"/>
                    <a:pt x="2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0"/>
            <p:cNvSpPr/>
            <p:nvPr/>
          </p:nvSpPr>
          <p:spPr>
            <a:xfrm>
              <a:off x="3757852" y="3421676"/>
              <a:ext cx="481" cy="2235"/>
            </a:xfrm>
            <a:custGeom>
              <a:rect b="b" l="l" r="r" t="t"/>
              <a:pathLst>
                <a:path extrusionOk="0" h="79" w="17">
                  <a:moveTo>
                    <a:pt x="0" y="0"/>
                  </a:moveTo>
                  <a:lnTo>
                    <a:pt x="0" y="79"/>
                  </a:lnTo>
                  <a:cubicBezTo>
                    <a:pt x="16" y="54"/>
                    <a:pt x="16" y="2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0"/>
            <p:cNvSpPr/>
            <p:nvPr/>
          </p:nvSpPr>
          <p:spPr>
            <a:xfrm>
              <a:off x="3558650" y="3992037"/>
              <a:ext cx="7299" cy="73080"/>
            </a:xfrm>
            <a:custGeom>
              <a:rect b="b" l="l" r="r" t="t"/>
              <a:pathLst>
                <a:path extrusionOk="0" h="2583" w="258">
                  <a:moveTo>
                    <a:pt x="0" y="0"/>
                  </a:moveTo>
                  <a:lnTo>
                    <a:pt x="0" y="0"/>
                  </a:lnTo>
                  <a:cubicBezTo>
                    <a:pt x="23" y="198"/>
                    <a:pt x="51" y="448"/>
                    <a:pt x="51" y="672"/>
                  </a:cubicBezTo>
                  <a:cubicBezTo>
                    <a:pt x="51" y="884"/>
                    <a:pt x="22" y="1153"/>
                    <a:pt x="64" y="1342"/>
                  </a:cubicBezTo>
                  <a:cubicBezTo>
                    <a:pt x="93" y="1474"/>
                    <a:pt x="51" y="1650"/>
                    <a:pt x="77" y="1768"/>
                  </a:cubicBezTo>
                  <a:cubicBezTo>
                    <a:pt x="116" y="1957"/>
                    <a:pt x="61" y="2335"/>
                    <a:pt x="143" y="2466"/>
                  </a:cubicBezTo>
                  <a:lnTo>
                    <a:pt x="143" y="2582"/>
                  </a:lnTo>
                  <a:lnTo>
                    <a:pt x="167" y="2582"/>
                  </a:lnTo>
                  <a:cubicBezTo>
                    <a:pt x="166" y="1961"/>
                    <a:pt x="258" y="1220"/>
                    <a:pt x="130" y="646"/>
                  </a:cubicBezTo>
                  <a:cubicBezTo>
                    <a:pt x="82" y="429"/>
                    <a:pt x="127" y="13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10"/>
            <p:cNvSpPr/>
            <p:nvPr/>
          </p:nvSpPr>
          <p:spPr>
            <a:xfrm>
              <a:off x="3766311" y="3392847"/>
              <a:ext cx="9817" cy="68015"/>
            </a:xfrm>
            <a:custGeom>
              <a:rect b="b" l="l" r="r" t="t"/>
              <a:pathLst>
                <a:path extrusionOk="0" h="2404" w="347">
                  <a:moveTo>
                    <a:pt x="321" y="0"/>
                  </a:moveTo>
                  <a:lnTo>
                    <a:pt x="321" y="0"/>
                  </a:lnTo>
                  <a:cubicBezTo>
                    <a:pt x="286" y="105"/>
                    <a:pt x="228" y="223"/>
                    <a:pt x="191" y="336"/>
                  </a:cubicBezTo>
                  <a:cubicBezTo>
                    <a:pt x="17" y="874"/>
                    <a:pt x="1" y="1698"/>
                    <a:pt x="10" y="2404"/>
                  </a:cubicBezTo>
                  <a:cubicBezTo>
                    <a:pt x="58" y="2329"/>
                    <a:pt x="36" y="1966"/>
                    <a:pt x="61" y="1848"/>
                  </a:cubicBezTo>
                  <a:cubicBezTo>
                    <a:pt x="155" y="1434"/>
                    <a:pt x="154" y="974"/>
                    <a:pt x="255" y="569"/>
                  </a:cubicBezTo>
                  <a:cubicBezTo>
                    <a:pt x="277" y="483"/>
                    <a:pt x="347" y="41"/>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10"/>
            <p:cNvSpPr/>
            <p:nvPr/>
          </p:nvSpPr>
          <p:spPr>
            <a:xfrm>
              <a:off x="3792566" y="3452401"/>
              <a:ext cx="368" cy="764"/>
            </a:xfrm>
            <a:custGeom>
              <a:rect b="b" l="l" r="r" t="t"/>
              <a:pathLst>
                <a:path extrusionOk="0" h="27" w="13">
                  <a:moveTo>
                    <a:pt x="1" y="1"/>
                  </a:moveTo>
                  <a:lnTo>
                    <a:pt x="1" y="27"/>
                  </a:lnTo>
                  <a:lnTo>
                    <a:pt x="12" y="27"/>
                  </a:lnTo>
                  <a:cubicBezTo>
                    <a:pt x="5" y="5"/>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10"/>
            <p:cNvSpPr/>
            <p:nvPr/>
          </p:nvSpPr>
          <p:spPr>
            <a:xfrm>
              <a:off x="3740651" y="3660741"/>
              <a:ext cx="12958" cy="29651"/>
            </a:xfrm>
            <a:custGeom>
              <a:rect b="b" l="l" r="r" t="t"/>
              <a:pathLst>
                <a:path extrusionOk="0" h="1048" w="458">
                  <a:moveTo>
                    <a:pt x="414" y="0"/>
                  </a:moveTo>
                  <a:cubicBezTo>
                    <a:pt x="374" y="296"/>
                    <a:pt x="217" y="534"/>
                    <a:pt x="105" y="764"/>
                  </a:cubicBezTo>
                  <a:cubicBezTo>
                    <a:pt x="63" y="848"/>
                    <a:pt x="56" y="951"/>
                    <a:pt x="1" y="1023"/>
                  </a:cubicBezTo>
                  <a:lnTo>
                    <a:pt x="1" y="1047"/>
                  </a:lnTo>
                  <a:cubicBezTo>
                    <a:pt x="165" y="993"/>
                    <a:pt x="341" y="509"/>
                    <a:pt x="401" y="325"/>
                  </a:cubicBezTo>
                  <a:cubicBezTo>
                    <a:pt x="422" y="259"/>
                    <a:pt x="457" y="66"/>
                    <a:pt x="4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0"/>
            <p:cNvSpPr/>
            <p:nvPr/>
          </p:nvSpPr>
          <p:spPr>
            <a:xfrm>
              <a:off x="3802779" y="3566049"/>
              <a:ext cx="28151" cy="8884"/>
            </a:xfrm>
            <a:custGeom>
              <a:rect b="b" l="l" r="r" t="t"/>
              <a:pathLst>
                <a:path extrusionOk="0" h="314" w="995">
                  <a:moveTo>
                    <a:pt x="99" y="1"/>
                  </a:moveTo>
                  <a:cubicBezTo>
                    <a:pt x="66" y="1"/>
                    <a:pt x="34" y="1"/>
                    <a:pt x="0" y="2"/>
                  </a:cubicBezTo>
                  <a:cubicBezTo>
                    <a:pt x="36" y="31"/>
                    <a:pt x="76" y="24"/>
                    <a:pt x="129" y="40"/>
                  </a:cubicBezTo>
                  <a:cubicBezTo>
                    <a:pt x="316" y="102"/>
                    <a:pt x="537" y="161"/>
                    <a:pt x="724" y="222"/>
                  </a:cubicBezTo>
                  <a:cubicBezTo>
                    <a:pt x="814" y="251"/>
                    <a:pt x="915" y="249"/>
                    <a:pt x="970" y="313"/>
                  </a:cubicBezTo>
                  <a:lnTo>
                    <a:pt x="995" y="313"/>
                  </a:lnTo>
                  <a:cubicBezTo>
                    <a:pt x="834" y="65"/>
                    <a:pt x="509" y="1"/>
                    <a:pt x="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10"/>
            <p:cNvSpPr/>
            <p:nvPr/>
          </p:nvSpPr>
          <p:spPr>
            <a:xfrm>
              <a:off x="3794009" y="3583250"/>
              <a:ext cx="20088" cy="4781"/>
            </a:xfrm>
            <a:custGeom>
              <a:rect b="b" l="l" r="r" t="t"/>
              <a:pathLst>
                <a:path extrusionOk="0" h="169" w="710">
                  <a:moveTo>
                    <a:pt x="159" y="1"/>
                  </a:moveTo>
                  <a:cubicBezTo>
                    <a:pt x="133" y="1"/>
                    <a:pt x="106" y="1"/>
                    <a:pt x="77" y="2"/>
                  </a:cubicBezTo>
                  <a:cubicBezTo>
                    <a:pt x="60" y="13"/>
                    <a:pt x="37" y="13"/>
                    <a:pt x="0" y="13"/>
                  </a:cubicBezTo>
                  <a:cubicBezTo>
                    <a:pt x="40" y="40"/>
                    <a:pt x="102" y="25"/>
                    <a:pt x="155" y="40"/>
                  </a:cubicBezTo>
                  <a:cubicBezTo>
                    <a:pt x="259" y="69"/>
                    <a:pt x="483" y="112"/>
                    <a:pt x="569" y="169"/>
                  </a:cubicBezTo>
                  <a:lnTo>
                    <a:pt x="710" y="169"/>
                  </a:lnTo>
                  <a:lnTo>
                    <a:pt x="710" y="143"/>
                  </a:lnTo>
                  <a:cubicBezTo>
                    <a:pt x="547" y="36"/>
                    <a:pt x="418" y="1"/>
                    <a:pt x="15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10"/>
            <p:cNvSpPr/>
            <p:nvPr/>
          </p:nvSpPr>
          <p:spPr>
            <a:xfrm>
              <a:off x="3763680" y="3643172"/>
              <a:ext cx="14656" cy="28208"/>
            </a:xfrm>
            <a:custGeom>
              <a:rect b="b" l="l" r="r" t="t"/>
              <a:pathLst>
                <a:path extrusionOk="0" h="997" w="518">
                  <a:moveTo>
                    <a:pt x="466" y="1"/>
                  </a:moveTo>
                  <a:lnTo>
                    <a:pt x="466" y="1"/>
                  </a:lnTo>
                  <a:cubicBezTo>
                    <a:pt x="452" y="217"/>
                    <a:pt x="229" y="591"/>
                    <a:pt x="130" y="751"/>
                  </a:cubicBezTo>
                  <a:cubicBezTo>
                    <a:pt x="85" y="825"/>
                    <a:pt x="66" y="917"/>
                    <a:pt x="1" y="970"/>
                  </a:cubicBezTo>
                  <a:lnTo>
                    <a:pt x="1" y="997"/>
                  </a:lnTo>
                  <a:cubicBezTo>
                    <a:pt x="177" y="882"/>
                    <a:pt x="354" y="549"/>
                    <a:pt x="441" y="337"/>
                  </a:cubicBezTo>
                  <a:cubicBezTo>
                    <a:pt x="473" y="257"/>
                    <a:pt x="517" y="69"/>
                    <a:pt x="4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10"/>
            <p:cNvSpPr/>
            <p:nvPr/>
          </p:nvSpPr>
          <p:spPr>
            <a:xfrm>
              <a:off x="2771094" y="2975969"/>
              <a:ext cx="1108783" cy="1780928"/>
            </a:xfrm>
            <a:custGeom>
              <a:rect b="b" l="l" r="r" t="t"/>
              <a:pathLst>
                <a:path extrusionOk="0" h="62947" w="39190">
                  <a:moveTo>
                    <a:pt x="26622" y="3530"/>
                  </a:moveTo>
                  <a:cubicBezTo>
                    <a:pt x="26635" y="3540"/>
                    <a:pt x="26648" y="3548"/>
                    <a:pt x="26660" y="3556"/>
                  </a:cubicBezTo>
                  <a:cubicBezTo>
                    <a:pt x="26652" y="3607"/>
                    <a:pt x="26635" y="3652"/>
                    <a:pt x="26609" y="3686"/>
                  </a:cubicBezTo>
                  <a:lnTo>
                    <a:pt x="26597" y="3697"/>
                  </a:lnTo>
                  <a:cubicBezTo>
                    <a:pt x="26580" y="3623"/>
                    <a:pt x="26593" y="3588"/>
                    <a:pt x="26622" y="3530"/>
                  </a:cubicBezTo>
                  <a:close/>
                  <a:moveTo>
                    <a:pt x="26517" y="3170"/>
                  </a:moveTo>
                  <a:lnTo>
                    <a:pt x="26529" y="3181"/>
                  </a:lnTo>
                  <a:cubicBezTo>
                    <a:pt x="26587" y="3492"/>
                    <a:pt x="26226" y="3867"/>
                    <a:pt x="26063" y="4022"/>
                  </a:cubicBezTo>
                  <a:lnTo>
                    <a:pt x="26052" y="4022"/>
                  </a:lnTo>
                  <a:cubicBezTo>
                    <a:pt x="25965" y="3664"/>
                    <a:pt x="26308" y="3375"/>
                    <a:pt x="26466" y="3170"/>
                  </a:cubicBezTo>
                  <a:close/>
                  <a:moveTo>
                    <a:pt x="26997" y="3414"/>
                  </a:moveTo>
                  <a:cubicBezTo>
                    <a:pt x="27151" y="3449"/>
                    <a:pt x="27266" y="3507"/>
                    <a:pt x="27397" y="3556"/>
                  </a:cubicBezTo>
                  <a:cubicBezTo>
                    <a:pt x="27539" y="3609"/>
                    <a:pt x="27699" y="3630"/>
                    <a:pt x="27823" y="3697"/>
                  </a:cubicBezTo>
                  <a:cubicBezTo>
                    <a:pt x="27858" y="3790"/>
                    <a:pt x="27836" y="3904"/>
                    <a:pt x="27798" y="3995"/>
                  </a:cubicBezTo>
                  <a:cubicBezTo>
                    <a:pt x="27706" y="4213"/>
                    <a:pt x="27477" y="4689"/>
                    <a:pt x="27241" y="4744"/>
                  </a:cubicBezTo>
                  <a:cubicBezTo>
                    <a:pt x="27217" y="4750"/>
                    <a:pt x="27193" y="4753"/>
                    <a:pt x="27167" y="4753"/>
                  </a:cubicBezTo>
                  <a:cubicBezTo>
                    <a:pt x="26957" y="4753"/>
                    <a:pt x="26701" y="4567"/>
                    <a:pt x="26597" y="4500"/>
                  </a:cubicBezTo>
                  <a:cubicBezTo>
                    <a:pt x="26568" y="4090"/>
                    <a:pt x="26638" y="3912"/>
                    <a:pt x="26790" y="3659"/>
                  </a:cubicBezTo>
                  <a:cubicBezTo>
                    <a:pt x="26841" y="3577"/>
                    <a:pt x="26847" y="3476"/>
                    <a:pt x="26946" y="3440"/>
                  </a:cubicBezTo>
                  <a:cubicBezTo>
                    <a:pt x="26956" y="3431"/>
                    <a:pt x="26985" y="3421"/>
                    <a:pt x="26997" y="3414"/>
                  </a:cubicBezTo>
                  <a:close/>
                  <a:moveTo>
                    <a:pt x="27768" y="2233"/>
                  </a:moveTo>
                  <a:cubicBezTo>
                    <a:pt x="27974" y="2233"/>
                    <a:pt x="28178" y="2334"/>
                    <a:pt x="28314" y="2393"/>
                  </a:cubicBezTo>
                  <a:cubicBezTo>
                    <a:pt x="28833" y="2618"/>
                    <a:pt x="29441" y="2786"/>
                    <a:pt x="29916" y="3053"/>
                  </a:cubicBezTo>
                  <a:cubicBezTo>
                    <a:pt x="29848" y="3152"/>
                    <a:pt x="29794" y="3188"/>
                    <a:pt x="29800" y="3376"/>
                  </a:cubicBezTo>
                  <a:cubicBezTo>
                    <a:pt x="29842" y="3420"/>
                    <a:pt x="29864" y="3485"/>
                    <a:pt x="29916" y="3518"/>
                  </a:cubicBezTo>
                  <a:cubicBezTo>
                    <a:pt x="29969" y="3550"/>
                    <a:pt x="30030" y="3536"/>
                    <a:pt x="30098" y="3556"/>
                  </a:cubicBezTo>
                  <a:cubicBezTo>
                    <a:pt x="30156" y="3574"/>
                    <a:pt x="30206" y="3617"/>
                    <a:pt x="30252" y="3646"/>
                  </a:cubicBezTo>
                  <a:cubicBezTo>
                    <a:pt x="30294" y="3912"/>
                    <a:pt x="30107" y="4085"/>
                    <a:pt x="30033" y="4267"/>
                  </a:cubicBezTo>
                  <a:cubicBezTo>
                    <a:pt x="29986" y="4384"/>
                    <a:pt x="30051" y="4481"/>
                    <a:pt x="30019" y="4616"/>
                  </a:cubicBezTo>
                  <a:cubicBezTo>
                    <a:pt x="30009" y="4660"/>
                    <a:pt x="29988" y="4705"/>
                    <a:pt x="29982" y="4757"/>
                  </a:cubicBezTo>
                  <a:cubicBezTo>
                    <a:pt x="29673" y="4708"/>
                    <a:pt x="29274" y="4533"/>
                    <a:pt x="29000" y="4421"/>
                  </a:cubicBezTo>
                  <a:cubicBezTo>
                    <a:pt x="28656" y="4279"/>
                    <a:pt x="28286" y="4205"/>
                    <a:pt x="27940" y="4059"/>
                  </a:cubicBezTo>
                  <a:cubicBezTo>
                    <a:pt x="27953" y="3940"/>
                    <a:pt x="28042" y="3763"/>
                    <a:pt x="27967" y="3632"/>
                  </a:cubicBezTo>
                  <a:cubicBezTo>
                    <a:pt x="27895" y="3513"/>
                    <a:pt x="27750" y="3513"/>
                    <a:pt x="27605" y="3465"/>
                  </a:cubicBezTo>
                  <a:cubicBezTo>
                    <a:pt x="27480" y="3424"/>
                    <a:pt x="27206" y="3271"/>
                    <a:pt x="27006" y="3271"/>
                  </a:cubicBezTo>
                  <a:cubicBezTo>
                    <a:pt x="26975" y="3271"/>
                    <a:pt x="26946" y="3275"/>
                    <a:pt x="26920" y="3283"/>
                  </a:cubicBezTo>
                  <a:cubicBezTo>
                    <a:pt x="26841" y="3308"/>
                    <a:pt x="26790" y="3388"/>
                    <a:pt x="26738" y="3438"/>
                  </a:cubicBezTo>
                  <a:lnTo>
                    <a:pt x="26738" y="3450"/>
                  </a:lnTo>
                  <a:cubicBezTo>
                    <a:pt x="26703" y="3440"/>
                    <a:pt x="26707" y="3434"/>
                    <a:pt x="26673" y="3425"/>
                  </a:cubicBezTo>
                  <a:cubicBezTo>
                    <a:pt x="26673" y="3385"/>
                    <a:pt x="26667" y="3162"/>
                    <a:pt x="26673" y="3143"/>
                  </a:cubicBezTo>
                  <a:cubicBezTo>
                    <a:pt x="26725" y="2969"/>
                    <a:pt x="26921" y="2864"/>
                    <a:pt x="27022" y="2729"/>
                  </a:cubicBezTo>
                  <a:cubicBezTo>
                    <a:pt x="27167" y="2537"/>
                    <a:pt x="27365" y="2320"/>
                    <a:pt x="27628" y="2251"/>
                  </a:cubicBezTo>
                  <a:cubicBezTo>
                    <a:pt x="27674" y="2239"/>
                    <a:pt x="27721" y="2233"/>
                    <a:pt x="27768" y="2233"/>
                  </a:cubicBezTo>
                  <a:close/>
                  <a:moveTo>
                    <a:pt x="27887" y="4151"/>
                  </a:moveTo>
                  <a:cubicBezTo>
                    <a:pt x="28033" y="4238"/>
                    <a:pt x="28205" y="4272"/>
                    <a:pt x="28378" y="4344"/>
                  </a:cubicBezTo>
                  <a:cubicBezTo>
                    <a:pt x="28763" y="4504"/>
                    <a:pt x="29179" y="4648"/>
                    <a:pt x="29579" y="4798"/>
                  </a:cubicBezTo>
                  <a:cubicBezTo>
                    <a:pt x="29790" y="4875"/>
                    <a:pt x="30197" y="4940"/>
                    <a:pt x="30341" y="5068"/>
                  </a:cubicBezTo>
                  <a:cubicBezTo>
                    <a:pt x="30300" y="5093"/>
                    <a:pt x="30272" y="5129"/>
                    <a:pt x="30224" y="5147"/>
                  </a:cubicBezTo>
                  <a:cubicBezTo>
                    <a:pt x="30224" y="5147"/>
                    <a:pt x="30224" y="5147"/>
                    <a:pt x="30223" y="5147"/>
                  </a:cubicBezTo>
                  <a:cubicBezTo>
                    <a:pt x="30194" y="5147"/>
                    <a:pt x="29819" y="5068"/>
                    <a:pt x="29761" y="5042"/>
                  </a:cubicBezTo>
                  <a:cubicBezTo>
                    <a:pt x="29710" y="5020"/>
                    <a:pt x="29662" y="4974"/>
                    <a:pt x="29607" y="4952"/>
                  </a:cubicBezTo>
                  <a:cubicBezTo>
                    <a:pt x="29236" y="4810"/>
                    <a:pt x="28868" y="4708"/>
                    <a:pt x="28509" y="4552"/>
                  </a:cubicBezTo>
                  <a:cubicBezTo>
                    <a:pt x="28323" y="4471"/>
                    <a:pt x="28039" y="4293"/>
                    <a:pt x="27849" y="4254"/>
                  </a:cubicBezTo>
                  <a:cubicBezTo>
                    <a:pt x="27856" y="4205"/>
                    <a:pt x="27871" y="4187"/>
                    <a:pt x="27887" y="4151"/>
                  </a:cubicBezTo>
                  <a:close/>
                  <a:moveTo>
                    <a:pt x="29826" y="5186"/>
                  </a:moveTo>
                  <a:cubicBezTo>
                    <a:pt x="29921" y="5206"/>
                    <a:pt x="30006" y="5244"/>
                    <a:pt x="30110" y="5250"/>
                  </a:cubicBezTo>
                  <a:lnTo>
                    <a:pt x="30110" y="5263"/>
                  </a:lnTo>
                  <a:cubicBezTo>
                    <a:pt x="29922" y="5323"/>
                    <a:pt x="29800" y="5483"/>
                    <a:pt x="29657" y="5586"/>
                  </a:cubicBezTo>
                  <a:cubicBezTo>
                    <a:pt x="29604" y="5624"/>
                    <a:pt x="29546" y="5644"/>
                    <a:pt x="29502" y="5689"/>
                  </a:cubicBezTo>
                  <a:lnTo>
                    <a:pt x="29490" y="5689"/>
                  </a:lnTo>
                  <a:cubicBezTo>
                    <a:pt x="29579" y="5481"/>
                    <a:pt x="29716" y="5359"/>
                    <a:pt x="29826" y="5186"/>
                  </a:cubicBezTo>
                  <a:close/>
                  <a:moveTo>
                    <a:pt x="28573" y="174"/>
                  </a:moveTo>
                  <a:cubicBezTo>
                    <a:pt x="28793" y="174"/>
                    <a:pt x="29033" y="212"/>
                    <a:pt x="29150" y="238"/>
                  </a:cubicBezTo>
                  <a:cubicBezTo>
                    <a:pt x="29231" y="249"/>
                    <a:pt x="29313" y="256"/>
                    <a:pt x="29396" y="265"/>
                  </a:cubicBezTo>
                  <a:cubicBezTo>
                    <a:pt x="30272" y="500"/>
                    <a:pt x="30934" y="837"/>
                    <a:pt x="31411" y="1466"/>
                  </a:cubicBezTo>
                  <a:cubicBezTo>
                    <a:pt x="31489" y="1567"/>
                    <a:pt x="31596" y="1652"/>
                    <a:pt x="31668" y="1764"/>
                  </a:cubicBezTo>
                  <a:lnTo>
                    <a:pt x="31681" y="1764"/>
                  </a:lnTo>
                  <a:cubicBezTo>
                    <a:pt x="31628" y="1564"/>
                    <a:pt x="31507" y="1420"/>
                    <a:pt x="31436" y="1247"/>
                  </a:cubicBezTo>
                  <a:cubicBezTo>
                    <a:pt x="31391" y="1138"/>
                    <a:pt x="31391" y="942"/>
                    <a:pt x="31332" y="848"/>
                  </a:cubicBezTo>
                  <a:cubicBezTo>
                    <a:pt x="31332" y="804"/>
                    <a:pt x="31337" y="772"/>
                    <a:pt x="31345" y="744"/>
                  </a:cubicBezTo>
                  <a:cubicBezTo>
                    <a:pt x="31347" y="744"/>
                    <a:pt x="31348" y="744"/>
                    <a:pt x="31350" y="744"/>
                  </a:cubicBezTo>
                  <a:cubicBezTo>
                    <a:pt x="31715" y="744"/>
                    <a:pt x="32109" y="1132"/>
                    <a:pt x="32238" y="1377"/>
                  </a:cubicBezTo>
                  <a:cubicBezTo>
                    <a:pt x="32327" y="1550"/>
                    <a:pt x="32366" y="1740"/>
                    <a:pt x="32445" y="1921"/>
                  </a:cubicBezTo>
                  <a:cubicBezTo>
                    <a:pt x="32522" y="2092"/>
                    <a:pt x="32647" y="2243"/>
                    <a:pt x="32743" y="2398"/>
                  </a:cubicBezTo>
                  <a:lnTo>
                    <a:pt x="32756" y="2398"/>
                  </a:lnTo>
                  <a:cubicBezTo>
                    <a:pt x="32735" y="2299"/>
                    <a:pt x="32725" y="2155"/>
                    <a:pt x="32664" y="2088"/>
                  </a:cubicBezTo>
                  <a:lnTo>
                    <a:pt x="32664" y="2075"/>
                  </a:lnTo>
                  <a:cubicBezTo>
                    <a:pt x="32766" y="2143"/>
                    <a:pt x="32820" y="2278"/>
                    <a:pt x="32885" y="2386"/>
                  </a:cubicBezTo>
                  <a:cubicBezTo>
                    <a:pt x="33009" y="2585"/>
                    <a:pt x="33074" y="2816"/>
                    <a:pt x="33142" y="3084"/>
                  </a:cubicBezTo>
                  <a:cubicBezTo>
                    <a:pt x="33151" y="3187"/>
                    <a:pt x="33158" y="3290"/>
                    <a:pt x="33167" y="3395"/>
                  </a:cubicBezTo>
                  <a:cubicBezTo>
                    <a:pt x="33193" y="3505"/>
                    <a:pt x="33209" y="3860"/>
                    <a:pt x="33180" y="3988"/>
                  </a:cubicBezTo>
                  <a:cubicBezTo>
                    <a:pt x="33150" y="4199"/>
                    <a:pt x="33121" y="4410"/>
                    <a:pt x="33090" y="4621"/>
                  </a:cubicBezTo>
                  <a:cubicBezTo>
                    <a:pt x="32905" y="5269"/>
                    <a:pt x="32657" y="6103"/>
                    <a:pt x="32250" y="6521"/>
                  </a:cubicBezTo>
                  <a:cubicBezTo>
                    <a:pt x="32161" y="6611"/>
                    <a:pt x="32061" y="6711"/>
                    <a:pt x="31952" y="6778"/>
                  </a:cubicBezTo>
                  <a:cubicBezTo>
                    <a:pt x="31639" y="6974"/>
                    <a:pt x="31305" y="7038"/>
                    <a:pt x="31254" y="7502"/>
                  </a:cubicBezTo>
                  <a:lnTo>
                    <a:pt x="31242" y="7502"/>
                  </a:lnTo>
                  <a:cubicBezTo>
                    <a:pt x="31191" y="7317"/>
                    <a:pt x="30997" y="7195"/>
                    <a:pt x="30854" y="7102"/>
                  </a:cubicBezTo>
                  <a:cubicBezTo>
                    <a:pt x="30809" y="7070"/>
                    <a:pt x="30745" y="7053"/>
                    <a:pt x="30713" y="7011"/>
                  </a:cubicBezTo>
                  <a:cubicBezTo>
                    <a:pt x="30591" y="6858"/>
                    <a:pt x="30530" y="6655"/>
                    <a:pt x="30364" y="6545"/>
                  </a:cubicBezTo>
                  <a:cubicBezTo>
                    <a:pt x="30445" y="6489"/>
                    <a:pt x="30556" y="6484"/>
                    <a:pt x="30634" y="6429"/>
                  </a:cubicBezTo>
                  <a:cubicBezTo>
                    <a:pt x="30880" y="6259"/>
                    <a:pt x="31375" y="5550"/>
                    <a:pt x="31087" y="5150"/>
                  </a:cubicBezTo>
                  <a:cubicBezTo>
                    <a:pt x="31017" y="5052"/>
                    <a:pt x="30874" y="4990"/>
                    <a:pt x="30738" y="4955"/>
                  </a:cubicBezTo>
                  <a:cubicBezTo>
                    <a:pt x="30726" y="4952"/>
                    <a:pt x="30714" y="4951"/>
                    <a:pt x="30702" y="4951"/>
                  </a:cubicBezTo>
                  <a:cubicBezTo>
                    <a:pt x="30637" y="4951"/>
                    <a:pt x="30568" y="4983"/>
                    <a:pt x="30522" y="4983"/>
                  </a:cubicBezTo>
                  <a:cubicBezTo>
                    <a:pt x="30516" y="4983"/>
                    <a:pt x="30510" y="4982"/>
                    <a:pt x="30505" y="4981"/>
                  </a:cubicBezTo>
                  <a:cubicBezTo>
                    <a:pt x="30376" y="4948"/>
                    <a:pt x="30248" y="4831"/>
                    <a:pt x="30091" y="4814"/>
                  </a:cubicBezTo>
                  <a:cubicBezTo>
                    <a:pt x="30098" y="4759"/>
                    <a:pt x="30118" y="4706"/>
                    <a:pt x="30130" y="4660"/>
                  </a:cubicBezTo>
                  <a:cubicBezTo>
                    <a:pt x="30150" y="4561"/>
                    <a:pt x="30089" y="4445"/>
                    <a:pt x="30130" y="4349"/>
                  </a:cubicBezTo>
                  <a:cubicBezTo>
                    <a:pt x="30177" y="4232"/>
                    <a:pt x="30299" y="4160"/>
                    <a:pt x="30350" y="4037"/>
                  </a:cubicBezTo>
                  <a:cubicBezTo>
                    <a:pt x="30411" y="3892"/>
                    <a:pt x="30451" y="3593"/>
                    <a:pt x="30387" y="3418"/>
                  </a:cubicBezTo>
                  <a:cubicBezTo>
                    <a:pt x="30373" y="3377"/>
                    <a:pt x="30338" y="3345"/>
                    <a:pt x="30322" y="3302"/>
                  </a:cubicBezTo>
                  <a:cubicBezTo>
                    <a:pt x="30300" y="3292"/>
                    <a:pt x="30309" y="3299"/>
                    <a:pt x="30297" y="3289"/>
                  </a:cubicBezTo>
                  <a:cubicBezTo>
                    <a:pt x="30272" y="3325"/>
                    <a:pt x="30283" y="3425"/>
                    <a:pt x="30284" y="3484"/>
                  </a:cubicBezTo>
                  <a:cubicBezTo>
                    <a:pt x="30178" y="3449"/>
                    <a:pt x="30014" y="3398"/>
                    <a:pt x="29935" y="3328"/>
                  </a:cubicBezTo>
                  <a:cubicBezTo>
                    <a:pt x="29945" y="3166"/>
                    <a:pt x="30180" y="2992"/>
                    <a:pt x="30370" y="2992"/>
                  </a:cubicBezTo>
                  <a:cubicBezTo>
                    <a:pt x="30371" y="2992"/>
                    <a:pt x="30373" y="2992"/>
                    <a:pt x="30374" y="2992"/>
                  </a:cubicBezTo>
                  <a:lnTo>
                    <a:pt x="30374" y="2979"/>
                  </a:lnTo>
                  <a:cubicBezTo>
                    <a:pt x="30341" y="2973"/>
                    <a:pt x="30306" y="2970"/>
                    <a:pt x="30270" y="2970"/>
                  </a:cubicBezTo>
                  <a:cubicBezTo>
                    <a:pt x="30198" y="2970"/>
                    <a:pt x="30125" y="2981"/>
                    <a:pt x="30065" y="2992"/>
                  </a:cubicBezTo>
                  <a:cubicBezTo>
                    <a:pt x="29934" y="2790"/>
                    <a:pt x="29672" y="2742"/>
                    <a:pt x="29432" y="2643"/>
                  </a:cubicBezTo>
                  <a:cubicBezTo>
                    <a:pt x="29194" y="2546"/>
                    <a:pt x="28933" y="2476"/>
                    <a:pt x="28695" y="2373"/>
                  </a:cubicBezTo>
                  <a:cubicBezTo>
                    <a:pt x="28563" y="2315"/>
                    <a:pt x="28417" y="2235"/>
                    <a:pt x="28281" y="2178"/>
                  </a:cubicBezTo>
                  <a:cubicBezTo>
                    <a:pt x="28183" y="2138"/>
                    <a:pt x="27947" y="2054"/>
                    <a:pt x="27777" y="2054"/>
                  </a:cubicBezTo>
                  <a:cubicBezTo>
                    <a:pt x="27749" y="2054"/>
                    <a:pt x="27723" y="2056"/>
                    <a:pt x="27699" y="2062"/>
                  </a:cubicBezTo>
                  <a:cubicBezTo>
                    <a:pt x="27523" y="2101"/>
                    <a:pt x="27385" y="2142"/>
                    <a:pt x="27260" y="2229"/>
                  </a:cubicBezTo>
                  <a:lnTo>
                    <a:pt x="27157" y="2334"/>
                  </a:lnTo>
                  <a:cubicBezTo>
                    <a:pt x="27119" y="2353"/>
                    <a:pt x="27067" y="2359"/>
                    <a:pt x="27010" y="2359"/>
                  </a:cubicBezTo>
                  <a:cubicBezTo>
                    <a:pt x="26884" y="2359"/>
                    <a:pt x="26733" y="2326"/>
                    <a:pt x="26648" y="2316"/>
                  </a:cubicBezTo>
                  <a:cubicBezTo>
                    <a:pt x="26578" y="2146"/>
                    <a:pt x="26722" y="2008"/>
                    <a:pt x="26830" y="1929"/>
                  </a:cubicBezTo>
                  <a:cubicBezTo>
                    <a:pt x="27084" y="1742"/>
                    <a:pt x="27376" y="1483"/>
                    <a:pt x="27785" y="1464"/>
                  </a:cubicBezTo>
                  <a:cubicBezTo>
                    <a:pt x="27768" y="1454"/>
                    <a:pt x="27745" y="1450"/>
                    <a:pt x="27721" y="1450"/>
                  </a:cubicBezTo>
                  <a:cubicBezTo>
                    <a:pt x="27667" y="1450"/>
                    <a:pt x="27602" y="1468"/>
                    <a:pt x="27565" y="1477"/>
                  </a:cubicBezTo>
                  <a:cubicBezTo>
                    <a:pt x="27363" y="1525"/>
                    <a:pt x="27208" y="1535"/>
                    <a:pt x="27035" y="1607"/>
                  </a:cubicBezTo>
                  <a:cubicBezTo>
                    <a:pt x="26990" y="1624"/>
                    <a:pt x="26911" y="1674"/>
                    <a:pt x="26865" y="1674"/>
                  </a:cubicBezTo>
                  <a:cubicBezTo>
                    <a:pt x="26861" y="1674"/>
                    <a:pt x="26857" y="1673"/>
                    <a:pt x="26853" y="1672"/>
                  </a:cubicBezTo>
                  <a:cubicBezTo>
                    <a:pt x="26798" y="1660"/>
                    <a:pt x="26798" y="1644"/>
                    <a:pt x="26761" y="1621"/>
                  </a:cubicBezTo>
                  <a:cubicBezTo>
                    <a:pt x="26764" y="1410"/>
                    <a:pt x="26942" y="1309"/>
                    <a:pt x="27072" y="1221"/>
                  </a:cubicBezTo>
                  <a:cubicBezTo>
                    <a:pt x="27325" y="1051"/>
                    <a:pt x="27683" y="931"/>
                    <a:pt x="28003" y="833"/>
                  </a:cubicBezTo>
                  <a:cubicBezTo>
                    <a:pt x="28119" y="817"/>
                    <a:pt x="28236" y="800"/>
                    <a:pt x="28352" y="782"/>
                  </a:cubicBezTo>
                  <a:cubicBezTo>
                    <a:pt x="28412" y="769"/>
                    <a:pt x="28581" y="760"/>
                    <a:pt x="28745" y="760"/>
                  </a:cubicBezTo>
                  <a:cubicBezTo>
                    <a:pt x="28912" y="760"/>
                    <a:pt x="29075" y="770"/>
                    <a:pt x="29114" y="795"/>
                  </a:cubicBezTo>
                  <a:lnTo>
                    <a:pt x="29138" y="795"/>
                  </a:lnTo>
                  <a:lnTo>
                    <a:pt x="29127" y="782"/>
                  </a:lnTo>
                  <a:cubicBezTo>
                    <a:pt x="29060" y="689"/>
                    <a:pt x="28891" y="683"/>
                    <a:pt x="28765" y="653"/>
                  </a:cubicBezTo>
                  <a:lnTo>
                    <a:pt x="28583" y="653"/>
                  </a:lnTo>
                  <a:cubicBezTo>
                    <a:pt x="28542" y="641"/>
                    <a:pt x="28505" y="592"/>
                    <a:pt x="28467" y="576"/>
                  </a:cubicBezTo>
                  <a:cubicBezTo>
                    <a:pt x="28356" y="528"/>
                    <a:pt x="28257" y="513"/>
                    <a:pt x="28169" y="446"/>
                  </a:cubicBezTo>
                  <a:cubicBezTo>
                    <a:pt x="28147" y="416"/>
                    <a:pt x="28125" y="387"/>
                    <a:pt x="28103" y="355"/>
                  </a:cubicBezTo>
                  <a:cubicBezTo>
                    <a:pt x="28129" y="215"/>
                    <a:pt x="28341" y="174"/>
                    <a:pt x="28573" y="174"/>
                  </a:cubicBezTo>
                  <a:close/>
                  <a:moveTo>
                    <a:pt x="387" y="2783"/>
                  </a:moveTo>
                  <a:cubicBezTo>
                    <a:pt x="611" y="3132"/>
                    <a:pt x="925" y="3408"/>
                    <a:pt x="1164" y="3739"/>
                  </a:cubicBezTo>
                  <a:cubicBezTo>
                    <a:pt x="2001" y="4905"/>
                    <a:pt x="2927" y="5992"/>
                    <a:pt x="3787" y="7139"/>
                  </a:cubicBezTo>
                  <a:cubicBezTo>
                    <a:pt x="3873" y="7252"/>
                    <a:pt x="3998" y="7347"/>
                    <a:pt x="4085" y="7461"/>
                  </a:cubicBezTo>
                  <a:cubicBezTo>
                    <a:pt x="4237" y="7665"/>
                    <a:pt x="4410" y="7863"/>
                    <a:pt x="4588" y="8043"/>
                  </a:cubicBezTo>
                  <a:lnTo>
                    <a:pt x="4783" y="8238"/>
                  </a:lnTo>
                  <a:cubicBezTo>
                    <a:pt x="4844" y="8284"/>
                    <a:pt x="4921" y="8316"/>
                    <a:pt x="4964" y="8379"/>
                  </a:cubicBezTo>
                  <a:cubicBezTo>
                    <a:pt x="4799" y="8273"/>
                    <a:pt x="4559" y="8255"/>
                    <a:pt x="4332" y="8197"/>
                  </a:cubicBezTo>
                  <a:cubicBezTo>
                    <a:pt x="4210" y="8167"/>
                    <a:pt x="4080" y="8183"/>
                    <a:pt x="3996" y="8120"/>
                  </a:cubicBezTo>
                  <a:cubicBezTo>
                    <a:pt x="3923" y="8084"/>
                    <a:pt x="3829" y="7883"/>
                    <a:pt x="3775" y="7809"/>
                  </a:cubicBezTo>
                  <a:cubicBezTo>
                    <a:pt x="3586" y="7546"/>
                    <a:pt x="3375" y="7296"/>
                    <a:pt x="3182" y="7033"/>
                  </a:cubicBezTo>
                  <a:cubicBezTo>
                    <a:pt x="2916" y="6673"/>
                    <a:pt x="2605" y="6333"/>
                    <a:pt x="2342" y="5973"/>
                  </a:cubicBezTo>
                  <a:cubicBezTo>
                    <a:pt x="1891" y="5359"/>
                    <a:pt x="1455" y="4732"/>
                    <a:pt x="1024" y="4100"/>
                  </a:cubicBezTo>
                  <a:cubicBezTo>
                    <a:pt x="813" y="3790"/>
                    <a:pt x="562" y="3521"/>
                    <a:pt x="351" y="3222"/>
                  </a:cubicBezTo>
                  <a:cubicBezTo>
                    <a:pt x="300" y="3151"/>
                    <a:pt x="159" y="2962"/>
                    <a:pt x="248" y="2847"/>
                  </a:cubicBezTo>
                  <a:cubicBezTo>
                    <a:pt x="267" y="2822"/>
                    <a:pt x="264" y="2819"/>
                    <a:pt x="299" y="2809"/>
                  </a:cubicBezTo>
                  <a:cubicBezTo>
                    <a:pt x="310" y="2800"/>
                    <a:pt x="340" y="2790"/>
                    <a:pt x="350" y="2783"/>
                  </a:cubicBezTo>
                  <a:close/>
                  <a:moveTo>
                    <a:pt x="5082" y="8312"/>
                  </a:moveTo>
                  <a:cubicBezTo>
                    <a:pt x="5133" y="8319"/>
                    <a:pt x="5446" y="8392"/>
                    <a:pt x="5482" y="8415"/>
                  </a:cubicBezTo>
                  <a:cubicBezTo>
                    <a:pt x="5504" y="8425"/>
                    <a:pt x="5495" y="8418"/>
                    <a:pt x="5507" y="8428"/>
                  </a:cubicBezTo>
                  <a:cubicBezTo>
                    <a:pt x="5437" y="8465"/>
                    <a:pt x="5402" y="8529"/>
                    <a:pt x="5341" y="8571"/>
                  </a:cubicBezTo>
                  <a:lnTo>
                    <a:pt x="5328" y="8582"/>
                  </a:lnTo>
                  <a:cubicBezTo>
                    <a:pt x="5261" y="8479"/>
                    <a:pt x="5149" y="8412"/>
                    <a:pt x="5082" y="8312"/>
                  </a:cubicBezTo>
                  <a:close/>
                  <a:moveTo>
                    <a:pt x="5017" y="8441"/>
                  </a:moveTo>
                  <a:cubicBezTo>
                    <a:pt x="5118" y="8513"/>
                    <a:pt x="5169" y="8643"/>
                    <a:pt x="5276" y="8712"/>
                  </a:cubicBezTo>
                  <a:lnTo>
                    <a:pt x="5276" y="8738"/>
                  </a:lnTo>
                  <a:cubicBezTo>
                    <a:pt x="5184" y="8734"/>
                    <a:pt x="5094" y="8728"/>
                    <a:pt x="5004" y="8725"/>
                  </a:cubicBezTo>
                  <a:cubicBezTo>
                    <a:pt x="5018" y="8646"/>
                    <a:pt x="5076" y="8534"/>
                    <a:pt x="5017" y="8454"/>
                  </a:cubicBezTo>
                  <a:lnTo>
                    <a:pt x="5017" y="8441"/>
                  </a:lnTo>
                  <a:close/>
                  <a:moveTo>
                    <a:pt x="3467" y="8081"/>
                  </a:moveTo>
                  <a:cubicBezTo>
                    <a:pt x="3721" y="8092"/>
                    <a:pt x="3867" y="8247"/>
                    <a:pt x="4086" y="8313"/>
                  </a:cubicBezTo>
                  <a:cubicBezTo>
                    <a:pt x="4352" y="8393"/>
                    <a:pt x="4666" y="8383"/>
                    <a:pt x="4876" y="8508"/>
                  </a:cubicBezTo>
                  <a:cubicBezTo>
                    <a:pt x="4877" y="8565"/>
                    <a:pt x="4876" y="8597"/>
                    <a:pt x="4850" y="8625"/>
                  </a:cubicBezTo>
                  <a:cubicBezTo>
                    <a:pt x="4813" y="8731"/>
                    <a:pt x="4623" y="8777"/>
                    <a:pt x="4441" y="8777"/>
                  </a:cubicBezTo>
                  <a:cubicBezTo>
                    <a:pt x="4365" y="8777"/>
                    <a:pt x="4291" y="8769"/>
                    <a:pt x="4230" y="8754"/>
                  </a:cubicBezTo>
                  <a:cubicBezTo>
                    <a:pt x="3846" y="8659"/>
                    <a:pt x="3345" y="8610"/>
                    <a:pt x="3364" y="8158"/>
                  </a:cubicBezTo>
                  <a:cubicBezTo>
                    <a:pt x="3378" y="8143"/>
                    <a:pt x="3390" y="8124"/>
                    <a:pt x="3401" y="8107"/>
                  </a:cubicBezTo>
                  <a:cubicBezTo>
                    <a:pt x="3429" y="8100"/>
                    <a:pt x="3448" y="8095"/>
                    <a:pt x="3467" y="8081"/>
                  </a:cubicBezTo>
                  <a:close/>
                  <a:moveTo>
                    <a:pt x="4958" y="8851"/>
                  </a:moveTo>
                  <a:cubicBezTo>
                    <a:pt x="5031" y="8851"/>
                    <a:pt x="5111" y="8856"/>
                    <a:pt x="5148" y="8879"/>
                  </a:cubicBezTo>
                  <a:cubicBezTo>
                    <a:pt x="5353" y="8882"/>
                    <a:pt x="5292" y="9003"/>
                    <a:pt x="5406" y="9085"/>
                  </a:cubicBezTo>
                  <a:cubicBezTo>
                    <a:pt x="5521" y="9169"/>
                    <a:pt x="5676" y="9202"/>
                    <a:pt x="5871" y="9202"/>
                  </a:cubicBezTo>
                  <a:cubicBezTo>
                    <a:pt x="5879" y="9202"/>
                    <a:pt x="5888" y="9202"/>
                    <a:pt x="5896" y="9202"/>
                  </a:cubicBezTo>
                  <a:lnTo>
                    <a:pt x="5896" y="9202"/>
                  </a:lnTo>
                  <a:cubicBezTo>
                    <a:pt x="5845" y="9370"/>
                    <a:pt x="5717" y="9401"/>
                    <a:pt x="5559" y="9401"/>
                  </a:cubicBezTo>
                  <a:cubicBezTo>
                    <a:pt x="5470" y="9401"/>
                    <a:pt x="5371" y="9391"/>
                    <a:pt x="5270" y="9391"/>
                  </a:cubicBezTo>
                  <a:cubicBezTo>
                    <a:pt x="5203" y="9391"/>
                    <a:pt x="5135" y="9395"/>
                    <a:pt x="5069" y="9410"/>
                  </a:cubicBezTo>
                  <a:cubicBezTo>
                    <a:pt x="4966" y="9431"/>
                    <a:pt x="4839" y="9410"/>
                    <a:pt x="4720" y="9434"/>
                  </a:cubicBezTo>
                  <a:cubicBezTo>
                    <a:pt x="4625" y="9456"/>
                    <a:pt x="4531" y="9467"/>
                    <a:pt x="4443" y="9467"/>
                  </a:cubicBezTo>
                  <a:cubicBezTo>
                    <a:pt x="4160" y="9467"/>
                    <a:pt x="3939" y="9347"/>
                    <a:pt x="3945" y="9048"/>
                  </a:cubicBezTo>
                  <a:cubicBezTo>
                    <a:pt x="3967" y="9017"/>
                    <a:pt x="3989" y="8988"/>
                    <a:pt x="4011" y="8957"/>
                  </a:cubicBezTo>
                  <a:cubicBezTo>
                    <a:pt x="4051" y="8949"/>
                    <a:pt x="4102" y="8927"/>
                    <a:pt x="4139" y="8920"/>
                  </a:cubicBezTo>
                  <a:cubicBezTo>
                    <a:pt x="4153" y="8916"/>
                    <a:pt x="4168" y="8915"/>
                    <a:pt x="4185" y="8915"/>
                  </a:cubicBezTo>
                  <a:cubicBezTo>
                    <a:pt x="4232" y="8915"/>
                    <a:pt x="4283" y="8926"/>
                    <a:pt x="4306" y="8931"/>
                  </a:cubicBezTo>
                  <a:cubicBezTo>
                    <a:pt x="4352" y="8941"/>
                    <a:pt x="4404" y="8946"/>
                    <a:pt x="4458" y="8946"/>
                  </a:cubicBezTo>
                  <a:cubicBezTo>
                    <a:pt x="4614" y="8946"/>
                    <a:pt x="4782" y="8907"/>
                    <a:pt x="4850" y="8853"/>
                  </a:cubicBezTo>
                  <a:cubicBezTo>
                    <a:pt x="4878" y="8853"/>
                    <a:pt x="4917" y="8851"/>
                    <a:pt x="4958" y="8851"/>
                  </a:cubicBezTo>
                  <a:close/>
                  <a:moveTo>
                    <a:pt x="5869" y="9462"/>
                  </a:moveTo>
                  <a:cubicBezTo>
                    <a:pt x="5937" y="9506"/>
                    <a:pt x="5970" y="9574"/>
                    <a:pt x="6024" y="9629"/>
                  </a:cubicBezTo>
                  <a:lnTo>
                    <a:pt x="6024" y="9745"/>
                  </a:lnTo>
                  <a:cubicBezTo>
                    <a:pt x="5975" y="9796"/>
                    <a:pt x="5944" y="9862"/>
                    <a:pt x="5882" y="9901"/>
                  </a:cubicBezTo>
                  <a:cubicBezTo>
                    <a:pt x="5693" y="10019"/>
                    <a:pt x="5287" y="10108"/>
                    <a:pt x="4922" y="10108"/>
                  </a:cubicBezTo>
                  <a:cubicBezTo>
                    <a:pt x="4738" y="10108"/>
                    <a:pt x="4565" y="10086"/>
                    <a:pt x="4435" y="10032"/>
                  </a:cubicBezTo>
                  <a:cubicBezTo>
                    <a:pt x="4357" y="9998"/>
                    <a:pt x="4296" y="9933"/>
                    <a:pt x="4229" y="9889"/>
                  </a:cubicBezTo>
                  <a:cubicBezTo>
                    <a:pt x="4219" y="9865"/>
                    <a:pt x="4211" y="9839"/>
                    <a:pt x="4203" y="9811"/>
                  </a:cubicBezTo>
                  <a:cubicBezTo>
                    <a:pt x="4277" y="9735"/>
                    <a:pt x="4330" y="9636"/>
                    <a:pt x="4448" y="9604"/>
                  </a:cubicBezTo>
                  <a:lnTo>
                    <a:pt x="4668" y="9604"/>
                  </a:lnTo>
                  <a:cubicBezTo>
                    <a:pt x="4848" y="9567"/>
                    <a:pt x="5075" y="9584"/>
                    <a:pt x="5262" y="9554"/>
                  </a:cubicBezTo>
                  <a:cubicBezTo>
                    <a:pt x="5309" y="9556"/>
                    <a:pt x="5357" y="9562"/>
                    <a:pt x="5403" y="9567"/>
                  </a:cubicBezTo>
                  <a:cubicBezTo>
                    <a:pt x="5566" y="9559"/>
                    <a:pt x="5779" y="9546"/>
                    <a:pt x="5869" y="9462"/>
                  </a:cubicBezTo>
                  <a:close/>
                  <a:moveTo>
                    <a:pt x="27654" y="9344"/>
                  </a:moveTo>
                  <a:lnTo>
                    <a:pt x="27654" y="9344"/>
                  </a:lnTo>
                  <a:cubicBezTo>
                    <a:pt x="27746" y="9415"/>
                    <a:pt x="27876" y="9759"/>
                    <a:pt x="27913" y="9888"/>
                  </a:cubicBezTo>
                  <a:cubicBezTo>
                    <a:pt x="27939" y="9978"/>
                    <a:pt x="27900" y="10078"/>
                    <a:pt x="27939" y="10148"/>
                  </a:cubicBezTo>
                  <a:lnTo>
                    <a:pt x="27939" y="10199"/>
                  </a:lnTo>
                  <a:lnTo>
                    <a:pt x="27927" y="10199"/>
                  </a:lnTo>
                  <a:cubicBezTo>
                    <a:pt x="27885" y="10084"/>
                    <a:pt x="27782" y="9990"/>
                    <a:pt x="27732" y="9875"/>
                  </a:cubicBezTo>
                  <a:cubicBezTo>
                    <a:pt x="27673" y="9735"/>
                    <a:pt x="27670" y="9517"/>
                    <a:pt x="27654" y="9344"/>
                  </a:cubicBezTo>
                  <a:close/>
                  <a:moveTo>
                    <a:pt x="6548" y="8101"/>
                  </a:moveTo>
                  <a:cubicBezTo>
                    <a:pt x="6964" y="8101"/>
                    <a:pt x="7137" y="8380"/>
                    <a:pt x="7304" y="8632"/>
                  </a:cubicBezTo>
                  <a:cubicBezTo>
                    <a:pt x="7336" y="8680"/>
                    <a:pt x="7392" y="8722"/>
                    <a:pt x="7420" y="8774"/>
                  </a:cubicBezTo>
                  <a:cubicBezTo>
                    <a:pt x="7474" y="8876"/>
                    <a:pt x="7475" y="9026"/>
                    <a:pt x="7548" y="9110"/>
                  </a:cubicBezTo>
                  <a:lnTo>
                    <a:pt x="7394" y="9264"/>
                  </a:lnTo>
                  <a:cubicBezTo>
                    <a:pt x="7298" y="9392"/>
                    <a:pt x="7202" y="9535"/>
                    <a:pt x="7137" y="9692"/>
                  </a:cubicBezTo>
                  <a:cubicBezTo>
                    <a:pt x="7049" y="9897"/>
                    <a:pt x="7007" y="10137"/>
                    <a:pt x="6942" y="10352"/>
                  </a:cubicBezTo>
                  <a:cubicBezTo>
                    <a:pt x="6914" y="10446"/>
                    <a:pt x="6926" y="10564"/>
                    <a:pt x="6878" y="10638"/>
                  </a:cubicBezTo>
                  <a:cubicBezTo>
                    <a:pt x="6869" y="10660"/>
                    <a:pt x="6876" y="10651"/>
                    <a:pt x="6865" y="10664"/>
                  </a:cubicBezTo>
                  <a:cubicBezTo>
                    <a:pt x="6831" y="10561"/>
                    <a:pt x="6731" y="10487"/>
                    <a:pt x="6671" y="10406"/>
                  </a:cubicBezTo>
                  <a:cubicBezTo>
                    <a:pt x="6530" y="10209"/>
                    <a:pt x="6388" y="9952"/>
                    <a:pt x="6167" y="9837"/>
                  </a:cubicBezTo>
                  <a:cubicBezTo>
                    <a:pt x="6178" y="9785"/>
                    <a:pt x="6207" y="9764"/>
                    <a:pt x="6218" y="9721"/>
                  </a:cubicBezTo>
                  <a:cubicBezTo>
                    <a:pt x="6273" y="9533"/>
                    <a:pt x="6119" y="9397"/>
                    <a:pt x="5998" y="9372"/>
                  </a:cubicBezTo>
                  <a:cubicBezTo>
                    <a:pt x="6005" y="9338"/>
                    <a:pt x="6033" y="9199"/>
                    <a:pt x="6036" y="9190"/>
                  </a:cubicBezTo>
                  <a:cubicBezTo>
                    <a:pt x="6109" y="9139"/>
                    <a:pt x="6222" y="9145"/>
                    <a:pt x="6295" y="9099"/>
                  </a:cubicBezTo>
                  <a:cubicBezTo>
                    <a:pt x="6360" y="9039"/>
                    <a:pt x="6424" y="8979"/>
                    <a:pt x="6490" y="8917"/>
                  </a:cubicBezTo>
                  <a:lnTo>
                    <a:pt x="6490" y="8905"/>
                  </a:lnTo>
                  <a:cubicBezTo>
                    <a:pt x="6272" y="8923"/>
                    <a:pt x="6058" y="9027"/>
                    <a:pt x="5830" y="9027"/>
                  </a:cubicBezTo>
                  <a:cubicBezTo>
                    <a:pt x="5763" y="9027"/>
                    <a:pt x="5694" y="9018"/>
                    <a:pt x="5624" y="8995"/>
                  </a:cubicBezTo>
                  <a:cubicBezTo>
                    <a:pt x="5552" y="8972"/>
                    <a:pt x="5501" y="8917"/>
                    <a:pt x="5443" y="8879"/>
                  </a:cubicBezTo>
                  <a:cubicBezTo>
                    <a:pt x="5435" y="8851"/>
                    <a:pt x="5431" y="8832"/>
                    <a:pt x="5417" y="8814"/>
                  </a:cubicBezTo>
                  <a:cubicBezTo>
                    <a:pt x="5422" y="8607"/>
                    <a:pt x="5585" y="8552"/>
                    <a:pt x="5728" y="8478"/>
                  </a:cubicBezTo>
                  <a:cubicBezTo>
                    <a:pt x="5924" y="8374"/>
                    <a:pt x="6145" y="8255"/>
                    <a:pt x="6347" y="8167"/>
                  </a:cubicBezTo>
                  <a:cubicBezTo>
                    <a:pt x="6411" y="8139"/>
                    <a:pt x="6487" y="8139"/>
                    <a:pt x="6542" y="8101"/>
                  </a:cubicBezTo>
                  <a:cubicBezTo>
                    <a:pt x="6544" y="8101"/>
                    <a:pt x="6546" y="8101"/>
                    <a:pt x="6548" y="8101"/>
                  </a:cubicBezTo>
                  <a:close/>
                  <a:moveTo>
                    <a:pt x="5844" y="10070"/>
                  </a:moveTo>
                  <a:cubicBezTo>
                    <a:pt x="5896" y="10087"/>
                    <a:pt x="5931" y="10131"/>
                    <a:pt x="5947" y="10186"/>
                  </a:cubicBezTo>
                  <a:cubicBezTo>
                    <a:pt x="6005" y="10283"/>
                    <a:pt x="5864" y="10398"/>
                    <a:pt x="5818" y="10443"/>
                  </a:cubicBezTo>
                  <a:cubicBezTo>
                    <a:pt x="5668" y="10593"/>
                    <a:pt x="5483" y="10717"/>
                    <a:pt x="5249" y="10781"/>
                  </a:cubicBezTo>
                  <a:cubicBezTo>
                    <a:pt x="5210" y="10791"/>
                    <a:pt x="5158" y="10797"/>
                    <a:pt x="5106" y="10797"/>
                  </a:cubicBezTo>
                  <a:cubicBezTo>
                    <a:pt x="5028" y="10797"/>
                    <a:pt x="4950" y="10784"/>
                    <a:pt x="4913" y="10754"/>
                  </a:cubicBezTo>
                  <a:cubicBezTo>
                    <a:pt x="4848" y="10733"/>
                    <a:pt x="4835" y="10686"/>
                    <a:pt x="4797" y="10638"/>
                  </a:cubicBezTo>
                  <a:cubicBezTo>
                    <a:pt x="4799" y="10419"/>
                    <a:pt x="4908" y="10388"/>
                    <a:pt x="4979" y="10251"/>
                  </a:cubicBezTo>
                  <a:cubicBezTo>
                    <a:pt x="5239" y="10250"/>
                    <a:pt x="5707" y="10192"/>
                    <a:pt x="5844" y="10070"/>
                  </a:cubicBezTo>
                  <a:close/>
                  <a:moveTo>
                    <a:pt x="6091" y="9913"/>
                  </a:moveTo>
                  <a:cubicBezTo>
                    <a:pt x="6164" y="9942"/>
                    <a:pt x="6261" y="10129"/>
                    <a:pt x="6311" y="10196"/>
                  </a:cubicBezTo>
                  <a:cubicBezTo>
                    <a:pt x="6420" y="10347"/>
                    <a:pt x="6535" y="10497"/>
                    <a:pt x="6647" y="10650"/>
                  </a:cubicBezTo>
                  <a:cubicBezTo>
                    <a:pt x="6740" y="10775"/>
                    <a:pt x="6879" y="10871"/>
                    <a:pt x="6918" y="11050"/>
                  </a:cubicBezTo>
                  <a:cubicBezTo>
                    <a:pt x="6847" y="11134"/>
                    <a:pt x="6790" y="11214"/>
                    <a:pt x="6671" y="11246"/>
                  </a:cubicBezTo>
                  <a:cubicBezTo>
                    <a:pt x="6655" y="11250"/>
                    <a:pt x="6639" y="11252"/>
                    <a:pt x="6624" y="11252"/>
                  </a:cubicBezTo>
                  <a:cubicBezTo>
                    <a:pt x="6529" y="11252"/>
                    <a:pt x="6460" y="11176"/>
                    <a:pt x="6412" y="11141"/>
                  </a:cubicBezTo>
                  <a:cubicBezTo>
                    <a:pt x="6223" y="11006"/>
                    <a:pt x="6033" y="10784"/>
                    <a:pt x="5909" y="10586"/>
                  </a:cubicBezTo>
                  <a:lnTo>
                    <a:pt x="5896" y="10573"/>
                  </a:lnTo>
                  <a:cubicBezTo>
                    <a:pt x="6033" y="10486"/>
                    <a:pt x="6122" y="10327"/>
                    <a:pt x="6104" y="10121"/>
                  </a:cubicBezTo>
                  <a:cubicBezTo>
                    <a:pt x="6069" y="10087"/>
                    <a:pt x="6033" y="10051"/>
                    <a:pt x="6000" y="10017"/>
                  </a:cubicBezTo>
                  <a:cubicBezTo>
                    <a:pt x="5978" y="10007"/>
                    <a:pt x="5988" y="10014"/>
                    <a:pt x="5975" y="10004"/>
                  </a:cubicBezTo>
                  <a:cubicBezTo>
                    <a:pt x="6024" y="9988"/>
                    <a:pt x="6065" y="9953"/>
                    <a:pt x="6091" y="9913"/>
                  </a:cubicBezTo>
                  <a:close/>
                  <a:moveTo>
                    <a:pt x="26555" y="3828"/>
                  </a:moveTo>
                  <a:cubicBezTo>
                    <a:pt x="26533" y="4061"/>
                    <a:pt x="26428" y="4290"/>
                    <a:pt x="26450" y="4552"/>
                  </a:cubicBezTo>
                  <a:cubicBezTo>
                    <a:pt x="26583" y="4684"/>
                    <a:pt x="26890" y="4903"/>
                    <a:pt x="27182" y="4903"/>
                  </a:cubicBezTo>
                  <a:cubicBezTo>
                    <a:pt x="27250" y="4903"/>
                    <a:pt x="27317" y="4891"/>
                    <a:pt x="27381" y="4863"/>
                  </a:cubicBezTo>
                  <a:cubicBezTo>
                    <a:pt x="27503" y="4808"/>
                    <a:pt x="27568" y="4674"/>
                    <a:pt x="27639" y="4565"/>
                  </a:cubicBezTo>
                  <a:cubicBezTo>
                    <a:pt x="27679" y="4504"/>
                    <a:pt x="27735" y="4452"/>
                    <a:pt x="27756" y="4370"/>
                  </a:cubicBezTo>
                  <a:cubicBezTo>
                    <a:pt x="27981" y="4430"/>
                    <a:pt x="28183" y="4565"/>
                    <a:pt x="28388" y="4654"/>
                  </a:cubicBezTo>
                  <a:cubicBezTo>
                    <a:pt x="28805" y="4836"/>
                    <a:pt x="29239" y="4975"/>
                    <a:pt x="29668" y="5132"/>
                  </a:cubicBezTo>
                  <a:cubicBezTo>
                    <a:pt x="29554" y="5314"/>
                    <a:pt x="29450" y="5426"/>
                    <a:pt x="29357" y="5648"/>
                  </a:cubicBezTo>
                  <a:cubicBezTo>
                    <a:pt x="29332" y="5708"/>
                    <a:pt x="29281" y="5803"/>
                    <a:pt x="29332" y="5868"/>
                  </a:cubicBezTo>
                  <a:cubicBezTo>
                    <a:pt x="29354" y="5893"/>
                    <a:pt x="29378" y="5904"/>
                    <a:pt x="29405" y="5904"/>
                  </a:cubicBezTo>
                  <a:cubicBezTo>
                    <a:pt x="29513" y="5904"/>
                    <a:pt x="29646" y="5727"/>
                    <a:pt x="29705" y="5686"/>
                  </a:cubicBezTo>
                  <a:cubicBezTo>
                    <a:pt x="29916" y="5542"/>
                    <a:pt x="30117" y="5404"/>
                    <a:pt x="30325" y="5259"/>
                  </a:cubicBezTo>
                  <a:cubicBezTo>
                    <a:pt x="30376" y="5224"/>
                    <a:pt x="30419" y="5156"/>
                    <a:pt x="30480" y="5129"/>
                  </a:cubicBezTo>
                  <a:cubicBezTo>
                    <a:pt x="30516" y="5114"/>
                    <a:pt x="30556" y="5108"/>
                    <a:pt x="30598" y="5108"/>
                  </a:cubicBezTo>
                  <a:cubicBezTo>
                    <a:pt x="30724" y="5108"/>
                    <a:pt x="30861" y="5166"/>
                    <a:pt x="30906" y="5221"/>
                  </a:cubicBezTo>
                  <a:cubicBezTo>
                    <a:pt x="31018" y="5352"/>
                    <a:pt x="30982" y="5573"/>
                    <a:pt x="30919" y="5724"/>
                  </a:cubicBezTo>
                  <a:cubicBezTo>
                    <a:pt x="30796" y="6024"/>
                    <a:pt x="30649" y="6300"/>
                    <a:pt x="30313" y="6384"/>
                  </a:cubicBezTo>
                  <a:cubicBezTo>
                    <a:pt x="30276" y="6393"/>
                    <a:pt x="30243" y="6397"/>
                    <a:pt x="30212" y="6397"/>
                  </a:cubicBezTo>
                  <a:cubicBezTo>
                    <a:pt x="30030" y="6397"/>
                    <a:pt x="29936" y="6258"/>
                    <a:pt x="29743" y="6255"/>
                  </a:cubicBezTo>
                  <a:cubicBezTo>
                    <a:pt x="29692" y="6304"/>
                    <a:pt x="29618" y="6339"/>
                    <a:pt x="29576" y="6397"/>
                  </a:cubicBezTo>
                  <a:cubicBezTo>
                    <a:pt x="29442" y="6582"/>
                    <a:pt x="29326" y="6771"/>
                    <a:pt x="29189" y="6953"/>
                  </a:cubicBezTo>
                  <a:cubicBezTo>
                    <a:pt x="29093" y="7082"/>
                    <a:pt x="28900" y="7134"/>
                    <a:pt x="28803" y="7264"/>
                  </a:cubicBezTo>
                  <a:lnTo>
                    <a:pt x="28789" y="7264"/>
                  </a:lnTo>
                  <a:lnTo>
                    <a:pt x="28789" y="7277"/>
                  </a:lnTo>
                  <a:cubicBezTo>
                    <a:pt x="29056" y="7214"/>
                    <a:pt x="29310" y="7069"/>
                    <a:pt x="29450" y="6877"/>
                  </a:cubicBezTo>
                  <a:cubicBezTo>
                    <a:pt x="29522" y="6777"/>
                    <a:pt x="29692" y="6464"/>
                    <a:pt x="29798" y="6423"/>
                  </a:cubicBezTo>
                  <a:cubicBezTo>
                    <a:pt x="29805" y="6421"/>
                    <a:pt x="29811" y="6420"/>
                    <a:pt x="29818" y="6420"/>
                  </a:cubicBezTo>
                  <a:cubicBezTo>
                    <a:pt x="29875" y="6420"/>
                    <a:pt x="29956" y="6494"/>
                    <a:pt x="30005" y="6515"/>
                  </a:cubicBezTo>
                  <a:cubicBezTo>
                    <a:pt x="30053" y="6524"/>
                    <a:pt x="30099" y="6531"/>
                    <a:pt x="30147" y="6540"/>
                  </a:cubicBezTo>
                  <a:cubicBezTo>
                    <a:pt x="30296" y="6609"/>
                    <a:pt x="30383" y="6813"/>
                    <a:pt x="30470" y="6954"/>
                  </a:cubicBezTo>
                  <a:cubicBezTo>
                    <a:pt x="30527" y="7046"/>
                    <a:pt x="30616" y="7153"/>
                    <a:pt x="30703" y="7213"/>
                  </a:cubicBezTo>
                  <a:cubicBezTo>
                    <a:pt x="30815" y="7291"/>
                    <a:pt x="30947" y="7336"/>
                    <a:pt x="31027" y="7445"/>
                  </a:cubicBezTo>
                  <a:cubicBezTo>
                    <a:pt x="31196" y="7680"/>
                    <a:pt x="31332" y="8245"/>
                    <a:pt x="31209" y="8633"/>
                  </a:cubicBezTo>
                  <a:cubicBezTo>
                    <a:pt x="30918" y="9542"/>
                    <a:pt x="30011" y="9952"/>
                    <a:pt x="29322" y="10470"/>
                  </a:cubicBezTo>
                  <a:cubicBezTo>
                    <a:pt x="29297" y="10500"/>
                    <a:pt x="29271" y="10529"/>
                    <a:pt x="29245" y="10560"/>
                  </a:cubicBezTo>
                  <a:cubicBezTo>
                    <a:pt x="29067" y="10693"/>
                    <a:pt x="28884" y="10872"/>
                    <a:pt x="28753" y="11051"/>
                  </a:cubicBezTo>
                  <a:cubicBezTo>
                    <a:pt x="28675" y="11159"/>
                    <a:pt x="28612" y="11330"/>
                    <a:pt x="28507" y="11413"/>
                  </a:cubicBezTo>
                  <a:cubicBezTo>
                    <a:pt x="28499" y="11435"/>
                    <a:pt x="28506" y="11425"/>
                    <a:pt x="28496" y="11438"/>
                  </a:cubicBezTo>
                  <a:cubicBezTo>
                    <a:pt x="28452" y="11227"/>
                    <a:pt x="28432" y="10999"/>
                    <a:pt x="28353" y="10818"/>
                  </a:cubicBezTo>
                  <a:cubicBezTo>
                    <a:pt x="28286" y="10664"/>
                    <a:pt x="28148" y="10535"/>
                    <a:pt x="28096" y="10378"/>
                  </a:cubicBezTo>
                  <a:cubicBezTo>
                    <a:pt x="27999" y="10093"/>
                    <a:pt x="28067" y="9724"/>
                    <a:pt x="27940" y="9474"/>
                  </a:cubicBezTo>
                  <a:cubicBezTo>
                    <a:pt x="27802" y="9200"/>
                    <a:pt x="27581" y="8989"/>
                    <a:pt x="27424" y="8738"/>
                  </a:cubicBezTo>
                  <a:cubicBezTo>
                    <a:pt x="27307" y="8545"/>
                    <a:pt x="27269" y="8296"/>
                    <a:pt x="27141" y="8117"/>
                  </a:cubicBezTo>
                  <a:cubicBezTo>
                    <a:pt x="27056" y="8004"/>
                    <a:pt x="26927" y="7957"/>
                    <a:pt x="26827" y="7860"/>
                  </a:cubicBezTo>
                  <a:lnTo>
                    <a:pt x="26802" y="7860"/>
                  </a:lnTo>
                  <a:cubicBezTo>
                    <a:pt x="26859" y="7818"/>
                    <a:pt x="26955" y="7841"/>
                    <a:pt x="27035" y="7822"/>
                  </a:cubicBezTo>
                  <a:cubicBezTo>
                    <a:pt x="27158" y="7790"/>
                    <a:pt x="27299" y="7732"/>
                    <a:pt x="27421" y="7717"/>
                  </a:cubicBezTo>
                  <a:cubicBezTo>
                    <a:pt x="27410" y="7711"/>
                    <a:pt x="27396" y="7709"/>
                    <a:pt x="27381" y="7709"/>
                  </a:cubicBezTo>
                  <a:cubicBezTo>
                    <a:pt x="27335" y="7709"/>
                    <a:pt x="27275" y="7729"/>
                    <a:pt x="27227" y="7730"/>
                  </a:cubicBezTo>
                  <a:cubicBezTo>
                    <a:pt x="27169" y="7732"/>
                    <a:pt x="27111" y="7734"/>
                    <a:pt x="27054" y="7734"/>
                  </a:cubicBezTo>
                  <a:cubicBezTo>
                    <a:pt x="26943" y="7734"/>
                    <a:pt x="26835" y="7728"/>
                    <a:pt x="26737" y="7706"/>
                  </a:cubicBezTo>
                  <a:cubicBezTo>
                    <a:pt x="26280" y="7598"/>
                    <a:pt x="25784" y="7517"/>
                    <a:pt x="25457" y="7278"/>
                  </a:cubicBezTo>
                  <a:cubicBezTo>
                    <a:pt x="25368" y="7213"/>
                    <a:pt x="25223" y="7073"/>
                    <a:pt x="25262" y="6891"/>
                  </a:cubicBezTo>
                  <a:cubicBezTo>
                    <a:pt x="25306" y="6691"/>
                    <a:pt x="25398" y="6529"/>
                    <a:pt x="25457" y="6348"/>
                  </a:cubicBezTo>
                  <a:cubicBezTo>
                    <a:pt x="25521" y="6150"/>
                    <a:pt x="25470" y="5893"/>
                    <a:pt x="25598" y="5766"/>
                  </a:cubicBezTo>
                  <a:cubicBezTo>
                    <a:pt x="25599" y="5766"/>
                    <a:pt x="25601" y="5766"/>
                    <a:pt x="25602" y="5766"/>
                  </a:cubicBezTo>
                  <a:cubicBezTo>
                    <a:pt x="25648" y="5766"/>
                    <a:pt x="25894" y="5879"/>
                    <a:pt x="25947" y="5907"/>
                  </a:cubicBezTo>
                  <a:cubicBezTo>
                    <a:pt x="26167" y="6022"/>
                    <a:pt x="26324" y="6063"/>
                    <a:pt x="26656" y="6063"/>
                  </a:cubicBezTo>
                  <a:cubicBezTo>
                    <a:pt x="26673" y="6063"/>
                    <a:pt x="26691" y="6063"/>
                    <a:pt x="26709" y="6063"/>
                  </a:cubicBezTo>
                  <a:cubicBezTo>
                    <a:pt x="26630" y="6041"/>
                    <a:pt x="26555" y="6019"/>
                    <a:pt x="26476" y="5997"/>
                  </a:cubicBezTo>
                  <a:cubicBezTo>
                    <a:pt x="26295" y="5922"/>
                    <a:pt x="26122" y="5801"/>
                    <a:pt x="25946" y="5725"/>
                  </a:cubicBezTo>
                  <a:cubicBezTo>
                    <a:pt x="25828" y="5675"/>
                    <a:pt x="25790" y="5688"/>
                    <a:pt x="25700" y="5609"/>
                  </a:cubicBezTo>
                  <a:cubicBezTo>
                    <a:pt x="25714" y="5522"/>
                    <a:pt x="25761" y="5500"/>
                    <a:pt x="25792" y="5442"/>
                  </a:cubicBezTo>
                  <a:cubicBezTo>
                    <a:pt x="25824" y="5377"/>
                    <a:pt x="25829" y="5257"/>
                    <a:pt x="25829" y="5172"/>
                  </a:cubicBezTo>
                  <a:cubicBezTo>
                    <a:pt x="25950" y="5179"/>
                    <a:pt x="26069" y="5195"/>
                    <a:pt x="26165" y="5237"/>
                  </a:cubicBezTo>
                  <a:cubicBezTo>
                    <a:pt x="26255" y="5274"/>
                    <a:pt x="26388" y="5345"/>
                    <a:pt x="26512" y="5345"/>
                  </a:cubicBezTo>
                  <a:cubicBezTo>
                    <a:pt x="26585" y="5345"/>
                    <a:pt x="26654" y="5321"/>
                    <a:pt x="26709" y="5250"/>
                  </a:cubicBezTo>
                  <a:lnTo>
                    <a:pt x="26735" y="5250"/>
                  </a:lnTo>
                  <a:lnTo>
                    <a:pt x="26735" y="5237"/>
                  </a:lnTo>
                  <a:cubicBezTo>
                    <a:pt x="26656" y="5241"/>
                    <a:pt x="26591" y="5282"/>
                    <a:pt x="26509" y="5282"/>
                  </a:cubicBezTo>
                  <a:cubicBezTo>
                    <a:pt x="26491" y="5282"/>
                    <a:pt x="26472" y="5280"/>
                    <a:pt x="26452" y="5275"/>
                  </a:cubicBezTo>
                  <a:cubicBezTo>
                    <a:pt x="26328" y="5244"/>
                    <a:pt x="26236" y="5154"/>
                    <a:pt x="26127" y="5108"/>
                  </a:cubicBezTo>
                  <a:cubicBezTo>
                    <a:pt x="25965" y="5039"/>
                    <a:pt x="25748" y="5047"/>
                    <a:pt x="25624" y="4940"/>
                  </a:cubicBezTo>
                  <a:cubicBezTo>
                    <a:pt x="25608" y="4910"/>
                    <a:pt x="25589" y="4881"/>
                    <a:pt x="25573" y="4850"/>
                  </a:cubicBezTo>
                  <a:cubicBezTo>
                    <a:pt x="25581" y="4523"/>
                    <a:pt x="25831" y="4372"/>
                    <a:pt x="26026" y="4231"/>
                  </a:cubicBezTo>
                  <a:cubicBezTo>
                    <a:pt x="26152" y="4138"/>
                    <a:pt x="26258" y="4016"/>
                    <a:pt x="26388" y="3920"/>
                  </a:cubicBezTo>
                  <a:cubicBezTo>
                    <a:pt x="26404" y="3898"/>
                    <a:pt x="26421" y="3876"/>
                    <a:pt x="26439" y="3854"/>
                  </a:cubicBezTo>
                  <a:cubicBezTo>
                    <a:pt x="26468" y="3838"/>
                    <a:pt x="26504" y="3846"/>
                    <a:pt x="26529" y="3828"/>
                  </a:cubicBezTo>
                  <a:close/>
                  <a:moveTo>
                    <a:pt x="27084" y="8334"/>
                  </a:moveTo>
                  <a:cubicBezTo>
                    <a:pt x="27117" y="8424"/>
                    <a:pt x="27152" y="8515"/>
                    <a:pt x="27187" y="8604"/>
                  </a:cubicBezTo>
                  <a:cubicBezTo>
                    <a:pt x="27117" y="8671"/>
                    <a:pt x="26969" y="9132"/>
                    <a:pt x="26928" y="9250"/>
                  </a:cubicBezTo>
                  <a:cubicBezTo>
                    <a:pt x="26910" y="9308"/>
                    <a:pt x="26920" y="9360"/>
                    <a:pt x="26891" y="9404"/>
                  </a:cubicBezTo>
                  <a:lnTo>
                    <a:pt x="26891" y="9469"/>
                  </a:lnTo>
                  <a:cubicBezTo>
                    <a:pt x="26931" y="9413"/>
                    <a:pt x="26927" y="9331"/>
                    <a:pt x="26956" y="9263"/>
                  </a:cubicBezTo>
                  <a:cubicBezTo>
                    <a:pt x="27027" y="9088"/>
                    <a:pt x="27128" y="8860"/>
                    <a:pt x="27254" y="8732"/>
                  </a:cubicBezTo>
                  <a:cubicBezTo>
                    <a:pt x="27327" y="8883"/>
                    <a:pt x="27437" y="8982"/>
                    <a:pt x="27487" y="9158"/>
                  </a:cubicBezTo>
                  <a:cubicBezTo>
                    <a:pt x="27564" y="9430"/>
                    <a:pt x="27513" y="9761"/>
                    <a:pt x="27616" y="9985"/>
                  </a:cubicBezTo>
                  <a:cubicBezTo>
                    <a:pt x="27727" y="10228"/>
                    <a:pt x="27932" y="10404"/>
                    <a:pt x="28068" y="10618"/>
                  </a:cubicBezTo>
                  <a:cubicBezTo>
                    <a:pt x="28211" y="10843"/>
                    <a:pt x="28281" y="11095"/>
                    <a:pt x="28352" y="11394"/>
                  </a:cubicBezTo>
                  <a:cubicBezTo>
                    <a:pt x="28425" y="11698"/>
                    <a:pt x="28262" y="11974"/>
                    <a:pt x="28198" y="12208"/>
                  </a:cubicBezTo>
                  <a:cubicBezTo>
                    <a:pt x="28167" y="12381"/>
                    <a:pt x="28138" y="12554"/>
                    <a:pt x="28106" y="12725"/>
                  </a:cubicBezTo>
                  <a:cubicBezTo>
                    <a:pt x="28103" y="12806"/>
                    <a:pt x="28097" y="12887"/>
                    <a:pt x="28095" y="12970"/>
                  </a:cubicBezTo>
                  <a:cubicBezTo>
                    <a:pt x="28004" y="13344"/>
                    <a:pt x="27972" y="13755"/>
                    <a:pt x="27862" y="14094"/>
                  </a:cubicBezTo>
                  <a:cubicBezTo>
                    <a:pt x="27786" y="14324"/>
                    <a:pt x="27754" y="14530"/>
                    <a:pt x="27680" y="14754"/>
                  </a:cubicBezTo>
                  <a:cubicBezTo>
                    <a:pt x="27506" y="15279"/>
                    <a:pt x="27312" y="15820"/>
                    <a:pt x="27136" y="16345"/>
                  </a:cubicBezTo>
                  <a:cubicBezTo>
                    <a:pt x="27014" y="16708"/>
                    <a:pt x="26931" y="17080"/>
                    <a:pt x="26812" y="17442"/>
                  </a:cubicBezTo>
                  <a:cubicBezTo>
                    <a:pt x="26747" y="17743"/>
                    <a:pt x="26684" y="18046"/>
                    <a:pt x="26619" y="18347"/>
                  </a:cubicBezTo>
                  <a:cubicBezTo>
                    <a:pt x="26601" y="18467"/>
                    <a:pt x="26584" y="18590"/>
                    <a:pt x="26568" y="18709"/>
                  </a:cubicBezTo>
                  <a:cubicBezTo>
                    <a:pt x="26395" y="19316"/>
                    <a:pt x="26194" y="20043"/>
                    <a:pt x="26219" y="20778"/>
                  </a:cubicBezTo>
                  <a:cubicBezTo>
                    <a:pt x="25216" y="20821"/>
                    <a:pt x="24213" y="20862"/>
                    <a:pt x="23206" y="20906"/>
                  </a:cubicBezTo>
                  <a:lnTo>
                    <a:pt x="22923" y="20906"/>
                  </a:lnTo>
                  <a:cubicBezTo>
                    <a:pt x="22717" y="20917"/>
                    <a:pt x="22440" y="20901"/>
                    <a:pt x="22238" y="20945"/>
                  </a:cubicBezTo>
                  <a:cubicBezTo>
                    <a:pt x="22217" y="20949"/>
                    <a:pt x="22194" y="20951"/>
                    <a:pt x="22171" y="20951"/>
                  </a:cubicBezTo>
                  <a:cubicBezTo>
                    <a:pt x="22127" y="20951"/>
                    <a:pt x="22081" y="20945"/>
                    <a:pt x="22040" y="20945"/>
                  </a:cubicBezTo>
                  <a:cubicBezTo>
                    <a:pt x="22001" y="20945"/>
                    <a:pt x="21967" y="20950"/>
                    <a:pt x="21940" y="20970"/>
                  </a:cubicBezTo>
                  <a:lnTo>
                    <a:pt x="21875" y="21035"/>
                  </a:lnTo>
                  <a:cubicBezTo>
                    <a:pt x="21881" y="21211"/>
                    <a:pt x="21966" y="21348"/>
                    <a:pt x="22017" y="21487"/>
                  </a:cubicBezTo>
                  <a:cubicBezTo>
                    <a:pt x="22119" y="21762"/>
                    <a:pt x="22195" y="22043"/>
                    <a:pt x="22301" y="22301"/>
                  </a:cubicBezTo>
                  <a:cubicBezTo>
                    <a:pt x="22378" y="22493"/>
                    <a:pt x="22402" y="22679"/>
                    <a:pt x="22482" y="22871"/>
                  </a:cubicBezTo>
                  <a:cubicBezTo>
                    <a:pt x="22727" y="23467"/>
                    <a:pt x="22894" y="24123"/>
                    <a:pt x="23141" y="24719"/>
                  </a:cubicBezTo>
                  <a:cubicBezTo>
                    <a:pt x="23167" y="24809"/>
                    <a:pt x="23192" y="24901"/>
                    <a:pt x="23220" y="24990"/>
                  </a:cubicBezTo>
                  <a:cubicBezTo>
                    <a:pt x="23316" y="25224"/>
                    <a:pt x="23401" y="25490"/>
                    <a:pt x="23490" y="25725"/>
                  </a:cubicBezTo>
                  <a:cubicBezTo>
                    <a:pt x="23545" y="25871"/>
                    <a:pt x="23560" y="26058"/>
                    <a:pt x="23646" y="26179"/>
                  </a:cubicBezTo>
                  <a:lnTo>
                    <a:pt x="23646" y="26204"/>
                  </a:lnTo>
                  <a:cubicBezTo>
                    <a:pt x="23446" y="26073"/>
                    <a:pt x="23279" y="25820"/>
                    <a:pt x="23076" y="25674"/>
                  </a:cubicBezTo>
                  <a:cubicBezTo>
                    <a:pt x="22507" y="25266"/>
                    <a:pt x="21835" y="25004"/>
                    <a:pt x="21542" y="24309"/>
                  </a:cubicBezTo>
                  <a:cubicBezTo>
                    <a:pt x="21306" y="23745"/>
                    <a:pt x="21401" y="22623"/>
                    <a:pt x="21542" y="22008"/>
                  </a:cubicBezTo>
                  <a:lnTo>
                    <a:pt x="21581" y="21593"/>
                  </a:lnTo>
                  <a:cubicBezTo>
                    <a:pt x="21676" y="21189"/>
                    <a:pt x="21662" y="20749"/>
                    <a:pt x="21763" y="20339"/>
                  </a:cubicBezTo>
                  <a:cubicBezTo>
                    <a:pt x="21840" y="20016"/>
                    <a:pt x="21853" y="19667"/>
                    <a:pt x="21945" y="19346"/>
                  </a:cubicBezTo>
                  <a:cubicBezTo>
                    <a:pt x="22075" y="18880"/>
                    <a:pt x="22173" y="18395"/>
                    <a:pt x="22318" y="17950"/>
                  </a:cubicBezTo>
                  <a:cubicBezTo>
                    <a:pt x="22368" y="17799"/>
                    <a:pt x="22373" y="17662"/>
                    <a:pt x="22421" y="17509"/>
                  </a:cubicBezTo>
                  <a:cubicBezTo>
                    <a:pt x="22514" y="17223"/>
                    <a:pt x="22555" y="16916"/>
                    <a:pt x="22642" y="16605"/>
                  </a:cubicBezTo>
                  <a:cubicBezTo>
                    <a:pt x="22686" y="16449"/>
                    <a:pt x="22725" y="16250"/>
                    <a:pt x="22770" y="16100"/>
                  </a:cubicBezTo>
                  <a:lnTo>
                    <a:pt x="22770" y="15997"/>
                  </a:lnTo>
                  <a:cubicBezTo>
                    <a:pt x="22804" y="15865"/>
                    <a:pt x="22811" y="15720"/>
                    <a:pt x="22849" y="15571"/>
                  </a:cubicBezTo>
                  <a:cubicBezTo>
                    <a:pt x="23052" y="14756"/>
                    <a:pt x="23032" y="13702"/>
                    <a:pt x="22667" y="13103"/>
                  </a:cubicBezTo>
                  <a:cubicBezTo>
                    <a:pt x="22609" y="13007"/>
                    <a:pt x="22577" y="12896"/>
                    <a:pt x="22500" y="12819"/>
                  </a:cubicBezTo>
                  <a:lnTo>
                    <a:pt x="22500" y="12806"/>
                  </a:lnTo>
                  <a:lnTo>
                    <a:pt x="22487" y="12806"/>
                  </a:lnTo>
                  <a:cubicBezTo>
                    <a:pt x="22623" y="13315"/>
                    <a:pt x="22923" y="13941"/>
                    <a:pt x="22770" y="14654"/>
                  </a:cubicBezTo>
                  <a:cubicBezTo>
                    <a:pt x="22737" y="14814"/>
                    <a:pt x="22767" y="15096"/>
                    <a:pt x="22693" y="15211"/>
                  </a:cubicBezTo>
                  <a:lnTo>
                    <a:pt x="22693" y="15289"/>
                  </a:lnTo>
                  <a:cubicBezTo>
                    <a:pt x="22638" y="15256"/>
                    <a:pt x="22625" y="15147"/>
                    <a:pt x="22589" y="15094"/>
                  </a:cubicBezTo>
                  <a:cubicBezTo>
                    <a:pt x="22519" y="14993"/>
                    <a:pt x="22395" y="14882"/>
                    <a:pt x="22291" y="14811"/>
                  </a:cubicBezTo>
                  <a:cubicBezTo>
                    <a:pt x="21956" y="14578"/>
                    <a:pt x="21418" y="14418"/>
                    <a:pt x="20999" y="14280"/>
                  </a:cubicBezTo>
                  <a:cubicBezTo>
                    <a:pt x="20435" y="14094"/>
                    <a:pt x="19784" y="14071"/>
                    <a:pt x="19079" y="14071"/>
                  </a:cubicBezTo>
                  <a:cubicBezTo>
                    <a:pt x="18854" y="14071"/>
                    <a:pt x="18624" y="14074"/>
                    <a:pt x="18390" y="14074"/>
                  </a:cubicBezTo>
                  <a:cubicBezTo>
                    <a:pt x="18201" y="14074"/>
                    <a:pt x="17991" y="14086"/>
                    <a:pt x="17791" y="14086"/>
                  </a:cubicBezTo>
                  <a:cubicBezTo>
                    <a:pt x="17626" y="14086"/>
                    <a:pt x="17467" y="14078"/>
                    <a:pt x="17330" y="14048"/>
                  </a:cubicBezTo>
                  <a:lnTo>
                    <a:pt x="17148" y="14048"/>
                  </a:lnTo>
                  <a:cubicBezTo>
                    <a:pt x="16918" y="14023"/>
                    <a:pt x="16692" y="13997"/>
                    <a:pt x="16463" y="13969"/>
                  </a:cubicBezTo>
                  <a:cubicBezTo>
                    <a:pt x="16101" y="13885"/>
                    <a:pt x="15739" y="13797"/>
                    <a:pt x="15377" y="13712"/>
                  </a:cubicBezTo>
                  <a:cubicBezTo>
                    <a:pt x="15184" y="13661"/>
                    <a:pt x="14999" y="13684"/>
                    <a:pt x="14796" y="13633"/>
                  </a:cubicBezTo>
                  <a:cubicBezTo>
                    <a:pt x="14576" y="13577"/>
                    <a:pt x="14357" y="13521"/>
                    <a:pt x="14137" y="13466"/>
                  </a:cubicBezTo>
                  <a:lnTo>
                    <a:pt x="13542" y="13363"/>
                  </a:lnTo>
                  <a:cubicBezTo>
                    <a:pt x="12897" y="13293"/>
                    <a:pt x="12250" y="13225"/>
                    <a:pt x="11604" y="13155"/>
                  </a:cubicBezTo>
                  <a:cubicBezTo>
                    <a:pt x="11161" y="13046"/>
                    <a:pt x="10732" y="12985"/>
                    <a:pt x="10351" y="12819"/>
                  </a:cubicBezTo>
                  <a:cubicBezTo>
                    <a:pt x="9980" y="12659"/>
                    <a:pt x="9656" y="12419"/>
                    <a:pt x="9291" y="12264"/>
                  </a:cubicBezTo>
                  <a:cubicBezTo>
                    <a:pt x="9123" y="12191"/>
                    <a:pt x="8932" y="12159"/>
                    <a:pt x="8697" y="12159"/>
                  </a:cubicBezTo>
                  <a:cubicBezTo>
                    <a:pt x="8660" y="12159"/>
                    <a:pt x="8606" y="12154"/>
                    <a:pt x="8556" y="12154"/>
                  </a:cubicBezTo>
                  <a:cubicBezTo>
                    <a:pt x="8513" y="12154"/>
                    <a:pt x="8473" y="12158"/>
                    <a:pt x="8452" y="12172"/>
                  </a:cubicBezTo>
                  <a:cubicBezTo>
                    <a:pt x="8108" y="12169"/>
                    <a:pt x="8205" y="11474"/>
                    <a:pt x="8271" y="11217"/>
                  </a:cubicBezTo>
                  <a:cubicBezTo>
                    <a:pt x="8294" y="11127"/>
                    <a:pt x="8287" y="11032"/>
                    <a:pt x="8336" y="10971"/>
                  </a:cubicBezTo>
                  <a:lnTo>
                    <a:pt x="8336" y="10933"/>
                  </a:lnTo>
                  <a:lnTo>
                    <a:pt x="8323" y="10933"/>
                  </a:lnTo>
                  <a:cubicBezTo>
                    <a:pt x="8252" y="11178"/>
                    <a:pt x="8100" y="11374"/>
                    <a:pt x="8039" y="11643"/>
                  </a:cubicBezTo>
                  <a:cubicBezTo>
                    <a:pt x="8009" y="11772"/>
                    <a:pt x="8039" y="11995"/>
                    <a:pt x="8090" y="12057"/>
                  </a:cubicBezTo>
                  <a:lnTo>
                    <a:pt x="8090" y="12083"/>
                  </a:lnTo>
                  <a:cubicBezTo>
                    <a:pt x="7958" y="12028"/>
                    <a:pt x="7799" y="12016"/>
                    <a:pt x="7638" y="11980"/>
                  </a:cubicBezTo>
                  <a:cubicBezTo>
                    <a:pt x="7604" y="11972"/>
                    <a:pt x="7568" y="11970"/>
                    <a:pt x="7531" y="11970"/>
                  </a:cubicBezTo>
                  <a:cubicBezTo>
                    <a:pt x="7465" y="11970"/>
                    <a:pt x="7398" y="11978"/>
                    <a:pt x="7337" y="11978"/>
                  </a:cubicBezTo>
                  <a:cubicBezTo>
                    <a:pt x="7278" y="11978"/>
                    <a:pt x="7225" y="11970"/>
                    <a:pt x="7184" y="11941"/>
                  </a:cubicBezTo>
                  <a:cubicBezTo>
                    <a:pt x="7071" y="11865"/>
                    <a:pt x="7020" y="11609"/>
                    <a:pt x="6978" y="11464"/>
                  </a:cubicBezTo>
                  <a:cubicBezTo>
                    <a:pt x="6964" y="11409"/>
                    <a:pt x="6977" y="11349"/>
                    <a:pt x="6952" y="11308"/>
                  </a:cubicBezTo>
                  <a:cubicBezTo>
                    <a:pt x="6965" y="11211"/>
                    <a:pt x="7043" y="11179"/>
                    <a:pt x="7068" y="11089"/>
                  </a:cubicBezTo>
                  <a:cubicBezTo>
                    <a:pt x="7105" y="10952"/>
                    <a:pt x="6972" y="10888"/>
                    <a:pt x="6991" y="10805"/>
                  </a:cubicBezTo>
                  <a:lnTo>
                    <a:pt x="7029" y="10768"/>
                  </a:lnTo>
                  <a:cubicBezTo>
                    <a:pt x="7068" y="10654"/>
                    <a:pt x="7058" y="10554"/>
                    <a:pt x="7094" y="10443"/>
                  </a:cubicBezTo>
                  <a:cubicBezTo>
                    <a:pt x="7198" y="10121"/>
                    <a:pt x="7278" y="9743"/>
                    <a:pt x="7456" y="9488"/>
                  </a:cubicBezTo>
                  <a:cubicBezTo>
                    <a:pt x="7570" y="9325"/>
                    <a:pt x="7734" y="9215"/>
                    <a:pt x="7882" y="9088"/>
                  </a:cubicBezTo>
                  <a:cubicBezTo>
                    <a:pt x="8093" y="9093"/>
                    <a:pt x="8188" y="9183"/>
                    <a:pt x="8336" y="9242"/>
                  </a:cubicBezTo>
                  <a:cubicBezTo>
                    <a:pt x="8474" y="9299"/>
                    <a:pt x="8627" y="9296"/>
                    <a:pt x="8775" y="9346"/>
                  </a:cubicBezTo>
                  <a:cubicBezTo>
                    <a:pt x="8852" y="9372"/>
                    <a:pt x="8918" y="9424"/>
                    <a:pt x="9008" y="9437"/>
                  </a:cubicBezTo>
                  <a:lnTo>
                    <a:pt x="9008" y="9449"/>
                  </a:lnTo>
                  <a:cubicBezTo>
                    <a:pt x="8886" y="9520"/>
                    <a:pt x="8794" y="9651"/>
                    <a:pt x="8737" y="9786"/>
                  </a:cubicBezTo>
                  <a:cubicBezTo>
                    <a:pt x="8714" y="9844"/>
                    <a:pt x="8717" y="9905"/>
                    <a:pt x="8686" y="9953"/>
                  </a:cubicBezTo>
                  <a:lnTo>
                    <a:pt x="8686" y="9991"/>
                  </a:lnTo>
                  <a:lnTo>
                    <a:pt x="8699" y="9991"/>
                  </a:lnTo>
                  <a:cubicBezTo>
                    <a:pt x="8729" y="9888"/>
                    <a:pt x="8810" y="9833"/>
                    <a:pt x="8867" y="9759"/>
                  </a:cubicBezTo>
                  <a:cubicBezTo>
                    <a:pt x="8971" y="9622"/>
                    <a:pt x="9119" y="9574"/>
                    <a:pt x="9280" y="9574"/>
                  </a:cubicBezTo>
                  <a:cubicBezTo>
                    <a:pt x="9515" y="9574"/>
                    <a:pt x="9778" y="9677"/>
                    <a:pt x="9976" y="9759"/>
                  </a:cubicBezTo>
                  <a:cubicBezTo>
                    <a:pt x="10460" y="9956"/>
                    <a:pt x="11036" y="10038"/>
                    <a:pt x="11567" y="10211"/>
                  </a:cubicBezTo>
                  <a:cubicBezTo>
                    <a:pt x="12224" y="10427"/>
                    <a:pt x="12739" y="10611"/>
                    <a:pt x="13625" y="10611"/>
                  </a:cubicBezTo>
                  <a:cubicBezTo>
                    <a:pt x="13628" y="10611"/>
                    <a:pt x="13632" y="10611"/>
                    <a:pt x="13635" y="10611"/>
                  </a:cubicBezTo>
                  <a:lnTo>
                    <a:pt x="14307" y="10611"/>
                  </a:lnTo>
                  <a:cubicBezTo>
                    <a:pt x="14432" y="10582"/>
                    <a:pt x="14577" y="10573"/>
                    <a:pt x="14729" y="10573"/>
                  </a:cubicBezTo>
                  <a:cubicBezTo>
                    <a:pt x="14984" y="10573"/>
                    <a:pt x="15260" y="10598"/>
                    <a:pt x="15504" y="10598"/>
                  </a:cubicBezTo>
                  <a:cubicBezTo>
                    <a:pt x="15523" y="10598"/>
                    <a:pt x="15543" y="10598"/>
                    <a:pt x="15562" y="10597"/>
                  </a:cubicBezTo>
                  <a:cubicBezTo>
                    <a:pt x="15876" y="10592"/>
                    <a:pt x="16203" y="10571"/>
                    <a:pt x="16520" y="10571"/>
                  </a:cubicBezTo>
                  <a:cubicBezTo>
                    <a:pt x="16828" y="10571"/>
                    <a:pt x="17128" y="10590"/>
                    <a:pt x="17397" y="10663"/>
                  </a:cubicBezTo>
                  <a:cubicBezTo>
                    <a:pt x="17735" y="10754"/>
                    <a:pt x="18096" y="10770"/>
                    <a:pt x="18457" y="10858"/>
                  </a:cubicBezTo>
                  <a:cubicBezTo>
                    <a:pt x="18542" y="10879"/>
                    <a:pt x="18693" y="10901"/>
                    <a:pt x="18833" y="10901"/>
                  </a:cubicBezTo>
                  <a:cubicBezTo>
                    <a:pt x="18898" y="10901"/>
                    <a:pt x="18960" y="10896"/>
                    <a:pt x="19012" y="10884"/>
                  </a:cubicBezTo>
                  <a:cubicBezTo>
                    <a:pt x="19194" y="10858"/>
                    <a:pt x="19374" y="10833"/>
                    <a:pt x="19556" y="10805"/>
                  </a:cubicBezTo>
                  <a:cubicBezTo>
                    <a:pt x="19753" y="10754"/>
                    <a:pt x="19982" y="10699"/>
                    <a:pt x="20175" y="10651"/>
                  </a:cubicBezTo>
                  <a:cubicBezTo>
                    <a:pt x="20302" y="10647"/>
                    <a:pt x="20425" y="10641"/>
                    <a:pt x="20550" y="10638"/>
                  </a:cubicBezTo>
                  <a:cubicBezTo>
                    <a:pt x="20837" y="10573"/>
                    <a:pt x="21116" y="10560"/>
                    <a:pt x="21364" y="10456"/>
                  </a:cubicBezTo>
                  <a:cubicBezTo>
                    <a:pt x="21619" y="10350"/>
                    <a:pt x="21898" y="10260"/>
                    <a:pt x="22126" y="10121"/>
                  </a:cubicBezTo>
                  <a:cubicBezTo>
                    <a:pt x="22622" y="9818"/>
                    <a:pt x="23225" y="9452"/>
                    <a:pt x="23817" y="9267"/>
                  </a:cubicBezTo>
                  <a:cubicBezTo>
                    <a:pt x="24416" y="9170"/>
                    <a:pt x="25015" y="9069"/>
                    <a:pt x="25613" y="8969"/>
                  </a:cubicBezTo>
                  <a:cubicBezTo>
                    <a:pt x="25813" y="8921"/>
                    <a:pt x="26234" y="8943"/>
                    <a:pt x="26375" y="8853"/>
                  </a:cubicBezTo>
                  <a:lnTo>
                    <a:pt x="26440" y="8853"/>
                  </a:lnTo>
                  <a:cubicBezTo>
                    <a:pt x="26257" y="9244"/>
                    <a:pt x="26139" y="9670"/>
                    <a:pt x="25962" y="10067"/>
                  </a:cubicBezTo>
                  <a:cubicBezTo>
                    <a:pt x="25933" y="10135"/>
                    <a:pt x="25771" y="10407"/>
                    <a:pt x="25808" y="10467"/>
                  </a:cubicBezTo>
                  <a:cubicBezTo>
                    <a:pt x="25812" y="10480"/>
                    <a:pt x="25816" y="10493"/>
                    <a:pt x="25821" y="10506"/>
                  </a:cubicBezTo>
                  <a:cubicBezTo>
                    <a:pt x="25959" y="10500"/>
                    <a:pt x="26222" y="10260"/>
                    <a:pt x="26337" y="10182"/>
                  </a:cubicBezTo>
                  <a:cubicBezTo>
                    <a:pt x="26384" y="10150"/>
                    <a:pt x="26451" y="10081"/>
                    <a:pt x="26545" y="10081"/>
                  </a:cubicBezTo>
                  <a:cubicBezTo>
                    <a:pt x="26564" y="10081"/>
                    <a:pt x="26585" y="10084"/>
                    <a:pt x="26607" y="10092"/>
                  </a:cubicBezTo>
                  <a:cubicBezTo>
                    <a:pt x="26774" y="10144"/>
                    <a:pt x="26971" y="10422"/>
                    <a:pt x="27072" y="10557"/>
                  </a:cubicBezTo>
                  <a:cubicBezTo>
                    <a:pt x="27165" y="10680"/>
                    <a:pt x="27347" y="10836"/>
                    <a:pt x="27472" y="10930"/>
                  </a:cubicBezTo>
                  <a:cubicBezTo>
                    <a:pt x="27607" y="11032"/>
                    <a:pt x="27709" y="11191"/>
                    <a:pt x="27847" y="11292"/>
                  </a:cubicBezTo>
                  <a:cubicBezTo>
                    <a:pt x="27987" y="11396"/>
                    <a:pt x="28163" y="11506"/>
                    <a:pt x="28259" y="11654"/>
                  </a:cubicBezTo>
                  <a:lnTo>
                    <a:pt x="28272" y="11654"/>
                  </a:lnTo>
                  <a:cubicBezTo>
                    <a:pt x="28228" y="11490"/>
                    <a:pt x="28089" y="11375"/>
                    <a:pt x="28001" y="11255"/>
                  </a:cubicBezTo>
                  <a:cubicBezTo>
                    <a:pt x="27924" y="11149"/>
                    <a:pt x="27859" y="11047"/>
                    <a:pt x="27782" y="10944"/>
                  </a:cubicBezTo>
                  <a:cubicBezTo>
                    <a:pt x="27743" y="10913"/>
                    <a:pt x="27703" y="10884"/>
                    <a:pt x="27666" y="10852"/>
                  </a:cubicBezTo>
                  <a:cubicBezTo>
                    <a:pt x="27498" y="10692"/>
                    <a:pt x="27314" y="10535"/>
                    <a:pt x="27161" y="10362"/>
                  </a:cubicBezTo>
                  <a:cubicBezTo>
                    <a:pt x="27027" y="10211"/>
                    <a:pt x="26897" y="10019"/>
                    <a:pt x="26696" y="9934"/>
                  </a:cubicBezTo>
                  <a:cubicBezTo>
                    <a:pt x="26658" y="9919"/>
                    <a:pt x="26618" y="9912"/>
                    <a:pt x="26577" y="9912"/>
                  </a:cubicBezTo>
                  <a:cubicBezTo>
                    <a:pt x="26371" y="9912"/>
                    <a:pt x="26139" y="10087"/>
                    <a:pt x="26063" y="10193"/>
                  </a:cubicBezTo>
                  <a:lnTo>
                    <a:pt x="26052" y="10193"/>
                  </a:lnTo>
                  <a:cubicBezTo>
                    <a:pt x="26183" y="9921"/>
                    <a:pt x="26316" y="9634"/>
                    <a:pt x="26439" y="9353"/>
                  </a:cubicBezTo>
                  <a:cubicBezTo>
                    <a:pt x="26527" y="9148"/>
                    <a:pt x="26578" y="8925"/>
                    <a:pt x="26696" y="8747"/>
                  </a:cubicBezTo>
                  <a:cubicBezTo>
                    <a:pt x="26767" y="8639"/>
                    <a:pt x="26905" y="8588"/>
                    <a:pt x="26979" y="8488"/>
                  </a:cubicBezTo>
                  <a:cubicBezTo>
                    <a:pt x="27014" y="8443"/>
                    <a:pt x="27033" y="8388"/>
                    <a:pt x="27071" y="8347"/>
                  </a:cubicBezTo>
                  <a:lnTo>
                    <a:pt x="27084" y="8334"/>
                  </a:lnTo>
                  <a:close/>
                  <a:moveTo>
                    <a:pt x="22138" y="25421"/>
                  </a:moveTo>
                  <a:cubicBezTo>
                    <a:pt x="22424" y="25568"/>
                    <a:pt x="22676" y="25781"/>
                    <a:pt x="22952" y="25938"/>
                  </a:cubicBezTo>
                  <a:cubicBezTo>
                    <a:pt x="22906" y="25993"/>
                    <a:pt x="22858" y="26049"/>
                    <a:pt x="22811" y="26105"/>
                  </a:cubicBezTo>
                  <a:cubicBezTo>
                    <a:pt x="22708" y="26268"/>
                    <a:pt x="22629" y="26478"/>
                    <a:pt x="22565" y="26673"/>
                  </a:cubicBezTo>
                  <a:cubicBezTo>
                    <a:pt x="22529" y="26784"/>
                    <a:pt x="22514" y="26900"/>
                    <a:pt x="22487" y="27009"/>
                  </a:cubicBezTo>
                  <a:cubicBezTo>
                    <a:pt x="22472" y="27072"/>
                    <a:pt x="22490" y="27144"/>
                    <a:pt x="22462" y="27191"/>
                  </a:cubicBezTo>
                  <a:lnTo>
                    <a:pt x="22462" y="27399"/>
                  </a:lnTo>
                  <a:cubicBezTo>
                    <a:pt x="22366" y="27335"/>
                    <a:pt x="21974" y="27010"/>
                    <a:pt x="21945" y="26919"/>
                  </a:cubicBezTo>
                  <a:cubicBezTo>
                    <a:pt x="21901" y="26782"/>
                    <a:pt x="22007" y="26513"/>
                    <a:pt x="22035" y="26414"/>
                  </a:cubicBezTo>
                  <a:cubicBezTo>
                    <a:pt x="22120" y="26108"/>
                    <a:pt x="22141" y="25802"/>
                    <a:pt x="22138" y="25421"/>
                  </a:cubicBezTo>
                  <a:close/>
                  <a:moveTo>
                    <a:pt x="31389" y="7607"/>
                  </a:moveTo>
                  <a:cubicBezTo>
                    <a:pt x="31543" y="7911"/>
                    <a:pt x="32061" y="7908"/>
                    <a:pt x="32149" y="8175"/>
                  </a:cubicBezTo>
                  <a:cubicBezTo>
                    <a:pt x="32254" y="8486"/>
                    <a:pt x="32116" y="9173"/>
                    <a:pt x="32046" y="9430"/>
                  </a:cubicBezTo>
                  <a:cubicBezTo>
                    <a:pt x="32008" y="9571"/>
                    <a:pt x="32008" y="9689"/>
                    <a:pt x="31968" y="9830"/>
                  </a:cubicBezTo>
                  <a:cubicBezTo>
                    <a:pt x="31840" y="10282"/>
                    <a:pt x="31748" y="10763"/>
                    <a:pt x="31607" y="11226"/>
                  </a:cubicBezTo>
                  <a:cubicBezTo>
                    <a:pt x="31532" y="11465"/>
                    <a:pt x="31500" y="11720"/>
                    <a:pt x="31425" y="11974"/>
                  </a:cubicBezTo>
                  <a:cubicBezTo>
                    <a:pt x="31401" y="12054"/>
                    <a:pt x="31364" y="12149"/>
                    <a:pt x="31360" y="12245"/>
                  </a:cubicBezTo>
                  <a:cubicBezTo>
                    <a:pt x="31268" y="12192"/>
                    <a:pt x="31247" y="11971"/>
                    <a:pt x="31204" y="11870"/>
                  </a:cubicBezTo>
                  <a:cubicBezTo>
                    <a:pt x="31085" y="11586"/>
                    <a:pt x="30940" y="11314"/>
                    <a:pt x="30765" y="11082"/>
                  </a:cubicBezTo>
                  <a:cubicBezTo>
                    <a:pt x="30696" y="10989"/>
                    <a:pt x="30569" y="10884"/>
                    <a:pt x="30467" y="10823"/>
                  </a:cubicBezTo>
                  <a:cubicBezTo>
                    <a:pt x="30384" y="10773"/>
                    <a:pt x="30288" y="10755"/>
                    <a:pt x="30190" y="10755"/>
                  </a:cubicBezTo>
                  <a:cubicBezTo>
                    <a:pt x="30051" y="10755"/>
                    <a:pt x="29908" y="10792"/>
                    <a:pt x="29794" y="10836"/>
                  </a:cubicBezTo>
                  <a:cubicBezTo>
                    <a:pt x="29274" y="11037"/>
                    <a:pt x="29109" y="11234"/>
                    <a:pt x="28826" y="11663"/>
                  </a:cubicBezTo>
                  <a:cubicBezTo>
                    <a:pt x="28730" y="11809"/>
                    <a:pt x="28672" y="12003"/>
                    <a:pt x="28555" y="12128"/>
                  </a:cubicBezTo>
                  <a:lnTo>
                    <a:pt x="28555" y="12153"/>
                  </a:lnTo>
                  <a:cubicBezTo>
                    <a:pt x="28646" y="12088"/>
                    <a:pt x="28803" y="11839"/>
                    <a:pt x="28878" y="11739"/>
                  </a:cubicBezTo>
                  <a:cubicBezTo>
                    <a:pt x="28939" y="11684"/>
                    <a:pt x="28999" y="11627"/>
                    <a:pt x="29060" y="11572"/>
                  </a:cubicBezTo>
                  <a:cubicBezTo>
                    <a:pt x="29275" y="11358"/>
                    <a:pt x="29452" y="11201"/>
                    <a:pt x="29758" y="11069"/>
                  </a:cubicBezTo>
                  <a:cubicBezTo>
                    <a:pt x="29859" y="11025"/>
                    <a:pt x="30000" y="10925"/>
                    <a:pt x="30167" y="10925"/>
                  </a:cubicBezTo>
                  <a:cubicBezTo>
                    <a:pt x="30202" y="10925"/>
                    <a:pt x="30237" y="10929"/>
                    <a:pt x="30274" y="10939"/>
                  </a:cubicBezTo>
                  <a:cubicBezTo>
                    <a:pt x="30728" y="11061"/>
                    <a:pt x="30953" y="11765"/>
                    <a:pt x="31127" y="12194"/>
                  </a:cubicBezTo>
                  <a:cubicBezTo>
                    <a:pt x="31158" y="12269"/>
                    <a:pt x="31239" y="12519"/>
                    <a:pt x="31357" y="12519"/>
                  </a:cubicBezTo>
                  <a:cubicBezTo>
                    <a:pt x="31379" y="12519"/>
                    <a:pt x="31402" y="12511"/>
                    <a:pt x="31425" y="12492"/>
                  </a:cubicBezTo>
                  <a:cubicBezTo>
                    <a:pt x="31516" y="12454"/>
                    <a:pt x="31510" y="12320"/>
                    <a:pt x="31542" y="12221"/>
                  </a:cubicBezTo>
                  <a:cubicBezTo>
                    <a:pt x="31601" y="12022"/>
                    <a:pt x="31632" y="11810"/>
                    <a:pt x="31696" y="11601"/>
                  </a:cubicBezTo>
                  <a:cubicBezTo>
                    <a:pt x="31873" y="11016"/>
                    <a:pt x="32007" y="10392"/>
                    <a:pt x="32174" y="9805"/>
                  </a:cubicBezTo>
                  <a:cubicBezTo>
                    <a:pt x="32227" y="9623"/>
                    <a:pt x="32244" y="9439"/>
                    <a:pt x="32290" y="9263"/>
                  </a:cubicBezTo>
                  <a:cubicBezTo>
                    <a:pt x="32317" y="9157"/>
                    <a:pt x="32292" y="9024"/>
                    <a:pt x="32341" y="8939"/>
                  </a:cubicBezTo>
                  <a:lnTo>
                    <a:pt x="32341" y="8873"/>
                  </a:lnTo>
                  <a:lnTo>
                    <a:pt x="32353" y="8873"/>
                  </a:lnTo>
                  <a:cubicBezTo>
                    <a:pt x="32429" y="9024"/>
                    <a:pt x="32559" y="9149"/>
                    <a:pt x="32690" y="9248"/>
                  </a:cubicBezTo>
                  <a:cubicBezTo>
                    <a:pt x="32792" y="9324"/>
                    <a:pt x="32881" y="9431"/>
                    <a:pt x="32988" y="9506"/>
                  </a:cubicBezTo>
                  <a:cubicBezTo>
                    <a:pt x="33297" y="9722"/>
                    <a:pt x="33659" y="9863"/>
                    <a:pt x="34022" y="10022"/>
                  </a:cubicBezTo>
                  <a:cubicBezTo>
                    <a:pt x="34791" y="10360"/>
                    <a:pt x="35585" y="10699"/>
                    <a:pt x="36270" y="11133"/>
                  </a:cubicBezTo>
                  <a:cubicBezTo>
                    <a:pt x="36465" y="11256"/>
                    <a:pt x="36630" y="11419"/>
                    <a:pt x="36814" y="11560"/>
                  </a:cubicBezTo>
                  <a:cubicBezTo>
                    <a:pt x="36859" y="11593"/>
                    <a:pt x="36878" y="11662"/>
                    <a:pt x="36917" y="11701"/>
                  </a:cubicBezTo>
                  <a:cubicBezTo>
                    <a:pt x="36838" y="11771"/>
                    <a:pt x="36705" y="11785"/>
                    <a:pt x="36619" y="11843"/>
                  </a:cubicBezTo>
                  <a:cubicBezTo>
                    <a:pt x="36478" y="11941"/>
                    <a:pt x="36364" y="12085"/>
                    <a:pt x="36245" y="12204"/>
                  </a:cubicBezTo>
                  <a:lnTo>
                    <a:pt x="36037" y="12412"/>
                  </a:lnTo>
                  <a:lnTo>
                    <a:pt x="36024" y="12412"/>
                  </a:lnTo>
                  <a:lnTo>
                    <a:pt x="36024" y="12425"/>
                  </a:lnTo>
                  <a:cubicBezTo>
                    <a:pt x="36140" y="12383"/>
                    <a:pt x="36233" y="12268"/>
                    <a:pt x="36335" y="12204"/>
                  </a:cubicBezTo>
                  <a:cubicBezTo>
                    <a:pt x="36502" y="12099"/>
                    <a:pt x="36793" y="11993"/>
                    <a:pt x="36930" y="11868"/>
                  </a:cubicBezTo>
                  <a:cubicBezTo>
                    <a:pt x="37075" y="11874"/>
                    <a:pt x="37090" y="12072"/>
                    <a:pt x="37136" y="12179"/>
                  </a:cubicBezTo>
                  <a:cubicBezTo>
                    <a:pt x="37260" y="12461"/>
                    <a:pt x="37318" y="12739"/>
                    <a:pt x="37420" y="13057"/>
                  </a:cubicBezTo>
                  <a:cubicBezTo>
                    <a:pt x="37648" y="13755"/>
                    <a:pt x="37721" y="14567"/>
                    <a:pt x="37911" y="15305"/>
                  </a:cubicBezTo>
                  <a:cubicBezTo>
                    <a:pt x="37977" y="15555"/>
                    <a:pt x="37980" y="15814"/>
                    <a:pt x="38041" y="16054"/>
                  </a:cubicBezTo>
                  <a:cubicBezTo>
                    <a:pt x="38129" y="16410"/>
                    <a:pt x="38118" y="16772"/>
                    <a:pt x="38208" y="17125"/>
                  </a:cubicBezTo>
                  <a:cubicBezTo>
                    <a:pt x="38289" y="17444"/>
                    <a:pt x="38295" y="17784"/>
                    <a:pt x="38375" y="18120"/>
                  </a:cubicBezTo>
                  <a:cubicBezTo>
                    <a:pt x="38435" y="18367"/>
                    <a:pt x="38440" y="18636"/>
                    <a:pt x="38503" y="18896"/>
                  </a:cubicBezTo>
                  <a:cubicBezTo>
                    <a:pt x="38589" y="19331"/>
                    <a:pt x="38676" y="19767"/>
                    <a:pt x="38762" y="20200"/>
                  </a:cubicBezTo>
                  <a:cubicBezTo>
                    <a:pt x="38887" y="20712"/>
                    <a:pt x="38753" y="21366"/>
                    <a:pt x="38638" y="21776"/>
                  </a:cubicBezTo>
                  <a:cubicBezTo>
                    <a:pt x="38550" y="22099"/>
                    <a:pt x="38513" y="22394"/>
                    <a:pt x="38393" y="22682"/>
                  </a:cubicBezTo>
                  <a:cubicBezTo>
                    <a:pt x="38265" y="22990"/>
                    <a:pt x="38019" y="23380"/>
                    <a:pt x="37824" y="23637"/>
                  </a:cubicBezTo>
                  <a:cubicBezTo>
                    <a:pt x="37671" y="23841"/>
                    <a:pt x="37397" y="23991"/>
                    <a:pt x="37179" y="24129"/>
                  </a:cubicBezTo>
                  <a:cubicBezTo>
                    <a:pt x="36799" y="24369"/>
                    <a:pt x="36377" y="24578"/>
                    <a:pt x="35991" y="24814"/>
                  </a:cubicBezTo>
                  <a:cubicBezTo>
                    <a:pt x="35787" y="24937"/>
                    <a:pt x="35570" y="25014"/>
                    <a:pt x="35371" y="25138"/>
                  </a:cubicBezTo>
                  <a:cubicBezTo>
                    <a:pt x="34877" y="25440"/>
                    <a:pt x="34384" y="25735"/>
                    <a:pt x="33884" y="26042"/>
                  </a:cubicBezTo>
                  <a:cubicBezTo>
                    <a:pt x="33670" y="26175"/>
                    <a:pt x="33435" y="26326"/>
                    <a:pt x="33199" y="26429"/>
                  </a:cubicBezTo>
                  <a:cubicBezTo>
                    <a:pt x="32653" y="26672"/>
                    <a:pt x="31976" y="26730"/>
                    <a:pt x="31351" y="26907"/>
                  </a:cubicBezTo>
                  <a:cubicBezTo>
                    <a:pt x="31116" y="26974"/>
                    <a:pt x="30901" y="27018"/>
                    <a:pt x="30691" y="27089"/>
                  </a:cubicBezTo>
                  <a:cubicBezTo>
                    <a:pt x="30614" y="27115"/>
                    <a:pt x="30541" y="27111"/>
                    <a:pt x="30483" y="27154"/>
                  </a:cubicBezTo>
                  <a:lnTo>
                    <a:pt x="30459" y="27154"/>
                  </a:lnTo>
                  <a:cubicBezTo>
                    <a:pt x="30595" y="26824"/>
                    <a:pt x="30712" y="26065"/>
                    <a:pt x="30575" y="25642"/>
                  </a:cubicBezTo>
                  <a:cubicBezTo>
                    <a:pt x="30493" y="25385"/>
                    <a:pt x="30344" y="25218"/>
                    <a:pt x="30175" y="25048"/>
                  </a:cubicBezTo>
                  <a:cubicBezTo>
                    <a:pt x="30046" y="24920"/>
                    <a:pt x="29878" y="24756"/>
                    <a:pt x="29631" y="24750"/>
                  </a:cubicBezTo>
                  <a:lnTo>
                    <a:pt x="29631" y="24750"/>
                  </a:lnTo>
                  <a:cubicBezTo>
                    <a:pt x="29870" y="24997"/>
                    <a:pt x="30204" y="25167"/>
                    <a:pt x="30355" y="25498"/>
                  </a:cubicBezTo>
                  <a:cubicBezTo>
                    <a:pt x="30549" y="25924"/>
                    <a:pt x="30437" y="26906"/>
                    <a:pt x="30226" y="27243"/>
                  </a:cubicBezTo>
                  <a:cubicBezTo>
                    <a:pt x="30197" y="27291"/>
                    <a:pt x="30031" y="27358"/>
                    <a:pt x="29980" y="27410"/>
                  </a:cubicBezTo>
                  <a:lnTo>
                    <a:pt x="29967" y="27410"/>
                  </a:lnTo>
                  <a:cubicBezTo>
                    <a:pt x="30008" y="27246"/>
                    <a:pt x="30069" y="27086"/>
                    <a:pt x="30110" y="26907"/>
                  </a:cubicBezTo>
                  <a:cubicBezTo>
                    <a:pt x="30184" y="26587"/>
                    <a:pt x="30104" y="26166"/>
                    <a:pt x="30031" y="25926"/>
                  </a:cubicBezTo>
                  <a:cubicBezTo>
                    <a:pt x="29767" y="25043"/>
                    <a:pt x="29310" y="24633"/>
                    <a:pt x="28236" y="24568"/>
                  </a:cubicBezTo>
                  <a:lnTo>
                    <a:pt x="28222" y="24556"/>
                  </a:lnTo>
                  <a:cubicBezTo>
                    <a:pt x="28228" y="24516"/>
                    <a:pt x="28236" y="24507"/>
                    <a:pt x="28249" y="24478"/>
                  </a:cubicBezTo>
                  <a:cubicBezTo>
                    <a:pt x="28323" y="24450"/>
                    <a:pt x="28401" y="24452"/>
                    <a:pt x="28481" y="24427"/>
                  </a:cubicBezTo>
                  <a:cubicBezTo>
                    <a:pt x="28518" y="24414"/>
                    <a:pt x="28564" y="24370"/>
                    <a:pt x="28598" y="24362"/>
                  </a:cubicBezTo>
                  <a:cubicBezTo>
                    <a:pt x="28654" y="24370"/>
                    <a:pt x="28710" y="24377"/>
                    <a:pt x="28765" y="24386"/>
                  </a:cubicBezTo>
                  <a:cubicBezTo>
                    <a:pt x="28909" y="24398"/>
                    <a:pt x="29218" y="24434"/>
                    <a:pt x="29309" y="24503"/>
                  </a:cubicBezTo>
                  <a:lnTo>
                    <a:pt x="29346" y="24503"/>
                  </a:lnTo>
                  <a:lnTo>
                    <a:pt x="29346" y="24491"/>
                  </a:lnTo>
                  <a:cubicBezTo>
                    <a:pt x="29161" y="24399"/>
                    <a:pt x="29022" y="24270"/>
                    <a:pt x="28749" y="24270"/>
                  </a:cubicBezTo>
                  <a:cubicBezTo>
                    <a:pt x="28742" y="24270"/>
                    <a:pt x="28735" y="24270"/>
                    <a:pt x="28727" y="24270"/>
                  </a:cubicBezTo>
                  <a:cubicBezTo>
                    <a:pt x="29109" y="23681"/>
                    <a:pt x="30437" y="23728"/>
                    <a:pt x="31168" y="23456"/>
                  </a:cubicBezTo>
                  <a:cubicBezTo>
                    <a:pt x="31856" y="23201"/>
                    <a:pt x="32363" y="22785"/>
                    <a:pt x="32939" y="22422"/>
                  </a:cubicBezTo>
                  <a:cubicBezTo>
                    <a:pt x="33340" y="22169"/>
                    <a:pt x="33810" y="22005"/>
                    <a:pt x="34218" y="21750"/>
                  </a:cubicBezTo>
                  <a:cubicBezTo>
                    <a:pt x="34374" y="21651"/>
                    <a:pt x="34502" y="21510"/>
                    <a:pt x="34646" y="21401"/>
                  </a:cubicBezTo>
                  <a:cubicBezTo>
                    <a:pt x="34758" y="21316"/>
                    <a:pt x="34854" y="21209"/>
                    <a:pt x="34969" y="21129"/>
                  </a:cubicBezTo>
                  <a:cubicBezTo>
                    <a:pt x="35172" y="20987"/>
                    <a:pt x="35411" y="20895"/>
                    <a:pt x="35666" y="20807"/>
                  </a:cubicBezTo>
                  <a:cubicBezTo>
                    <a:pt x="35736" y="20783"/>
                    <a:pt x="35884" y="20736"/>
                    <a:pt x="36007" y="20736"/>
                  </a:cubicBezTo>
                  <a:cubicBezTo>
                    <a:pt x="36061" y="20736"/>
                    <a:pt x="36110" y="20745"/>
                    <a:pt x="36145" y="20769"/>
                  </a:cubicBezTo>
                  <a:lnTo>
                    <a:pt x="36183" y="20769"/>
                  </a:lnTo>
                  <a:lnTo>
                    <a:pt x="36183" y="20756"/>
                  </a:lnTo>
                  <a:cubicBezTo>
                    <a:pt x="36037" y="20720"/>
                    <a:pt x="35852" y="20681"/>
                    <a:pt x="35666" y="20681"/>
                  </a:cubicBezTo>
                  <a:cubicBezTo>
                    <a:pt x="35588" y="20681"/>
                    <a:pt x="35509" y="20688"/>
                    <a:pt x="35434" y="20705"/>
                  </a:cubicBezTo>
                  <a:cubicBezTo>
                    <a:pt x="35370" y="20719"/>
                    <a:pt x="35310" y="20701"/>
                    <a:pt x="35267" y="20730"/>
                  </a:cubicBezTo>
                  <a:lnTo>
                    <a:pt x="35229" y="20730"/>
                  </a:lnTo>
                  <a:lnTo>
                    <a:pt x="35229" y="20718"/>
                  </a:lnTo>
                  <a:cubicBezTo>
                    <a:pt x="35302" y="20690"/>
                    <a:pt x="35351" y="20628"/>
                    <a:pt x="35411" y="20589"/>
                  </a:cubicBezTo>
                  <a:cubicBezTo>
                    <a:pt x="35549" y="20497"/>
                    <a:pt x="35898" y="20276"/>
                    <a:pt x="36071" y="20253"/>
                  </a:cubicBezTo>
                  <a:cubicBezTo>
                    <a:pt x="36059" y="20247"/>
                    <a:pt x="36044" y="20244"/>
                    <a:pt x="36028" y="20244"/>
                  </a:cubicBezTo>
                  <a:cubicBezTo>
                    <a:pt x="35970" y="20244"/>
                    <a:pt x="35893" y="20278"/>
                    <a:pt x="35850" y="20291"/>
                  </a:cubicBezTo>
                  <a:cubicBezTo>
                    <a:pt x="35634" y="20356"/>
                    <a:pt x="35381" y="20357"/>
                    <a:pt x="35243" y="20497"/>
                  </a:cubicBezTo>
                  <a:lnTo>
                    <a:pt x="35230" y="20497"/>
                  </a:lnTo>
                  <a:cubicBezTo>
                    <a:pt x="35315" y="20131"/>
                    <a:pt x="35256" y="19588"/>
                    <a:pt x="35165" y="19193"/>
                  </a:cubicBezTo>
                  <a:cubicBezTo>
                    <a:pt x="35162" y="19068"/>
                    <a:pt x="35156" y="18944"/>
                    <a:pt x="35152" y="18818"/>
                  </a:cubicBezTo>
                  <a:cubicBezTo>
                    <a:pt x="35137" y="18758"/>
                    <a:pt x="35158" y="18648"/>
                    <a:pt x="35140" y="18574"/>
                  </a:cubicBezTo>
                  <a:cubicBezTo>
                    <a:pt x="35065" y="18251"/>
                    <a:pt x="35121" y="17892"/>
                    <a:pt x="35037" y="17592"/>
                  </a:cubicBezTo>
                  <a:cubicBezTo>
                    <a:pt x="34860" y="16974"/>
                    <a:pt x="34583" y="16492"/>
                    <a:pt x="34391" y="15900"/>
                  </a:cubicBezTo>
                  <a:cubicBezTo>
                    <a:pt x="34165" y="15202"/>
                    <a:pt x="34412" y="14558"/>
                    <a:pt x="34637" y="14026"/>
                  </a:cubicBezTo>
                  <a:cubicBezTo>
                    <a:pt x="34705" y="13864"/>
                    <a:pt x="34750" y="13604"/>
                    <a:pt x="34857" y="13482"/>
                  </a:cubicBezTo>
                  <a:lnTo>
                    <a:pt x="34857" y="13457"/>
                  </a:lnTo>
                  <a:lnTo>
                    <a:pt x="34844" y="13457"/>
                  </a:lnTo>
                  <a:cubicBezTo>
                    <a:pt x="34794" y="13558"/>
                    <a:pt x="34732" y="13649"/>
                    <a:pt x="34676" y="13741"/>
                  </a:cubicBezTo>
                  <a:cubicBezTo>
                    <a:pt x="34625" y="13824"/>
                    <a:pt x="34605" y="13914"/>
                    <a:pt x="34560" y="13998"/>
                  </a:cubicBezTo>
                  <a:cubicBezTo>
                    <a:pt x="34372" y="14357"/>
                    <a:pt x="34226" y="14725"/>
                    <a:pt x="34121" y="15174"/>
                  </a:cubicBezTo>
                  <a:cubicBezTo>
                    <a:pt x="34060" y="15433"/>
                    <a:pt x="34226" y="15949"/>
                    <a:pt x="34288" y="16118"/>
                  </a:cubicBezTo>
                  <a:cubicBezTo>
                    <a:pt x="34429" y="16503"/>
                    <a:pt x="34601" y="16862"/>
                    <a:pt x="34727" y="17243"/>
                  </a:cubicBezTo>
                  <a:cubicBezTo>
                    <a:pt x="34793" y="17441"/>
                    <a:pt x="34790" y="17626"/>
                    <a:pt x="34844" y="17850"/>
                  </a:cubicBezTo>
                  <a:cubicBezTo>
                    <a:pt x="34871" y="17966"/>
                    <a:pt x="34867" y="18129"/>
                    <a:pt x="34894" y="18249"/>
                  </a:cubicBezTo>
                  <a:lnTo>
                    <a:pt x="34894" y="18444"/>
                  </a:lnTo>
                  <a:cubicBezTo>
                    <a:pt x="34929" y="18594"/>
                    <a:pt x="34881" y="18780"/>
                    <a:pt x="34921" y="18947"/>
                  </a:cubicBezTo>
                  <a:cubicBezTo>
                    <a:pt x="34993" y="19267"/>
                    <a:pt x="34953" y="19622"/>
                    <a:pt x="35024" y="19929"/>
                  </a:cubicBezTo>
                  <a:cubicBezTo>
                    <a:pt x="35044" y="20016"/>
                    <a:pt x="35062" y="20541"/>
                    <a:pt x="35024" y="20600"/>
                  </a:cubicBezTo>
                  <a:cubicBezTo>
                    <a:pt x="35019" y="20818"/>
                    <a:pt x="34801" y="20901"/>
                    <a:pt x="34688" y="21015"/>
                  </a:cubicBezTo>
                  <a:cubicBezTo>
                    <a:pt x="34537" y="21164"/>
                    <a:pt x="34394" y="21342"/>
                    <a:pt x="34221" y="21468"/>
                  </a:cubicBezTo>
                  <a:cubicBezTo>
                    <a:pt x="33983" y="21640"/>
                    <a:pt x="33708" y="21768"/>
                    <a:pt x="33420" y="21894"/>
                  </a:cubicBezTo>
                  <a:cubicBezTo>
                    <a:pt x="32591" y="22258"/>
                    <a:pt x="31968" y="22897"/>
                    <a:pt x="31135" y="23252"/>
                  </a:cubicBezTo>
                  <a:cubicBezTo>
                    <a:pt x="30911" y="23347"/>
                    <a:pt x="30652" y="23387"/>
                    <a:pt x="30398" y="23447"/>
                  </a:cubicBezTo>
                  <a:cubicBezTo>
                    <a:pt x="30291" y="23450"/>
                    <a:pt x="30182" y="23456"/>
                    <a:pt x="30075" y="23460"/>
                  </a:cubicBezTo>
                  <a:cubicBezTo>
                    <a:pt x="29899" y="23498"/>
                    <a:pt x="29705" y="23485"/>
                    <a:pt x="29546" y="23537"/>
                  </a:cubicBezTo>
                  <a:cubicBezTo>
                    <a:pt x="29169" y="23661"/>
                    <a:pt x="28893" y="23908"/>
                    <a:pt x="28641" y="24158"/>
                  </a:cubicBezTo>
                  <a:cubicBezTo>
                    <a:pt x="28595" y="24101"/>
                    <a:pt x="28602" y="24015"/>
                    <a:pt x="28576" y="23937"/>
                  </a:cubicBezTo>
                  <a:cubicBezTo>
                    <a:pt x="28507" y="23736"/>
                    <a:pt x="28464" y="23518"/>
                    <a:pt x="28394" y="23305"/>
                  </a:cubicBezTo>
                  <a:cubicBezTo>
                    <a:pt x="28212" y="22751"/>
                    <a:pt x="28074" y="22154"/>
                    <a:pt x="27890" y="21601"/>
                  </a:cubicBezTo>
                  <a:cubicBezTo>
                    <a:pt x="27794" y="21311"/>
                    <a:pt x="27759" y="20986"/>
                    <a:pt x="27619" y="20749"/>
                  </a:cubicBezTo>
                  <a:cubicBezTo>
                    <a:pt x="27564" y="20738"/>
                    <a:pt x="27503" y="20734"/>
                    <a:pt x="27440" y="20734"/>
                  </a:cubicBezTo>
                  <a:cubicBezTo>
                    <a:pt x="27276" y="20734"/>
                    <a:pt x="27094" y="20760"/>
                    <a:pt x="26934" y="20760"/>
                  </a:cubicBezTo>
                  <a:cubicBezTo>
                    <a:pt x="26940" y="20545"/>
                    <a:pt x="26978" y="20320"/>
                    <a:pt x="27024" y="20128"/>
                  </a:cubicBezTo>
                  <a:cubicBezTo>
                    <a:pt x="27086" y="19884"/>
                    <a:pt x="27086" y="19633"/>
                    <a:pt x="27141" y="19405"/>
                  </a:cubicBezTo>
                  <a:cubicBezTo>
                    <a:pt x="27158" y="19280"/>
                    <a:pt x="27176" y="19157"/>
                    <a:pt x="27192" y="19030"/>
                  </a:cubicBezTo>
                  <a:cubicBezTo>
                    <a:pt x="27354" y="18405"/>
                    <a:pt x="27427" y="17743"/>
                    <a:pt x="27657" y="17182"/>
                  </a:cubicBezTo>
                  <a:cubicBezTo>
                    <a:pt x="27858" y="16695"/>
                    <a:pt x="28041" y="16205"/>
                    <a:pt x="28201" y="15683"/>
                  </a:cubicBezTo>
                  <a:cubicBezTo>
                    <a:pt x="28288" y="15395"/>
                    <a:pt x="28282" y="15107"/>
                    <a:pt x="28355" y="14805"/>
                  </a:cubicBezTo>
                  <a:cubicBezTo>
                    <a:pt x="28427" y="14508"/>
                    <a:pt x="28464" y="14107"/>
                    <a:pt x="28459" y="13758"/>
                  </a:cubicBezTo>
                  <a:lnTo>
                    <a:pt x="28459" y="13758"/>
                  </a:lnTo>
                  <a:cubicBezTo>
                    <a:pt x="28375" y="13880"/>
                    <a:pt x="28397" y="14199"/>
                    <a:pt x="28355" y="14366"/>
                  </a:cubicBezTo>
                  <a:cubicBezTo>
                    <a:pt x="28250" y="14788"/>
                    <a:pt x="28205" y="15218"/>
                    <a:pt x="28071" y="15619"/>
                  </a:cubicBezTo>
                  <a:cubicBezTo>
                    <a:pt x="27837" y="16329"/>
                    <a:pt x="27559" y="16987"/>
                    <a:pt x="27322" y="17713"/>
                  </a:cubicBezTo>
                  <a:cubicBezTo>
                    <a:pt x="27173" y="18172"/>
                    <a:pt x="27138" y="18681"/>
                    <a:pt x="27013" y="19159"/>
                  </a:cubicBezTo>
                  <a:cubicBezTo>
                    <a:pt x="26991" y="19319"/>
                    <a:pt x="26969" y="19478"/>
                    <a:pt x="26947" y="19638"/>
                  </a:cubicBezTo>
                  <a:cubicBezTo>
                    <a:pt x="26897" y="19844"/>
                    <a:pt x="26898" y="20074"/>
                    <a:pt x="26843" y="20298"/>
                  </a:cubicBezTo>
                  <a:cubicBezTo>
                    <a:pt x="26811" y="20433"/>
                    <a:pt x="26777" y="20605"/>
                    <a:pt x="26777" y="20763"/>
                  </a:cubicBezTo>
                  <a:lnTo>
                    <a:pt x="26766" y="20775"/>
                  </a:lnTo>
                  <a:cubicBezTo>
                    <a:pt x="26628" y="20779"/>
                    <a:pt x="26489" y="20785"/>
                    <a:pt x="26351" y="20788"/>
                  </a:cubicBezTo>
                  <a:cubicBezTo>
                    <a:pt x="26472" y="20038"/>
                    <a:pt x="26610" y="19267"/>
                    <a:pt x="26790" y="18565"/>
                  </a:cubicBezTo>
                  <a:cubicBezTo>
                    <a:pt x="26904" y="18124"/>
                    <a:pt x="26915" y="17685"/>
                    <a:pt x="27049" y="17274"/>
                  </a:cubicBezTo>
                  <a:cubicBezTo>
                    <a:pt x="27379" y="16246"/>
                    <a:pt x="27663" y="15238"/>
                    <a:pt x="27991" y="14223"/>
                  </a:cubicBezTo>
                  <a:cubicBezTo>
                    <a:pt x="28275" y="13353"/>
                    <a:pt x="28186" y="12255"/>
                    <a:pt x="28624" y="11535"/>
                  </a:cubicBezTo>
                  <a:cubicBezTo>
                    <a:pt x="29114" y="10734"/>
                    <a:pt x="29826" y="10339"/>
                    <a:pt x="30562" y="9791"/>
                  </a:cubicBezTo>
                  <a:cubicBezTo>
                    <a:pt x="30703" y="9686"/>
                    <a:pt x="30870" y="9532"/>
                    <a:pt x="30976" y="9391"/>
                  </a:cubicBezTo>
                  <a:cubicBezTo>
                    <a:pt x="31026" y="9325"/>
                    <a:pt x="31059" y="9253"/>
                    <a:pt x="31117" y="9197"/>
                  </a:cubicBezTo>
                  <a:lnTo>
                    <a:pt x="31117" y="9184"/>
                  </a:lnTo>
                  <a:lnTo>
                    <a:pt x="31130" y="9184"/>
                  </a:lnTo>
                  <a:cubicBezTo>
                    <a:pt x="31069" y="9453"/>
                    <a:pt x="30992" y="9725"/>
                    <a:pt x="30911" y="9972"/>
                  </a:cubicBezTo>
                  <a:cubicBezTo>
                    <a:pt x="30877" y="10073"/>
                    <a:pt x="30876" y="10182"/>
                    <a:pt x="30819" y="10256"/>
                  </a:cubicBezTo>
                  <a:lnTo>
                    <a:pt x="30819" y="10295"/>
                  </a:lnTo>
                  <a:lnTo>
                    <a:pt x="30832" y="10295"/>
                  </a:lnTo>
                  <a:cubicBezTo>
                    <a:pt x="30892" y="10055"/>
                    <a:pt x="31014" y="9817"/>
                    <a:pt x="31103" y="9597"/>
                  </a:cubicBezTo>
                  <a:cubicBezTo>
                    <a:pt x="31180" y="9410"/>
                    <a:pt x="31226" y="9206"/>
                    <a:pt x="31284" y="9016"/>
                  </a:cubicBezTo>
                  <a:cubicBezTo>
                    <a:pt x="31297" y="8943"/>
                    <a:pt x="31311" y="8867"/>
                    <a:pt x="31324" y="8795"/>
                  </a:cubicBezTo>
                  <a:cubicBezTo>
                    <a:pt x="31348" y="8725"/>
                    <a:pt x="31392" y="8630"/>
                    <a:pt x="31414" y="8550"/>
                  </a:cubicBezTo>
                  <a:cubicBezTo>
                    <a:pt x="31472" y="8334"/>
                    <a:pt x="31404" y="8116"/>
                    <a:pt x="31363" y="7943"/>
                  </a:cubicBezTo>
                  <a:cubicBezTo>
                    <a:pt x="31332" y="7816"/>
                    <a:pt x="31364" y="7714"/>
                    <a:pt x="31376" y="7607"/>
                  </a:cubicBezTo>
                  <a:close/>
                  <a:moveTo>
                    <a:pt x="25187" y="24520"/>
                  </a:moveTo>
                  <a:cubicBezTo>
                    <a:pt x="25571" y="24523"/>
                    <a:pt x="25780" y="24641"/>
                    <a:pt x="26052" y="24753"/>
                  </a:cubicBezTo>
                  <a:cubicBezTo>
                    <a:pt x="26267" y="24841"/>
                    <a:pt x="26504" y="24850"/>
                    <a:pt x="26761" y="24907"/>
                  </a:cubicBezTo>
                  <a:cubicBezTo>
                    <a:pt x="26805" y="24917"/>
                    <a:pt x="26860" y="24920"/>
                    <a:pt x="26918" y="24920"/>
                  </a:cubicBezTo>
                  <a:cubicBezTo>
                    <a:pt x="27023" y="24920"/>
                    <a:pt x="27136" y="24908"/>
                    <a:pt x="27202" y="24894"/>
                  </a:cubicBezTo>
                  <a:cubicBezTo>
                    <a:pt x="27296" y="24891"/>
                    <a:pt x="27391" y="24885"/>
                    <a:pt x="27485" y="24881"/>
                  </a:cubicBezTo>
                  <a:cubicBezTo>
                    <a:pt x="27623" y="24850"/>
                    <a:pt x="27786" y="24821"/>
                    <a:pt x="27913" y="24790"/>
                  </a:cubicBezTo>
                  <a:lnTo>
                    <a:pt x="28249" y="24790"/>
                  </a:lnTo>
                  <a:cubicBezTo>
                    <a:pt x="28278" y="24783"/>
                    <a:pt x="28342" y="24757"/>
                    <a:pt x="28365" y="24753"/>
                  </a:cubicBezTo>
                  <a:cubicBezTo>
                    <a:pt x="28389" y="24746"/>
                    <a:pt x="28417" y="24743"/>
                    <a:pt x="28445" y="24743"/>
                  </a:cubicBezTo>
                  <a:cubicBezTo>
                    <a:pt x="28602" y="24743"/>
                    <a:pt x="28809" y="24824"/>
                    <a:pt x="28896" y="24856"/>
                  </a:cubicBezTo>
                  <a:cubicBezTo>
                    <a:pt x="29436" y="25055"/>
                    <a:pt x="29704" y="25439"/>
                    <a:pt x="29864" y="26019"/>
                  </a:cubicBezTo>
                  <a:cubicBezTo>
                    <a:pt x="29880" y="26144"/>
                    <a:pt x="29899" y="26268"/>
                    <a:pt x="29915" y="26393"/>
                  </a:cubicBezTo>
                  <a:cubicBezTo>
                    <a:pt x="29935" y="26480"/>
                    <a:pt x="29916" y="26805"/>
                    <a:pt x="29890" y="26871"/>
                  </a:cubicBezTo>
                  <a:cubicBezTo>
                    <a:pt x="29877" y="26901"/>
                    <a:pt x="29829" y="26942"/>
                    <a:pt x="29812" y="26974"/>
                  </a:cubicBezTo>
                  <a:cubicBezTo>
                    <a:pt x="29771" y="27051"/>
                    <a:pt x="29756" y="27140"/>
                    <a:pt x="29708" y="27207"/>
                  </a:cubicBezTo>
                  <a:cubicBezTo>
                    <a:pt x="29521" y="27466"/>
                    <a:pt x="28981" y="27598"/>
                    <a:pt x="28625" y="27707"/>
                  </a:cubicBezTo>
                  <a:cubicBezTo>
                    <a:pt x="28433" y="27766"/>
                    <a:pt x="28204" y="27800"/>
                    <a:pt x="27980" y="27800"/>
                  </a:cubicBezTo>
                  <a:cubicBezTo>
                    <a:pt x="27683" y="27800"/>
                    <a:pt x="27394" y="27741"/>
                    <a:pt x="27203" y="27604"/>
                  </a:cubicBezTo>
                  <a:cubicBezTo>
                    <a:pt x="27142" y="27560"/>
                    <a:pt x="27122" y="27482"/>
                    <a:pt x="27074" y="27422"/>
                  </a:cubicBezTo>
                  <a:cubicBezTo>
                    <a:pt x="27076" y="27315"/>
                    <a:pt x="27136" y="27247"/>
                    <a:pt x="27240" y="27247"/>
                  </a:cubicBezTo>
                  <a:cubicBezTo>
                    <a:pt x="27260" y="27247"/>
                    <a:pt x="27283" y="27249"/>
                    <a:pt x="27307" y="27255"/>
                  </a:cubicBezTo>
                  <a:cubicBezTo>
                    <a:pt x="27403" y="27276"/>
                    <a:pt x="27508" y="27283"/>
                    <a:pt x="27616" y="27283"/>
                  </a:cubicBezTo>
                  <a:cubicBezTo>
                    <a:pt x="27856" y="27283"/>
                    <a:pt x="28114" y="27247"/>
                    <a:pt x="28342" y="27242"/>
                  </a:cubicBezTo>
                  <a:cubicBezTo>
                    <a:pt x="28323" y="27230"/>
                    <a:pt x="28298" y="27226"/>
                    <a:pt x="28270" y="27226"/>
                  </a:cubicBezTo>
                  <a:cubicBezTo>
                    <a:pt x="28230" y="27226"/>
                    <a:pt x="28184" y="27233"/>
                    <a:pt x="28143" y="27233"/>
                  </a:cubicBezTo>
                  <a:cubicBezTo>
                    <a:pt x="28127" y="27233"/>
                    <a:pt x="28111" y="27232"/>
                    <a:pt x="28096" y="27229"/>
                  </a:cubicBezTo>
                  <a:cubicBezTo>
                    <a:pt x="27987" y="27205"/>
                    <a:pt x="27863" y="27207"/>
                    <a:pt x="27747" y="27178"/>
                  </a:cubicBezTo>
                  <a:cubicBezTo>
                    <a:pt x="27256" y="27054"/>
                    <a:pt x="26607" y="27066"/>
                    <a:pt x="26248" y="26804"/>
                  </a:cubicBezTo>
                  <a:cubicBezTo>
                    <a:pt x="26209" y="26775"/>
                    <a:pt x="26191" y="26723"/>
                    <a:pt x="26156" y="26688"/>
                  </a:cubicBezTo>
                  <a:cubicBezTo>
                    <a:pt x="26158" y="26512"/>
                    <a:pt x="26282" y="26548"/>
                    <a:pt x="26389" y="26480"/>
                  </a:cubicBezTo>
                  <a:lnTo>
                    <a:pt x="27320" y="26480"/>
                  </a:lnTo>
                  <a:lnTo>
                    <a:pt x="27320" y="26455"/>
                  </a:lnTo>
                  <a:cubicBezTo>
                    <a:pt x="27145" y="26451"/>
                    <a:pt x="26997" y="26404"/>
                    <a:pt x="26854" y="26364"/>
                  </a:cubicBezTo>
                  <a:cubicBezTo>
                    <a:pt x="26718" y="26326"/>
                    <a:pt x="26585" y="26353"/>
                    <a:pt x="26440" y="26313"/>
                  </a:cubicBezTo>
                  <a:cubicBezTo>
                    <a:pt x="26260" y="26265"/>
                    <a:pt x="26084" y="26157"/>
                    <a:pt x="25950" y="26055"/>
                  </a:cubicBezTo>
                  <a:cubicBezTo>
                    <a:pt x="25898" y="26017"/>
                    <a:pt x="25879" y="25946"/>
                    <a:pt x="25834" y="25901"/>
                  </a:cubicBezTo>
                  <a:cubicBezTo>
                    <a:pt x="25831" y="25840"/>
                    <a:pt x="25831" y="25801"/>
                    <a:pt x="25858" y="25772"/>
                  </a:cubicBezTo>
                  <a:cubicBezTo>
                    <a:pt x="25911" y="25629"/>
                    <a:pt x="26106" y="25679"/>
                    <a:pt x="26273" y="25642"/>
                  </a:cubicBezTo>
                  <a:cubicBezTo>
                    <a:pt x="26436" y="25607"/>
                    <a:pt x="26612" y="25596"/>
                    <a:pt x="26793" y="25596"/>
                  </a:cubicBezTo>
                  <a:cubicBezTo>
                    <a:pt x="27025" y="25596"/>
                    <a:pt x="27266" y="25614"/>
                    <a:pt x="27500" y="25618"/>
                  </a:cubicBezTo>
                  <a:cubicBezTo>
                    <a:pt x="27472" y="25599"/>
                    <a:pt x="27432" y="25597"/>
                    <a:pt x="27390" y="25597"/>
                  </a:cubicBezTo>
                  <a:cubicBezTo>
                    <a:pt x="27374" y="25597"/>
                    <a:pt x="27357" y="25597"/>
                    <a:pt x="27341" y="25597"/>
                  </a:cubicBezTo>
                  <a:cubicBezTo>
                    <a:pt x="27315" y="25597"/>
                    <a:pt x="27289" y="25596"/>
                    <a:pt x="27267" y="25591"/>
                  </a:cubicBezTo>
                  <a:cubicBezTo>
                    <a:pt x="27131" y="25560"/>
                    <a:pt x="26965" y="25533"/>
                    <a:pt x="26827" y="25501"/>
                  </a:cubicBezTo>
                  <a:cubicBezTo>
                    <a:pt x="26723" y="25491"/>
                    <a:pt x="26620" y="25484"/>
                    <a:pt x="26516" y="25475"/>
                  </a:cubicBezTo>
                  <a:cubicBezTo>
                    <a:pt x="26068" y="25331"/>
                    <a:pt x="25556" y="25197"/>
                    <a:pt x="25211" y="24946"/>
                  </a:cubicBezTo>
                  <a:cubicBezTo>
                    <a:pt x="25140" y="24895"/>
                    <a:pt x="25104" y="24814"/>
                    <a:pt x="25044" y="24753"/>
                  </a:cubicBezTo>
                  <a:cubicBezTo>
                    <a:pt x="25038" y="24571"/>
                    <a:pt x="25092" y="24590"/>
                    <a:pt x="25187" y="24520"/>
                  </a:cubicBezTo>
                  <a:close/>
                  <a:moveTo>
                    <a:pt x="36104" y="24965"/>
                  </a:moveTo>
                  <a:lnTo>
                    <a:pt x="36104" y="24965"/>
                  </a:lnTo>
                  <a:cubicBezTo>
                    <a:pt x="36114" y="24972"/>
                    <a:pt x="36081" y="25040"/>
                    <a:pt x="36066" y="25072"/>
                  </a:cubicBezTo>
                  <a:cubicBezTo>
                    <a:pt x="36014" y="25174"/>
                    <a:pt x="35982" y="25302"/>
                    <a:pt x="35950" y="25433"/>
                  </a:cubicBezTo>
                  <a:cubicBezTo>
                    <a:pt x="35925" y="25757"/>
                    <a:pt x="35899" y="26079"/>
                    <a:pt x="35873" y="26403"/>
                  </a:cubicBezTo>
                  <a:cubicBezTo>
                    <a:pt x="35800" y="26663"/>
                    <a:pt x="35666" y="26881"/>
                    <a:pt x="35498" y="27047"/>
                  </a:cubicBezTo>
                  <a:cubicBezTo>
                    <a:pt x="35133" y="27405"/>
                    <a:pt x="34609" y="27634"/>
                    <a:pt x="34064" y="27809"/>
                  </a:cubicBezTo>
                  <a:cubicBezTo>
                    <a:pt x="33862" y="27874"/>
                    <a:pt x="33663" y="27858"/>
                    <a:pt x="33445" y="27912"/>
                  </a:cubicBezTo>
                  <a:cubicBezTo>
                    <a:pt x="33236" y="27963"/>
                    <a:pt x="32987" y="27963"/>
                    <a:pt x="32734" y="27963"/>
                  </a:cubicBezTo>
                  <a:lnTo>
                    <a:pt x="32513" y="27963"/>
                  </a:lnTo>
                  <a:cubicBezTo>
                    <a:pt x="32161" y="27932"/>
                    <a:pt x="31806" y="27903"/>
                    <a:pt x="31454" y="27873"/>
                  </a:cubicBezTo>
                  <a:cubicBezTo>
                    <a:pt x="31222" y="27817"/>
                    <a:pt x="30943" y="27836"/>
                    <a:pt x="30706" y="27781"/>
                  </a:cubicBezTo>
                  <a:cubicBezTo>
                    <a:pt x="30614" y="27778"/>
                    <a:pt x="30524" y="27772"/>
                    <a:pt x="30435" y="27768"/>
                  </a:cubicBezTo>
                  <a:cubicBezTo>
                    <a:pt x="30223" y="27730"/>
                    <a:pt x="30014" y="27691"/>
                    <a:pt x="29803" y="27653"/>
                  </a:cubicBezTo>
                  <a:lnTo>
                    <a:pt x="29814" y="27640"/>
                  </a:lnTo>
                  <a:cubicBezTo>
                    <a:pt x="29849" y="27602"/>
                    <a:pt x="29928" y="27605"/>
                    <a:pt x="29969" y="27575"/>
                  </a:cubicBezTo>
                  <a:cubicBezTo>
                    <a:pt x="30057" y="27512"/>
                    <a:pt x="30121" y="27413"/>
                    <a:pt x="30227" y="27367"/>
                  </a:cubicBezTo>
                  <a:cubicBezTo>
                    <a:pt x="30361" y="27309"/>
                    <a:pt x="30507" y="27307"/>
                    <a:pt x="30655" y="27263"/>
                  </a:cubicBezTo>
                  <a:cubicBezTo>
                    <a:pt x="31039" y="27147"/>
                    <a:pt x="31472" y="27098"/>
                    <a:pt x="31880" y="26993"/>
                  </a:cubicBezTo>
                  <a:cubicBezTo>
                    <a:pt x="32083" y="26941"/>
                    <a:pt x="32269" y="26944"/>
                    <a:pt x="32462" y="26890"/>
                  </a:cubicBezTo>
                  <a:cubicBezTo>
                    <a:pt x="32715" y="26819"/>
                    <a:pt x="32990" y="26759"/>
                    <a:pt x="33224" y="26657"/>
                  </a:cubicBezTo>
                  <a:cubicBezTo>
                    <a:pt x="33885" y="26371"/>
                    <a:pt x="34482" y="25964"/>
                    <a:pt x="35072" y="25597"/>
                  </a:cubicBezTo>
                  <a:cubicBezTo>
                    <a:pt x="35361" y="25417"/>
                    <a:pt x="35668" y="25270"/>
                    <a:pt x="35937" y="25081"/>
                  </a:cubicBezTo>
                  <a:cubicBezTo>
                    <a:pt x="35998" y="25039"/>
                    <a:pt x="36060" y="25019"/>
                    <a:pt x="36104" y="24965"/>
                  </a:cubicBezTo>
                  <a:close/>
                  <a:moveTo>
                    <a:pt x="23534" y="26441"/>
                  </a:moveTo>
                  <a:lnTo>
                    <a:pt x="23845" y="26752"/>
                  </a:lnTo>
                  <a:cubicBezTo>
                    <a:pt x="23897" y="26833"/>
                    <a:pt x="23900" y="26942"/>
                    <a:pt x="23936" y="27035"/>
                  </a:cubicBezTo>
                  <a:cubicBezTo>
                    <a:pt x="24006" y="27227"/>
                    <a:pt x="24085" y="27436"/>
                    <a:pt x="24156" y="27628"/>
                  </a:cubicBezTo>
                  <a:cubicBezTo>
                    <a:pt x="24205" y="27762"/>
                    <a:pt x="24220" y="27934"/>
                    <a:pt x="24297" y="28043"/>
                  </a:cubicBezTo>
                  <a:lnTo>
                    <a:pt x="24297" y="28069"/>
                  </a:lnTo>
                  <a:cubicBezTo>
                    <a:pt x="23903" y="28033"/>
                    <a:pt x="23522" y="27871"/>
                    <a:pt x="23199" y="27745"/>
                  </a:cubicBezTo>
                  <a:cubicBezTo>
                    <a:pt x="23191" y="27373"/>
                    <a:pt x="23218" y="27029"/>
                    <a:pt x="23340" y="26752"/>
                  </a:cubicBezTo>
                  <a:cubicBezTo>
                    <a:pt x="23388" y="26638"/>
                    <a:pt x="23474" y="26542"/>
                    <a:pt x="23534" y="26441"/>
                  </a:cubicBezTo>
                  <a:close/>
                  <a:moveTo>
                    <a:pt x="23057" y="26028"/>
                  </a:moveTo>
                  <a:cubicBezTo>
                    <a:pt x="23199" y="26079"/>
                    <a:pt x="23275" y="26231"/>
                    <a:pt x="23406" y="26298"/>
                  </a:cubicBezTo>
                  <a:cubicBezTo>
                    <a:pt x="23387" y="26391"/>
                    <a:pt x="23316" y="26446"/>
                    <a:pt x="23276" y="26519"/>
                  </a:cubicBezTo>
                  <a:cubicBezTo>
                    <a:pt x="23198" y="26662"/>
                    <a:pt x="23141" y="26842"/>
                    <a:pt x="23095" y="27009"/>
                  </a:cubicBezTo>
                  <a:cubicBezTo>
                    <a:pt x="22988" y="27387"/>
                    <a:pt x="23089" y="27794"/>
                    <a:pt x="23095" y="28198"/>
                  </a:cubicBezTo>
                  <a:cubicBezTo>
                    <a:pt x="22936" y="28195"/>
                    <a:pt x="22858" y="28156"/>
                    <a:pt x="22759" y="28107"/>
                  </a:cubicBezTo>
                  <a:cubicBezTo>
                    <a:pt x="22719" y="27934"/>
                    <a:pt x="22680" y="27762"/>
                    <a:pt x="22642" y="27591"/>
                  </a:cubicBezTo>
                  <a:cubicBezTo>
                    <a:pt x="22558" y="27231"/>
                    <a:pt x="22747" y="26666"/>
                    <a:pt x="22849" y="26427"/>
                  </a:cubicBezTo>
                  <a:cubicBezTo>
                    <a:pt x="22906" y="26294"/>
                    <a:pt x="22949" y="26124"/>
                    <a:pt x="23057" y="26041"/>
                  </a:cubicBezTo>
                  <a:lnTo>
                    <a:pt x="23057" y="26028"/>
                  </a:lnTo>
                  <a:close/>
                  <a:moveTo>
                    <a:pt x="34631" y="27825"/>
                  </a:moveTo>
                  <a:cubicBezTo>
                    <a:pt x="34675" y="28040"/>
                    <a:pt x="34678" y="28286"/>
                    <a:pt x="34580" y="28432"/>
                  </a:cubicBezTo>
                  <a:cubicBezTo>
                    <a:pt x="34553" y="28427"/>
                    <a:pt x="34554" y="28428"/>
                    <a:pt x="34543" y="28419"/>
                  </a:cubicBezTo>
                  <a:cubicBezTo>
                    <a:pt x="34512" y="28424"/>
                    <a:pt x="34506" y="28421"/>
                    <a:pt x="34492" y="28432"/>
                  </a:cubicBezTo>
                  <a:cubicBezTo>
                    <a:pt x="34482" y="28447"/>
                    <a:pt x="34484" y="28445"/>
                    <a:pt x="34479" y="28470"/>
                  </a:cubicBezTo>
                  <a:cubicBezTo>
                    <a:pt x="34227" y="28492"/>
                    <a:pt x="33955" y="28573"/>
                    <a:pt x="33717" y="28637"/>
                  </a:cubicBezTo>
                  <a:cubicBezTo>
                    <a:pt x="33583" y="28674"/>
                    <a:pt x="33419" y="28659"/>
                    <a:pt x="33317" y="28729"/>
                  </a:cubicBezTo>
                  <a:lnTo>
                    <a:pt x="33304" y="28729"/>
                  </a:lnTo>
                  <a:cubicBezTo>
                    <a:pt x="33323" y="28555"/>
                    <a:pt x="33337" y="28258"/>
                    <a:pt x="33250" y="28147"/>
                  </a:cubicBezTo>
                  <a:cubicBezTo>
                    <a:pt x="33337" y="28086"/>
                    <a:pt x="33507" y="28123"/>
                    <a:pt x="33624" y="28097"/>
                  </a:cubicBezTo>
                  <a:cubicBezTo>
                    <a:pt x="33913" y="28027"/>
                    <a:pt x="34409" y="27974"/>
                    <a:pt x="34605" y="27825"/>
                  </a:cubicBezTo>
                  <a:close/>
                  <a:moveTo>
                    <a:pt x="27271" y="20933"/>
                  </a:moveTo>
                  <a:cubicBezTo>
                    <a:pt x="27352" y="20933"/>
                    <a:pt x="27429" y="20934"/>
                    <a:pt x="27496" y="20935"/>
                  </a:cubicBezTo>
                  <a:lnTo>
                    <a:pt x="28439" y="24255"/>
                  </a:lnTo>
                  <a:cubicBezTo>
                    <a:pt x="28301" y="24276"/>
                    <a:pt x="28102" y="24354"/>
                    <a:pt x="28012" y="24437"/>
                  </a:cubicBezTo>
                  <a:cubicBezTo>
                    <a:pt x="27961" y="24491"/>
                    <a:pt x="27981" y="24582"/>
                    <a:pt x="27887" y="24619"/>
                  </a:cubicBezTo>
                  <a:cubicBezTo>
                    <a:pt x="27757" y="24636"/>
                    <a:pt x="27629" y="24654"/>
                    <a:pt x="27500" y="24670"/>
                  </a:cubicBezTo>
                  <a:cubicBezTo>
                    <a:pt x="27336" y="24709"/>
                    <a:pt x="27178" y="24725"/>
                    <a:pt x="27025" y="24725"/>
                  </a:cubicBezTo>
                  <a:cubicBezTo>
                    <a:pt x="26473" y="24725"/>
                    <a:pt x="25992" y="24512"/>
                    <a:pt x="25575" y="24386"/>
                  </a:cubicBezTo>
                  <a:cubicBezTo>
                    <a:pt x="25502" y="24365"/>
                    <a:pt x="25423" y="24354"/>
                    <a:pt x="25344" y="24354"/>
                  </a:cubicBezTo>
                  <a:cubicBezTo>
                    <a:pt x="25139" y="24354"/>
                    <a:pt x="24943" y="24428"/>
                    <a:pt x="24903" y="24581"/>
                  </a:cubicBezTo>
                  <a:cubicBezTo>
                    <a:pt x="24799" y="24725"/>
                    <a:pt x="24954" y="24915"/>
                    <a:pt x="25020" y="24981"/>
                  </a:cubicBezTo>
                  <a:cubicBezTo>
                    <a:pt x="25168" y="25131"/>
                    <a:pt x="25352" y="25254"/>
                    <a:pt x="25562" y="25343"/>
                  </a:cubicBezTo>
                  <a:cubicBezTo>
                    <a:pt x="25700" y="25386"/>
                    <a:pt x="25838" y="25427"/>
                    <a:pt x="25976" y="25472"/>
                  </a:cubicBezTo>
                  <a:lnTo>
                    <a:pt x="26027" y="25472"/>
                  </a:lnTo>
                  <a:cubicBezTo>
                    <a:pt x="25998" y="25514"/>
                    <a:pt x="25951" y="25501"/>
                    <a:pt x="25898" y="25523"/>
                  </a:cubicBezTo>
                  <a:cubicBezTo>
                    <a:pt x="25831" y="25552"/>
                    <a:pt x="25744" y="25619"/>
                    <a:pt x="25704" y="25677"/>
                  </a:cubicBezTo>
                  <a:cubicBezTo>
                    <a:pt x="25509" y="25977"/>
                    <a:pt x="25967" y="26311"/>
                    <a:pt x="26170" y="26362"/>
                  </a:cubicBezTo>
                  <a:cubicBezTo>
                    <a:pt x="26129" y="26441"/>
                    <a:pt x="26026" y="26468"/>
                    <a:pt x="25988" y="26557"/>
                  </a:cubicBezTo>
                  <a:cubicBezTo>
                    <a:pt x="25841" y="26909"/>
                    <a:pt x="26401" y="27096"/>
                    <a:pt x="26620" y="27163"/>
                  </a:cubicBezTo>
                  <a:cubicBezTo>
                    <a:pt x="26702" y="27189"/>
                    <a:pt x="26811" y="27175"/>
                    <a:pt x="26878" y="27214"/>
                  </a:cubicBezTo>
                  <a:lnTo>
                    <a:pt x="26943" y="27214"/>
                  </a:lnTo>
                  <a:cubicBezTo>
                    <a:pt x="26786" y="27548"/>
                    <a:pt x="27040" y="27730"/>
                    <a:pt x="27267" y="27846"/>
                  </a:cubicBezTo>
                  <a:cubicBezTo>
                    <a:pt x="27486" y="27960"/>
                    <a:pt x="27741" y="28005"/>
                    <a:pt x="28002" y="28005"/>
                  </a:cubicBezTo>
                  <a:cubicBezTo>
                    <a:pt x="28466" y="28005"/>
                    <a:pt x="28952" y="27862"/>
                    <a:pt x="29295" y="27705"/>
                  </a:cubicBezTo>
                  <a:cubicBezTo>
                    <a:pt x="29393" y="27941"/>
                    <a:pt x="29448" y="28225"/>
                    <a:pt x="29528" y="28466"/>
                  </a:cubicBezTo>
                  <a:cubicBezTo>
                    <a:pt x="29559" y="28559"/>
                    <a:pt x="29553" y="28666"/>
                    <a:pt x="29607" y="28738"/>
                  </a:cubicBezTo>
                  <a:lnTo>
                    <a:pt x="29607" y="28762"/>
                  </a:lnTo>
                  <a:cubicBezTo>
                    <a:pt x="27978" y="28684"/>
                    <a:pt x="26350" y="28608"/>
                    <a:pt x="24721" y="28530"/>
                  </a:cubicBezTo>
                  <a:cubicBezTo>
                    <a:pt x="24610" y="28477"/>
                    <a:pt x="24550" y="28146"/>
                    <a:pt x="24500" y="28014"/>
                  </a:cubicBezTo>
                  <a:cubicBezTo>
                    <a:pt x="24373" y="27665"/>
                    <a:pt x="24253" y="27285"/>
                    <a:pt x="24114" y="26942"/>
                  </a:cubicBezTo>
                  <a:cubicBezTo>
                    <a:pt x="24089" y="26851"/>
                    <a:pt x="24063" y="26760"/>
                    <a:pt x="24035" y="26670"/>
                  </a:cubicBezTo>
                  <a:cubicBezTo>
                    <a:pt x="23664" y="25772"/>
                    <a:pt x="23425" y="24792"/>
                    <a:pt x="23054" y="23892"/>
                  </a:cubicBezTo>
                  <a:cubicBezTo>
                    <a:pt x="22977" y="23701"/>
                    <a:pt x="22952" y="23514"/>
                    <a:pt x="22872" y="23323"/>
                  </a:cubicBezTo>
                  <a:cubicBezTo>
                    <a:pt x="22753" y="23031"/>
                    <a:pt x="22658" y="22700"/>
                    <a:pt x="22536" y="22406"/>
                  </a:cubicBezTo>
                  <a:cubicBezTo>
                    <a:pt x="22493" y="22300"/>
                    <a:pt x="22490" y="22200"/>
                    <a:pt x="22446" y="22095"/>
                  </a:cubicBezTo>
                  <a:cubicBezTo>
                    <a:pt x="22368" y="21907"/>
                    <a:pt x="22320" y="21698"/>
                    <a:pt x="22238" y="21500"/>
                  </a:cubicBezTo>
                  <a:cubicBezTo>
                    <a:pt x="22195" y="21397"/>
                    <a:pt x="22135" y="21268"/>
                    <a:pt x="22109" y="21151"/>
                  </a:cubicBezTo>
                  <a:cubicBezTo>
                    <a:pt x="22135" y="21143"/>
                    <a:pt x="22166" y="21140"/>
                    <a:pt x="22198" y="21140"/>
                  </a:cubicBezTo>
                  <a:cubicBezTo>
                    <a:pt x="22249" y="21140"/>
                    <a:pt x="22305" y="21147"/>
                    <a:pt x="22358" y="21147"/>
                  </a:cubicBezTo>
                  <a:cubicBezTo>
                    <a:pt x="22389" y="21147"/>
                    <a:pt x="22418" y="21145"/>
                    <a:pt x="22446" y="21138"/>
                  </a:cubicBezTo>
                  <a:cubicBezTo>
                    <a:pt x="22550" y="21115"/>
                    <a:pt x="22663" y="21110"/>
                    <a:pt x="22778" y="21110"/>
                  </a:cubicBezTo>
                  <a:cubicBezTo>
                    <a:pt x="22880" y="21110"/>
                    <a:pt x="22985" y="21114"/>
                    <a:pt x="23088" y="21114"/>
                  </a:cubicBezTo>
                  <a:cubicBezTo>
                    <a:pt x="23201" y="21114"/>
                    <a:pt x="23312" y="21109"/>
                    <a:pt x="23414" y="21087"/>
                  </a:cubicBezTo>
                  <a:lnTo>
                    <a:pt x="23737" y="21087"/>
                  </a:lnTo>
                  <a:cubicBezTo>
                    <a:pt x="23842" y="21065"/>
                    <a:pt x="23954" y="21059"/>
                    <a:pt x="24069" y="21059"/>
                  </a:cubicBezTo>
                  <a:cubicBezTo>
                    <a:pt x="24172" y="21059"/>
                    <a:pt x="24277" y="21064"/>
                    <a:pt x="24380" y="21064"/>
                  </a:cubicBezTo>
                  <a:cubicBezTo>
                    <a:pt x="24493" y="21064"/>
                    <a:pt x="24604" y="21058"/>
                    <a:pt x="24707" y="21036"/>
                  </a:cubicBezTo>
                  <a:lnTo>
                    <a:pt x="25043" y="21036"/>
                  </a:lnTo>
                  <a:cubicBezTo>
                    <a:pt x="25245" y="20993"/>
                    <a:pt x="25521" y="21010"/>
                    <a:pt x="25728" y="20999"/>
                  </a:cubicBezTo>
                  <a:lnTo>
                    <a:pt x="26011" y="20999"/>
                  </a:lnTo>
                  <a:cubicBezTo>
                    <a:pt x="26067" y="20986"/>
                    <a:pt x="26126" y="20983"/>
                    <a:pt x="26187" y="20983"/>
                  </a:cubicBezTo>
                  <a:cubicBezTo>
                    <a:pt x="26278" y="20983"/>
                    <a:pt x="26373" y="20991"/>
                    <a:pt x="26467" y="20991"/>
                  </a:cubicBezTo>
                  <a:cubicBezTo>
                    <a:pt x="26531" y="20991"/>
                    <a:pt x="26595" y="20987"/>
                    <a:pt x="26657" y="20974"/>
                  </a:cubicBezTo>
                  <a:cubicBezTo>
                    <a:pt x="26814" y="20939"/>
                    <a:pt x="27057" y="20933"/>
                    <a:pt x="27271" y="20933"/>
                  </a:cubicBezTo>
                  <a:close/>
                  <a:moveTo>
                    <a:pt x="29543" y="27785"/>
                  </a:moveTo>
                  <a:lnTo>
                    <a:pt x="29543" y="27785"/>
                  </a:lnTo>
                  <a:cubicBezTo>
                    <a:pt x="29675" y="27796"/>
                    <a:pt x="29810" y="27842"/>
                    <a:pt x="29929" y="27874"/>
                  </a:cubicBezTo>
                  <a:cubicBezTo>
                    <a:pt x="30082" y="27916"/>
                    <a:pt x="30246" y="27918"/>
                    <a:pt x="30395" y="27953"/>
                  </a:cubicBezTo>
                  <a:cubicBezTo>
                    <a:pt x="30489" y="27956"/>
                    <a:pt x="30584" y="27961"/>
                    <a:pt x="30678" y="27966"/>
                  </a:cubicBezTo>
                  <a:cubicBezTo>
                    <a:pt x="30925" y="28020"/>
                    <a:pt x="31213" y="28002"/>
                    <a:pt x="31454" y="28056"/>
                  </a:cubicBezTo>
                  <a:cubicBezTo>
                    <a:pt x="31654" y="28101"/>
                    <a:pt x="32059" y="28041"/>
                    <a:pt x="32203" y="28134"/>
                  </a:cubicBezTo>
                  <a:cubicBezTo>
                    <a:pt x="32330" y="28293"/>
                    <a:pt x="32292" y="28563"/>
                    <a:pt x="32282" y="28794"/>
                  </a:cubicBezTo>
                  <a:cubicBezTo>
                    <a:pt x="32219" y="28798"/>
                    <a:pt x="32157" y="28800"/>
                    <a:pt x="32094" y="28800"/>
                  </a:cubicBezTo>
                  <a:cubicBezTo>
                    <a:pt x="31967" y="28800"/>
                    <a:pt x="31838" y="28794"/>
                    <a:pt x="31700" y="28794"/>
                  </a:cubicBezTo>
                  <a:lnTo>
                    <a:pt x="31479" y="28794"/>
                  </a:lnTo>
                  <a:cubicBezTo>
                    <a:pt x="31414" y="28808"/>
                    <a:pt x="31332" y="28813"/>
                    <a:pt x="31248" y="28813"/>
                  </a:cubicBezTo>
                  <a:cubicBezTo>
                    <a:pt x="31121" y="28813"/>
                    <a:pt x="30989" y="28801"/>
                    <a:pt x="30898" y="28781"/>
                  </a:cubicBezTo>
                  <a:cubicBezTo>
                    <a:pt x="30773" y="28777"/>
                    <a:pt x="30649" y="28773"/>
                    <a:pt x="30524" y="28768"/>
                  </a:cubicBezTo>
                  <a:cubicBezTo>
                    <a:pt x="30294" y="28719"/>
                    <a:pt x="30047" y="28690"/>
                    <a:pt x="29788" y="28690"/>
                  </a:cubicBezTo>
                  <a:cubicBezTo>
                    <a:pt x="29742" y="28374"/>
                    <a:pt x="29575" y="28101"/>
                    <a:pt x="29543" y="27785"/>
                  </a:cubicBezTo>
                  <a:close/>
                  <a:moveTo>
                    <a:pt x="32357" y="28134"/>
                  </a:moveTo>
                  <a:cubicBezTo>
                    <a:pt x="32580" y="28136"/>
                    <a:pt x="32828" y="28147"/>
                    <a:pt x="33068" y="28147"/>
                  </a:cubicBezTo>
                  <a:cubicBezTo>
                    <a:pt x="33097" y="28345"/>
                    <a:pt x="33195" y="28674"/>
                    <a:pt x="33106" y="28908"/>
                  </a:cubicBezTo>
                  <a:cubicBezTo>
                    <a:pt x="33084" y="28966"/>
                    <a:pt x="33025" y="28994"/>
                    <a:pt x="32990" y="29037"/>
                  </a:cubicBezTo>
                  <a:cubicBezTo>
                    <a:pt x="32908" y="29043"/>
                    <a:pt x="32814" y="29046"/>
                    <a:pt x="32718" y="29046"/>
                  </a:cubicBezTo>
                  <a:cubicBezTo>
                    <a:pt x="32623" y="29046"/>
                    <a:pt x="32528" y="29043"/>
                    <a:pt x="32446" y="29037"/>
                  </a:cubicBezTo>
                  <a:lnTo>
                    <a:pt x="32434" y="29024"/>
                  </a:lnTo>
                  <a:cubicBezTo>
                    <a:pt x="32452" y="28744"/>
                    <a:pt x="32589" y="28336"/>
                    <a:pt x="32357" y="28159"/>
                  </a:cubicBezTo>
                  <a:lnTo>
                    <a:pt x="32357" y="28134"/>
                  </a:lnTo>
                  <a:close/>
                  <a:moveTo>
                    <a:pt x="22135" y="27336"/>
                  </a:moveTo>
                  <a:cubicBezTo>
                    <a:pt x="22273" y="27387"/>
                    <a:pt x="22340" y="27548"/>
                    <a:pt x="22484" y="27595"/>
                  </a:cubicBezTo>
                  <a:cubicBezTo>
                    <a:pt x="22487" y="27723"/>
                    <a:pt x="22533" y="27836"/>
                    <a:pt x="22562" y="27944"/>
                  </a:cubicBezTo>
                  <a:cubicBezTo>
                    <a:pt x="22584" y="28021"/>
                    <a:pt x="22567" y="28097"/>
                    <a:pt x="22600" y="28163"/>
                  </a:cubicBezTo>
                  <a:cubicBezTo>
                    <a:pt x="22655" y="28271"/>
                    <a:pt x="22828" y="28344"/>
                    <a:pt x="22993" y="28344"/>
                  </a:cubicBezTo>
                  <a:cubicBezTo>
                    <a:pt x="23071" y="28344"/>
                    <a:pt x="23146" y="28328"/>
                    <a:pt x="23206" y="28293"/>
                  </a:cubicBezTo>
                  <a:cubicBezTo>
                    <a:pt x="23227" y="28220"/>
                    <a:pt x="23278" y="28057"/>
                    <a:pt x="23220" y="27969"/>
                  </a:cubicBezTo>
                  <a:lnTo>
                    <a:pt x="23220" y="27903"/>
                  </a:lnTo>
                  <a:cubicBezTo>
                    <a:pt x="23446" y="28043"/>
                    <a:pt x="23749" y="28113"/>
                    <a:pt x="24034" y="28201"/>
                  </a:cubicBezTo>
                  <a:cubicBezTo>
                    <a:pt x="24085" y="28217"/>
                    <a:pt x="24194" y="28253"/>
                    <a:pt x="24275" y="28253"/>
                  </a:cubicBezTo>
                  <a:cubicBezTo>
                    <a:pt x="24310" y="28253"/>
                    <a:pt x="24341" y="28246"/>
                    <a:pt x="24358" y="28227"/>
                  </a:cubicBezTo>
                  <a:cubicBezTo>
                    <a:pt x="24445" y="28322"/>
                    <a:pt x="24439" y="28508"/>
                    <a:pt x="24512" y="28614"/>
                  </a:cubicBezTo>
                  <a:cubicBezTo>
                    <a:pt x="24600" y="28745"/>
                    <a:pt x="24819" y="28747"/>
                    <a:pt x="25039" y="28747"/>
                  </a:cubicBezTo>
                  <a:cubicBezTo>
                    <a:pt x="25045" y="28747"/>
                    <a:pt x="25050" y="28747"/>
                    <a:pt x="25056" y="28747"/>
                  </a:cubicBezTo>
                  <a:cubicBezTo>
                    <a:pt x="25175" y="28747"/>
                    <a:pt x="25293" y="28747"/>
                    <a:pt x="25390" y="28768"/>
                  </a:cubicBezTo>
                  <a:lnTo>
                    <a:pt x="25674" y="28768"/>
                  </a:lnTo>
                  <a:cubicBezTo>
                    <a:pt x="25830" y="28802"/>
                    <a:pt x="26000" y="28810"/>
                    <a:pt x="26174" y="28810"/>
                  </a:cubicBezTo>
                  <a:cubicBezTo>
                    <a:pt x="26309" y="28810"/>
                    <a:pt x="26447" y="28805"/>
                    <a:pt x="26582" y="28805"/>
                  </a:cubicBezTo>
                  <a:cubicBezTo>
                    <a:pt x="26756" y="28805"/>
                    <a:pt x="26926" y="28813"/>
                    <a:pt x="27081" y="28847"/>
                  </a:cubicBezTo>
                  <a:cubicBezTo>
                    <a:pt x="27140" y="28860"/>
                    <a:pt x="27200" y="28864"/>
                    <a:pt x="27261" y="28864"/>
                  </a:cubicBezTo>
                  <a:cubicBezTo>
                    <a:pt x="27339" y="28864"/>
                    <a:pt x="27418" y="28857"/>
                    <a:pt x="27494" y="28857"/>
                  </a:cubicBezTo>
                  <a:cubicBezTo>
                    <a:pt x="27548" y="28857"/>
                    <a:pt x="27601" y="28861"/>
                    <a:pt x="27651" y="28871"/>
                  </a:cubicBezTo>
                  <a:cubicBezTo>
                    <a:pt x="27844" y="28876"/>
                    <a:pt x="28038" y="28882"/>
                    <a:pt x="28233" y="28885"/>
                  </a:cubicBezTo>
                  <a:cubicBezTo>
                    <a:pt x="28401" y="28921"/>
                    <a:pt x="28628" y="28898"/>
                    <a:pt x="28801" y="28922"/>
                  </a:cubicBezTo>
                  <a:lnTo>
                    <a:pt x="29072" y="28922"/>
                  </a:lnTo>
                  <a:cubicBezTo>
                    <a:pt x="29185" y="28946"/>
                    <a:pt x="29400" y="28964"/>
                    <a:pt x="29579" y="28964"/>
                  </a:cubicBezTo>
                  <a:cubicBezTo>
                    <a:pt x="29671" y="28964"/>
                    <a:pt x="29753" y="28959"/>
                    <a:pt x="29807" y="28949"/>
                  </a:cubicBezTo>
                  <a:cubicBezTo>
                    <a:pt x="29892" y="29114"/>
                    <a:pt x="30009" y="29260"/>
                    <a:pt x="30105" y="29414"/>
                  </a:cubicBezTo>
                  <a:cubicBezTo>
                    <a:pt x="30211" y="29588"/>
                    <a:pt x="30283" y="29771"/>
                    <a:pt x="30389" y="29944"/>
                  </a:cubicBezTo>
                  <a:cubicBezTo>
                    <a:pt x="30437" y="30020"/>
                    <a:pt x="30520" y="30069"/>
                    <a:pt x="30571" y="30139"/>
                  </a:cubicBezTo>
                  <a:cubicBezTo>
                    <a:pt x="30905" y="30587"/>
                    <a:pt x="31268" y="30997"/>
                    <a:pt x="31825" y="31224"/>
                  </a:cubicBezTo>
                  <a:cubicBezTo>
                    <a:pt x="32160" y="31360"/>
                    <a:pt x="32607" y="31386"/>
                    <a:pt x="33067" y="31386"/>
                  </a:cubicBezTo>
                  <a:cubicBezTo>
                    <a:pt x="33278" y="31386"/>
                    <a:pt x="33492" y="31380"/>
                    <a:pt x="33699" y="31378"/>
                  </a:cubicBezTo>
                  <a:lnTo>
                    <a:pt x="33039" y="31313"/>
                  </a:lnTo>
                  <a:cubicBezTo>
                    <a:pt x="32545" y="31196"/>
                    <a:pt x="31995" y="31169"/>
                    <a:pt x="31617" y="30937"/>
                  </a:cubicBezTo>
                  <a:cubicBezTo>
                    <a:pt x="31143" y="30650"/>
                    <a:pt x="30658" y="30080"/>
                    <a:pt x="30364" y="29607"/>
                  </a:cubicBezTo>
                  <a:cubicBezTo>
                    <a:pt x="30217" y="29370"/>
                    <a:pt x="30127" y="29047"/>
                    <a:pt x="29937" y="28858"/>
                  </a:cubicBezTo>
                  <a:lnTo>
                    <a:pt x="29937" y="28847"/>
                  </a:lnTo>
                  <a:cubicBezTo>
                    <a:pt x="29992" y="28869"/>
                    <a:pt x="30057" y="28885"/>
                    <a:pt x="30131" y="28885"/>
                  </a:cubicBezTo>
                  <a:cubicBezTo>
                    <a:pt x="30261" y="29140"/>
                    <a:pt x="30493" y="29334"/>
                    <a:pt x="30661" y="29558"/>
                  </a:cubicBezTo>
                  <a:cubicBezTo>
                    <a:pt x="30704" y="29596"/>
                    <a:pt x="30745" y="29635"/>
                    <a:pt x="30789" y="29674"/>
                  </a:cubicBezTo>
                  <a:cubicBezTo>
                    <a:pt x="31078" y="30056"/>
                    <a:pt x="31369" y="30440"/>
                    <a:pt x="31835" y="30642"/>
                  </a:cubicBezTo>
                  <a:cubicBezTo>
                    <a:pt x="31995" y="30711"/>
                    <a:pt x="32151" y="30744"/>
                    <a:pt x="32327" y="30796"/>
                  </a:cubicBezTo>
                  <a:cubicBezTo>
                    <a:pt x="32456" y="30836"/>
                    <a:pt x="32743" y="30892"/>
                    <a:pt x="32982" y="30892"/>
                  </a:cubicBezTo>
                  <a:cubicBezTo>
                    <a:pt x="33054" y="30892"/>
                    <a:pt x="33121" y="30887"/>
                    <a:pt x="33179" y="30875"/>
                  </a:cubicBezTo>
                  <a:cubicBezTo>
                    <a:pt x="33330" y="30859"/>
                    <a:pt x="33481" y="30840"/>
                    <a:pt x="33631" y="30824"/>
                  </a:cubicBezTo>
                  <a:cubicBezTo>
                    <a:pt x="33554" y="30775"/>
                    <a:pt x="33185" y="30801"/>
                    <a:pt x="33063" y="30773"/>
                  </a:cubicBezTo>
                  <a:cubicBezTo>
                    <a:pt x="32610" y="30667"/>
                    <a:pt x="32107" y="30623"/>
                    <a:pt x="31758" y="30411"/>
                  </a:cubicBezTo>
                  <a:cubicBezTo>
                    <a:pt x="31447" y="30222"/>
                    <a:pt x="31236" y="29946"/>
                    <a:pt x="31021" y="29662"/>
                  </a:cubicBezTo>
                  <a:lnTo>
                    <a:pt x="30764" y="29405"/>
                  </a:lnTo>
                  <a:cubicBezTo>
                    <a:pt x="30714" y="29366"/>
                    <a:pt x="30646" y="29337"/>
                    <a:pt x="30610" y="29289"/>
                  </a:cubicBezTo>
                  <a:cubicBezTo>
                    <a:pt x="30527" y="29181"/>
                    <a:pt x="30457" y="29021"/>
                    <a:pt x="30351" y="28940"/>
                  </a:cubicBezTo>
                  <a:lnTo>
                    <a:pt x="30351" y="28927"/>
                  </a:lnTo>
                  <a:cubicBezTo>
                    <a:pt x="30433" y="28954"/>
                    <a:pt x="30573" y="28964"/>
                    <a:pt x="30719" y="28964"/>
                  </a:cubicBezTo>
                  <a:cubicBezTo>
                    <a:pt x="30899" y="28964"/>
                    <a:pt x="31087" y="28948"/>
                    <a:pt x="31191" y="28927"/>
                  </a:cubicBezTo>
                  <a:cubicBezTo>
                    <a:pt x="31549" y="28930"/>
                    <a:pt x="31905" y="28935"/>
                    <a:pt x="32263" y="28940"/>
                  </a:cubicBezTo>
                  <a:cubicBezTo>
                    <a:pt x="32263" y="29010"/>
                    <a:pt x="32269" y="29059"/>
                    <a:pt x="32301" y="29094"/>
                  </a:cubicBezTo>
                  <a:cubicBezTo>
                    <a:pt x="32330" y="29176"/>
                    <a:pt x="32460" y="29205"/>
                    <a:pt x="32610" y="29205"/>
                  </a:cubicBezTo>
                  <a:cubicBezTo>
                    <a:pt x="32826" y="29205"/>
                    <a:pt x="33085" y="29145"/>
                    <a:pt x="33154" y="29094"/>
                  </a:cubicBezTo>
                  <a:cubicBezTo>
                    <a:pt x="33217" y="29046"/>
                    <a:pt x="33230" y="28947"/>
                    <a:pt x="33282" y="28886"/>
                  </a:cubicBezTo>
                  <a:cubicBezTo>
                    <a:pt x="33362" y="28834"/>
                    <a:pt x="33599" y="28850"/>
                    <a:pt x="33709" y="28821"/>
                  </a:cubicBezTo>
                  <a:cubicBezTo>
                    <a:pt x="33986" y="28761"/>
                    <a:pt x="34261" y="28701"/>
                    <a:pt x="34537" y="28639"/>
                  </a:cubicBezTo>
                  <a:lnTo>
                    <a:pt x="34537" y="28639"/>
                  </a:lnTo>
                  <a:cubicBezTo>
                    <a:pt x="34583" y="29029"/>
                    <a:pt x="34609" y="29504"/>
                    <a:pt x="34524" y="29894"/>
                  </a:cubicBezTo>
                  <a:cubicBezTo>
                    <a:pt x="34521" y="29984"/>
                    <a:pt x="34515" y="30075"/>
                    <a:pt x="34511" y="30164"/>
                  </a:cubicBezTo>
                  <a:cubicBezTo>
                    <a:pt x="34470" y="30353"/>
                    <a:pt x="34451" y="30926"/>
                    <a:pt x="34499" y="31132"/>
                  </a:cubicBezTo>
                  <a:cubicBezTo>
                    <a:pt x="34564" y="31691"/>
                    <a:pt x="34637" y="32237"/>
                    <a:pt x="34710" y="32785"/>
                  </a:cubicBezTo>
                  <a:cubicBezTo>
                    <a:pt x="34755" y="32986"/>
                    <a:pt x="34689" y="33182"/>
                    <a:pt x="34734" y="33392"/>
                  </a:cubicBezTo>
                  <a:cubicBezTo>
                    <a:pt x="34769" y="33550"/>
                    <a:pt x="34748" y="33778"/>
                    <a:pt x="34748" y="33960"/>
                  </a:cubicBezTo>
                  <a:cubicBezTo>
                    <a:pt x="34748" y="34149"/>
                    <a:pt x="34771" y="34389"/>
                    <a:pt x="34734" y="34555"/>
                  </a:cubicBezTo>
                  <a:lnTo>
                    <a:pt x="34734" y="34838"/>
                  </a:lnTo>
                  <a:cubicBezTo>
                    <a:pt x="34704" y="35178"/>
                    <a:pt x="34675" y="35519"/>
                    <a:pt x="34644" y="35860"/>
                  </a:cubicBezTo>
                  <a:cubicBezTo>
                    <a:pt x="34525" y="36374"/>
                    <a:pt x="34500" y="36926"/>
                    <a:pt x="34386" y="37423"/>
                  </a:cubicBezTo>
                  <a:lnTo>
                    <a:pt x="34386" y="37913"/>
                  </a:lnTo>
                  <a:cubicBezTo>
                    <a:pt x="34346" y="38092"/>
                    <a:pt x="34365" y="38285"/>
                    <a:pt x="34320" y="38470"/>
                  </a:cubicBezTo>
                  <a:cubicBezTo>
                    <a:pt x="34237" y="38819"/>
                    <a:pt x="34202" y="39201"/>
                    <a:pt x="34114" y="39542"/>
                  </a:cubicBezTo>
                  <a:cubicBezTo>
                    <a:pt x="34096" y="39662"/>
                    <a:pt x="34079" y="39783"/>
                    <a:pt x="34063" y="39904"/>
                  </a:cubicBezTo>
                  <a:cubicBezTo>
                    <a:pt x="34021" y="40069"/>
                    <a:pt x="34000" y="40276"/>
                    <a:pt x="33958" y="40447"/>
                  </a:cubicBezTo>
                  <a:cubicBezTo>
                    <a:pt x="33949" y="40545"/>
                    <a:pt x="33942" y="40645"/>
                    <a:pt x="33933" y="40744"/>
                  </a:cubicBezTo>
                  <a:cubicBezTo>
                    <a:pt x="33890" y="40936"/>
                    <a:pt x="33864" y="41169"/>
                    <a:pt x="33868" y="41390"/>
                  </a:cubicBezTo>
                  <a:cubicBezTo>
                    <a:pt x="33954" y="41273"/>
                    <a:pt x="33958" y="40977"/>
                    <a:pt x="34009" y="40821"/>
                  </a:cubicBezTo>
                  <a:cubicBezTo>
                    <a:pt x="34118" y="40487"/>
                    <a:pt x="34157" y="40125"/>
                    <a:pt x="34255" y="39761"/>
                  </a:cubicBezTo>
                  <a:cubicBezTo>
                    <a:pt x="34297" y="39606"/>
                    <a:pt x="34351" y="39419"/>
                    <a:pt x="34358" y="39245"/>
                  </a:cubicBezTo>
                  <a:cubicBezTo>
                    <a:pt x="34400" y="39313"/>
                    <a:pt x="34358" y="39460"/>
                    <a:pt x="34358" y="39556"/>
                  </a:cubicBezTo>
                  <a:lnTo>
                    <a:pt x="34358" y="40397"/>
                  </a:lnTo>
                  <a:cubicBezTo>
                    <a:pt x="34358" y="40786"/>
                    <a:pt x="34335" y="41203"/>
                    <a:pt x="34409" y="41547"/>
                  </a:cubicBezTo>
                  <a:lnTo>
                    <a:pt x="34409" y="41701"/>
                  </a:lnTo>
                  <a:cubicBezTo>
                    <a:pt x="34448" y="41875"/>
                    <a:pt x="34448" y="42089"/>
                    <a:pt x="34487" y="42257"/>
                  </a:cubicBezTo>
                  <a:cubicBezTo>
                    <a:pt x="34509" y="42425"/>
                    <a:pt x="34531" y="42593"/>
                    <a:pt x="34553" y="42761"/>
                  </a:cubicBezTo>
                  <a:cubicBezTo>
                    <a:pt x="34732" y="43458"/>
                    <a:pt x="34841" y="44165"/>
                    <a:pt x="35031" y="44841"/>
                  </a:cubicBezTo>
                  <a:cubicBezTo>
                    <a:pt x="35099" y="45085"/>
                    <a:pt x="35114" y="45340"/>
                    <a:pt x="35172" y="45577"/>
                  </a:cubicBezTo>
                  <a:cubicBezTo>
                    <a:pt x="35270" y="45972"/>
                    <a:pt x="35226" y="46403"/>
                    <a:pt x="35315" y="46804"/>
                  </a:cubicBezTo>
                  <a:cubicBezTo>
                    <a:pt x="35344" y="46932"/>
                    <a:pt x="35315" y="47067"/>
                    <a:pt x="35339" y="47179"/>
                  </a:cubicBezTo>
                  <a:cubicBezTo>
                    <a:pt x="35365" y="47772"/>
                    <a:pt x="35390" y="48367"/>
                    <a:pt x="35418" y="48961"/>
                  </a:cubicBezTo>
                  <a:cubicBezTo>
                    <a:pt x="35422" y="49207"/>
                    <a:pt x="35427" y="49451"/>
                    <a:pt x="35431" y="49697"/>
                  </a:cubicBezTo>
                  <a:cubicBezTo>
                    <a:pt x="35495" y="49985"/>
                    <a:pt x="35418" y="50338"/>
                    <a:pt x="35482" y="50628"/>
                  </a:cubicBezTo>
                  <a:cubicBezTo>
                    <a:pt x="35509" y="50750"/>
                    <a:pt x="35470" y="50911"/>
                    <a:pt x="35495" y="51014"/>
                  </a:cubicBezTo>
                  <a:lnTo>
                    <a:pt x="35495" y="51429"/>
                  </a:lnTo>
                  <a:cubicBezTo>
                    <a:pt x="35540" y="51638"/>
                    <a:pt x="35507" y="51933"/>
                    <a:pt x="35507" y="52166"/>
                  </a:cubicBezTo>
                  <a:lnTo>
                    <a:pt x="35507" y="52539"/>
                  </a:lnTo>
                  <a:cubicBezTo>
                    <a:pt x="35456" y="52771"/>
                    <a:pt x="35495" y="53098"/>
                    <a:pt x="35495" y="53354"/>
                  </a:cubicBezTo>
                  <a:lnTo>
                    <a:pt x="35495" y="53753"/>
                  </a:lnTo>
                  <a:cubicBezTo>
                    <a:pt x="35560" y="54046"/>
                    <a:pt x="35504" y="54366"/>
                    <a:pt x="35572" y="54646"/>
                  </a:cubicBezTo>
                  <a:cubicBezTo>
                    <a:pt x="35732" y="55308"/>
                    <a:pt x="35823" y="55956"/>
                    <a:pt x="35986" y="56610"/>
                  </a:cubicBezTo>
                  <a:cubicBezTo>
                    <a:pt x="36079" y="56980"/>
                    <a:pt x="36005" y="57458"/>
                    <a:pt x="36091" y="57837"/>
                  </a:cubicBezTo>
                  <a:cubicBezTo>
                    <a:pt x="36094" y="57932"/>
                    <a:pt x="36100" y="58026"/>
                    <a:pt x="36103" y="58121"/>
                  </a:cubicBezTo>
                  <a:cubicBezTo>
                    <a:pt x="36142" y="58287"/>
                    <a:pt x="36138" y="58468"/>
                    <a:pt x="36181" y="58637"/>
                  </a:cubicBezTo>
                  <a:cubicBezTo>
                    <a:pt x="36276" y="59006"/>
                    <a:pt x="36363" y="59392"/>
                    <a:pt x="36479" y="59735"/>
                  </a:cubicBezTo>
                  <a:cubicBezTo>
                    <a:pt x="36537" y="59908"/>
                    <a:pt x="36564" y="60209"/>
                    <a:pt x="36661" y="60341"/>
                  </a:cubicBezTo>
                  <a:lnTo>
                    <a:pt x="36661" y="60367"/>
                  </a:lnTo>
                  <a:lnTo>
                    <a:pt x="36648" y="60367"/>
                  </a:lnTo>
                  <a:cubicBezTo>
                    <a:pt x="36447" y="59962"/>
                    <a:pt x="36042" y="59524"/>
                    <a:pt x="35576" y="59386"/>
                  </a:cubicBezTo>
                  <a:cubicBezTo>
                    <a:pt x="35493" y="59361"/>
                    <a:pt x="35373" y="59349"/>
                    <a:pt x="35253" y="59349"/>
                  </a:cubicBezTo>
                  <a:cubicBezTo>
                    <a:pt x="35133" y="59349"/>
                    <a:pt x="35013" y="59361"/>
                    <a:pt x="34931" y="59386"/>
                  </a:cubicBezTo>
                  <a:cubicBezTo>
                    <a:pt x="34595" y="59486"/>
                    <a:pt x="34293" y="59649"/>
                    <a:pt x="34038" y="59838"/>
                  </a:cubicBezTo>
                  <a:cubicBezTo>
                    <a:pt x="33852" y="59978"/>
                    <a:pt x="33696" y="60245"/>
                    <a:pt x="33599" y="60470"/>
                  </a:cubicBezTo>
                  <a:cubicBezTo>
                    <a:pt x="33515" y="60665"/>
                    <a:pt x="33481" y="60878"/>
                    <a:pt x="33340" y="61014"/>
                  </a:cubicBezTo>
                  <a:lnTo>
                    <a:pt x="33340" y="61026"/>
                  </a:lnTo>
                  <a:lnTo>
                    <a:pt x="33329" y="61026"/>
                  </a:lnTo>
                  <a:cubicBezTo>
                    <a:pt x="33353" y="60689"/>
                    <a:pt x="33361" y="60274"/>
                    <a:pt x="33457" y="59979"/>
                  </a:cubicBezTo>
                  <a:cubicBezTo>
                    <a:pt x="33539" y="59732"/>
                    <a:pt x="33657" y="59493"/>
                    <a:pt x="33755" y="59270"/>
                  </a:cubicBezTo>
                  <a:cubicBezTo>
                    <a:pt x="33830" y="59099"/>
                    <a:pt x="33900" y="58870"/>
                    <a:pt x="34038" y="58765"/>
                  </a:cubicBezTo>
                  <a:lnTo>
                    <a:pt x="34038" y="58740"/>
                  </a:lnTo>
                  <a:cubicBezTo>
                    <a:pt x="33877" y="58848"/>
                    <a:pt x="33627" y="59262"/>
                    <a:pt x="33510" y="59438"/>
                  </a:cubicBezTo>
                  <a:cubicBezTo>
                    <a:pt x="33467" y="59502"/>
                    <a:pt x="33439" y="59584"/>
                    <a:pt x="33381" y="59633"/>
                  </a:cubicBezTo>
                  <a:lnTo>
                    <a:pt x="33381" y="59658"/>
                  </a:lnTo>
                  <a:lnTo>
                    <a:pt x="33368" y="59658"/>
                  </a:lnTo>
                  <a:cubicBezTo>
                    <a:pt x="33361" y="59185"/>
                    <a:pt x="33266" y="58784"/>
                    <a:pt x="33148" y="58416"/>
                  </a:cubicBezTo>
                  <a:lnTo>
                    <a:pt x="32940" y="57539"/>
                  </a:lnTo>
                  <a:cubicBezTo>
                    <a:pt x="32874" y="57263"/>
                    <a:pt x="32939" y="56936"/>
                    <a:pt x="32875" y="56647"/>
                  </a:cubicBezTo>
                  <a:cubicBezTo>
                    <a:pt x="32834" y="56452"/>
                    <a:pt x="32871" y="56224"/>
                    <a:pt x="32824" y="56014"/>
                  </a:cubicBezTo>
                  <a:cubicBezTo>
                    <a:pt x="32798" y="55891"/>
                    <a:pt x="32830" y="55742"/>
                    <a:pt x="32799" y="55600"/>
                  </a:cubicBezTo>
                  <a:cubicBezTo>
                    <a:pt x="32786" y="55543"/>
                    <a:pt x="32801" y="55440"/>
                    <a:pt x="32786" y="55367"/>
                  </a:cubicBezTo>
                  <a:cubicBezTo>
                    <a:pt x="32727" y="55092"/>
                    <a:pt x="32757" y="54735"/>
                    <a:pt x="32762" y="54424"/>
                  </a:cubicBezTo>
                  <a:lnTo>
                    <a:pt x="32762" y="54424"/>
                  </a:lnTo>
                  <a:cubicBezTo>
                    <a:pt x="32719" y="54489"/>
                    <a:pt x="32735" y="54729"/>
                    <a:pt x="32735" y="54838"/>
                  </a:cubicBezTo>
                  <a:cubicBezTo>
                    <a:pt x="32727" y="55122"/>
                    <a:pt x="32719" y="55408"/>
                    <a:pt x="32711" y="55691"/>
                  </a:cubicBezTo>
                  <a:cubicBezTo>
                    <a:pt x="32641" y="55380"/>
                    <a:pt x="32573" y="55071"/>
                    <a:pt x="32503" y="54761"/>
                  </a:cubicBezTo>
                  <a:cubicBezTo>
                    <a:pt x="32293" y="54111"/>
                    <a:pt x="32155" y="53429"/>
                    <a:pt x="31921" y="52795"/>
                  </a:cubicBezTo>
                  <a:cubicBezTo>
                    <a:pt x="31613" y="51965"/>
                    <a:pt x="31363" y="51110"/>
                    <a:pt x="31107" y="50212"/>
                  </a:cubicBezTo>
                  <a:cubicBezTo>
                    <a:pt x="31021" y="49914"/>
                    <a:pt x="31026" y="49587"/>
                    <a:pt x="30940" y="49281"/>
                  </a:cubicBezTo>
                  <a:cubicBezTo>
                    <a:pt x="30803" y="48791"/>
                    <a:pt x="30709" y="48275"/>
                    <a:pt x="30578" y="47769"/>
                  </a:cubicBezTo>
                  <a:cubicBezTo>
                    <a:pt x="30562" y="47649"/>
                    <a:pt x="30544" y="47526"/>
                    <a:pt x="30527" y="47407"/>
                  </a:cubicBezTo>
                  <a:cubicBezTo>
                    <a:pt x="30377" y="46817"/>
                    <a:pt x="30345" y="46177"/>
                    <a:pt x="30204" y="45571"/>
                  </a:cubicBezTo>
                  <a:cubicBezTo>
                    <a:pt x="30166" y="45175"/>
                    <a:pt x="30126" y="44779"/>
                    <a:pt x="30088" y="44383"/>
                  </a:cubicBezTo>
                  <a:cubicBezTo>
                    <a:pt x="30059" y="44255"/>
                    <a:pt x="30086" y="44120"/>
                    <a:pt x="30062" y="44008"/>
                  </a:cubicBezTo>
                  <a:cubicBezTo>
                    <a:pt x="30022" y="43826"/>
                    <a:pt x="30060" y="43633"/>
                    <a:pt x="30024" y="43466"/>
                  </a:cubicBezTo>
                  <a:lnTo>
                    <a:pt x="29986" y="42871"/>
                  </a:lnTo>
                  <a:cubicBezTo>
                    <a:pt x="29913" y="42550"/>
                    <a:pt x="29922" y="42204"/>
                    <a:pt x="29844" y="41877"/>
                  </a:cubicBezTo>
                  <a:cubicBezTo>
                    <a:pt x="29749" y="41484"/>
                    <a:pt x="29673" y="41090"/>
                    <a:pt x="29586" y="40713"/>
                  </a:cubicBezTo>
                  <a:lnTo>
                    <a:pt x="29548" y="40223"/>
                  </a:lnTo>
                  <a:cubicBezTo>
                    <a:pt x="29479" y="39741"/>
                    <a:pt x="29410" y="39258"/>
                    <a:pt x="29341" y="38777"/>
                  </a:cubicBezTo>
                  <a:cubicBezTo>
                    <a:pt x="29114" y="37886"/>
                    <a:pt x="28904" y="37013"/>
                    <a:pt x="28579" y="36218"/>
                  </a:cubicBezTo>
                  <a:cubicBezTo>
                    <a:pt x="28473" y="35956"/>
                    <a:pt x="28425" y="35689"/>
                    <a:pt x="28334" y="35415"/>
                  </a:cubicBezTo>
                  <a:cubicBezTo>
                    <a:pt x="28198" y="35004"/>
                    <a:pt x="28058" y="34572"/>
                    <a:pt x="27920" y="34162"/>
                  </a:cubicBezTo>
                  <a:cubicBezTo>
                    <a:pt x="27849" y="33951"/>
                    <a:pt x="27805" y="33746"/>
                    <a:pt x="27725" y="33554"/>
                  </a:cubicBezTo>
                  <a:cubicBezTo>
                    <a:pt x="27692" y="33477"/>
                    <a:pt x="27695" y="33386"/>
                    <a:pt x="27647" y="33322"/>
                  </a:cubicBezTo>
                  <a:lnTo>
                    <a:pt x="27647" y="33310"/>
                  </a:lnTo>
                  <a:cubicBezTo>
                    <a:pt x="27748" y="33380"/>
                    <a:pt x="27807" y="33531"/>
                    <a:pt x="27879" y="33633"/>
                  </a:cubicBezTo>
                  <a:cubicBezTo>
                    <a:pt x="28038" y="33857"/>
                    <a:pt x="28214" y="34081"/>
                    <a:pt x="28371" y="34306"/>
                  </a:cubicBezTo>
                  <a:cubicBezTo>
                    <a:pt x="28448" y="34417"/>
                    <a:pt x="28497" y="34556"/>
                    <a:pt x="28590" y="34655"/>
                  </a:cubicBezTo>
                  <a:lnTo>
                    <a:pt x="28590" y="34667"/>
                  </a:lnTo>
                  <a:lnTo>
                    <a:pt x="28603" y="34667"/>
                  </a:lnTo>
                  <a:cubicBezTo>
                    <a:pt x="28548" y="34468"/>
                    <a:pt x="28336" y="34171"/>
                    <a:pt x="28228" y="33995"/>
                  </a:cubicBezTo>
                  <a:cubicBezTo>
                    <a:pt x="28016" y="33646"/>
                    <a:pt x="27878" y="33255"/>
                    <a:pt x="27660" y="32910"/>
                  </a:cubicBezTo>
                  <a:cubicBezTo>
                    <a:pt x="27496" y="32652"/>
                    <a:pt x="27267" y="32442"/>
                    <a:pt x="27103" y="32186"/>
                  </a:cubicBezTo>
                  <a:cubicBezTo>
                    <a:pt x="26969" y="31974"/>
                    <a:pt x="26875" y="31747"/>
                    <a:pt x="26742" y="31526"/>
                  </a:cubicBezTo>
                  <a:cubicBezTo>
                    <a:pt x="26649" y="31374"/>
                    <a:pt x="26543" y="31202"/>
                    <a:pt x="26471" y="31036"/>
                  </a:cubicBezTo>
                  <a:cubicBezTo>
                    <a:pt x="26361" y="30789"/>
                    <a:pt x="26252" y="30541"/>
                    <a:pt x="26148" y="30301"/>
                  </a:cubicBezTo>
                  <a:cubicBezTo>
                    <a:pt x="26100" y="30193"/>
                    <a:pt x="26077" y="30085"/>
                    <a:pt x="26018" y="29990"/>
                  </a:cubicBezTo>
                  <a:cubicBezTo>
                    <a:pt x="25979" y="29923"/>
                    <a:pt x="25917" y="29860"/>
                    <a:pt x="25877" y="29795"/>
                  </a:cubicBezTo>
                  <a:lnTo>
                    <a:pt x="25864" y="29795"/>
                  </a:lnTo>
                  <a:cubicBezTo>
                    <a:pt x="26017" y="30427"/>
                    <a:pt x="26260" y="31015"/>
                    <a:pt x="26497" y="31552"/>
                  </a:cubicBezTo>
                  <a:cubicBezTo>
                    <a:pt x="26598" y="31784"/>
                    <a:pt x="26692" y="32003"/>
                    <a:pt x="26819" y="32213"/>
                  </a:cubicBezTo>
                  <a:cubicBezTo>
                    <a:pt x="26918" y="32372"/>
                    <a:pt x="27030" y="32527"/>
                    <a:pt x="27144" y="32678"/>
                  </a:cubicBezTo>
                  <a:cubicBezTo>
                    <a:pt x="27181" y="32730"/>
                    <a:pt x="27254" y="32774"/>
                    <a:pt x="27285" y="32832"/>
                  </a:cubicBezTo>
                  <a:cubicBezTo>
                    <a:pt x="27365" y="32983"/>
                    <a:pt x="27384" y="33153"/>
                    <a:pt x="27440" y="33322"/>
                  </a:cubicBezTo>
                  <a:cubicBezTo>
                    <a:pt x="27558" y="33681"/>
                    <a:pt x="27639" y="34062"/>
                    <a:pt x="27763" y="34433"/>
                  </a:cubicBezTo>
                  <a:cubicBezTo>
                    <a:pt x="28099" y="35452"/>
                    <a:pt x="28423" y="36474"/>
                    <a:pt x="28757" y="37483"/>
                  </a:cubicBezTo>
                  <a:cubicBezTo>
                    <a:pt x="28928" y="37996"/>
                    <a:pt x="29010" y="38531"/>
                    <a:pt x="29144" y="39085"/>
                  </a:cubicBezTo>
                  <a:cubicBezTo>
                    <a:pt x="29182" y="39404"/>
                    <a:pt x="29223" y="39723"/>
                    <a:pt x="29261" y="40042"/>
                  </a:cubicBezTo>
                  <a:cubicBezTo>
                    <a:pt x="29368" y="40562"/>
                    <a:pt x="29477" y="41084"/>
                    <a:pt x="29585" y="41605"/>
                  </a:cubicBezTo>
                  <a:cubicBezTo>
                    <a:pt x="29644" y="42060"/>
                    <a:pt x="29704" y="42516"/>
                    <a:pt x="29767" y="42974"/>
                  </a:cubicBezTo>
                  <a:cubicBezTo>
                    <a:pt x="29778" y="43189"/>
                    <a:pt x="29791" y="43405"/>
                    <a:pt x="29804" y="43620"/>
                  </a:cubicBezTo>
                  <a:cubicBezTo>
                    <a:pt x="29841" y="43783"/>
                    <a:pt x="29804" y="43970"/>
                    <a:pt x="29842" y="44150"/>
                  </a:cubicBezTo>
                  <a:cubicBezTo>
                    <a:pt x="29886" y="44616"/>
                    <a:pt x="29928" y="45081"/>
                    <a:pt x="29972" y="45546"/>
                  </a:cubicBezTo>
                  <a:cubicBezTo>
                    <a:pt x="30113" y="46395"/>
                    <a:pt x="30255" y="47243"/>
                    <a:pt x="30399" y="48092"/>
                  </a:cubicBezTo>
                  <a:cubicBezTo>
                    <a:pt x="30687" y="49223"/>
                    <a:pt x="30944" y="50379"/>
                    <a:pt x="31225" y="51503"/>
                  </a:cubicBezTo>
                  <a:cubicBezTo>
                    <a:pt x="31261" y="51651"/>
                    <a:pt x="31225" y="52163"/>
                    <a:pt x="31200" y="52292"/>
                  </a:cubicBezTo>
                  <a:cubicBezTo>
                    <a:pt x="31187" y="52521"/>
                    <a:pt x="31174" y="52749"/>
                    <a:pt x="31162" y="52977"/>
                  </a:cubicBezTo>
                  <a:cubicBezTo>
                    <a:pt x="31069" y="53405"/>
                    <a:pt x="31072" y="53855"/>
                    <a:pt x="30981" y="54270"/>
                  </a:cubicBezTo>
                  <a:cubicBezTo>
                    <a:pt x="30970" y="54389"/>
                    <a:pt x="30963" y="54511"/>
                    <a:pt x="30954" y="54632"/>
                  </a:cubicBezTo>
                  <a:cubicBezTo>
                    <a:pt x="30917" y="54806"/>
                    <a:pt x="30882" y="55325"/>
                    <a:pt x="30917" y="55497"/>
                  </a:cubicBezTo>
                  <a:lnTo>
                    <a:pt x="30917" y="55923"/>
                  </a:lnTo>
                  <a:cubicBezTo>
                    <a:pt x="30962" y="56131"/>
                    <a:pt x="30895" y="56400"/>
                    <a:pt x="30941" y="56621"/>
                  </a:cubicBezTo>
                  <a:cubicBezTo>
                    <a:pt x="30949" y="56657"/>
                    <a:pt x="30967" y="56744"/>
                    <a:pt x="30954" y="56802"/>
                  </a:cubicBezTo>
                  <a:cubicBezTo>
                    <a:pt x="30938" y="56980"/>
                    <a:pt x="30919" y="57156"/>
                    <a:pt x="30903" y="57331"/>
                  </a:cubicBezTo>
                  <a:cubicBezTo>
                    <a:pt x="30857" y="57532"/>
                    <a:pt x="30810" y="57747"/>
                    <a:pt x="30787" y="57964"/>
                  </a:cubicBezTo>
                  <a:lnTo>
                    <a:pt x="30774" y="57964"/>
                  </a:lnTo>
                  <a:cubicBezTo>
                    <a:pt x="30704" y="57715"/>
                    <a:pt x="30527" y="57484"/>
                    <a:pt x="30425" y="57253"/>
                  </a:cubicBezTo>
                  <a:cubicBezTo>
                    <a:pt x="30345" y="57071"/>
                    <a:pt x="30272" y="56846"/>
                    <a:pt x="30142" y="56711"/>
                  </a:cubicBezTo>
                  <a:lnTo>
                    <a:pt x="30142" y="56698"/>
                  </a:lnTo>
                  <a:lnTo>
                    <a:pt x="30130" y="56698"/>
                  </a:lnTo>
                  <a:cubicBezTo>
                    <a:pt x="30182" y="56885"/>
                    <a:pt x="30287" y="57083"/>
                    <a:pt x="30363" y="57266"/>
                  </a:cubicBezTo>
                  <a:cubicBezTo>
                    <a:pt x="30402" y="57365"/>
                    <a:pt x="30403" y="57454"/>
                    <a:pt x="30440" y="57550"/>
                  </a:cubicBezTo>
                  <a:cubicBezTo>
                    <a:pt x="30546" y="57833"/>
                    <a:pt x="30639" y="58140"/>
                    <a:pt x="30723" y="58442"/>
                  </a:cubicBezTo>
                  <a:cubicBezTo>
                    <a:pt x="30745" y="58575"/>
                    <a:pt x="30767" y="58710"/>
                    <a:pt x="30789" y="58842"/>
                  </a:cubicBezTo>
                  <a:cubicBezTo>
                    <a:pt x="30835" y="58998"/>
                    <a:pt x="30886" y="59175"/>
                    <a:pt x="30931" y="59332"/>
                  </a:cubicBezTo>
                  <a:cubicBezTo>
                    <a:pt x="30947" y="59461"/>
                    <a:pt x="30966" y="59591"/>
                    <a:pt x="30982" y="59720"/>
                  </a:cubicBezTo>
                  <a:lnTo>
                    <a:pt x="30982" y="59732"/>
                  </a:lnTo>
                  <a:cubicBezTo>
                    <a:pt x="30908" y="59706"/>
                    <a:pt x="30883" y="59633"/>
                    <a:pt x="30828" y="59591"/>
                  </a:cubicBezTo>
                  <a:cubicBezTo>
                    <a:pt x="30658" y="59463"/>
                    <a:pt x="30502" y="59325"/>
                    <a:pt x="30336" y="59204"/>
                  </a:cubicBezTo>
                  <a:cubicBezTo>
                    <a:pt x="29836" y="58833"/>
                    <a:pt x="29492" y="58547"/>
                    <a:pt x="28800" y="58351"/>
                  </a:cubicBezTo>
                  <a:cubicBezTo>
                    <a:pt x="28643" y="58306"/>
                    <a:pt x="28474" y="58288"/>
                    <a:pt x="28304" y="58288"/>
                  </a:cubicBezTo>
                  <a:cubicBezTo>
                    <a:pt x="27906" y="58288"/>
                    <a:pt x="27500" y="58388"/>
                    <a:pt x="27224" y="58493"/>
                  </a:cubicBezTo>
                  <a:cubicBezTo>
                    <a:pt x="27084" y="58545"/>
                    <a:pt x="26871" y="58656"/>
                    <a:pt x="26683" y="58656"/>
                  </a:cubicBezTo>
                  <a:cubicBezTo>
                    <a:pt x="26628" y="58656"/>
                    <a:pt x="26574" y="58646"/>
                    <a:pt x="26526" y="58623"/>
                  </a:cubicBezTo>
                  <a:cubicBezTo>
                    <a:pt x="26427" y="58247"/>
                    <a:pt x="26332" y="57478"/>
                    <a:pt x="26434" y="57006"/>
                  </a:cubicBezTo>
                  <a:cubicBezTo>
                    <a:pt x="26439" y="56907"/>
                    <a:pt x="26444" y="56808"/>
                    <a:pt x="26447" y="56708"/>
                  </a:cubicBezTo>
                  <a:cubicBezTo>
                    <a:pt x="26505" y="56449"/>
                    <a:pt x="26564" y="55790"/>
                    <a:pt x="26498" y="55495"/>
                  </a:cubicBezTo>
                  <a:cubicBezTo>
                    <a:pt x="26495" y="55399"/>
                    <a:pt x="26489" y="55306"/>
                    <a:pt x="26485" y="55210"/>
                  </a:cubicBezTo>
                  <a:cubicBezTo>
                    <a:pt x="26434" y="54906"/>
                    <a:pt x="26382" y="54598"/>
                    <a:pt x="26331" y="54293"/>
                  </a:cubicBezTo>
                  <a:cubicBezTo>
                    <a:pt x="26250" y="53999"/>
                    <a:pt x="26207" y="53684"/>
                    <a:pt x="26111" y="53389"/>
                  </a:cubicBezTo>
                  <a:cubicBezTo>
                    <a:pt x="26069" y="53259"/>
                    <a:pt x="26008" y="53115"/>
                    <a:pt x="25969" y="52989"/>
                  </a:cubicBezTo>
                  <a:lnTo>
                    <a:pt x="25903" y="52602"/>
                  </a:lnTo>
                  <a:cubicBezTo>
                    <a:pt x="25824" y="52301"/>
                    <a:pt x="25776" y="51962"/>
                    <a:pt x="25697" y="51658"/>
                  </a:cubicBezTo>
                  <a:cubicBezTo>
                    <a:pt x="25637" y="51261"/>
                    <a:pt x="25576" y="50866"/>
                    <a:pt x="25515" y="50469"/>
                  </a:cubicBezTo>
                  <a:cubicBezTo>
                    <a:pt x="25479" y="50312"/>
                    <a:pt x="25495" y="50148"/>
                    <a:pt x="25464" y="50004"/>
                  </a:cubicBezTo>
                  <a:cubicBezTo>
                    <a:pt x="25448" y="49768"/>
                    <a:pt x="25430" y="49530"/>
                    <a:pt x="25414" y="49294"/>
                  </a:cubicBezTo>
                  <a:cubicBezTo>
                    <a:pt x="25376" y="49123"/>
                    <a:pt x="25400" y="48899"/>
                    <a:pt x="25363" y="48724"/>
                  </a:cubicBezTo>
                  <a:lnTo>
                    <a:pt x="25363" y="48480"/>
                  </a:lnTo>
                  <a:cubicBezTo>
                    <a:pt x="25318" y="48271"/>
                    <a:pt x="25325" y="47979"/>
                    <a:pt x="25325" y="47756"/>
                  </a:cubicBezTo>
                  <a:lnTo>
                    <a:pt x="25325" y="47458"/>
                  </a:lnTo>
                  <a:cubicBezTo>
                    <a:pt x="25293" y="47317"/>
                    <a:pt x="25332" y="47144"/>
                    <a:pt x="25299" y="46993"/>
                  </a:cubicBezTo>
                  <a:cubicBezTo>
                    <a:pt x="25261" y="46648"/>
                    <a:pt x="25220" y="46304"/>
                    <a:pt x="25182" y="45959"/>
                  </a:cubicBezTo>
                  <a:cubicBezTo>
                    <a:pt x="25097" y="45587"/>
                    <a:pt x="25089" y="45154"/>
                    <a:pt x="25001" y="44783"/>
                  </a:cubicBezTo>
                  <a:cubicBezTo>
                    <a:pt x="24985" y="44642"/>
                    <a:pt x="24966" y="44499"/>
                    <a:pt x="24950" y="44355"/>
                  </a:cubicBezTo>
                  <a:cubicBezTo>
                    <a:pt x="24832" y="43931"/>
                    <a:pt x="24736" y="43467"/>
                    <a:pt x="24614" y="43038"/>
                  </a:cubicBezTo>
                  <a:cubicBezTo>
                    <a:pt x="24557" y="42836"/>
                    <a:pt x="24548" y="42653"/>
                    <a:pt x="24484" y="42457"/>
                  </a:cubicBezTo>
                  <a:cubicBezTo>
                    <a:pt x="23958" y="40827"/>
                    <a:pt x="23595" y="39113"/>
                    <a:pt x="23115" y="37431"/>
                  </a:cubicBezTo>
                  <a:cubicBezTo>
                    <a:pt x="22868" y="36560"/>
                    <a:pt x="22744" y="35660"/>
                    <a:pt x="22507" y="34780"/>
                  </a:cubicBezTo>
                  <a:cubicBezTo>
                    <a:pt x="22433" y="34504"/>
                    <a:pt x="22436" y="34235"/>
                    <a:pt x="22366" y="33953"/>
                  </a:cubicBezTo>
                  <a:cubicBezTo>
                    <a:pt x="22309" y="33730"/>
                    <a:pt x="22308" y="33485"/>
                    <a:pt x="22250" y="33243"/>
                  </a:cubicBezTo>
                  <a:cubicBezTo>
                    <a:pt x="22007" y="32237"/>
                    <a:pt x="22071" y="31001"/>
                    <a:pt x="22083" y="29819"/>
                  </a:cubicBezTo>
                  <a:cubicBezTo>
                    <a:pt x="22104" y="29247"/>
                    <a:pt x="22126" y="28674"/>
                    <a:pt x="22148" y="28099"/>
                  </a:cubicBezTo>
                  <a:cubicBezTo>
                    <a:pt x="22155" y="27976"/>
                    <a:pt x="22187" y="27512"/>
                    <a:pt x="22135" y="27428"/>
                  </a:cubicBezTo>
                  <a:lnTo>
                    <a:pt x="22135" y="27336"/>
                  </a:lnTo>
                  <a:close/>
                  <a:moveTo>
                    <a:pt x="27975" y="58537"/>
                  </a:moveTo>
                  <a:cubicBezTo>
                    <a:pt x="29008" y="58543"/>
                    <a:pt x="29372" y="58887"/>
                    <a:pt x="29966" y="59313"/>
                  </a:cubicBezTo>
                  <a:cubicBezTo>
                    <a:pt x="30089" y="59402"/>
                    <a:pt x="30206" y="59498"/>
                    <a:pt x="30328" y="59584"/>
                  </a:cubicBezTo>
                  <a:cubicBezTo>
                    <a:pt x="30380" y="59621"/>
                    <a:pt x="30470" y="59648"/>
                    <a:pt x="30509" y="59700"/>
                  </a:cubicBezTo>
                  <a:cubicBezTo>
                    <a:pt x="30616" y="59851"/>
                    <a:pt x="30592" y="60207"/>
                    <a:pt x="30691" y="60345"/>
                  </a:cubicBezTo>
                  <a:cubicBezTo>
                    <a:pt x="30664" y="60465"/>
                    <a:pt x="30480" y="60511"/>
                    <a:pt x="30367" y="60552"/>
                  </a:cubicBezTo>
                  <a:cubicBezTo>
                    <a:pt x="30095" y="60654"/>
                    <a:pt x="29736" y="60658"/>
                    <a:pt x="29423" y="60734"/>
                  </a:cubicBezTo>
                  <a:cubicBezTo>
                    <a:pt x="29311" y="60761"/>
                    <a:pt x="29218" y="60742"/>
                    <a:pt x="29114" y="60771"/>
                  </a:cubicBezTo>
                  <a:cubicBezTo>
                    <a:pt x="28689" y="60891"/>
                    <a:pt x="28281" y="61014"/>
                    <a:pt x="27859" y="61133"/>
                  </a:cubicBezTo>
                  <a:cubicBezTo>
                    <a:pt x="27631" y="61199"/>
                    <a:pt x="27408" y="61202"/>
                    <a:pt x="27174" y="61263"/>
                  </a:cubicBezTo>
                  <a:cubicBezTo>
                    <a:pt x="26825" y="61356"/>
                    <a:pt x="26462" y="61424"/>
                    <a:pt x="26101" y="61509"/>
                  </a:cubicBezTo>
                  <a:cubicBezTo>
                    <a:pt x="26052" y="61520"/>
                    <a:pt x="25993" y="61525"/>
                    <a:pt x="25933" y="61525"/>
                  </a:cubicBezTo>
                  <a:cubicBezTo>
                    <a:pt x="25797" y="61525"/>
                    <a:pt x="25649" y="61501"/>
                    <a:pt x="25559" y="61482"/>
                  </a:cubicBezTo>
                  <a:cubicBezTo>
                    <a:pt x="25239" y="61414"/>
                    <a:pt x="24953" y="61399"/>
                    <a:pt x="24666" y="61315"/>
                  </a:cubicBezTo>
                  <a:cubicBezTo>
                    <a:pt x="24567" y="61286"/>
                    <a:pt x="24471" y="61288"/>
                    <a:pt x="24396" y="61238"/>
                  </a:cubicBezTo>
                  <a:cubicBezTo>
                    <a:pt x="24342" y="61203"/>
                    <a:pt x="24320" y="61139"/>
                    <a:pt x="24279" y="61096"/>
                  </a:cubicBezTo>
                  <a:cubicBezTo>
                    <a:pt x="24281" y="60862"/>
                    <a:pt x="24439" y="60857"/>
                    <a:pt x="24579" y="60771"/>
                  </a:cubicBezTo>
                  <a:cubicBezTo>
                    <a:pt x="24833" y="60616"/>
                    <a:pt x="25130" y="60514"/>
                    <a:pt x="25406" y="60372"/>
                  </a:cubicBezTo>
                  <a:cubicBezTo>
                    <a:pt x="25813" y="60159"/>
                    <a:pt x="26242" y="59917"/>
                    <a:pt x="26504" y="59559"/>
                  </a:cubicBezTo>
                  <a:cubicBezTo>
                    <a:pt x="26664" y="59341"/>
                    <a:pt x="26795" y="59086"/>
                    <a:pt x="26956" y="58873"/>
                  </a:cubicBezTo>
                  <a:cubicBezTo>
                    <a:pt x="26974" y="58848"/>
                    <a:pt x="26981" y="58812"/>
                    <a:pt x="27007" y="58796"/>
                  </a:cubicBezTo>
                  <a:cubicBezTo>
                    <a:pt x="27240" y="58723"/>
                    <a:pt x="27472" y="58647"/>
                    <a:pt x="27705" y="58575"/>
                  </a:cubicBezTo>
                  <a:cubicBezTo>
                    <a:pt x="27795" y="58561"/>
                    <a:pt x="27887" y="58550"/>
                    <a:pt x="27975" y="58537"/>
                  </a:cubicBezTo>
                  <a:close/>
                  <a:moveTo>
                    <a:pt x="30728" y="60565"/>
                  </a:moveTo>
                  <a:cubicBezTo>
                    <a:pt x="30780" y="60616"/>
                    <a:pt x="30882" y="60943"/>
                    <a:pt x="30832" y="61005"/>
                  </a:cubicBezTo>
                  <a:cubicBezTo>
                    <a:pt x="30741" y="61144"/>
                    <a:pt x="30520" y="61116"/>
                    <a:pt x="30329" y="61160"/>
                  </a:cubicBezTo>
                  <a:cubicBezTo>
                    <a:pt x="30015" y="61234"/>
                    <a:pt x="29630" y="61202"/>
                    <a:pt x="29295" y="61276"/>
                  </a:cubicBezTo>
                  <a:cubicBezTo>
                    <a:pt x="29149" y="61285"/>
                    <a:pt x="29003" y="61292"/>
                    <a:pt x="28855" y="61301"/>
                  </a:cubicBezTo>
                  <a:cubicBezTo>
                    <a:pt x="28583" y="61360"/>
                    <a:pt x="28305" y="61363"/>
                    <a:pt x="28054" y="61443"/>
                  </a:cubicBezTo>
                  <a:cubicBezTo>
                    <a:pt x="27586" y="61593"/>
                    <a:pt x="27128" y="61747"/>
                    <a:pt x="26645" y="61882"/>
                  </a:cubicBezTo>
                  <a:cubicBezTo>
                    <a:pt x="26452" y="61937"/>
                    <a:pt x="26266" y="61914"/>
                    <a:pt x="26052" y="61961"/>
                  </a:cubicBezTo>
                  <a:cubicBezTo>
                    <a:pt x="25978" y="61976"/>
                    <a:pt x="25741" y="61990"/>
                    <a:pt x="25543" y="61990"/>
                  </a:cubicBezTo>
                  <a:cubicBezTo>
                    <a:pt x="25427" y="61990"/>
                    <a:pt x="25324" y="61985"/>
                    <a:pt x="25275" y="61974"/>
                  </a:cubicBezTo>
                  <a:cubicBezTo>
                    <a:pt x="25121" y="61937"/>
                    <a:pt x="24956" y="61879"/>
                    <a:pt x="24810" y="61831"/>
                  </a:cubicBezTo>
                  <a:cubicBezTo>
                    <a:pt x="24652" y="61780"/>
                    <a:pt x="24370" y="61766"/>
                    <a:pt x="24253" y="61677"/>
                  </a:cubicBezTo>
                  <a:cubicBezTo>
                    <a:pt x="24082" y="61618"/>
                    <a:pt x="24122" y="61340"/>
                    <a:pt x="24150" y="61174"/>
                  </a:cubicBezTo>
                  <a:lnTo>
                    <a:pt x="24163" y="61174"/>
                  </a:lnTo>
                  <a:cubicBezTo>
                    <a:pt x="24234" y="61445"/>
                    <a:pt x="24580" y="61482"/>
                    <a:pt x="24861" y="61548"/>
                  </a:cubicBezTo>
                  <a:cubicBezTo>
                    <a:pt x="24914" y="61560"/>
                    <a:pt x="24972" y="61562"/>
                    <a:pt x="25030" y="61562"/>
                  </a:cubicBezTo>
                  <a:cubicBezTo>
                    <a:pt x="25051" y="61562"/>
                    <a:pt x="25073" y="61562"/>
                    <a:pt x="25095" y="61562"/>
                  </a:cubicBezTo>
                  <a:cubicBezTo>
                    <a:pt x="25149" y="61562"/>
                    <a:pt x="25201" y="61563"/>
                    <a:pt x="25248" y="61574"/>
                  </a:cubicBezTo>
                  <a:lnTo>
                    <a:pt x="25531" y="61574"/>
                  </a:lnTo>
                  <a:cubicBezTo>
                    <a:pt x="25615" y="61593"/>
                    <a:pt x="25705" y="61600"/>
                    <a:pt x="25798" y="61600"/>
                  </a:cubicBezTo>
                  <a:cubicBezTo>
                    <a:pt x="26113" y="61600"/>
                    <a:pt x="26462" y="61513"/>
                    <a:pt x="26681" y="61458"/>
                  </a:cubicBezTo>
                  <a:cubicBezTo>
                    <a:pt x="26808" y="61449"/>
                    <a:pt x="26931" y="61442"/>
                    <a:pt x="27056" y="61431"/>
                  </a:cubicBezTo>
                  <a:cubicBezTo>
                    <a:pt x="27357" y="61372"/>
                    <a:pt x="27660" y="61312"/>
                    <a:pt x="27961" y="61250"/>
                  </a:cubicBezTo>
                  <a:cubicBezTo>
                    <a:pt x="28368" y="61133"/>
                    <a:pt x="28698" y="60991"/>
                    <a:pt x="29124" y="60889"/>
                  </a:cubicBezTo>
                  <a:cubicBezTo>
                    <a:pt x="29240" y="60879"/>
                    <a:pt x="29357" y="60872"/>
                    <a:pt x="29473" y="60863"/>
                  </a:cubicBezTo>
                  <a:cubicBezTo>
                    <a:pt x="29733" y="60803"/>
                    <a:pt x="30033" y="60812"/>
                    <a:pt x="30275" y="60747"/>
                  </a:cubicBezTo>
                  <a:cubicBezTo>
                    <a:pt x="30450" y="60700"/>
                    <a:pt x="30634" y="60690"/>
                    <a:pt x="30728" y="60565"/>
                  </a:cubicBezTo>
                  <a:close/>
                  <a:moveTo>
                    <a:pt x="35282" y="59538"/>
                  </a:moveTo>
                  <a:cubicBezTo>
                    <a:pt x="35417" y="59538"/>
                    <a:pt x="35551" y="59559"/>
                    <a:pt x="35666" y="59607"/>
                  </a:cubicBezTo>
                  <a:cubicBezTo>
                    <a:pt x="35938" y="59722"/>
                    <a:pt x="36138" y="59973"/>
                    <a:pt x="36299" y="60201"/>
                  </a:cubicBezTo>
                  <a:cubicBezTo>
                    <a:pt x="36449" y="60414"/>
                    <a:pt x="36645" y="60629"/>
                    <a:pt x="36753" y="60875"/>
                  </a:cubicBezTo>
                  <a:cubicBezTo>
                    <a:pt x="36815" y="61023"/>
                    <a:pt x="36840" y="61162"/>
                    <a:pt x="36894" y="61328"/>
                  </a:cubicBezTo>
                  <a:cubicBezTo>
                    <a:pt x="36956" y="61519"/>
                    <a:pt x="37065" y="61786"/>
                    <a:pt x="37061" y="62013"/>
                  </a:cubicBezTo>
                  <a:cubicBezTo>
                    <a:pt x="36956" y="62028"/>
                    <a:pt x="36880" y="62086"/>
                    <a:pt x="36790" y="62118"/>
                  </a:cubicBezTo>
                  <a:cubicBezTo>
                    <a:pt x="36658" y="62148"/>
                    <a:pt x="36523" y="62177"/>
                    <a:pt x="36390" y="62208"/>
                  </a:cubicBezTo>
                  <a:cubicBezTo>
                    <a:pt x="36309" y="62212"/>
                    <a:pt x="36226" y="62217"/>
                    <a:pt x="36145" y="62221"/>
                  </a:cubicBezTo>
                  <a:cubicBezTo>
                    <a:pt x="36024" y="62248"/>
                    <a:pt x="35861" y="62261"/>
                    <a:pt x="35697" y="62261"/>
                  </a:cubicBezTo>
                  <a:cubicBezTo>
                    <a:pt x="35530" y="62261"/>
                    <a:pt x="35363" y="62247"/>
                    <a:pt x="35240" y="62221"/>
                  </a:cubicBezTo>
                  <a:cubicBezTo>
                    <a:pt x="35092" y="62212"/>
                    <a:pt x="34947" y="62205"/>
                    <a:pt x="34800" y="62195"/>
                  </a:cubicBezTo>
                  <a:cubicBezTo>
                    <a:pt x="34310" y="62083"/>
                    <a:pt x="33753" y="62097"/>
                    <a:pt x="33391" y="61859"/>
                  </a:cubicBezTo>
                  <a:cubicBezTo>
                    <a:pt x="33318" y="61812"/>
                    <a:pt x="33295" y="61727"/>
                    <a:pt x="33237" y="61664"/>
                  </a:cubicBezTo>
                  <a:cubicBezTo>
                    <a:pt x="33246" y="61478"/>
                    <a:pt x="33390" y="61359"/>
                    <a:pt x="33470" y="61238"/>
                  </a:cubicBezTo>
                  <a:cubicBezTo>
                    <a:pt x="33570" y="61085"/>
                    <a:pt x="33650" y="60930"/>
                    <a:pt x="33794" y="60824"/>
                  </a:cubicBezTo>
                  <a:cubicBezTo>
                    <a:pt x="34142" y="60562"/>
                    <a:pt x="34653" y="60338"/>
                    <a:pt x="35243" y="60338"/>
                  </a:cubicBezTo>
                  <a:cubicBezTo>
                    <a:pt x="35306" y="60338"/>
                    <a:pt x="35369" y="60340"/>
                    <a:pt x="35434" y="60345"/>
                  </a:cubicBezTo>
                  <a:cubicBezTo>
                    <a:pt x="35358" y="60287"/>
                    <a:pt x="35213" y="60279"/>
                    <a:pt x="35069" y="60279"/>
                  </a:cubicBezTo>
                  <a:cubicBezTo>
                    <a:pt x="35012" y="60279"/>
                    <a:pt x="34956" y="60280"/>
                    <a:pt x="34903" y="60280"/>
                  </a:cubicBezTo>
                  <a:cubicBezTo>
                    <a:pt x="34547" y="60283"/>
                    <a:pt x="33970" y="60383"/>
                    <a:pt x="33794" y="60563"/>
                  </a:cubicBezTo>
                  <a:lnTo>
                    <a:pt x="33781" y="60563"/>
                  </a:lnTo>
                  <a:cubicBezTo>
                    <a:pt x="33986" y="60123"/>
                    <a:pt x="34317" y="59821"/>
                    <a:pt x="34775" y="59633"/>
                  </a:cubicBezTo>
                  <a:cubicBezTo>
                    <a:pt x="34915" y="59575"/>
                    <a:pt x="35099" y="59538"/>
                    <a:pt x="35282" y="59538"/>
                  </a:cubicBezTo>
                  <a:close/>
                  <a:moveTo>
                    <a:pt x="33161" y="61792"/>
                  </a:moveTo>
                  <a:cubicBezTo>
                    <a:pt x="33224" y="61859"/>
                    <a:pt x="33250" y="61946"/>
                    <a:pt x="33329" y="61998"/>
                  </a:cubicBezTo>
                  <a:cubicBezTo>
                    <a:pt x="33662" y="62222"/>
                    <a:pt x="34151" y="62230"/>
                    <a:pt x="34607" y="62334"/>
                  </a:cubicBezTo>
                  <a:cubicBezTo>
                    <a:pt x="34733" y="62345"/>
                    <a:pt x="34857" y="62352"/>
                    <a:pt x="34982" y="62361"/>
                  </a:cubicBezTo>
                  <a:cubicBezTo>
                    <a:pt x="35126" y="62392"/>
                    <a:pt x="35374" y="62415"/>
                    <a:pt x="35604" y="62415"/>
                  </a:cubicBezTo>
                  <a:cubicBezTo>
                    <a:pt x="35745" y="62415"/>
                    <a:pt x="35879" y="62406"/>
                    <a:pt x="35976" y="62385"/>
                  </a:cubicBezTo>
                  <a:cubicBezTo>
                    <a:pt x="36079" y="62382"/>
                    <a:pt x="36183" y="62376"/>
                    <a:pt x="36287" y="62374"/>
                  </a:cubicBezTo>
                  <a:cubicBezTo>
                    <a:pt x="36488" y="62327"/>
                    <a:pt x="36705" y="62301"/>
                    <a:pt x="36880" y="62244"/>
                  </a:cubicBezTo>
                  <a:cubicBezTo>
                    <a:pt x="36944" y="62224"/>
                    <a:pt x="36994" y="62231"/>
                    <a:pt x="37036" y="62193"/>
                  </a:cubicBezTo>
                  <a:lnTo>
                    <a:pt x="37061" y="62193"/>
                  </a:lnTo>
                  <a:cubicBezTo>
                    <a:pt x="37059" y="62376"/>
                    <a:pt x="37024" y="62550"/>
                    <a:pt x="36985" y="62685"/>
                  </a:cubicBezTo>
                  <a:cubicBezTo>
                    <a:pt x="36842" y="62720"/>
                    <a:pt x="36677" y="62731"/>
                    <a:pt x="36504" y="62731"/>
                  </a:cubicBezTo>
                  <a:cubicBezTo>
                    <a:pt x="36257" y="62731"/>
                    <a:pt x="35992" y="62709"/>
                    <a:pt x="35744" y="62709"/>
                  </a:cubicBezTo>
                  <a:cubicBezTo>
                    <a:pt x="35412" y="62709"/>
                    <a:pt x="35068" y="62727"/>
                    <a:pt x="34738" y="62727"/>
                  </a:cubicBezTo>
                  <a:cubicBezTo>
                    <a:pt x="34360" y="62727"/>
                    <a:pt x="34001" y="62704"/>
                    <a:pt x="33702" y="62606"/>
                  </a:cubicBezTo>
                  <a:cubicBezTo>
                    <a:pt x="33438" y="62519"/>
                    <a:pt x="33278" y="62403"/>
                    <a:pt x="33083" y="62257"/>
                  </a:cubicBezTo>
                  <a:cubicBezTo>
                    <a:pt x="33061" y="62076"/>
                    <a:pt x="33100" y="61924"/>
                    <a:pt x="33161" y="61792"/>
                  </a:cubicBezTo>
                  <a:close/>
                  <a:moveTo>
                    <a:pt x="28548" y="0"/>
                  </a:moveTo>
                  <a:cubicBezTo>
                    <a:pt x="28517" y="0"/>
                    <a:pt x="28486" y="1"/>
                    <a:pt x="28455" y="1"/>
                  </a:cubicBezTo>
                  <a:cubicBezTo>
                    <a:pt x="28374" y="51"/>
                    <a:pt x="28186" y="33"/>
                    <a:pt x="28095" y="92"/>
                  </a:cubicBezTo>
                  <a:cubicBezTo>
                    <a:pt x="27827" y="256"/>
                    <a:pt x="27958" y="531"/>
                    <a:pt x="28185" y="635"/>
                  </a:cubicBezTo>
                  <a:lnTo>
                    <a:pt x="28185" y="648"/>
                  </a:lnTo>
                  <a:cubicBezTo>
                    <a:pt x="27655" y="747"/>
                    <a:pt x="27067" y="896"/>
                    <a:pt x="26776" y="1230"/>
                  </a:cubicBezTo>
                  <a:cubicBezTo>
                    <a:pt x="26684" y="1336"/>
                    <a:pt x="26471" y="1615"/>
                    <a:pt x="26686" y="1761"/>
                  </a:cubicBezTo>
                  <a:cubicBezTo>
                    <a:pt x="26644" y="1870"/>
                    <a:pt x="26514" y="1932"/>
                    <a:pt x="26466" y="2044"/>
                  </a:cubicBezTo>
                  <a:cubicBezTo>
                    <a:pt x="26303" y="2408"/>
                    <a:pt x="26564" y="2548"/>
                    <a:pt x="26902" y="2548"/>
                  </a:cubicBezTo>
                  <a:cubicBezTo>
                    <a:pt x="26915" y="2548"/>
                    <a:pt x="26929" y="2548"/>
                    <a:pt x="26943" y="2547"/>
                  </a:cubicBezTo>
                  <a:lnTo>
                    <a:pt x="26943" y="2547"/>
                  </a:lnTo>
                  <a:cubicBezTo>
                    <a:pt x="26905" y="2650"/>
                    <a:pt x="26786" y="2722"/>
                    <a:pt x="26723" y="2805"/>
                  </a:cubicBezTo>
                  <a:cubicBezTo>
                    <a:pt x="26670" y="2880"/>
                    <a:pt x="26630" y="2972"/>
                    <a:pt x="26569" y="3037"/>
                  </a:cubicBezTo>
                  <a:cubicBezTo>
                    <a:pt x="26524" y="3058"/>
                    <a:pt x="26431" y="3040"/>
                    <a:pt x="26375" y="3076"/>
                  </a:cubicBezTo>
                  <a:cubicBezTo>
                    <a:pt x="26202" y="3191"/>
                    <a:pt x="26045" y="3485"/>
                    <a:pt x="25960" y="3696"/>
                  </a:cubicBezTo>
                  <a:cubicBezTo>
                    <a:pt x="25928" y="3782"/>
                    <a:pt x="25864" y="3969"/>
                    <a:pt x="25947" y="4058"/>
                  </a:cubicBezTo>
                  <a:cubicBezTo>
                    <a:pt x="25925" y="4155"/>
                    <a:pt x="25799" y="4211"/>
                    <a:pt x="25728" y="4264"/>
                  </a:cubicBezTo>
                  <a:cubicBezTo>
                    <a:pt x="25492" y="4443"/>
                    <a:pt x="25223" y="5022"/>
                    <a:pt x="25714" y="5129"/>
                  </a:cubicBezTo>
                  <a:cubicBezTo>
                    <a:pt x="25712" y="5340"/>
                    <a:pt x="25601" y="5346"/>
                    <a:pt x="25547" y="5478"/>
                  </a:cubicBezTo>
                  <a:cubicBezTo>
                    <a:pt x="25530" y="5523"/>
                    <a:pt x="25560" y="5592"/>
                    <a:pt x="25547" y="5621"/>
                  </a:cubicBezTo>
                  <a:cubicBezTo>
                    <a:pt x="25536" y="5624"/>
                    <a:pt x="25523" y="5630"/>
                    <a:pt x="25509" y="5632"/>
                  </a:cubicBezTo>
                  <a:cubicBezTo>
                    <a:pt x="25466" y="5672"/>
                    <a:pt x="25405" y="5747"/>
                    <a:pt x="25380" y="5800"/>
                  </a:cubicBezTo>
                  <a:cubicBezTo>
                    <a:pt x="25335" y="5903"/>
                    <a:pt x="25371" y="6024"/>
                    <a:pt x="25342" y="6149"/>
                  </a:cubicBezTo>
                  <a:cubicBezTo>
                    <a:pt x="25320" y="6240"/>
                    <a:pt x="25300" y="6336"/>
                    <a:pt x="25264" y="6420"/>
                  </a:cubicBezTo>
                  <a:cubicBezTo>
                    <a:pt x="25216" y="6534"/>
                    <a:pt x="25059" y="6785"/>
                    <a:pt x="25097" y="6963"/>
                  </a:cubicBezTo>
                  <a:cubicBezTo>
                    <a:pt x="25219" y="7537"/>
                    <a:pt x="25797" y="7620"/>
                    <a:pt x="26311" y="7790"/>
                  </a:cubicBezTo>
                  <a:cubicBezTo>
                    <a:pt x="26411" y="7812"/>
                    <a:pt x="26510" y="7834"/>
                    <a:pt x="26609" y="7855"/>
                  </a:cubicBezTo>
                  <a:cubicBezTo>
                    <a:pt x="26757" y="7921"/>
                    <a:pt x="26853" y="8082"/>
                    <a:pt x="26984" y="8167"/>
                  </a:cubicBezTo>
                  <a:cubicBezTo>
                    <a:pt x="26910" y="8395"/>
                    <a:pt x="26648" y="8456"/>
                    <a:pt x="26543" y="8657"/>
                  </a:cubicBezTo>
                  <a:cubicBezTo>
                    <a:pt x="26331" y="8659"/>
                    <a:pt x="26155" y="8705"/>
                    <a:pt x="25975" y="8748"/>
                  </a:cubicBezTo>
                  <a:cubicBezTo>
                    <a:pt x="25889" y="8757"/>
                    <a:pt x="25802" y="8764"/>
                    <a:pt x="25717" y="8773"/>
                  </a:cubicBezTo>
                  <a:cubicBezTo>
                    <a:pt x="25475" y="8831"/>
                    <a:pt x="25195" y="8857"/>
                    <a:pt x="24956" y="8915"/>
                  </a:cubicBezTo>
                  <a:cubicBezTo>
                    <a:pt x="24801" y="8928"/>
                    <a:pt x="24644" y="8940"/>
                    <a:pt x="24490" y="8953"/>
                  </a:cubicBezTo>
                  <a:cubicBezTo>
                    <a:pt x="24061" y="9055"/>
                    <a:pt x="23614" y="9091"/>
                    <a:pt x="23249" y="9251"/>
                  </a:cubicBezTo>
                  <a:cubicBezTo>
                    <a:pt x="22836" y="9431"/>
                    <a:pt x="22469" y="9696"/>
                    <a:pt x="22099" y="9924"/>
                  </a:cubicBezTo>
                  <a:cubicBezTo>
                    <a:pt x="21751" y="10137"/>
                    <a:pt x="21341" y="10292"/>
                    <a:pt x="20909" y="10414"/>
                  </a:cubicBezTo>
                  <a:cubicBezTo>
                    <a:pt x="20639" y="10491"/>
                    <a:pt x="20347" y="10449"/>
                    <a:pt x="20057" y="10518"/>
                  </a:cubicBezTo>
                  <a:cubicBezTo>
                    <a:pt x="19797" y="10580"/>
                    <a:pt x="19460" y="10579"/>
                    <a:pt x="19179" y="10647"/>
                  </a:cubicBezTo>
                  <a:cubicBezTo>
                    <a:pt x="19092" y="10670"/>
                    <a:pt x="18902" y="10709"/>
                    <a:pt x="18752" y="10709"/>
                  </a:cubicBezTo>
                  <a:cubicBezTo>
                    <a:pt x="18709" y="10709"/>
                    <a:pt x="18670" y="10706"/>
                    <a:pt x="18637" y="10698"/>
                  </a:cubicBezTo>
                  <a:cubicBezTo>
                    <a:pt x="18503" y="10669"/>
                    <a:pt x="18356" y="10682"/>
                    <a:pt x="18223" y="10647"/>
                  </a:cubicBezTo>
                  <a:cubicBezTo>
                    <a:pt x="17759" y="10528"/>
                    <a:pt x="17277" y="10499"/>
                    <a:pt x="16788" y="10390"/>
                  </a:cubicBezTo>
                  <a:lnTo>
                    <a:pt x="16543" y="10390"/>
                  </a:lnTo>
                  <a:cubicBezTo>
                    <a:pt x="16490" y="10377"/>
                    <a:pt x="16423" y="10372"/>
                    <a:pt x="16351" y="10372"/>
                  </a:cubicBezTo>
                  <a:cubicBezTo>
                    <a:pt x="16241" y="10372"/>
                    <a:pt x="16122" y="10384"/>
                    <a:pt x="16039" y="10401"/>
                  </a:cubicBezTo>
                  <a:cubicBezTo>
                    <a:pt x="15982" y="10414"/>
                    <a:pt x="15922" y="10417"/>
                    <a:pt x="15863" y="10417"/>
                  </a:cubicBezTo>
                  <a:cubicBezTo>
                    <a:pt x="15813" y="10417"/>
                    <a:pt x="15764" y="10415"/>
                    <a:pt x="15715" y="10415"/>
                  </a:cubicBezTo>
                  <a:cubicBezTo>
                    <a:pt x="15662" y="10415"/>
                    <a:pt x="15610" y="10417"/>
                    <a:pt x="15562" y="10427"/>
                  </a:cubicBezTo>
                  <a:cubicBezTo>
                    <a:pt x="15380" y="10430"/>
                    <a:pt x="15200" y="10436"/>
                    <a:pt x="15018" y="10440"/>
                  </a:cubicBezTo>
                  <a:cubicBezTo>
                    <a:pt x="14939" y="10458"/>
                    <a:pt x="14854" y="10463"/>
                    <a:pt x="14765" y="10463"/>
                  </a:cubicBezTo>
                  <a:cubicBezTo>
                    <a:pt x="14635" y="10463"/>
                    <a:pt x="14497" y="10452"/>
                    <a:pt x="14358" y="10452"/>
                  </a:cubicBezTo>
                  <a:cubicBezTo>
                    <a:pt x="14233" y="10452"/>
                    <a:pt x="14109" y="10452"/>
                    <a:pt x="13984" y="10452"/>
                  </a:cubicBezTo>
                  <a:cubicBezTo>
                    <a:pt x="13673" y="10452"/>
                    <a:pt x="13365" y="10451"/>
                    <a:pt x="13066" y="10440"/>
                  </a:cubicBezTo>
                  <a:cubicBezTo>
                    <a:pt x="12760" y="10429"/>
                    <a:pt x="12512" y="10336"/>
                    <a:pt x="12278" y="10259"/>
                  </a:cubicBezTo>
                  <a:cubicBezTo>
                    <a:pt x="12026" y="10174"/>
                    <a:pt x="11770" y="10118"/>
                    <a:pt x="11529" y="10038"/>
                  </a:cubicBezTo>
                  <a:cubicBezTo>
                    <a:pt x="11232" y="9940"/>
                    <a:pt x="10934" y="9904"/>
                    <a:pt x="10636" y="9805"/>
                  </a:cubicBezTo>
                  <a:cubicBezTo>
                    <a:pt x="10291" y="9692"/>
                    <a:pt x="9957" y="9543"/>
                    <a:pt x="9615" y="9431"/>
                  </a:cubicBezTo>
                  <a:cubicBezTo>
                    <a:pt x="9547" y="9410"/>
                    <a:pt x="9479" y="9395"/>
                    <a:pt x="9421" y="9381"/>
                  </a:cubicBezTo>
                  <a:lnTo>
                    <a:pt x="9175" y="9381"/>
                  </a:lnTo>
                  <a:cubicBezTo>
                    <a:pt x="9124" y="9357"/>
                    <a:pt x="9077" y="9277"/>
                    <a:pt x="9021" y="9251"/>
                  </a:cubicBezTo>
                  <a:cubicBezTo>
                    <a:pt x="8864" y="9178"/>
                    <a:pt x="8699" y="9170"/>
                    <a:pt x="8518" y="9110"/>
                  </a:cubicBezTo>
                  <a:cubicBezTo>
                    <a:pt x="8362" y="9059"/>
                    <a:pt x="8223" y="8969"/>
                    <a:pt x="8064" y="8928"/>
                  </a:cubicBezTo>
                  <a:cubicBezTo>
                    <a:pt x="8034" y="8920"/>
                    <a:pt x="8003" y="8917"/>
                    <a:pt x="7973" y="8917"/>
                  </a:cubicBezTo>
                  <a:cubicBezTo>
                    <a:pt x="7853" y="8917"/>
                    <a:pt x="7736" y="8970"/>
                    <a:pt x="7690" y="9019"/>
                  </a:cubicBezTo>
                  <a:cubicBezTo>
                    <a:pt x="7632" y="8984"/>
                    <a:pt x="7558" y="8670"/>
                    <a:pt x="7509" y="8591"/>
                  </a:cubicBezTo>
                  <a:cubicBezTo>
                    <a:pt x="7347" y="8329"/>
                    <a:pt x="7116" y="8050"/>
                    <a:pt x="6798" y="7947"/>
                  </a:cubicBezTo>
                  <a:cubicBezTo>
                    <a:pt x="6739" y="7928"/>
                    <a:pt x="6681" y="7919"/>
                    <a:pt x="6624" y="7919"/>
                  </a:cubicBezTo>
                  <a:cubicBezTo>
                    <a:pt x="6302" y="7919"/>
                    <a:pt x="6005" y="8185"/>
                    <a:pt x="5777" y="8270"/>
                  </a:cubicBezTo>
                  <a:cubicBezTo>
                    <a:pt x="5759" y="8277"/>
                    <a:pt x="5733" y="8279"/>
                    <a:pt x="5703" y="8279"/>
                  </a:cubicBezTo>
                  <a:cubicBezTo>
                    <a:pt x="5620" y="8279"/>
                    <a:pt x="5508" y="8258"/>
                    <a:pt x="5453" y="8245"/>
                  </a:cubicBezTo>
                  <a:cubicBezTo>
                    <a:pt x="5185" y="8175"/>
                    <a:pt x="4886" y="8151"/>
                    <a:pt x="4742" y="7962"/>
                  </a:cubicBezTo>
                  <a:cubicBezTo>
                    <a:pt x="4486" y="7621"/>
                    <a:pt x="4157" y="7333"/>
                    <a:pt x="3903" y="6992"/>
                  </a:cubicBezTo>
                  <a:cubicBezTo>
                    <a:pt x="3375" y="6287"/>
                    <a:pt x="2827" y="5602"/>
                    <a:pt x="2299" y="4898"/>
                  </a:cubicBezTo>
                  <a:cubicBezTo>
                    <a:pt x="2096" y="4626"/>
                    <a:pt x="1847" y="4385"/>
                    <a:pt x="1641" y="4110"/>
                  </a:cubicBezTo>
                  <a:lnTo>
                    <a:pt x="1474" y="3943"/>
                  </a:lnTo>
                  <a:cubicBezTo>
                    <a:pt x="1226" y="3614"/>
                    <a:pt x="955" y="3302"/>
                    <a:pt x="712" y="2975"/>
                  </a:cubicBezTo>
                  <a:cubicBezTo>
                    <a:pt x="632" y="2869"/>
                    <a:pt x="550" y="2710"/>
                    <a:pt x="414" y="2664"/>
                  </a:cubicBezTo>
                  <a:cubicBezTo>
                    <a:pt x="390" y="2646"/>
                    <a:pt x="366" y="2641"/>
                    <a:pt x="339" y="2641"/>
                  </a:cubicBezTo>
                  <a:cubicBezTo>
                    <a:pt x="310" y="2641"/>
                    <a:pt x="279" y="2647"/>
                    <a:pt x="246" y="2650"/>
                  </a:cubicBezTo>
                  <a:cubicBezTo>
                    <a:pt x="133" y="2758"/>
                    <a:pt x="1" y="2860"/>
                    <a:pt x="104" y="3103"/>
                  </a:cubicBezTo>
                  <a:cubicBezTo>
                    <a:pt x="169" y="3258"/>
                    <a:pt x="308" y="3376"/>
                    <a:pt x="402" y="3502"/>
                  </a:cubicBezTo>
                  <a:cubicBezTo>
                    <a:pt x="545" y="3694"/>
                    <a:pt x="678" y="3876"/>
                    <a:pt x="815" y="4072"/>
                  </a:cubicBezTo>
                  <a:cubicBezTo>
                    <a:pt x="1237" y="4671"/>
                    <a:pt x="1648" y="5283"/>
                    <a:pt x="2070" y="5880"/>
                  </a:cubicBezTo>
                  <a:cubicBezTo>
                    <a:pt x="2275" y="6170"/>
                    <a:pt x="2531" y="6432"/>
                    <a:pt x="2741" y="6720"/>
                  </a:cubicBezTo>
                  <a:cubicBezTo>
                    <a:pt x="2865" y="6889"/>
                    <a:pt x="2980" y="7056"/>
                    <a:pt x="3103" y="7223"/>
                  </a:cubicBezTo>
                  <a:cubicBezTo>
                    <a:pt x="3172" y="7316"/>
                    <a:pt x="3269" y="7399"/>
                    <a:pt x="3336" y="7493"/>
                  </a:cubicBezTo>
                  <a:cubicBezTo>
                    <a:pt x="3439" y="7637"/>
                    <a:pt x="3535" y="7825"/>
                    <a:pt x="3672" y="7934"/>
                  </a:cubicBezTo>
                  <a:lnTo>
                    <a:pt x="3672" y="7947"/>
                  </a:lnTo>
                  <a:cubicBezTo>
                    <a:pt x="3620" y="7938"/>
                    <a:pt x="3552" y="7913"/>
                    <a:pt x="3480" y="7913"/>
                  </a:cubicBezTo>
                  <a:cubicBezTo>
                    <a:pt x="3458" y="7913"/>
                    <a:pt x="3436" y="7915"/>
                    <a:pt x="3415" y="7921"/>
                  </a:cubicBezTo>
                  <a:cubicBezTo>
                    <a:pt x="3185" y="7983"/>
                    <a:pt x="3135" y="8299"/>
                    <a:pt x="3272" y="8502"/>
                  </a:cubicBezTo>
                  <a:cubicBezTo>
                    <a:pt x="3343" y="8610"/>
                    <a:pt x="3496" y="8707"/>
                    <a:pt x="3621" y="8761"/>
                  </a:cubicBezTo>
                  <a:cubicBezTo>
                    <a:pt x="3702" y="8795"/>
                    <a:pt x="3797" y="8792"/>
                    <a:pt x="3867" y="8838"/>
                  </a:cubicBezTo>
                  <a:cubicBezTo>
                    <a:pt x="3888" y="8848"/>
                    <a:pt x="3880" y="8841"/>
                    <a:pt x="3891" y="8851"/>
                  </a:cubicBezTo>
                  <a:cubicBezTo>
                    <a:pt x="3826" y="8894"/>
                    <a:pt x="3816" y="8937"/>
                    <a:pt x="3788" y="9019"/>
                  </a:cubicBezTo>
                  <a:cubicBezTo>
                    <a:pt x="3691" y="9315"/>
                    <a:pt x="3954" y="9561"/>
                    <a:pt x="4216" y="9587"/>
                  </a:cubicBezTo>
                  <a:lnTo>
                    <a:pt x="4216" y="9600"/>
                  </a:lnTo>
                  <a:cubicBezTo>
                    <a:pt x="4130" y="9641"/>
                    <a:pt x="4120" y="9693"/>
                    <a:pt x="4062" y="9754"/>
                  </a:cubicBezTo>
                  <a:cubicBezTo>
                    <a:pt x="4056" y="10067"/>
                    <a:pt x="4338" y="10154"/>
                    <a:pt x="4578" y="10219"/>
                  </a:cubicBezTo>
                  <a:cubicBezTo>
                    <a:pt x="4647" y="10240"/>
                    <a:pt x="4733" y="10227"/>
                    <a:pt x="4797" y="10246"/>
                  </a:cubicBezTo>
                  <a:cubicBezTo>
                    <a:pt x="4588" y="10465"/>
                    <a:pt x="4563" y="10769"/>
                    <a:pt x="4887" y="10891"/>
                  </a:cubicBezTo>
                  <a:cubicBezTo>
                    <a:pt x="4928" y="10906"/>
                    <a:pt x="4999" y="10933"/>
                    <a:pt x="5067" y="10933"/>
                  </a:cubicBezTo>
                  <a:cubicBezTo>
                    <a:pt x="5081" y="10933"/>
                    <a:pt x="5095" y="10932"/>
                    <a:pt x="5108" y="10929"/>
                  </a:cubicBezTo>
                  <a:cubicBezTo>
                    <a:pt x="5265" y="10896"/>
                    <a:pt x="5418" y="10878"/>
                    <a:pt x="5547" y="10813"/>
                  </a:cubicBezTo>
                  <a:cubicBezTo>
                    <a:pt x="5611" y="10779"/>
                    <a:pt x="5665" y="10721"/>
                    <a:pt x="5742" y="10696"/>
                  </a:cubicBezTo>
                  <a:cubicBezTo>
                    <a:pt x="5755" y="10685"/>
                    <a:pt x="5745" y="10691"/>
                    <a:pt x="5767" y="10683"/>
                  </a:cubicBezTo>
                  <a:cubicBezTo>
                    <a:pt x="5824" y="10769"/>
                    <a:pt x="5912" y="10836"/>
                    <a:pt x="5975" y="10916"/>
                  </a:cubicBezTo>
                  <a:cubicBezTo>
                    <a:pt x="6109" y="11096"/>
                    <a:pt x="6329" y="11401"/>
                    <a:pt x="6620" y="11401"/>
                  </a:cubicBezTo>
                  <a:cubicBezTo>
                    <a:pt x="6682" y="11401"/>
                    <a:pt x="6746" y="11388"/>
                    <a:pt x="6814" y="11356"/>
                  </a:cubicBezTo>
                  <a:cubicBezTo>
                    <a:pt x="6834" y="11416"/>
                    <a:pt x="6821" y="11495"/>
                    <a:pt x="6840" y="11563"/>
                  </a:cubicBezTo>
                  <a:cubicBezTo>
                    <a:pt x="6876" y="11700"/>
                    <a:pt x="6955" y="11996"/>
                    <a:pt x="7046" y="12066"/>
                  </a:cubicBezTo>
                  <a:cubicBezTo>
                    <a:pt x="7145" y="12141"/>
                    <a:pt x="7265" y="12147"/>
                    <a:pt x="7395" y="12147"/>
                  </a:cubicBezTo>
                  <a:cubicBezTo>
                    <a:pt x="7423" y="12147"/>
                    <a:pt x="7451" y="12147"/>
                    <a:pt x="7480" y="12147"/>
                  </a:cubicBezTo>
                  <a:cubicBezTo>
                    <a:pt x="7565" y="12147"/>
                    <a:pt x="7654" y="12150"/>
                    <a:pt x="7744" y="12171"/>
                  </a:cubicBezTo>
                  <a:cubicBezTo>
                    <a:pt x="7927" y="12211"/>
                    <a:pt x="8080" y="12297"/>
                    <a:pt x="8247" y="12338"/>
                  </a:cubicBezTo>
                  <a:cubicBezTo>
                    <a:pt x="8266" y="12342"/>
                    <a:pt x="8283" y="12344"/>
                    <a:pt x="8300" y="12344"/>
                  </a:cubicBezTo>
                  <a:cubicBezTo>
                    <a:pt x="8394" y="12344"/>
                    <a:pt x="8457" y="12282"/>
                    <a:pt x="8544" y="12282"/>
                  </a:cubicBezTo>
                  <a:cubicBezTo>
                    <a:pt x="8557" y="12282"/>
                    <a:pt x="8570" y="12284"/>
                    <a:pt x="8585" y="12287"/>
                  </a:cubicBezTo>
                  <a:cubicBezTo>
                    <a:pt x="8819" y="12335"/>
                    <a:pt x="9047" y="12368"/>
                    <a:pt x="9243" y="12454"/>
                  </a:cubicBezTo>
                  <a:cubicBezTo>
                    <a:pt x="9429" y="12536"/>
                    <a:pt x="9617" y="12661"/>
                    <a:pt x="9787" y="12764"/>
                  </a:cubicBezTo>
                  <a:cubicBezTo>
                    <a:pt x="10114" y="12963"/>
                    <a:pt x="10508" y="13089"/>
                    <a:pt x="10898" y="13217"/>
                  </a:cubicBezTo>
                  <a:cubicBezTo>
                    <a:pt x="11327" y="13357"/>
                    <a:pt x="11820" y="13342"/>
                    <a:pt x="12294" y="13450"/>
                  </a:cubicBezTo>
                  <a:cubicBezTo>
                    <a:pt x="12481" y="13491"/>
                    <a:pt x="12679" y="13462"/>
                    <a:pt x="12849" y="13501"/>
                  </a:cubicBezTo>
                  <a:cubicBezTo>
                    <a:pt x="13066" y="13523"/>
                    <a:pt x="13281" y="13545"/>
                    <a:pt x="13497" y="13566"/>
                  </a:cubicBezTo>
                  <a:cubicBezTo>
                    <a:pt x="13768" y="13613"/>
                    <a:pt x="14040" y="13661"/>
                    <a:pt x="14312" y="13707"/>
                  </a:cubicBezTo>
                  <a:cubicBezTo>
                    <a:pt x="14402" y="13716"/>
                    <a:pt x="14493" y="13723"/>
                    <a:pt x="14582" y="13734"/>
                  </a:cubicBezTo>
                  <a:cubicBezTo>
                    <a:pt x="14817" y="13792"/>
                    <a:pt x="15085" y="13806"/>
                    <a:pt x="15331" y="13875"/>
                  </a:cubicBezTo>
                  <a:cubicBezTo>
                    <a:pt x="15704" y="13978"/>
                    <a:pt x="16088" y="14064"/>
                    <a:pt x="16468" y="14158"/>
                  </a:cubicBezTo>
                  <a:cubicBezTo>
                    <a:pt x="16664" y="14207"/>
                    <a:pt x="16873" y="14193"/>
                    <a:pt x="17062" y="14237"/>
                  </a:cubicBezTo>
                  <a:cubicBezTo>
                    <a:pt x="17227" y="14245"/>
                    <a:pt x="17389" y="14253"/>
                    <a:pt x="17554" y="14261"/>
                  </a:cubicBezTo>
                  <a:cubicBezTo>
                    <a:pt x="17625" y="14277"/>
                    <a:pt x="17709" y="14282"/>
                    <a:pt x="17798" y="14282"/>
                  </a:cubicBezTo>
                  <a:cubicBezTo>
                    <a:pt x="17911" y="14282"/>
                    <a:pt x="18031" y="14274"/>
                    <a:pt x="18135" y="14274"/>
                  </a:cubicBezTo>
                  <a:lnTo>
                    <a:pt x="19117" y="14274"/>
                  </a:lnTo>
                  <a:cubicBezTo>
                    <a:pt x="19211" y="14269"/>
                    <a:pt x="19366" y="14256"/>
                    <a:pt x="19508" y="14256"/>
                  </a:cubicBezTo>
                  <a:cubicBezTo>
                    <a:pt x="19594" y="14256"/>
                    <a:pt x="19675" y="14261"/>
                    <a:pt x="19736" y="14274"/>
                  </a:cubicBezTo>
                  <a:lnTo>
                    <a:pt x="20188" y="14340"/>
                  </a:lnTo>
                  <a:cubicBezTo>
                    <a:pt x="20957" y="14552"/>
                    <a:pt x="21760" y="14695"/>
                    <a:pt x="22320" y="15116"/>
                  </a:cubicBezTo>
                  <a:cubicBezTo>
                    <a:pt x="22408" y="15183"/>
                    <a:pt x="22603" y="15449"/>
                    <a:pt x="22631" y="15568"/>
                  </a:cubicBezTo>
                  <a:cubicBezTo>
                    <a:pt x="22647" y="15645"/>
                    <a:pt x="22526" y="16055"/>
                    <a:pt x="22501" y="16137"/>
                  </a:cubicBezTo>
                  <a:cubicBezTo>
                    <a:pt x="22368" y="16586"/>
                    <a:pt x="22315" y="17030"/>
                    <a:pt x="22179" y="17467"/>
                  </a:cubicBezTo>
                  <a:cubicBezTo>
                    <a:pt x="21981" y="18111"/>
                    <a:pt x="21837" y="18787"/>
                    <a:pt x="21649" y="19458"/>
                  </a:cubicBezTo>
                  <a:cubicBezTo>
                    <a:pt x="21580" y="19844"/>
                    <a:pt x="21511" y="20234"/>
                    <a:pt x="21443" y="20621"/>
                  </a:cubicBezTo>
                  <a:cubicBezTo>
                    <a:pt x="21338" y="21362"/>
                    <a:pt x="21235" y="22102"/>
                    <a:pt x="21132" y="22844"/>
                  </a:cubicBezTo>
                  <a:cubicBezTo>
                    <a:pt x="21127" y="22934"/>
                    <a:pt x="21122" y="23025"/>
                    <a:pt x="21119" y="23114"/>
                  </a:cubicBezTo>
                  <a:cubicBezTo>
                    <a:pt x="21017" y="23581"/>
                    <a:pt x="21204" y="24377"/>
                    <a:pt x="21364" y="24639"/>
                  </a:cubicBezTo>
                  <a:cubicBezTo>
                    <a:pt x="21433" y="24754"/>
                    <a:pt x="21533" y="24846"/>
                    <a:pt x="21609" y="24950"/>
                  </a:cubicBezTo>
                  <a:cubicBezTo>
                    <a:pt x="21697" y="25067"/>
                    <a:pt x="21812" y="25192"/>
                    <a:pt x="21946" y="25260"/>
                  </a:cubicBezTo>
                  <a:cubicBezTo>
                    <a:pt x="21942" y="25475"/>
                    <a:pt x="21990" y="25670"/>
                    <a:pt x="21946" y="25868"/>
                  </a:cubicBezTo>
                  <a:cubicBezTo>
                    <a:pt x="21902" y="26109"/>
                    <a:pt x="21860" y="26349"/>
                    <a:pt x="21817" y="26590"/>
                  </a:cubicBezTo>
                  <a:cubicBezTo>
                    <a:pt x="21790" y="26683"/>
                    <a:pt x="21747" y="26859"/>
                    <a:pt x="21790" y="26979"/>
                  </a:cubicBezTo>
                  <a:cubicBezTo>
                    <a:pt x="21822" y="27063"/>
                    <a:pt x="21926" y="27163"/>
                    <a:pt x="21998" y="27211"/>
                  </a:cubicBezTo>
                  <a:cubicBezTo>
                    <a:pt x="21992" y="27489"/>
                    <a:pt x="22001" y="27832"/>
                    <a:pt x="21947" y="28088"/>
                  </a:cubicBezTo>
                  <a:cubicBezTo>
                    <a:pt x="21920" y="28211"/>
                    <a:pt x="21946" y="28342"/>
                    <a:pt x="21921" y="28450"/>
                  </a:cubicBezTo>
                  <a:cubicBezTo>
                    <a:pt x="21866" y="28706"/>
                    <a:pt x="21924" y="28981"/>
                    <a:pt x="21870" y="29226"/>
                  </a:cubicBezTo>
                  <a:cubicBezTo>
                    <a:pt x="21859" y="29648"/>
                    <a:pt x="21846" y="30071"/>
                    <a:pt x="21833" y="30493"/>
                  </a:cubicBezTo>
                  <a:cubicBezTo>
                    <a:pt x="21805" y="30615"/>
                    <a:pt x="21849" y="30795"/>
                    <a:pt x="21819" y="30933"/>
                  </a:cubicBezTo>
                  <a:cubicBezTo>
                    <a:pt x="21795" y="31049"/>
                    <a:pt x="21795" y="31269"/>
                    <a:pt x="21819" y="31385"/>
                  </a:cubicBezTo>
                  <a:cubicBezTo>
                    <a:pt x="21847" y="31510"/>
                    <a:pt x="21809" y="31676"/>
                    <a:pt x="21833" y="31785"/>
                  </a:cubicBezTo>
                  <a:cubicBezTo>
                    <a:pt x="21841" y="31970"/>
                    <a:pt x="21849" y="32156"/>
                    <a:pt x="21859" y="32340"/>
                  </a:cubicBezTo>
                  <a:cubicBezTo>
                    <a:pt x="21910" y="32746"/>
                    <a:pt x="21962" y="33152"/>
                    <a:pt x="22013" y="33554"/>
                  </a:cubicBezTo>
                  <a:cubicBezTo>
                    <a:pt x="22078" y="33823"/>
                    <a:pt x="22084" y="34117"/>
                    <a:pt x="22154" y="34395"/>
                  </a:cubicBezTo>
                  <a:cubicBezTo>
                    <a:pt x="22328" y="35078"/>
                    <a:pt x="22405" y="35776"/>
                    <a:pt x="22594" y="36448"/>
                  </a:cubicBezTo>
                  <a:cubicBezTo>
                    <a:pt x="22891" y="37502"/>
                    <a:pt x="23074" y="38614"/>
                    <a:pt x="23409" y="39639"/>
                  </a:cubicBezTo>
                  <a:cubicBezTo>
                    <a:pt x="23494" y="39901"/>
                    <a:pt x="23518" y="40154"/>
                    <a:pt x="23603" y="40415"/>
                  </a:cubicBezTo>
                  <a:cubicBezTo>
                    <a:pt x="23790" y="40991"/>
                    <a:pt x="23916" y="41593"/>
                    <a:pt x="24106" y="42173"/>
                  </a:cubicBezTo>
                  <a:cubicBezTo>
                    <a:pt x="24269" y="42666"/>
                    <a:pt x="24450" y="43178"/>
                    <a:pt x="24585" y="43685"/>
                  </a:cubicBezTo>
                  <a:cubicBezTo>
                    <a:pt x="24594" y="43764"/>
                    <a:pt x="24601" y="43839"/>
                    <a:pt x="24610" y="43918"/>
                  </a:cubicBezTo>
                  <a:cubicBezTo>
                    <a:pt x="24735" y="44389"/>
                    <a:pt x="24777" y="44915"/>
                    <a:pt x="24893" y="45417"/>
                  </a:cubicBezTo>
                  <a:cubicBezTo>
                    <a:pt x="24948" y="45649"/>
                    <a:pt x="24934" y="45894"/>
                    <a:pt x="24985" y="46115"/>
                  </a:cubicBezTo>
                  <a:cubicBezTo>
                    <a:pt x="25018" y="46461"/>
                    <a:pt x="25053" y="46804"/>
                    <a:pt x="25088" y="47148"/>
                  </a:cubicBezTo>
                  <a:lnTo>
                    <a:pt x="25126" y="48544"/>
                  </a:lnTo>
                  <a:cubicBezTo>
                    <a:pt x="25185" y="48823"/>
                    <a:pt x="25115" y="49137"/>
                    <a:pt x="25177" y="49422"/>
                  </a:cubicBezTo>
                  <a:cubicBezTo>
                    <a:pt x="25217" y="49608"/>
                    <a:pt x="25184" y="49819"/>
                    <a:pt x="25227" y="50017"/>
                  </a:cubicBezTo>
                  <a:cubicBezTo>
                    <a:pt x="25335" y="50505"/>
                    <a:pt x="25320" y="51042"/>
                    <a:pt x="25435" y="51503"/>
                  </a:cubicBezTo>
                  <a:cubicBezTo>
                    <a:pt x="25447" y="51603"/>
                    <a:pt x="25460" y="51702"/>
                    <a:pt x="25473" y="51801"/>
                  </a:cubicBezTo>
                  <a:cubicBezTo>
                    <a:pt x="25603" y="52310"/>
                    <a:pt x="25658" y="52853"/>
                    <a:pt x="25809" y="53352"/>
                  </a:cubicBezTo>
                  <a:cubicBezTo>
                    <a:pt x="25956" y="53880"/>
                    <a:pt x="26101" y="54411"/>
                    <a:pt x="26250" y="54941"/>
                  </a:cubicBezTo>
                  <a:cubicBezTo>
                    <a:pt x="26258" y="55055"/>
                    <a:pt x="26266" y="55165"/>
                    <a:pt x="26274" y="55279"/>
                  </a:cubicBezTo>
                  <a:cubicBezTo>
                    <a:pt x="26353" y="55629"/>
                    <a:pt x="26305" y="56354"/>
                    <a:pt x="26236" y="56674"/>
                  </a:cubicBezTo>
                  <a:cubicBezTo>
                    <a:pt x="26196" y="56859"/>
                    <a:pt x="26222" y="57054"/>
                    <a:pt x="26186" y="57230"/>
                  </a:cubicBezTo>
                  <a:lnTo>
                    <a:pt x="26186" y="57500"/>
                  </a:lnTo>
                  <a:cubicBezTo>
                    <a:pt x="26162" y="57606"/>
                    <a:pt x="26162" y="57808"/>
                    <a:pt x="26186" y="57914"/>
                  </a:cubicBezTo>
                  <a:lnTo>
                    <a:pt x="26186" y="58160"/>
                  </a:lnTo>
                  <a:cubicBezTo>
                    <a:pt x="26260" y="58508"/>
                    <a:pt x="26232" y="58880"/>
                    <a:pt x="26651" y="58884"/>
                  </a:cubicBezTo>
                  <a:cubicBezTo>
                    <a:pt x="26392" y="59431"/>
                    <a:pt x="26040" y="59781"/>
                    <a:pt x="25540" y="60085"/>
                  </a:cubicBezTo>
                  <a:cubicBezTo>
                    <a:pt x="25406" y="60167"/>
                    <a:pt x="25262" y="60215"/>
                    <a:pt x="25113" y="60280"/>
                  </a:cubicBezTo>
                  <a:cubicBezTo>
                    <a:pt x="24900" y="60372"/>
                    <a:pt x="24684" y="60500"/>
                    <a:pt x="24493" y="60616"/>
                  </a:cubicBezTo>
                  <a:cubicBezTo>
                    <a:pt x="24391" y="60677"/>
                    <a:pt x="24232" y="60738"/>
                    <a:pt x="24170" y="60835"/>
                  </a:cubicBezTo>
                  <a:cubicBezTo>
                    <a:pt x="24029" y="61061"/>
                    <a:pt x="23826" y="61330"/>
                    <a:pt x="24003" y="61676"/>
                  </a:cubicBezTo>
                  <a:cubicBezTo>
                    <a:pt x="24034" y="61737"/>
                    <a:pt x="24054" y="61804"/>
                    <a:pt x="24106" y="61843"/>
                  </a:cubicBezTo>
                  <a:cubicBezTo>
                    <a:pt x="24288" y="61977"/>
                    <a:pt x="24573" y="61988"/>
                    <a:pt x="24817" y="62062"/>
                  </a:cubicBezTo>
                  <a:cubicBezTo>
                    <a:pt x="24996" y="62116"/>
                    <a:pt x="25197" y="62160"/>
                    <a:pt x="25399" y="62203"/>
                  </a:cubicBezTo>
                  <a:lnTo>
                    <a:pt x="25682" y="62203"/>
                  </a:lnTo>
                  <a:cubicBezTo>
                    <a:pt x="25992" y="62203"/>
                    <a:pt x="26282" y="62199"/>
                    <a:pt x="26521" y="62138"/>
                  </a:cubicBezTo>
                  <a:cubicBezTo>
                    <a:pt x="26687" y="62097"/>
                    <a:pt x="26819" y="62099"/>
                    <a:pt x="26974" y="62048"/>
                  </a:cubicBezTo>
                  <a:cubicBezTo>
                    <a:pt x="27352" y="61926"/>
                    <a:pt x="27741" y="61796"/>
                    <a:pt x="28125" y="61673"/>
                  </a:cubicBezTo>
                  <a:cubicBezTo>
                    <a:pt x="28323" y="61635"/>
                    <a:pt x="28521" y="61596"/>
                    <a:pt x="28718" y="61557"/>
                  </a:cubicBezTo>
                  <a:cubicBezTo>
                    <a:pt x="28848" y="61548"/>
                    <a:pt x="28977" y="61541"/>
                    <a:pt x="29106" y="61532"/>
                  </a:cubicBezTo>
                  <a:cubicBezTo>
                    <a:pt x="29261" y="61497"/>
                    <a:pt x="29438" y="61530"/>
                    <a:pt x="29609" y="61494"/>
                  </a:cubicBezTo>
                  <a:cubicBezTo>
                    <a:pt x="30040" y="61401"/>
                    <a:pt x="30437" y="61437"/>
                    <a:pt x="30760" y="61248"/>
                  </a:cubicBezTo>
                  <a:cubicBezTo>
                    <a:pt x="30823" y="61212"/>
                    <a:pt x="30890" y="61196"/>
                    <a:pt x="30941" y="61145"/>
                  </a:cubicBezTo>
                  <a:cubicBezTo>
                    <a:pt x="30992" y="61091"/>
                    <a:pt x="30985" y="61039"/>
                    <a:pt x="31007" y="60950"/>
                  </a:cubicBezTo>
                  <a:cubicBezTo>
                    <a:pt x="31066" y="60696"/>
                    <a:pt x="30943" y="60565"/>
                    <a:pt x="30890" y="60369"/>
                  </a:cubicBezTo>
                  <a:cubicBezTo>
                    <a:pt x="30847" y="60203"/>
                    <a:pt x="30876" y="59998"/>
                    <a:pt x="30787" y="59877"/>
                  </a:cubicBezTo>
                  <a:lnTo>
                    <a:pt x="30787" y="59839"/>
                  </a:lnTo>
                  <a:cubicBezTo>
                    <a:pt x="30829" y="59854"/>
                    <a:pt x="30947" y="59948"/>
                    <a:pt x="30982" y="59982"/>
                  </a:cubicBezTo>
                  <a:cubicBezTo>
                    <a:pt x="31036" y="59982"/>
                    <a:pt x="31069" y="59979"/>
                    <a:pt x="31098" y="59956"/>
                  </a:cubicBezTo>
                  <a:cubicBezTo>
                    <a:pt x="31200" y="59885"/>
                    <a:pt x="31200" y="59589"/>
                    <a:pt x="31164" y="59425"/>
                  </a:cubicBezTo>
                  <a:cubicBezTo>
                    <a:pt x="31107" y="59184"/>
                    <a:pt x="31047" y="58961"/>
                    <a:pt x="30997" y="58727"/>
                  </a:cubicBezTo>
                  <a:cubicBezTo>
                    <a:pt x="30992" y="58580"/>
                    <a:pt x="30986" y="58435"/>
                    <a:pt x="30983" y="58288"/>
                  </a:cubicBezTo>
                  <a:cubicBezTo>
                    <a:pt x="30967" y="58213"/>
                    <a:pt x="30962" y="58074"/>
                    <a:pt x="30983" y="57977"/>
                  </a:cubicBezTo>
                  <a:cubicBezTo>
                    <a:pt x="31044" y="57696"/>
                    <a:pt x="31074" y="57401"/>
                    <a:pt x="31138" y="57112"/>
                  </a:cubicBezTo>
                  <a:cubicBezTo>
                    <a:pt x="31142" y="57009"/>
                    <a:pt x="31146" y="56904"/>
                    <a:pt x="31151" y="56801"/>
                  </a:cubicBezTo>
                  <a:cubicBezTo>
                    <a:pt x="31172" y="56703"/>
                    <a:pt x="31188" y="56493"/>
                    <a:pt x="31164" y="56373"/>
                  </a:cubicBezTo>
                  <a:cubicBezTo>
                    <a:pt x="31136" y="56253"/>
                    <a:pt x="31180" y="56072"/>
                    <a:pt x="31151" y="55934"/>
                  </a:cubicBezTo>
                  <a:cubicBezTo>
                    <a:pt x="31107" y="55734"/>
                    <a:pt x="31124" y="55489"/>
                    <a:pt x="31124" y="55261"/>
                  </a:cubicBezTo>
                  <a:lnTo>
                    <a:pt x="31124" y="55017"/>
                  </a:lnTo>
                  <a:cubicBezTo>
                    <a:pt x="31156" y="54719"/>
                    <a:pt x="31186" y="54422"/>
                    <a:pt x="31216" y="54124"/>
                  </a:cubicBezTo>
                  <a:cubicBezTo>
                    <a:pt x="31290" y="53807"/>
                    <a:pt x="31311" y="53457"/>
                    <a:pt x="31383" y="53130"/>
                  </a:cubicBezTo>
                  <a:cubicBezTo>
                    <a:pt x="31427" y="52935"/>
                    <a:pt x="31379" y="52714"/>
                    <a:pt x="31421" y="52523"/>
                  </a:cubicBezTo>
                  <a:cubicBezTo>
                    <a:pt x="31412" y="52364"/>
                    <a:pt x="31404" y="52205"/>
                    <a:pt x="31396" y="52045"/>
                  </a:cubicBezTo>
                  <a:lnTo>
                    <a:pt x="31396" y="52045"/>
                  </a:lnTo>
                  <a:cubicBezTo>
                    <a:pt x="31491" y="52161"/>
                    <a:pt x="31530" y="52445"/>
                    <a:pt x="31590" y="52601"/>
                  </a:cubicBezTo>
                  <a:cubicBezTo>
                    <a:pt x="31738" y="52992"/>
                    <a:pt x="31851" y="53396"/>
                    <a:pt x="31990" y="53815"/>
                  </a:cubicBezTo>
                  <a:cubicBezTo>
                    <a:pt x="32154" y="54313"/>
                    <a:pt x="32266" y="54847"/>
                    <a:pt x="32417" y="55377"/>
                  </a:cubicBezTo>
                  <a:cubicBezTo>
                    <a:pt x="32506" y="55694"/>
                    <a:pt x="32501" y="56020"/>
                    <a:pt x="32584" y="56347"/>
                  </a:cubicBezTo>
                  <a:cubicBezTo>
                    <a:pt x="32625" y="56504"/>
                    <a:pt x="32676" y="56674"/>
                    <a:pt x="32714" y="56824"/>
                  </a:cubicBezTo>
                  <a:lnTo>
                    <a:pt x="32714" y="57122"/>
                  </a:lnTo>
                  <a:lnTo>
                    <a:pt x="32779" y="57651"/>
                  </a:lnTo>
                  <a:cubicBezTo>
                    <a:pt x="32881" y="58045"/>
                    <a:pt x="32981" y="58448"/>
                    <a:pt x="33090" y="58828"/>
                  </a:cubicBezTo>
                  <a:lnTo>
                    <a:pt x="33193" y="59383"/>
                  </a:lnTo>
                  <a:cubicBezTo>
                    <a:pt x="33198" y="59477"/>
                    <a:pt x="33202" y="59572"/>
                    <a:pt x="33206" y="59666"/>
                  </a:cubicBezTo>
                  <a:cubicBezTo>
                    <a:pt x="33260" y="59914"/>
                    <a:pt x="33228" y="60222"/>
                    <a:pt x="33180" y="60443"/>
                  </a:cubicBezTo>
                  <a:lnTo>
                    <a:pt x="33180" y="60689"/>
                  </a:lnTo>
                  <a:cubicBezTo>
                    <a:pt x="33180" y="60895"/>
                    <a:pt x="33186" y="61240"/>
                    <a:pt x="33129" y="61399"/>
                  </a:cubicBezTo>
                  <a:cubicBezTo>
                    <a:pt x="33055" y="61610"/>
                    <a:pt x="32756" y="62039"/>
                    <a:pt x="32910" y="62342"/>
                  </a:cubicBezTo>
                  <a:cubicBezTo>
                    <a:pt x="33007" y="62535"/>
                    <a:pt x="33395" y="62693"/>
                    <a:pt x="33621" y="62769"/>
                  </a:cubicBezTo>
                  <a:cubicBezTo>
                    <a:pt x="33890" y="62858"/>
                    <a:pt x="34204" y="62846"/>
                    <a:pt x="34499" y="62912"/>
                  </a:cubicBezTo>
                  <a:lnTo>
                    <a:pt x="34769" y="62912"/>
                  </a:lnTo>
                  <a:cubicBezTo>
                    <a:pt x="34953" y="62912"/>
                    <a:pt x="35154" y="62893"/>
                    <a:pt x="35347" y="62893"/>
                  </a:cubicBezTo>
                  <a:cubicBezTo>
                    <a:pt x="35466" y="62893"/>
                    <a:pt x="35581" y="62900"/>
                    <a:pt x="35687" y="62923"/>
                  </a:cubicBezTo>
                  <a:cubicBezTo>
                    <a:pt x="35743" y="62936"/>
                    <a:pt x="35803" y="62940"/>
                    <a:pt x="35864" y="62940"/>
                  </a:cubicBezTo>
                  <a:cubicBezTo>
                    <a:pt x="35989" y="62940"/>
                    <a:pt x="36121" y="62922"/>
                    <a:pt x="36242" y="62922"/>
                  </a:cubicBezTo>
                  <a:cubicBezTo>
                    <a:pt x="36297" y="62922"/>
                    <a:pt x="36349" y="62926"/>
                    <a:pt x="36398" y="62936"/>
                  </a:cubicBezTo>
                  <a:cubicBezTo>
                    <a:pt x="36430" y="62944"/>
                    <a:pt x="36471" y="62946"/>
                    <a:pt x="36514" y="62946"/>
                  </a:cubicBezTo>
                  <a:cubicBezTo>
                    <a:pt x="36600" y="62946"/>
                    <a:pt x="36694" y="62935"/>
                    <a:pt x="36747" y="62923"/>
                  </a:cubicBezTo>
                  <a:cubicBezTo>
                    <a:pt x="37029" y="62862"/>
                    <a:pt x="37142" y="62878"/>
                    <a:pt x="37225" y="62613"/>
                  </a:cubicBezTo>
                  <a:cubicBezTo>
                    <a:pt x="37357" y="62179"/>
                    <a:pt x="37272" y="61780"/>
                    <a:pt x="37160" y="61411"/>
                  </a:cubicBezTo>
                  <a:cubicBezTo>
                    <a:pt x="37120" y="61286"/>
                    <a:pt x="37113" y="61178"/>
                    <a:pt x="37068" y="61062"/>
                  </a:cubicBezTo>
                  <a:cubicBezTo>
                    <a:pt x="37053" y="61026"/>
                    <a:pt x="37014" y="60971"/>
                    <a:pt x="37003" y="60934"/>
                  </a:cubicBezTo>
                  <a:cubicBezTo>
                    <a:pt x="36987" y="60869"/>
                    <a:pt x="37046" y="60841"/>
                    <a:pt x="37027" y="60767"/>
                  </a:cubicBezTo>
                  <a:cubicBezTo>
                    <a:pt x="37013" y="60705"/>
                    <a:pt x="36989" y="60625"/>
                    <a:pt x="36962" y="60559"/>
                  </a:cubicBezTo>
                  <a:cubicBezTo>
                    <a:pt x="36866" y="60327"/>
                    <a:pt x="36722" y="60091"/>
                    <a:pt x="36652" y="59848"/>
                  </a:cubicBezTo>
                  <a:cubicBezTo>
                    <a:pt x="36568" y="59556"/>
                    <a:pt x="36597" y="59252"/>
                    <a:pt x="36523" y="58944"/>
                  </a:cubicBezTo>
                  <a:cubicBezTo>
                    <a:pt x="36472" y="58673"/>
                    <a:pt x="36420" y="58400"/>
                    <a:pt x="36369" y="58130"/>
                  </a:cubicBezTo>
                  <a:cubicBezTo>
                    <a:pt x="36340" y="58008"/>
                    <a:pt x="36356" y="57878"/>
                    <a:pt x="36329" y="57768"/>
                  </a:cubicBezTo>
                  <a:cubicBezTo>
                    <a:pt x="36313" y="57500"/>
                    <a:pt x="36296" y="57234"/>
                    <a:pt x="36279" y="56967"/>
                  </a:cubicBezTo>
                  <a:cubicBezTo>
                    <a:pt x="36235" y="56776"/>
                    <a:pt x="36239" y="56568"/>
                    <a:pt x="36188" y="56372"/>
                  </a:cubicBezTo>
                  <a:cubicBezTo>
                    <a:pt x="36088" y="55984"/>
                    <a:pt x="36024" y="55566"/>
                    <a:pt x="35918" y="55184"/>
                  </a:cubicBezTo>
                  <a:cubicBezTo>
                    <a:pt x="35831" y="54873"/>
                    <a:pt x="35835" y="54546"/>
                    <a:pt x="35762" y="54227"/>
                  </a:cubicBezTo>
                  <a:cubicBezTo>
                    <a:pt x="35736" y="54111"/>
                    <a:pt x="35761" y="53982"/>
                    <a:pt x="35738" y="53878"/>
                  </a:cubicBezTo>
                  <a:cubicBezTo>
                    <a:pt x="35694" y="53684"/>
                    <a:pt x="35754" y="53444"/>
                    <a:pt x="35712" y="53259"/>
                  </a:cubicBezTo>
                  <a:lnTo>
                    <a:pt x="35712" y="52458"/>
                  </a:lnTo>
                  <a:cubicBezTo>
                    <a:pt x="35693" y="52368"/>
                    <a:pt x="35723" y="52227"/>
                    <a:pt x="35700" y="52121"/>
                  </a:cubicBezTo>
                  <a:cubicBezTo>
                    <a:pt x="35653" y="51914"/>
                    <a:pt x="35671" y="51673"/>
                    <a:pt x="35674" y="51449"/>
                  </a:cubicBezTo>
                  <a:lnTo>
                    <a:pt x="35674" y="50867"/>
                  </a:lnTo>
                  <a:cubicBezTo>
                    <a:pt x="35714" y="50689"/>
                    <a:pt x="35643" y="50441"/>
                    <a:pt x="35687" y="50248"/>
                  </a:cubicBezTo>
                  <a:cubicBezTo>
                    <a:pt x="35725" y="50077"/>
                    <a:pt x="35725" y="49488"/>
                    <a:pt x="35687" y="49318"/>
                  </a:cubicBezTo>
                  <a:cubicBezTo>
                    <a:pt x="35658" y="49184"/>
                    <a:pt x="35700" y="49008"/>
                    <a:pt x="35674" y="48890"/>
                  </a:cubicBezTo>
                  <a:lnTo>
                    <a:pt x="35674" y="48528"/>
                  </a:lnTo>
                  <a:cubicBezTo>
                    <a:pt x="35598" y="48184"/>
                    <a:pt x="35685" y="47744"/>
                    <a:pt x="35608" y="47403"/>
                  </a:cubicBezTo>
                  <a:lnTo>
                    <a:pt x="35608" y="47183"/>
                  </a:lnTo>
                  <a:cubicBezTo>
                    <a:pt x="35572" y="47023"/>
                    <a:pt x="35608" y="46839"/>
                    <a:pt x="35570" y="46667"/>
                  </a:cubicBezTo>
                  <a:cubicBezTo>
                    <a:pt x="35467" y="46211"/>
                    <a:pt x="35504" y="45712"/>
                    <a:pt x="35389" y="45271"/>
                  </a:cubicBezTo>
                  <a:cubicBezTo>
                    <a:pt x="35297" y="44915"/>
                    <a:pt x="35258" y="44543"/>
                    <a:pt x="35156" y="44187"/>
                  </a:cubicBezTo>
                  <a:cubicBezTo>
                    <a:pt x="34806" y="42947"/>
                    <a:pt x="34599" y="41586"/>
                    <a:pt x="34599" y="40000"/>
                  </a:cubicBezTo>
                  <a:cubicBezTo>
                    <a:pt x="34591" y="39389"/>
                    <a:pt x="34583" y="38777"/>
                    <a:pt x="34575" y="38163"/>
                  </a:cubicBezTo>
                  <a:cubicBezTo>
                    <a:pt x="34665" y="37660"/>
                    <a:pt x="34756" y="37156"/>
                    <a:pt x="34845" y="36651"/>
                  </a:cubicBezTo>
                  <a:cubicBezTo>
                    <a:pt x="34905" y="36404"/>
                    <a:pt x="34894" y="36142"/>
                    <a:pt x="34948" y="35903"/>
                  </a:cubicBezTo>
                  <a:lnTo>
                    <a:pt x="34948" y="35775"/>
                  </a:lnTo>
                  <a:cubicBezTo>
                    <a:pt x="35002" y="35543"/>
                    <a:pt x="34973" y="35254"/>
                    <a:pt x="35027" y="35013"/>
                  </a:cubicBezTo>
                  <a:lnTo>
                    <a:pt x="35027" y="34742"/>
                  </a:lnTo>
                  <a:cubicBezTo>
                    <a:pt x="35060" y="34597"/>
                    <a:pt x="35040" y="34380"/>
                    <a:pt x="35040" y="34213"/>
                  </a:cubicBezTo>
                  <a:cubicBezTo>
                    <a:pt x="35040" y="34031"/>
                    <a:pt x="35062" y="33802"/>
                    <a:pt x="35027" y="33645"/>
                  </a:cubicBezTo>
                  <a:cubicBezTo>
                    <a:pt x="35018" y="33437"/>
                    <a:pt x="35011" y="33230"/>
                    <a:pt x="35002" y="33024"/>
                  </a:cubicBezTo>
                  <a:cubicBezTo>
                    <a:pt x="34909" y="32617"/>
                    <a:pt x="34915" y="32183"/>
                    <a:pt x="34820" y="31798"/>
                  </a:cubicBezTo>
                  <a:lnTo>
                    <a:pt x="34716" y="30996"/>
                  </a:lnTo>
                  <a:lnTo>
                    <a:pt x="34716" y="30581"/>
                  </a:lnTo>
                  <a:cubicBezTo>
                    <a:pt x="34716" y="30136"/>
                    <a:pt x="34794" y="29782"/>
                    <a:pt x="34794" y="29356"/>
                  </a:cubicBezTo>
                  <a:cubicBezTo>
                    <a:pt x="34794" y="29106"/>
                    <a:pt x="34794" y="28732"/>
                    <a:pt x="34678" y="28607"/>
                  </a:cubicBezTo>
                  <a:cubicBezTo>
                    <a:pt x="34707" y="28549"/>
                    <a:pt x="34774" y="28520"/>
                    <a:pt x="34807" y="28464"/>
                  </a:cubicBezTo>
                  <a:cubicBezTo>
                    <a:pt x="34864" y="28371"/>
                    <a:pt x="34897" y="27880"/>
                    <a:pt x="34820" y="27780"/>
                  </a:cubicBezTo>
                  <a:cubicBezTo>
                    <a:pt x="34835" y="27687"/>
                    <a:pt x="35185" y="27540"/>
                    <a:pt x="35272" y="27482"/>
                  </a:cubicBezTo>
                  <a:cubicBezTo>
                    <a:pt x="35581" y="27277"/>
                    <a:pt x="35870" y="27002"/>
                    <a:pt x="36021" y="26641"/>
                  </a:cubicBezTo>
                  <a:cubicBezTo>
                    <a:pt x="36174" y="26278"/>
                    <a:pt x="36092" y="25717"/>
                    <a:pt x="36188" y="25299"/>
                  </a:cubicBezTo>
                  <a:cubicBezTo>
                    <a:pt x="36220" y="25158"/>
                    <a:pt x="36197" y="24991"/>
                    <a:pt x="36267" y="24885"/>
                  </a:cubicBezTo>
                  <a:cubicBezTo>
                    <a:pt x="36293" y="24812"/>
                    <a:pt x="36598" y="24690"/>
                    <a:pt x="36681" y="24639"/>
                  </a:cubicBezTo>
                  <a:cubicBezTo>
                    <a:pt x="37048" y="24408"/>
                    <a:pt x="37424" y="24184"/>
                    <a:pt x="37766" y="23928"/>
                  </a:cubicBezTo>
                  <a:cubicBezTo>
                    <a:pt x="38012" y="23745"/>
                    <a:pt x="38205" y="23453"/>
                    <a:pt x="38334" y="23152"/>
                  </a:cubicBezTo>
                  <a:cubicBezTo>
                    <a:pt x="38372" y="23036"/>
                    <a:pt x="38413" y="22919"/>
                    <a:pt x="38451" y="22803"/>
                  </a:cubicBezTo>
                  <a:cubicBezTo>
                    <a:pt x="38608" y="22444"/>
                    <a:pt x="38798" y="22076"/>
                    <a:pt x="38929" y="21679"/>
                  </a:cubicBezTo>
                  <a:cubicBezTo>
                    <a:pt x="39189" y="20875"/>
                    <a:pt x="38967" y="19862"/>
                    <a:pt x="38781" y="19127"/>
                  </a:cubicBezTo>
                  <a:cubicBezTo>
                    <a:pt x="38644" y="18591"/>
                    <a:pt x="38631" y="18001"/>
                    <a:pt x="38497" y="17473"/>
                  </a:cubicBezTo>
                  <a:cubicBezTo>
                    <a:pt x="38407" y="17127"/>
                    <a:pt x="38419" y="16774"/>
                    <a:pt x="38330" y="16426"/>
                  </a:cubicBezTo>
                  <a:cubicBezTo>
                    <a:pt x="38237" y="16066"/>
                    <a:pt x="38231" y="15666"/>
                    <a:pt x="38135" y="15289"/>
                  </a:cubicBezTo>
                  <a:cubicBezTo>
                    <a:pt x="38042" y="14927"/>
                    <a:pt x="38019" y="14535"/>
                    <a:pt x="37916" y="14164"/>
                  </a:cubicBezTo>
                  <a:cubicBezTo>
                    <a:pt x="37828" y="13851"/>
                    <a:pt x="37796" y="13507"/>
                    <a:pt x="37695" y="13196"/>
                  </a:cubicBezTo>
                  <a:cubicBezTo>
                    <a:pt x="37484" y="12547"/>
                    <a:pt x="37295" y="11919"/>
                    <a:pt x="36934" y="11425"/>
                  </a:cubicBezTo>
                  <a:cubicBezTo>
                    <a:pt x="36712" y="11124"/>
                    <a:pt x="36356" y="10965"/>
                    <a:pt x="36028" y="10766"/>
                  </a:cubicBezTo>
                  <a:cubicBezTo>
                    <a:pt x="35335" y="10340"/>
                    <a:pt x="34532" y="10036"/>
                    <a:pt x="33755" y="9693"/>
                  </a:cubicBezTo>
                  <a:cubicBezTo>
                    <a:pt x="33374" y="9525"/>
                    <a:pt x="33058" y="9283"/>
                    <a:pt x="32747" y="9048"/>
                  </a:cubicBezTo>
                  <a:lnTo>
                    <a:pt x="32372" y="8674"/>
                  </a:lnTo>
                  <a:cubicBezTo>
                    <a:pt x="32375" y="8331"/>
                    <a:pt x="32373" y="8014"/>
                    <a:pt x="32177" y="7871"/>
                  </a:cubicBezTo>
                  <a:cubicBezTo>
                    <a:pt x="32030" y="7765"/>
                    <a:pt x="31818" y="7738"/>
                    <a:pt x="31661" y="7639"/>
                  </a:cubicBezTo>
                  <a:cubicBezTo>
                    <a:pt x="31574" y="7585"/>
                    <a:pt x="31532" y="7479"/>
                    <a:pt x="31454" y="7419"/>
                  </a:cubicBezTo>
                  <a:cubicBezTo>
                    <a:pt x="31482" y="7149"/>
                    <a:pt x="31806" y="7083"/>
                    <a:pt x="31998" y="6967"/>
                  </a:cubicBezTo>
                  <a:cubicBezTo>
                    <a:pt x="32205" y="6842"/>
                    <a:pt x="32402" y="6657"/>
                    <a:pt x="32541" y="6464"/>
                  </a:cubicBezTo>
                  <a:cubicBezTo>
                    <a:pt x="32876" y="5984"/>
                    <a:pt x="33089" y="5366"/>
                    <a:pt x="33265" y="4731"/>
                  </a:cubicBezTo>
                  <a:cubicBezTo>
                    <a:pt x="33295" y="4555"/>
                    <a:pt x="33324" y="4379"/>
                    <a:pt x="33355" y="4200"/>
                  </a:cubicBezTo>
                  <a:cubicBezTo>
                    <a:pt x="33452" y="3767"/>
                    <a:pt x="33352" y="2924"/>
                    <a:pt x="33225" y="2611"/>
                  </a:cubicBezTo>
                  <a:cubicBezTo>
                    <a:pt x="33131" y="2379"/>
                    <a:pt x="32961" y="2143"/>
                    <a:pt x="32773" y="2003"/>
                  </a:cubicBezTo>
                  <a:cubicBezTo>
                    <a:pt x="32716" y="1960"/>
                    <a:pt x="32619" y="1921"/>
                    <a:pt x="32580" y="1862"/>
                  </a:cubicBezTo>
                  <a:cubicBezTo>
                    <a:pt x="32490" y="1733"/>
                    <a:pt x="32475" y="1544"/>
                    <a:pt x="32413" y="1397"/>
                  </a:cubicBezTo>
                  <a:cubicBezTo>
                    <a:pt x="32274" y="1079"/>
                    <a:pt x="32036" y="885"/>
                    <a:pt x="31753" y="711"/>
                  </a:cubicBezTo>
                  <a:cubicBezTo>
                    <a:pt x="31641" y="643"/>
                    <a:pt x="31540" y="588"/>
                    <a:pt x="31430" y="588"/>
                  </a:cubicBezTo>
                  <a:cubicBezTo>
                    <a:pt x="31361" y="588"/>
                    <a:pt x="31289" y="609"/>
                    <a:pt x="31209" y="660"/>
                  </a:cubicBezTo>
                  <a:cubicBezTo>
                    <a:pt x="31172" y="819"/>
                    <a:pt x="31203" y="929"/>
                    <a:pt x="31260" y="1048"/>
                  </a:cubicBezTo>
                  <a:cubicBezTo>
                    <a:pt x="31181" y="996"/>
                    <a:pt x="31127" y="910"/>
                    <a:pt x="31053" y="853"/>
                  </a:cubicBezTo>
                  <a:cubicBezTo>
                    <a:pt x="30937" y="766"/>
                    <a:pt x="30813" y="672"/>
                    <a:pt x="30691" y="596"/>
                  </a:cubicBezTo>
                  <a:cubicBezTo>
                    <a:pt x="30171" y="268"/>
                    <a:pt x="29397" y="0"/>
                    <a:pt x="285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10"/>
            <p:cNvSpPr/>
            <p:nvPr/>
          </p:nvSpPr>
          <p:spPr>
            <a:xfrm>
              <a:off x="3686897" y="3678339"/>
              <a:ext cx="10383" cy="36610"/>
            </a:xfrm>
            <a:custGeom>
              <a:rect b="b" l="l" r="r" t="t"/>
              <a:pathLst>
                <a:path extrusionOk="0" h="1294" w="367">
                  <a:moveTo>
                    <a:pt x="299" y="1"/>
                  </a:moveTo>
                  <a:lnTo>
                    <a:pt x="299" y="1"/>
                  </a:lnTo>
                  <a:cubicBezTo>
                    <a:pt x="326" y="315"/>
                    <a:pt x="166" y="642"/>
                    <a:pt x="79" y="904"/>
                  </a:cubicBezTo>
                  <a:cubicBezTo>
                    <a:pt x="46" y="1004"/>
                    <a:pt x="54" y="1142"/>
                    <a:pt x="0" y="1228"/>
                  </a:cubicBezTo>
                  <a:lnTo>
                    <a:pt x="0" y="1293"/>
                  </a:lnTo>
                  <a:lnTo>
                    <a:pt x="14" y="1293"/>
                  </a:lnTo>
                  <a:cubicBezTo>
                    <a:pt x="43" y="1194"/>
                    <a:pt x="115" y="1112"/>
                    <a:pt x="155" y="1021"/>
                  </a:cubicBezTo>
                  <a:cubicBezTo>
                    <a:pt x="235" y="838"/>
                    <a:pt x="284" y="636"/>
                    <a:pt x="336" y="428"/>
                  </a:cubicBezTo>
                  <a:cubicBezTo>
                    <a:pt x="367" y="302"/>
                    <a:pt x="365" y="72"/>
                    <a:pt x="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0"/>
            <p:cNvSpPr/>
            <p:nvPr/>
          </p:nvSpPr>
          <p:spPr>
            <a:xfrm>
              <a:off x="3686529" y="3714920"/>
              <a:ext cx="396" cy="707"/>
            </a:xfrm>
            <a:custGeom>
              <a:rect b="b" l="l" r="r" t="t"/>
              <a:pathLst>
                <a:path extrusionOk="0" h="25" w="14">
                  <a:moveTo>
                    <a:pt x="0" y="0"/>
                  </a:moveTo>
                  <a:lnTo>
                    <a:pt x="0" y="25"/>
                  </a:lnTo>
                  <a:lnTo>
                    <a:pt x="13" y="25"/>
                  </a:lnTo>
                  <a:cubicBezTo>
                    <a:pt x="5" y="3"/>
                    <a:pt x="11"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0"/>
            <p:cNvSpPr/>
            <p:nvPr/>
          </p:nvSpPr>
          <p:spPr>
            <a:xfrm>
              <a:off x="3722346" y="3447252"/>
              <a:ext cx="17711" cy="76842"/>
            </a:xfrm>
            <a:custGeom>
              <a:rect b="b" l="l" r="r" t="t"/>
              <a:pathLst>
                <a:path extrusionOk="0" h="2716" w="626">
                  <a:moveTo>
                    <a:pt x="543" y="1"/>
                  </a:moveTo>
                  <a:cubicBezTo>
                    <a:pt x="536" y="310"/>
                    <a:pt x="457" y="566"/>
                    <a:pt x="389" y="815"/>
                  </a:cubicBezTo>
                  <a:cubicBezTo>
                    <a:pt x="281" y="1197"/>
                    <a:pt x="248" y="1571"/>
                    <a:pt x="143" y="1966"/>
                  </a:cubicBezTo>
                  <a:cubicBezTo>
                    <a:pt x="86" y="2180"/>
                    <a:pt x="12" y="2484"/>
                    <a:pt x="1" y="2715"/>
                  </a:cubicBezTo>
                  <a:cubicBezTo>
                    <a:pt x="81" y="2615"/>
                    <a:pt x="107" y="2356"/>
                    <a:pt x="156" y="2224"/>
                  </a:cubicBezTo>
                  <a:cubicBezTo>
                    <a:pt x="325" y="1770"/>
                    <a:pt x="415" y="1258"/>
                    <a:pt x="543" y="750"/>
                  </a:cubicBezTo>
                  <a:cubicBezTo>
                    <a:pt x="578" y="610"/>
                    <a:pt x="626" y="114"/>
                    <a:pt x="5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10"/>
            <p:cNvSpPr/>
            <p:nvPr/>
          </p:nvSpPr>
          <p:spPr>
            <a:xfrm>
              <a:off x="3577634" y="3321524"/>
              <a:ext cx="368" cy="707"/>
            </a:xfrm>
            <a:custGeom>
              <a:rect b="b" l="l" r="r" t="t"/>
              <a:pathLst>
                <a:path extrusionOk="0" h="25" w="13">
                  <a:moveTo>
                    <a:pt x="1" y="0"/>
                  </a:moveTo>
                  <a:lnTo>
                    <a:pt x="1" y="25"/>
                  </a:lnTo>
                  <a:lnTo>
                    <a:pt x="13" y="25"/>
                  </a:lnTo>
                  <a:cubicBezTo>
                    <a:pt x="4" y="3"/>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10"/>
            <p:cNvSpPr/>
            <p:nvPr/>
          </p:nvSpPr>
          <p:spPr>
            <a:xfrm>
              <a:off x="3722035" y="3664759"/>
              <a:ext cx="15023" cy="31801"/>
            </a:xfrm>
            <a:custGeom>
              <a:rect b="b" l="l" r="r" t="t"/>
              <a:pathLst>
                <a:path extrusionOk="0" h="1124" w="531">
                  <a:moveTo>
                    <a:pt x="505" y="1"/>
                  </a:moveTo>
                  <a:cubicBezTo>
                    <a:pt x="467" y="215"/>
                    <a:pt x="263" y="526"/>
                    <a:pt x="167" y="712"/>
                  </a:cubicBezTo>
                  <a:cubicBezTo>
                    <a:pt x="106" y="825"/>
                    <a:pt x="70" y="993"/>
                    <a:pt x="0" y="1099"/>
                  </a:cubicBezTo>
                  <a:lnTo>
                    <a:pt x="0" y="1123"/>
                  </a:lnTo>
                  <a:cubicBezTo>
                    <a:pt x="127" y="1112"/>
                    <a:pt x="169" y="971"/>
                    <a:pt x="220" y="879"/>
                  </a:cubicBezTo>
                  <a:cubicBezTo>
                    <a:pt x="346" y="639"/>
                    <a:pt x="516" y="334"/>
                    <a:pt x="5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0"/>
            <p:cNvSpPr/>
            <p:nvPr/>
          </p:nvSpPr>
          <p:spPr>
            <a:xfrm>
              <a:off x="3666131" y="3456418"/>
              <a:ext cx="21587" cy="20484"/>
            </a:xfrm>
            <a:custGeom>
              <a:rect b="b" l="l" r="r" t="t"/>
              <a:pathLst>
                <a:path extrusionOk="0" h="724" w="763">
                  <a:moveTo>
                    <a:pt x="723" y="1"/>
                  </a:moveTo>
                  <a:cubicBezTo>
                    <a:pt x="544" y="189"/>
                    <a:pt x="340" y="331"/>
                    <a:pt x="181" y="545"/>
                  </a:cubicBezTo>
                  <a:lnTo>
                    <a:pt x="13" y="712"/>
                  </a:lnTo>
                  <a:lnTo>
                    <a:pt x="0" y="712"/>
                  </a:lnTo>
                  <a:lnTo>
                    <a:pt x="0" y="724"/>
                  </a:lnTo>
                  <a:cubicBezTo>
                    <a:pt x="138" y="676"/>
                    <a:pt x="545" y="335"/>
                    <a:pt x="633" y="221"/>
                  </a:cubicBezTo>
                  <a:cubicBezTo>
                    <a:pt x="679" y="157"/>
                    <a:pt x="708" y="72"/>
                    <a:pt x="762" y="14"/>
                  </a:cubicBezTo>
                  <a:cubicBezTo>
                    <a:pt x="748" y="4"/>
                    <a:pt x="749" y="7"/>
                    <a:pt x="7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0"/>
            <p:cNvSpPr/>
            <p:nvPr/>
          </p:nvSpPr>
          <p:spPr>
            <a:xfrm>
              <a:off x="3595175" y="3585429"/>
              <a:ext cx="18730" cy="53048"/>
            </a:xfrm>
            <a:custGeom>
              <a:rect b="b" l="l" r="r" t="t"/>
              <a:pathLst>
                <a:path extrusionOk="0" h="1875" w="662">
                  <a:moveTo>
                    <a:pt x="620" y="0"/>
                  </a:moveTo>
                  <a:lnTo>
                    <a:pt x="620" y="0"/>
                  </a:lnTo>
                  <a:cubicBezTo>
                    <a:pt x="617" y="220"/>
                    <a:pt x="532" y="406"/>
                    <a:pt x="465" y="569"/>
                  </a:cubicBezTo>
                  <a:cubicBezTo>
                    <a:pt x="358" y="833"/>
                    <a:pt x="284" y="1097"/>
                    <a:pt x="182" y="1345"/>
                  </a:cubicBezTo>
                  <a:cubicBezTo>
                    <a:pt x="125" y="1482"/>
                    <a:pt x="87" y="1747"/>
                    <a:pt x="0" y="1848"/>
                  </a:cubicBezTo>
                  <a:lnTo>
                    <a:pt x="0" y="1874"/>
                  </a:lnTo>
                  <a:cubicBezTo>
                    <a:pt x="290" y="1687"/>
                    <a:pt x="458" y="918"/>
                    <a:pt x="569" y="517"/>
                  </a:cubicBezTo>
                  <a:cubicBezTo>
                    <a:pt x="591" y="438"/>
                    <a:pt x="662" y="63"/>
                    <a:pt x="6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10"/>
            <p:cNvSpPr/>
            <p:nvPr/>
          </p:nvSpPr>
          <p:spPr>
            <a:xfrm>
              <a:off x="3656709" y="3494443"/>
              <a:ext cx="1019" cy="396"/>
            </a:xfrm>
            <a:custGeom>
              <a:rect b="b" l="l" r="r" t="t"/>
              <a:pathLst>
                <a:path extrusionOk="0" h="14" w="36">
                  <a:moveTo>
                    <a:pt x="9" y="0"/>
                  </a:moveTo>
                  <a:cubicBezTo>
                    <a:pt x="0" y="9"/>
                    <a:pt x="7" y="13"/>
                    <a:pt x="15" y="13"/>
                  </a:cubicBezTo>
                  <a:cubicBezTo>
                    <a:pt x="18" y="13"/>
                    <a:pt x="20" y="13"/>
                    <a:pt x="22" y="12"/>
                  </a:cubicBezTo>
                  <a:lnTo>
                    <a:pt x="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0"/>
            <p:cNvSpPr/>
            <p:nvPr/>
          </p:nvSpPr>
          <p:spPr>
            <a:xfrm>
              <a:off x="3657983" y="3463378"/>
              <a:ext cx="31405" cy="30754"/>
            </a:xfrm>
            <a:custGeom>
              <a:rect b="b" l="l" r="r" t="t"/>
              <a:pathLst>
                <a:path extrusionOk="0" h="1087" w="1110">
                  <a:moveTo>
                    <a:pt x="1047" y="1"/>
                  </a:moveTo>
                  <a:lnTo>
                    <a:pt x="1047" y="1"/>
                  </a:lnTo>
                  <a:cubicBezTo>
                    <a:pt x="1021" y="142"/>
                    <a:pt x="877" y="248"/>
                    <a:pt x="790" y="337"/>
                  </a:cubicBezTo>
                  <a:cubicBezTo>
                    <a:pt x="674" y="453"/>
                    <a:pt x="560" y="572"/>
                    <a:pt x="428" y="672"/>
                  </a:cubicBezTo>
                  <a:cubicBezTo>
                    <a:pt x="368" y="738"/>
                    <a:pt x="309" y="802"/>
                    <a:pt x="246" y="867"/>
                  </a:cubicBezTo>
                  <a:cubicBezTo>
                    <a:pt x="168" y="927"/>
                    <a:pt x="69" y="992"/>
                    <a:pt x="13" y="1074"/>
                  </a:cubicBezTo>
                  <a:lnTo>
                    <a:pt x="0" y="1074"/>
                  </a:lnTo>
                  <a:lnTo>
                    <a:pt x="0" y="1087"/>
                  </a:lnTo>
                  <a:cubicBezTo>
                    <a:pt x="102" y="1052"/>
                    <a:pt x="178" y="953"/>
                    <a:pt x="259" y="892"/>
                  </a:cubicBezTo>
                  <a:cubicBezTo>
                    <a:pt x="495" y="723"/>
                    <a:pt x="684" y="540"/>
                    <a:pt x="880" y="337"/>
                  </a:cubicBezTo>
                  <a:cubicBezTo>
                    <a:pt x="934" y="281"/>
                    <a:pt x="1110" y="105"/>
                    <a:pt x="10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0"/>
            <p:cNvSpPr/>
            <p:nvPr/>
          </p:nvSpPr>
          <p:spPr>
            <a:xfrm>
              <a:off x="3635349" y="3443263"/>
              <a:ext cx="764" cy="396"/>
            </a:xfrm>
            <a:custGeom>
              <a:rect b="b" l="l" r="r" t="t"/>
              <a:pathLst>
                <a:path extrusionOk="0" h="14" w="27">
                  <a:moveTo>
                    <a:pt x="1" y="1"/>
                  </a:moveTo>
                  <a:cubicBezTo>
                    <a:pt x="14" y="11"/>
                    <a:pt x="5" y="7"/>
                    <a:pt x="27" y="14"/>
                  </a:cubicBezTo>
                  <a:lnTo>
                    <a:pt x="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0"/>
            <p:cNvSpPr/>
            <p:nvPr/>
          </p:nvSpPr>
          <p:spPr>
            <a:xfrm>
              <a:off x="3578341" y="3319713"/>
              <a:ext cx="679" cy="1103"/>
            </a:xfrm>
            <a:custGeom>
              <a:rect b="b" l="l" r="r" t="t"/>
              <a:pathLst>
                <a:path extrusionOk="0" h="39" w="24">
                  <a:moveTo>
                    <a:pt x="14" y="0"/>
                  </a:moveTo>
                  <a:cubicBezTo>
                    <a:pt x="9" y="13"/>
                    <a:pt x="5" y="26"/>
                    <a:pt x="1" y="38"/>
                  </a:cubicBezTo>
                  <a:lnTo>
                    <a:pt x="14" y="38"/>
                  </a:lnTo>
                  <a:cubicBezTo>
                    <a:pt x="19" y="9"/>
                    <a:pt x="24" y="23"/>
                    <a:pt x="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10"/>
            <p:cNvSpPr/>
            <p:nvPr/>
          </p:nvSpPr>
          <p:spPr>
            <a:xfrm>
              <a:off x="3577974" y="3320788"/>
              <a:ext cx="396" cy="764"/>
            </a:xfrm>
            <a:custGeom>
              <a:rect b="b" l="l" r="r" t="t"/>
              <a:pathLst>
                <a:path extrusionOk="0" h="27" w="14">
                  <a:moveTo>
                    <a:pt x="1" y="0"/>
                  </a:moveTo>
                  <a:lnTo>
                    <a:pt x="1" y="26"/>
                  </a:lnTo>
                  <a:lnTo>
                    <a:pt x="14" y="26"/>
                  </a:lnTo>
                  <a:cubicBezTo>
                    <a:pt x="5" y="4"/>
                    <a:pt x="12"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10"/>
            <p:cNvSpPr/>
            <p:nvPr/>
          </p:nvSpPr>
          <p:spPr>
            <a:xfrm>
              <a:off x="3582698" y="3540134"/>
              <a:ext cx="10893" cy="52681"/>
            </a:xfrm>
            <a:custGeom>
              <a:rect b="b" l="l" r="r" t="t"/>
              <a:pathLst>
                <a:path extrusionOk="0" h="1862" w="385">
                  <a:moveTo>
                    <a:pt x="325" y="1"/>
                  </a:moveTo>
                  <a:lnTo>
                    <a:pt x="325" y="1"/>
                  </a:lnTo>
                  <a:cubicBezTo>
                    <a:pt x="341" y="175"/>
                    <a:pt x="290" y="418"/>
                    <a:pt x="246" y="582"/>
                  </a:cubicBezTo>
                  <a:cubicBezTo>
                    <a:pt x="190" y="787"/>
                    <a:pt x="188" y="973"/>
                    <a:pt x="130" y="1177"/>
                  </a:cubicBezTo>
                  <a:cubicBezTo>
                    <a:pt x="73" y="1375"/>
                    <a:pt x="12" y="1636"/>
                    <a:pt x="1" y="1862"/>
                  </a:cubicBezTo>
                  <a:cubicBezTo>
                    <a:pt x="69" y="1777"/>
                    <a:pt x="78" y="1632"/>
                    <a:pt x="117" y="1526"/>
                  </a:cubicBezTo>
                  <a:cubicBezTo>
                    <a:pt x="225" y="1236"/>
                    <a:pt x="273" y="905"/>
                    <a:pt x="350" y="569"/>
                  </a:cubicBezTo>
                  <a:cubicBezTo>
                    <a:pt x="367" y="498"/>
                    <a:pt x="385" y="142"/>
                    <a:pt x="350" y="91"/>
                  </a:cubicBezTo>
                  <a:cubicBezTo>
                    <a:pt x="350" y="38"/>
                    <a:pt x="353" y="24"/>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10"/>
            <p:cNvSpPr/>
            <p:nvPr/>
          </p:nvSpPr>
          <p:spPr>
            <a:xfrm>
              <a:off x="3722714" y="3474695"/>
              <a:ext cx="25944" cy="83746"/>
            </a:xfrm>
            <a:custGeom>
              <a:rect b="b" l="l" r="r" t="t"/>
              <a:pathLst>
                <a:path extrusionOk="0" h="2960" w="917">
                  <a:moveTo>
                    <a:pt x="892" y="1"/>
                  </a:moveTo>
                  <a:cubicBezTo>
                    <a:pt x="741" y="725"/>
                    <a:pt x="513" y="1414"/>
                    <a:pt x="271" y="2068"/>
                  </a:cubicBezTo>
                  <a:cubicBezTo>
                    <a:pt x="191" y="2287"/>
                    <a:pt x="145" y="2516"/>
                    <a:pt x="66" y="2727"/>
                  </a:cubicBezTo>
                  <a:cubicBezTo>
                    <a:pt x="42" y="2795"/>
                    <a:pt x="42" y="2866"/>
                    <a:pt x="1" y="2920"/>
                  </a:cubicBezTo>
                  <a:lnTo>
                    <a:pt x="1" y="2959"/>
                  </a:lnTo>
                  <a:lnTo>
                    <a:pt x="14" y="2959"/>
                  </a:lnTo>
                  <a:cubicBezTo>
                    <a:pt x="139" y="2668"/>
                    <a:pt x="290" y="2386"/>
                    <a:pt x="414" y="2094"/>
                  </a:cubicBezTo>
                  <a:cubicBezTo>
                    <a:pt x="582" y="1694"/>
                    <a:pt x="658" y="1273"/>
                    <a:pt x="787" y="826"/>
                  </a:cubicBezTo>
                  <a:cubicBezTo>
                    <a:pt x="838" y="649"/>
                    <a:pt x="860" y="440"/>
                    <a:pt x="904" y="245"/>
                  </a:cubicBezTo>
                  <a:cubicBezTo>
                    <a:pt x="917" y="187"/>
                    <a:pt x="915" y="34"/>
                    <a:pt x="8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0"/>
            <p:cNvSpPr/>
            <p:nvPr/>
          </p:nvSpPr>
          <p:spPr>
            <a:xfrm>
              <a:off x="3586772" y="3560249"/>
              <a:ext cx="16438" cy="58905"/>
            </a:xfrm>
            <a:custGeom>
              <a:rect b="b" l="l" r="r" t="t"/>
              <a:pathLst>
                <a:path extrusionOk="0" h="2082" w="581">
                  <a:moveTo>
                    <a:pt x="543" y="1"/>
                  </a:moveTo>
                  <a:lnTo>
                    <a:pt x="543" y="1"/>
                  </a:lnTo>
                  <a:cubicBezTo>
                    <a:pt x="531" y="213"/>
                    <a:pt x="444" y="395"/>
                    <a:pt x="387" y="569"/>
                  </a:cubicBezTo>
                  <a:cubicBezTo>
                    <a:pt x="293" y="853"/>
                    <a:pt x="219" y="1132"/>
                    <a:pt x="130" y="1408"/>
                  </a:cubicBezTo>
                  <a:cubicBezTo>
                    <a:pt x="95" y="1556"/>
                    <a:pt x="60" y="1702"/>
                    <a:pt x="27" y="1849"/>
                  </a:cubicBezTo>
                  <a:cubicBezTo>
                    <a:pt x="8" y="1921"/>
                    <a:pt x="34" y="2001"/>
                    <a:pt x="1" y="2055"/>
                  </a:cubicBezTo>
                  <a:lnTo>
                    <a:pt x="1" y="2081"/>
                  </a:lnTo>
                  <a:lnTo>
                    <a:pt x="14" y="2081"/>
                  </a:lnTo>
                  <a:cubicBezTo>
                    <a:pt x="233" y="1626"/>
                    <a:pt x="344" y="1085"/>
                    <a:pt x="492" y="543"/>
                  </a:cubicBezTo>
                  <a:cubicBezTo>
                    <a:pt x="514" y="463"/>
                    <a:pt x="581" y="59"/>
                    <a:pt x="5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10"/>
            <p:cNvSpPr/>
            <p:nvPr/>
          </p:nvSpPr>
          <p:spPr>
            <a:xfrm>
              <a:off x="3722035" y="3558410"/>
              <a:ext cx="792" cy="1867"/>
            </a:xfrm>
            <a:custGeom>
              <a:rect b="b" l="l" r="r" t="t"/>
              <a:pathLst>
                <a:path extrusionOk="0" h="66" w="28">
                  <a:moveTo>
                    <a:pt x="12" y="0"/>
                  </a:moveTo>
                  <a:cubicBezTo>
                    <a:pt x="4" y="23"/>
                    <a:pt x="10" y="12"/>
                    <a:pt x="0" y="26"/>
                  </a:cubicBezTo>
                  <a:lnTo>
                    <a:pt x="0" y="66"/>
                  </a:lnTo>
                  <a:lnTo>
                    <a:pt x="12" y="66"/>
                  </a:lnTo>
                  <a:cubicBezTo>
                    <a:pt x="18" y="29"/>
                    <a:pt x="28" y="26"/>
                    <a:pt x="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10"/>
            <p:cNvSpPr/>
            <p:nvPr/>
          </p:nvSpPr>
          <p:spPr>
            <a:xfrm>
              <a:off x="3730466" y="3528789"/>
              <a:ext cx="18560" cy="38393"/>
            </a:xfrm>
            <a:custGeom>
              <a:rect b="b" l="l" r="r" t="t"/>
              <a:pathLst>
                <a:path extrusionOk="0" h="1357" w="656">
                  <a:moveTo>
                    <a:pt x="608" y="0"/>
                  </a:moveTo>
                  <a:lnTo>
                    <a:pt x="608" y="0"/>
                  </a:lnTo>
                  <a:cubicBezTo>
                    <a:pt x="592" y="146"/>
                    <a:pt x="512" y="252"/>
                    <a:pt x="465" y="364"/>
                  </a:cubicBezTo>
                  <a:cubicBezTo>
                    <a:pt x="371" y="578"/>
                    <a:pt x="271" y="778"/>
                    <a:pt x="182" y="983"/>
                  </a:cubicBezTo>
                  <a:cubicBezTo>
                    <a:pt x="127" y="1107"/>
                    <a:pt x="103" y="1259"/>
                    <a:pt x="0" y="1332"/>
                  </a:cubicBezTo>
                  <a:lnTo>
                    <a:pt x="0" y="1357"/>
                  </a:lnTo>
                  <a:cubicBezTo>
                    <a:pt x="316" y="1290"/>
                    <a:pt x="419" y="713"/>
                    <a:pt x="529" y="415"/>
                  </a:cubicBezTo>
                  <a:cubicBezTo>
                    <a:pt x="554" y="351"/>
                    <a:pt x="656" y="75"/>
                    <a:pt x="6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10"/>
            <p:cNvSpPr/>
            <p:nvPr/>
          </p:nvSpPr>
          <p:spPr>
            <a:xfrm>
              <a:off x="3722035" y="3524375"/>
              <a:ext cx="340" cy="1160"/>
            </a:xfrm>
            <a:custGeom>
              <a:rect b="b" l="l" r="r" t="t"/>
              <a:pathLst>
                <a:path extrusionOk="0" h="41" w="12">
                  <a:moveTo>
                    <a:pt x="0" y="1"/>
                  </a:moveTo>
                  <a:lnTo>
                    <a:pt x="0" y="40"/>
                  </a:lnTo>
                  <a:lnTo>
                    <a:pt x="12" y="40"/>
                  </a:lnTo>
                  <a:cubicBezTo>
                    <a:pt x="7" y="14"/>
                    <a:pt x="9"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0"/>
            <p:cNvSpPr/>
            <p:nvPr/>
          </p:nvSpPr>
          <p:spPr>
            <a:xfrm>
              <a:off x="3656625" y="3483465"/>
              <a:ext cx="26425" cy="21615"/>
            </a:xfrm>
            <a:custGeom>
              <a:rect b="b" l="l" r="r" t="t"/>
              <a:pathLst>
                <a:path extrusionOk="0" h="764" w="934">
                  <a:moveTo>
                    <a:pt x="916" y="0"/>
                  </a:moveTo>
                  <a:cubicBezTo>
                    <a:pt x="849" y="99"/>
                    <a:pt x="739" y="164"/>
                    <a:pt x="644" y="233"/>
                  </a:cubicBezTo>
                  <a:cubicBezTo>
                    <a:pt x="519" y="326"/>
                    <a:pt x="409" y="451"/>
                    <a:pt x="284" y="544"/>
                  </a:cubicBezTo>
                  <a:cubicBezTo>
                    <a:pt x="192" y="611"/>
                    <a:pt x="91" y="672"/>
                    <a:pt x="12" y="752"/>
                  </a:cubicBezTo>
                  <a:lnTo>
                    <a:pt x="0" y="752"/>
                  </a:lnTo>
                  <a:lnTo>
                    <a:pt x="0" y="763"/>
                  </a:lnTo>
                  <a:cubicBezTo>
                    <a:pt x="285" y="688"/>
                    <a:pt x="466" y="455"/>
                    <a:pt x="672" y="298"/>
                  </a:cubicBezTo>
                  <a:cubicBezTo>
                    <a:pt x="758" y="231"/>
                    <a:pt x="877" y="137"/>
                    <a:pt x="916" y="26"/>
                  </a:cubicBezTo>
                  <a:lnTo>
                    <a:pt x="928" y="26"/>
                  </a:lnTo>
                  <a:cubicBezTo>
                    <a:pt x="934" y="0"/>
                    <a:pt x="922" y="10"/>
                    <a:pt x="9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10"/>
            <p:cNvSpPr/>
            <p:nvPr/>
          </p:nvSpPr>
          <p:spPr>
            <a:xfrm>
              <a:off x="3747978" y="3527770"/>
              <a:ext cx="396" cy="1075"/>
            </a:xfrm>
            <a:custGeom>
              <a:rect b="b" l="l" r="r" t="t"/>
              <a:pathLst>
                <a:path extrusionOk="0" h="38" w="14">
                  <a:moveTo>
                    <a:pt x="0" y="0"/>
                  </a:moveTo>
                  <a:lnTo>
                    <a:pt x="0" y="38"/>
                  </a:lnTo>
                  <a:lnTo>
                    <a:pt x="14" y="38"/>
                  </a:lnTo>
                  <a:cubicBezTo>
                    <a:pt x="8" y="10"/>
                    <a:pt x="9"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0"/>
            <p:cNvSpPr/>
            <p:nvPr/>
          </p:nvSpPr>
          <p:spPr>
            <a:xfrm>
              <a:off x="3655832" y="3505024"/>
              <a:ext cx="736" cy="396"/>
            </a:xfrm>
            <a:custGeom>
              <a:rect b="b" l="l" r="r" t="t"/>
              <a:pathLst>
                <a:path extrusionOk="0" h="14" w="26">
                  <a:moveTo>
                    <a:pt x="1" y="0"/>
                  </a:moveTo>
                  <a:cubicBezTo>
                    <a:pt x="14" y="12"/>
                    <a:pt x="4" y="6"/>
                    <a:pt x="25" y="13"/>
                  </a:cubicBez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10"/>
            <p:cNvSpPr/>
            <p:nvPr/>
          </p:nvSpPr>
          <p:spPr>
            <a:xfrm>
              <a:off x="3603606" y="3418055"/>
              <a:ext cx="105135" cy="108304"/>
            </a:xfrm>
            <a:custGeom>
              <a:rect b="b" l="l" r="r" t="t"/>
              <a:pathLst>
                <a:path extrusionOk="0" h="3828" w="3716">
                  <a:moveTo>
                    <a:pt x="906" y="134"/>
                  </a:moveTo>
                  <a:cubicBezTo>
                    <a:pt x="1053" y="134"/>
                    <a:pt x="1181" y="204"/>
                    <a:pt x="1303" y="245"/>
                  </a:cubicBezTo>
                  <a:cubicBezTo>
                    <a:pt x="1477" y="303"/>
                    <a:pt x="1656" y="333"/>
                    <a:pt x="1819" y="386"/>
                  </a:cubicBezTo>
                  <a:cubicBezTo>
                    <a:pt x="2209" y="512"/>
                    <a:pt x="2680" y="547"/>
                    <a:pt x="3167" y="547"/>
                  </a:cubicBezTo>
                  <a:cubicBezTo>
                    <a:pt x="3291" y="547"/>
                    <a:pt x="3415" y="545"/>
                    <a:pt x="3539" y="541"/>
                  </a:cubicBezTo>
                  <a:lnTo>
                    <a:pt x="3539" y="541"/>
                  </a:lnTo>
                  <a:cubicBezTo>
                    <a:pt x="3532" y="645"/>
                    <a:pt x="3461" y="902"/>
                    <a:pt x="3410" y="967"/>
                  </a:cubicBezTo>
                  <a:cubicBezTo>
                    <a:pt x="3366" y="1033"/>
                    <a:pt x="3075" y="1059"/>
                    <a:pt x="2969" y="1084"/>
                  </a:cubicBezTo>
                  <a:cubicBezTo>
                    <a:pt x="2829" y="1119"/>
                    <a:pt x="2657" y="1134"/>
                    <a:pt x="2480" y="1134"/>
                  </a:cubicBezTo>
                  <a:cubicBezTo>
                    <a:pt x="2214" y="1134"/>
                    <a:pt x="1937" y="1099"/>
                    <a:pt x="1744" y="1046"/>
                  </a:cubicBezTo>
                  <a:cubicBezTo>
                    <a:pt x="1556" y="995"/>
                    <a:pt x="1370" y="906"/>
                    <a:pt x="1149" y="903"/>
                  </a:cubicBezTo>
                  <a:lnTo>
                    <a:pt x="1149" y="903"/>
                  </a:lnTo>
                  <a:cubicBezTo>
                    <a:pt x="1232" y="972"/>
                    <a:pt x="1377" y="982"/>
                    <a:pt x="1485" y="1020"/>
                  </a:cubicBezTo>
                  <a:cubicBezTo>
                    <a:pt x="1834" y="1148"/>
                    <a:pt x="2228" y="1175"/>
                    <a:pt x="2726" y="1175"/>
                  </a:cubicBezTo>
                  <a:cubicBezTo>
                    <a:pt x="2803" y="1175"/>
                    <a:pt x="2942" y="1184"/>
                    <a:pt x="3070" y="1184"/>
                  </a:cubicBezTo>
                  <a:cubicBezTo>
                    <a:pt x="3186" y="1184"/>
                    <a:pt x="3292" y="1177"/>
                    <a:pt x="3333" y="1149"/>
                  </a:cubicBezTo>
                  <a:lnTo>
                    <a:pt x="3359" y="1149"/>
                  </a:lnTo>
                  <a:cubicBezTo>
                    <a:pt x="3330" y="1274"/>
                    <a:pt x="3280" y="1405"/>
                    <a:pt x="3243" y="1524"/>
                  </a:cubicBezTo>
                  <a:cubicBezTo>
                    <a:pt x="3177" y="1726"/>
                    <a:pt x="3155" y="1947"/>
                    <a:pt x="3100" y="2144"/>
                  </a:cubicBezTo>
                  <a:cubicBezTo>
                    <a:pt x="2914" y="2814"/>
                    <a:pt x="2976" y="3443"/>
                    <a:pt x="2274" y="3618"/>
                  </a:cubicBezTo>
                  <a:cubicBezTo>
                    <a:pt x="2181" y="3641"/>
                    <a:pt x="2083" y="3651"/>
                    <a:pt x="1982" y="3651"/>
                  </a:cubicBezTo>
                  <a:cubicBezTo>
                    <a:pt x="1486" y="3651"/>
                    <a:pt x="932" y="3406"/>
                    <a:pt x="646" y="3256"/>
                  </a:cubicBezTo>
                  <a:cubicBezTo>
                    <a:pt x="495" y="3177"/>
                    <a:pt x="272" y="3093"/>
                    <a:pt x="205" y="2933"/>
                  </a:cubicBezTo>
                  <a:cubicBezTo>
                    <a:pt x="149" y="2795"/>
                    <a:pt x="268" y="2385"/>
                    <a:pt x="309" y="2260"/>
                  </a:cubicBezTo>
                  <a:cubicBezTo>
                    <a:pt x="458" y="1806"/>
                    <a:pt x="563" y="1308"/>
                    <a:pt x="697" y="839"/>
                  </a:cubicBezTo>
                  <a:cubicBezTo>
                    <a:pt x="740" y="615"/>
                    <a:pt x="781" y="392"/>
                    <a:pt x="825" y="166"/>
                  </a:cubicBezTo>
                  <a:lnTo>
                    <a:pt x="825" y="142"/>
                  </a:lnTo>
                  <a:cubicBezTo>
                    <a:pt x="852" y="136"/>
                    <a:pt x="879" y="134"/>
                    <a:pt x="906" y="134"/>
                  </a:cubicBezTo>
                  <a:close/>
                  <a:moveTo>
                    <a:pt x="787" y="0"/>
                  </a:moveTo>
                  <a:cubicBezTo>
                    <a:pt x="778" y="11"/>
                    <a:pt x="758" y="18"/>
                    <a:pt x="749" y="27"/>
                  </a:cubicBezTo>
                  <a:cubicBezTo>
                    <a:pt x="637" y="69"/>
                    <a:pt x="665" y="253"/>
                    <a:pt x="633" y="376"/>
                  </a:cubicBezTo>
                  <a:cubicBezTo>
                    <a:pt x="560" y="690"/>
                    <a:pt x="486" y="1004"/>
                    <a:pt x="413" y="1318"/>
                  </a:cubicBezTo>
                  <a:cubicBezTo>
                    <a:pt x="293" y="1713"/>
                    <a:pt x="189" y="2128"/>
                    <a:pt x="76" y="2520"/>
                  </a:cubicBezTo>
                  <a:cubicBezTo>
                    <a:pt x="40" y="2645"/>
                    <a:pt x="0" y="2900"/>
                    <a:pt x="64" y="3023"/>
                  </a:cubicBezTo>
                  <a:cubicBezTo>
                    <a:pt x="141" y="3177"/>
                    <a:pt x="319" y="3256"/>
                    <a:pt x="464" y="3346"/>
                  </a:cubicBezTo>
                  <a:cubicBezTo>
                    <a:pt x="796" y="3554"/>
                    <a:pt x="1179" y="3689"/>
                    <a:pt x="1614" y="3800"/>
                  </a:cubicBezTo>
                  <a:cubicBezTo>
                    <a:pt x="1687" y="3817"/>
                    <a:pt x="1783" y="3827"/>
                    <a:pt x="1875" y="3827"/>
                  </a:cubicBezTo>
                  <a:cubicBezTo>
                    <a:pt x="1940" y="3827"/>
                    <a:pt x="2003" y="3822"/>
                    <a:pt x="2053" y="3811"/>
                  </a:cubicBezTo>
                  <a:lnTo>
                    <a:pt x="2196" y="3811"/>
                  </a:lnTo>
                  <a:cubicBezTo>
                    <a:pt x="2405" y="3763"/>
                    <a:pt x="2591" y="3714"/>
                    <a:pt x="2739" y="3605"/>
                  </a:cubicBezTo>
                  <a:cubicBezTo>
                    <a:pt x="2891" y="3491"/>
                    <a:pt x="2952" y="3270"/>
                    <a:pt x="3023" y="3074"/>
                  </a:cubicBezTo>
                  <a:cubicBezTo>
                    <a:pt x="3190" y="2623"/>
                    <a:pt x="3228" y="2091"/>
                    <a:pt x="3384" y="1614"/>
                  </a:cubicBezTo>
                  <a:cubicBezTo>
                    <a:pt x="3477" y="1331"/>
                    <a:pt x="3562" y="1027"/>
                    <a:pt x="3654" y="749"/>
                  </a:cubicBezTo>
                  <a:cubicBezTo>
                    <a:pt x="3680" y="674"/>
                    <a:pt x="3715" y="524"/>
                    <a:pt x="3667" y="466"/>
                  </a:cubicBezTo>
                  <a:cubicBezTo>
                    <a:pt x="3644" y="417"/>
                    <a:pt x="3547" y="404"/>
                    <a:pt x="3422" y="404"/>
                  </a:cubicBezTo>
                  <a:cubicBezTo>
                    <a:pt x="3267" y="404"/>
                    <a:pt x="3069" y="425"/>
                    <a:pt x="2920" y="425"/>
                  </a:cubicBezTo>
                  <a:cubicBezTo>
                    <a:pt x="2864" y="425"/>
                    <a:pt x="2814" y="422"/>
                    <a:pt x="2777" y="413"/>
                  </a:cubicBezTo>
                  <a:cubicBezTo>
                    <a:pt x="2540" y="361"/>
                    <a:pt x="2290" y="374"/>
                    <a:pt x="2066" y="310"/>
                  </a:cubicBezTo>
                  <a:cubicBezTo>
                    <a:pt x="1781" y="230"/>
                    <a:pt x="1473" y="159"/>
                    <a:pt x="1188" y="78"/>
                  </a:cubicBezTo>
                  <a:cubicBezTo>
                    <a:pt x="1120" y="69"/>
                    <a:pt x="1050" y="62"/>
                    <a:pt x="982" y="51"/>
                  </a:cubicBezTo>
                  <a:cubicBezTo>
                    <a:pt x="919" y="35"/>
                    <a:pt x="860" y="8"/>
                    <a:pt x="7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10"/>
            <p:cNvSpPr/>
            <p:nvPr/>
          </p:nvSpPr>
          <p:spPr>
            <a:xfrm>
              <a:off x="3723082" y="3431211"/>
              <a:ext cx="7724" cy="41703"/>
            </a:xfrm>
            <a:custGeom>
              <a:rect b="b" l="l" r="r" t="t"/>
              <a:pathLst>
                <a:path extrusionOk="0" h="1474" w="273">
                  <a:moveTo>
                    <a:pt x="220" y="1"/>
                  </a:moveTo>
                  <a:cubicBezTo>
                    <a:pt x="213" y="185"/>
                    <a:pt x="159" y="361"/>
                    <a:pt x="117" y="517"/>
                  </a:cubicBezTo>
                  <a:cubicBezTo>
                    <a:pt x="45" y="790"/>
                    <a:pt x="1" y="1155"/>
                    <a:pt x="1" y="1474"/>
                  </a:cubicBezTo>
                  <a:cubicBezTo>
                    <a:pt x="45" y="1412"/>
                    <a:pt x="39" y="1315"/>
                    <a:pt x="66" y="1241"/>
                  </a:cubicBezTo>
                  <a:cubicBezTo>
                    <a:pt x="146" y="1021"/>
                    <a:pt x="188" y="770"/>
                    <a:pt x="247" y="517"/>
                  </a:cubicBezTo>
                  <a:cubicBezTo>
                    <a:pt x="261" y="454"/>
                    <a:pt x="273" y="185"/>
                    <a:pt x="247" y="143"/>
                  </a:cubicBezTo>
                  <a:cubicBezTo>
                    <a:pt x="248" y="81"/>
                    <a:pt x="251" y="28"/>
                    <a:pt x="2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0"/>
            <p:cNvSpPr/>
            <p:nvPr/>
          </p:nvSpPr>
          <p:spPr>
            <a:xfrm>
              <a:off x="3517514" y="3884840"/>
              <a:ext cx="7186" cy="102730"/>
            </a:xfrm>
            <a:custGeom>
              <a:rect b="b" l="l" r="r" t="t"/>
              <a:pathLst>
                <a:path extrusionOk="0" h="3631" w="254">
                  <a:moveTo>
                    <a:pt x="57" y="0"/>
                  </a:moveTo>
                  <a:cubicBezTo>
                    <a:pt x="56" y="250"/>
                    <a:pt x="32" y="511"/>
                    <a:pt x="32" y="788"/>
                  </a:cubicBezTo>
                  <a:lnTo>
                    <a:pt x="32" y="1047"/>
                  </a:lnTo>
                  <a:cubicBezTo>
                    <a:pt x="72" y="1236"/>
                    <a:pt x="0" y="1491"/>
                    <a:pt x="44" y="1694"/>
                  </a:cubicBezTo>
                  <a:cubicBezTo>
                    <a:pt x="80" y="1864"/>
                    <a:pt x="18" y="2101"/>
                    <a:pt x="57" y="2289"/>
                  </a:cubicBezTo>
                  <a:cubicBezTo>
                    <a:pt x="79" y="2393"/>
                    <a:pt x="44" y="2555"/>
                    <a:pt x="70" y="2675"/>
                  </a:cubicBezTo>
                  <a:cubicBezTo>
                    <a:pt x="130" y="2958"/>
                    <a:pt x="95" y="3315"/>
                    <a:pt x="95" y="3631"/>
                  </a:cubicBezTo>
                  <a:cubicBezTo>
                    <a:pt x="176" y="3504"/>
                    <a:pt x="131" y="3023"/>
                    <a:pt x="173" y="2830"/>
                  </a:cubicBezTo>
                  <a:cubicBezTo>
                    <a:pt x="224" y="2596"/>
                    <a:pt x="253" y="1921"/>
                    <a:pt x="198" y="1666"/>
                  </a:cubicBezTo>
                  <a:cubicBezTo>
                    <a:pt x="195" y="1456"/>
                    <a:pt x="189" y="1245"/>
                    <a:pt x="186" y="1034"/>
                  </a:cubicBezTo>
                  <a:cubicBezTo>
                    <a:pt x="157" y="902"/>
                    <a:pt x="191" y="742"/>
                    <a:pt x="160" y="595"/>
                  </a:cubicBezTo>
                  <a:cubicBezTo>
                    <a:pt x="121" y="413"/>
                    <a:pt x="104" y="169"/>
                    <a:pt x="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0"/>
            <p:cNvSpPr/>
            <p:nvPr/>
          </p:nvSpPr>
          <p:spPr>
            <a:xfrm>
              <a:off x="3006962" y="3284575"/>
              <a:ext cx="396" cy="764"/>
            </a:xfrm>
            <a:custGeom>
              <a:rect b="b" l="l" r="r" t="t"/>
              <a:pathLst>
                <a:path extrusionOk="0" h="27" w="14">
                  <a:moveTo>
                    <a:pt x="0" y="1"/>
                  </a:moveTo>
                  <a:lnTo>
                    <a:pt x="0" y="27"/>
                  </a:lnTo>
                  <a:lnTo>
                    <a:pt x="14" y="27"/>
                  </a:lnTo>
                  <a:cubicBezTo>
                    <a:pt x="6" y="5"/>
                    <a:pt x="11"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0"/>
            <p:cNvSpPr/>
            <p:nvPr/>
          </p:nvSpPr>
          <p:spPr>
            <a:xfrm>
              <a:off x="3522041" y="3267006"/>
              <a:ext cx="8658" cy="38450"/>
            </a:xfrm>
            <a:custGeom>
              <a:rect b="b" l="l" r="r" t="t"/>
              <a:pathLst>
                <a:path extrusionOk="0" h="1359" w="306">
                  <a:moveTo>
                    <a:pt x="0" y="1"/>
                  </a:moveTo>
                  <a:lnTo>
                    <a:pt x="0" y="1"/>
                  </a:lnTo>
                  <a:cubicBezTo>
                    <a:pt x="173" y="302"/>
                    <a:pt x="121" y="920"/>
                    <a:pt x="105" y="1359"/>
                  </a:cubicBezTo>
                  <a:cubicBezTo>
                    <a:pt x="160" y="1287"/>
                    <a:pt x="153" y="1158"/>
                    <a:pt x="182" y="1061"/>
                  </a:cubicBezTo>
                  <a:cubicBezTo>
                    <a:pt x="306" y="651"/>
                    <a:pt x="266" y="308"/>
                    <a:pt x="66" y="14"/>
                  </a:cubicBezTo>
                  <a:cubicBezTo>
                    <a:pt x="44" y="10"/>
                    <a:pt x="22"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10"/>
            <p:cNvSpPr/>
            <p:nvPr/>
          </p:nvSpPr>
          <p:spPr>
            <a:xfrm>
              <a:off x="3581623" y="3133299"/>
              <a:ext cx="792" cy="340"/>
            </a:xfrm>
            <a:custGeom>
              <a:rect b="b" l="l" r="r" t="t"/>
              <a:pathLst>
                <a:path extrusionOk="0" h="12" w="28">
                  <a:moveTo>
                    <a:pt x="1" y="0"/>
                  </a:moveTo>
                  <a:cubicBezTo>
                    <a:pt x="14" y="10"/>
                    <a:pt x="5" y="5"/>
                    <a:pt x="27" y="12"/>
                  </a:cubicBezTo>
                  <a:lnTo>
                    <a:pt x="2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10"/>
            <p:cNvSpPr/>
            <p:nvPr/>
          </p:nvSpPr>
          <p:spPr>
            <a:xfrm>
              <a:off x="3531207" y="3279850"/>
              <a:ext cx="6620" cy="35818"/>
            </a:xfrm>
            <a:custGeom>
              <a:rect b="b" l="l" r="r" t="t"/>
              <a:pathLst>
                <a:path extrusionOk="0" h="1266" w="234">
                  <a:moveTo>
                    <a:pt x="64" y="0"/>
                  </a:moveTo>
                  <a:cubicBezTo>
                    <a:pt x="115" y="240"/>
                    <a:pt x="73" y="543"/>
                    <a:pt x="25" y="762"/>
                  </a:cubicBezTo>
                  <a:cubicBezTo>
                    <a:pt x="2" y="868"/>
                    <a:pt x="53" y="1052"/>
                    <a:pt x="0" y="1137"/>
                  </a:cubicBezTo>
                  <a:lnTo>
                    <a:pt x="0" y="1265"/>
                  </a:lnTo>
                  <a:lnTo>
                    <a:pt x="12" y="1265"/>
                  </a:lnTo>
                  <a:cubicBezTo>
                    <a:pt x="43" y="1149"/>
                    <a:pt x="105" y="1044"/>
                    <a:pt x="141" y="931"/>
                  </a:cubicBezTo>
                  <a:cubicBezTo>
                    <a:pt x="219" y="695"/>
                    <a:pt x="233" y="13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10"/>
            <p:cNvSpPr/>
            <p:nvPr/>
          </p:nvSpPr>
          <p:spPr>
            <a:xfrm>
              <a:off x="3538846" y="3290092"/>
              <a:ext cx="9619" cy="27783"/>
            </a:xfrm>
            <a:custGeom>
              <a:rect b="b" l="l" r="r" t="t"/>
              <a:pathLst>
                <a:path extrusionOk="0" h="982" w="340">
                  <a:moveTo>
                    <a:pt x="130" y="0"/>
                  </a:moveTo>
                  <a:lnTo>
                    <a:pt x="130" y="0"/>
                  </a:lnTo>
                  <a:cubicBezTo>
                    <a:pt x="129" y="256"/>
                    <a:pt x="90" y="477"/>
                    <a:pt x="39" y="698"/>
                  </a:cubicBezTo>
                  <a:cubicBezTo>
                    <a:pt x="20" y="791"/>
                    <a:pt x="44" y="893"/>
                    <a:pt x="1" y="957"/>
                  </a:cubicBezTo>
                  <a:lnTo>
                    <a:pt x="1" y="982"/>
                  </a:lnTo>
                  <a:lnTo>
                    <a:pt x="14" y="969"/>
                  </a:lnTo>
                  <a:cubicBezTo>
                    <a:pt x="177" y="844"/>
                    <a:pt x="340" y="213"/>
                    <a:pt x="1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10"/>
            <p:cNvSpPr/>
            <p:nvPr/>
          </p:nvSpPr>
          <p:spPr>
            <a:xfrm>
              <a:off x="3569543" y="3143173"/>
              <a:ext cx="1471" cy="340"/>
            </a:xfrm>
            <a:custGeom>
              <a:rect b="b" l="l" r="r" t="t"/>
              <a:pathLst>
                <a:path extrusionOk="0" h="12" w="52">
                  <a:moveTo>
                    <a:pt x="0" y="0"/>
                  </a:moveTo>
                  <a:lnTo>
                    <a:pt x="0" y="0"/>
                  </a:lnTo>
                  <a:cubicBezTo>
                    <a:pt x="15" y="10"/>
                    <a:pt x="22" y="10"/>
                    <a:pt x="51" y="12"/>
                  </a:cubicBezTo>
                  <a:cubicBezTo>
                    <a:pt x="37" y="2"/>
                    <a:pt x="32" y="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10"/>
            <p:cNvSpPr/>
            <p:nvPr/>
          </p:nvSpPr>
          <p:spPr>
            <a:xfrm>
              <a:off x="3570986" y="3136156"/>
              <a:ext cx="19154" cy="6932"/>
            </a:xfrm>
            <a:custGeom>
              <a:rect b="b" l="l" r="r" t="t"/>
              <a:pathLst>
                <a:path extrusionOk="0" h="245" w="677">
                  <a:moveTo>
                    <a:pt x="660" y="1"/>
                  </a:moveTo>
                  <a:cubicBezTo>
                    <a:pt x="604" y="69"/>
                    <a:pt x="121" y="220"/>
                    <a:pt x="0" y="234"/>
                  </a:cubicBezTo>
                  <a:cubicBezTo>
                    <a:pt x="14" y="241"/>
                    <a:pt x="31" y="244"/>
                    <a:pt x="49" y="244"/>
                  </a:cubicBezTo>
                  <a:cubicBezTo>
                    <a:pt x="103" y="244"/>
                    <a:pt x="170" y="218"/>
                    <a:pt x="208" y="207"/>
                  </a:cubicBezTo>
                  <a:cubicBezTo>
                    <a:pt x="374" y="164"/>
                    <a:pt x="575" y="148"/>
                    <a:pt x="660" y="26"/>
                  </a:cubicBezTo>
                  <a:cubicBezTo>
                    <a:pt x="669" y="5"/>
                    <a:pt x="676" y="20"/>
                    <a:pt x="6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10"/>
            <p:cNvSpPr/>
            <p:nvPr/>
          </p:nvSpPr>
          <p:spPr>
            <a:xfrm>
              <a:off x="3544363" y="3197945"/>
              <a:ext cx="8148" cy="11713"/>
            </a:xfrm>
            <a:custGeom>
              <a:rect b="b" l="l" r="r" t="t"/>
              <a:pathLst>
                <a:path extrusionOk="0" h="414" w="288">
                  <a:moveTo>
                    <a:pt x="233" y="1"/>
                  </a:moveTo>
                  <a:lnTo>
                    <a:pt x="233" y="1"/>
                  </a:lnTo>
                  <a:cubicBezTo>
                    <a:pt x="188" y="89"/>
                    <a:pt x="116" y="153"/>
                    <a:pt x="66" y="233"/>
                  </a:cubicBezTo>
                  <a:cubicBezTo>
                    <a:pt x="37" y="278"/>
                    <a:pt x="33" y="335"/>
                    <a:pt x="1" y="376"/>
                  </a:cubicBezTo>
                  <a:lnTo>
                    <a:pt x="1" y="414"/>
                  </a:lnTo>
                  <a:lnTo>
                    <a:pt x="14" y="414"/>
                  </a:lnTo>
                  <a:cubicBezTo>
                    <a:pt x="57" y="351"/>
                    <a:pt x="287" y="95"/>
                    <a:pt x="2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10"/>
            <p:cNvSpPr/>
            <p:nvPr/>
          </p:nvSpPr>
          <p:spPr>
            <a:xfrm>
              <a:off x="3550983" y="3148605"/>
              <a:ext cx="20427" cy="5772"/>
            </a:xfrm>
            <a:custGeom>
              <a:rect b="b" l="l" r="r" t="t"/>
              <a:pathLst>
                <a:path extrusionOk="0" h="204" w="722">
                  <a:moveTo>
                    <a:pt x="684" y="0"/>
                  </a:moveTo>
                  <a:cubicBezTo>
                    <a:pt x="598" y="67"/>
                    <a:pt x="313" y="109"/>
                    <a:pt x="193" y="143"/>
                  </a:cubicBezTo>
                  <a:cubicBezTo>
                    <a:pt x="137" y="157"/>
                    <a:pt x="68" y="143"/>
                    <a:pt x="25" y="167"/>
                  </a:cubicBezTo>
                  <a:lnTo>
                    <a:pt x="1" y="167"/>
                  </a:lnTo>
                  <a:cubicBezTo>
                    <a:pt x="38" y="193"/>
                    <a:pt x="90" y="203"/>
                    <a:pt x="149" y="203"/>
                  </a:cubicBezTo>
                  <a:cubicBezTo>
                    <a:pt x="355" y="203"/>
                    <a:pt x="646" y="76"/>
                    <a:pt x="697" y="13"/>
                  </a:cubicBezTo>
                  <a:lnTo>
                    <a:pt x="722" y="13"/>
                  </a:lnTo>
                  <a:cubicBezTo>
                    <a:pt x="707" y="4"/>
                    <a:pt x="710" y="6"/>
                    <a:pt x="6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10"/>
            <p:cNvSpPr/>
            <p:nvPr/>
          </p:nvSpPr>
          <p:spPr>
            <a:xfrm>
              <a:off x="3531575" y="3244400"/>
              <a:ext cx="368" cy="1075"/>
            </a:xfrm>
            <a:custGeom>
              <a:rect b="b" l="l" r="r" t="t"/>
              <a:pathLst>
                <a:path extrusionOk="0" h="38" w="13">
                  <a:moveTo>
                    <a:pt x="1" y="0"/>
                  </a:moveTo>
                  <a:lnTo>
                    <a:pt x="1" y="38"/>
                  </a:lnTo>
                  <a:lnTo>
                    <a:pt x="12" y="38"/>
                  </a:lnTo>
                  <a:cubicBezTo>
                    <a:pt x="8" y="10"/>
                    <a:pt x="9"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10"/>
            <p:cNvSpPr/>
            <p:nvPr/>
          </p:nvSpPr>
          <p:spPr>
            <a:xfrm>
              <a:off x="3042412" y="3293006"/>
              <a:ext cx="16127" cy="28179"/>
            </a:xfrm>
            <a:custGeom>
              <a:rect b="b" l="l" r="r" t="t"/>
              <a:pathLst>
                <a:path extrusionOk="0" h="996" w="570">
                  <a:moveTo>
                    <a:pt x="1" y="1"/>
                  </a:moveTo>
                  <a:cubicBezTo>
                    <a:pt x="18" y="338"/>
                    <a:pt x="171" y="645"/>
                    <a:pt x="338" y="841"/>
                  </a:cubicBezTo>
                  <a:cubicBezTo>
                    <a:pt x="392" y="905"/>
                    <a:pt x="492" y="930"/>
                    <a:pt x="544" y="995"/>
                  </a:cubicBezTo>
                  <a:lnTo>
                    <a:pt x="569" y="995"/>
                  </a:lnTo>
                  <a:cubicBezTo>
                    <a:pt x="431" y="786"/>
                    <a:pt x="303" y="556"/>
                    <a:pt x="169" y="335"/>
                  </a:cubicBezTo>
                  <a:cubicBezTo>
                    <a:pt x="105" y="230"/>
                    <a:pt x="84" y="9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10"/>
            <p:cNvSpPr/>
            <p:nvPr/>
          </p:nvSpPr>
          <p:spPr>
            <a:xfrm>
              <a:off x="3042412" y="3313489"/>
              <a:ext cx="764" cy="396"/>
            </a:xfrm>
            <a:custGeom>
              <a:rect b="b" l="l" r="r" t="t"/>
              <a:pathLst>
                <a:path extrusionOk="0" h="14" w="27">
                  <a:moveTo>
                    <a:pt x="1" y="1"/>
                  </a:moveTo>
                  <a:cubicBezTo>
                    <a:pt x="14" y="11"/>
                    <a:pt x="5" y="4"/>
                    <a:pt x="27" y="14"/>
                  </a:cubicBezTo>
                  <a:lnTo>
                    <a:pt x="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10"/>
            <p:cNvSpPr/>
            <p:nvPr/>
          </p:nvSpPr>
          <p:spPr>
            <a:xfrm>
              <a:off x="3516185" y="3265619"/>
              <a:ext cx="4979" cy="14259"/>
            </a:xfrm>
            <a:custGeom>
              <a:rect b="b" l="l" r="r" t="t"/>
              <a:pathLst>
                <a:path extrusionOk="0" h="504" w="176">
                  <a:moveTo>
                    <a:pt x="1" y="0"/>
                  </a:moveTo>
                  <a:cubicBezTo>
                    <a:pt x="39" y="144"/>
                    <a:pt x="59" y="383"/>
                    <a:pt x="142" y="492"/>
                  </a:cubicBezTo>
                  <a:lnTo>
                    <a:pt x="142" y="503"/>
                  </a:lnTo>
                  <a:lnTo>
                    <a:pt x="155" y="503"/>
                  </a:lnTo>
                  <a:cubicBezTo>
                    <a:pt x="164" y="264"/>
                    <a:pt x="175" y="8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10"/>
            <p:cNvSpPr/>
            <p:nvPr/>
          </p:nvSpPr>
          <p:spPr>
            <a:xfrm>
              <a:off x="3060688" y="3310575"/>
              <a:ext cx="18984" cy="21898"/>
            </a:xfrm>
            <a:custGeom>
              <a:rect b="b" l="l" r="r" t="t"/>
              <a:pathLst>
                <a:path extrusionOk="0" h="774" w="671">
                  <a:moveTo>
                    <a:pt x="0" y="0"/>
                  </a:moveTo>
                  <a:lnTo>
                    <a:pt x="0" y="0"/>
                  </a:lnTo>
                  <a:cubicBezTo>
                    <a:pt x="53" y="192"/>
                    <a:pt x="259" y="502"/>
                    <a:pt x="400" y="607"/>
                  </a:cubicBezTo>
                  <a:cubicBezTo>
                    <a:pt x="477" y="663"/>
                    <a:pt x="588" y="700"/>
                    <a:pt x="646" y="774"/>
                  </a:cubicBezTo>
                  <a:lnTo>
                    <a:pt x="670" y="774"/>
                  </a:lnTo>
                  <a:cubicBezTo>
                    <a:pt x="634" y="672"/>
                    <a:pt x="525" y="598"/>
                    <a:pt x="464" y="517"/>
                  </a:cubicBezTo>
                  <a:cubicBezTo>
                    <a:pt x="354" y="365"/>
                    <a:pt x="166" y="8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10"/>
            <p:cNvSpPr/>
            <p:nvPr/>
          </p:nvSpPr>
          <p:spPr>
            <a:xfrm>
              <a:off x="3027417" y="3280586"/>
              <a:ext cx="14995" cy="32932"/>
            </a:xfrm>
            <a:custGeom>
              <a:rect b="b" l="l" r="r" t="t"/>
              <a:pathLst>
                <a:path extrusionOk="0" h="1164" w="530">
                  <a:moveTo>
                    <a:pt x="0" y="1"/>
                  </a:moveTo>
                  <a:cubicBezTo>
                    <a:pt x="3" y="421"/>
                    <a:pt x="79" y="741"/>
                    <a:pt x="259" y="982"/>
                  </a:cubicBezTo>
                  <a:cubicBezTo>
                    <a:pt x="318" y="1062"/>
                    <a:pt x="419" y="1094"/>
                    <a:pt x="491" y="1164"/>
                  </a:cubicBezTo>
                  <a:lnTo>
                    <a:pt x="529" y="1164"/>
                  </a:lnTo>
                  <a:cubicBezTo>
                    <a:pt x="381" y="944"/>
                    <a:pt x="253" y="736"/>
                    <a:pt x="143" y="466"/>
                  </a:cubicBezTo>
                  <a:cubicBezTo>
                    <a:pt x="86" y="326"/>
                    <a:pt x="87" y="11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0"/>
            <p:cNvSpPr/>
            <p:nvPr/>
          </p:nvSpPr>
          <p:spPr>
            <a:xfrm>
              <a:off x="3013583" y="3282453"/>
              <a:ext cx="9846" cy="23737"/>
            </a:xfrm>
            <a:custGeom>
              <a:rect b="b" l="l" r="r" t="t"/>
              <a:pathLst>
                <a:path extrusionOk="0" h="839" w="348">
                  <a:moveTo>
                    <a:pt x="37" y="0"/>
                  </a:moveTo>
                  <a:lnTo>
                    <a:pt x="37" y="0"/>
                  </a:lnTo>
                  <a:cubicBezTo>
                    <a:pt x="1" y="359"/>
                    <a:pt x="203" y="612"/>
                    <a:pt x="335" y="839"/>
                  </a:cubicBezTo>
                  <a:lnTo>
                    <a:pt x="348" y="839"/>
                  </a:lnTo>
                  <a:cubicBezTo>
                    <a:pt x="299" y="640"/>
                    <a:pt x="153" y="118"/>
                    <a:pt x="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10"/>
            <p:cNvSpPr/>
            <p:nvPr/>
          </p:nvSpPr>
          <p:spPr>
            <a:xfrm>
              <a:off x="3360863" y="3334311"/>
              <a:ext cx="8375" cy="15787"/>
            </a:xfrm>
            <a:custGeom>
              <a:rect b="b" l="l" r="r" t="t"/>
              <a:pathLst>
                <a:path extrusionOk="0" h="558" w="296">
                  <a:moveTo>
                    <a:pt x="1" y="0"/>
                  </a:moveTo>
                  <a:cubicBezTo>
                    <a:pt x="40" y="60"/>
                    <a:pt x="98" y="109"/>
                    <a:pt x="129" y="182"/>
                  </a:cubicBezTo>
                  <a:cubicBezTo>
                    <a:pt x="187" y="319"/>
                    <a:pt x="190" y="450"/>
                    <a:pt x="284" y="544"/>
                  </a:cubicBezTo>
                  <a:lnTo>
                    <a:pt x="284" y="557"/>
                  </a:lnTo>
                  <a:lnTo>
                    <a:pt x="296" y="557"/>
                  </a:lnTo>
                  <a:cubicBezTo>
                    <a:pt x="281" y="314"/>
                    <a:pt x="201" y="5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0"/>
            <p:cNvSpPr/>
            <p:nvPr/>
          </p:nvSpPr>
          <p:spPr>
            <a:xfrm>
              <a:off x="3023400" y="3306161"/>
              <a:ext cx="424" cy="792"/>
            </a:xfrm>
            <a:custGeom>
              <a:rect b="b" l="l" r="r" t="t"/>
              <a:pathLst>
                <a:path extrusionOk="0" h="28" w="15">
                  <a:moveTo>
                    <a:pt x="1" y="1"/>
                  </a:moveTo>
                  <a:lnTo>
                    <a:pt x="1" y="27"/>
                  </a:lnTo>
                  <a:lnTo>
                    <a:pt x="14" y="27"/>
                  </a:lnTo>
                  <a:cubicBezTo>
                    <a:pt x="4" y="5"/>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0"/>
            <p:cNvSpPr/>
            <p:nvPr/>
          </p:nvSpPr>
          <p:spPr>
            <a:xfrm>
              <a:off x="3007330" y="3283867"/>
              <a:ext cx="368" cy="736"/>
            </a:xfrm>
            <a:custGeom>
              <a:rect b="b" l="l" r="r" t="t"/>
              <a:pathLst>
                <a:path extrusionOk="0" h="26" w="13">
                  <a:moveTo>
                    <a:pt x="1" y="1"/>
                  </a:moveTo>
                  <a:lnTo>
                    <a:pt x="1" y="26"/>
                  </a:lnTo>
                  <a:lnTo>
                    <a:pt x="12" y="26"/>
                  </a:lnTo>
                  <a:cubicBezTo>
                    <a:pt x="3" y="4"/>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0"/>
            <p:cNvSpPr/>
            <p:nvPr/>
          </p:nvSpPr>
          <p:spPr>
            <a:xfrm>
              <a:off x="3642677" y="3059344"/>
              <a:ext cx="19776" cy="8827"/>
            </a:xfrm>
            <a:custGeom>
              <a:rect b="b" l="l" r="r" t="t"/>
              <a:pathLst>
                <a:path extrusionOk="0" h="312" w="699">
                  <a:moveTo>
                    <a:pt x="51" y="1"/>
                  </a:moveTo>
                  <a:cubicBezTo>
                    <a:pt x="35" y="1"/>
                    <a:pt x="18" y="1"/>
                    <a:pt x="1" y="2"/>
                  </a:cubicBezTo>
                  <a:cubicBezTo>
                    <a:pt x="37" y="35"/>
                    <a:pt x="79" y="34"/>
                    <a:pt x="130" y="52"/>
                  </a:cubicBezTo>
                  <a:cubicBezTo>
                    <a:pt x="312" y="129"/>
                    <a:pt x="553" y="182"/>
                    <a:pt x="685" y="311"/>
                  </a:cubicBezTo>
                  <a:lnTo>
                    <a:pt x="698" y="311"/>
                  </a:lnTo>
                  <a:cubicBezTo>
                    <a:pt x="678" y="255"/>
                    <a:pt x="633" y="234"/>
                    <a:pt x="595" y="196"/>
                  </a:cubicBezTo>
                  <a:cubicBezTo>
                    <a:pt x="455" y="59"/>
                    <a:pt x="324" y="1"/>
                    <a:pt x="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0"/>
            <p:cNvSpPr/>
            <p:nvPr/>
          </p:nvSpPr>
          <p:spPr>
            <a:xfrm>
              <a:off x="3640074" y="3032382"/>
              <a:ext cx="16155" cy="24869"/>
            </a:xfrm>
            <a:custGeom>
              <a:rect b="b" l="l" r="r" t="t"/>
              <a:pathLst>
                <a:path extrusionOk="0" h="879" w="571">
                  <a:moveTo>
                    <a:pt x="1" y="1"/>
                  </a:moveTo>
                  <a:lnTo>
                    <a:pt x="1" y="1"/>
                  </a:lnTo>
                  <a:cubicBezTo>
                    <a:pt x="84" y="123"/>
                    <a:pt x="204" y="220"/>
                    <a:pt x="284" y="350"/>
                  </a:cubicBezTo>
                  <a:cubicBezTo>
                    <a:pt x="386" y="511"/>
                    <a:pt x="441" y="703"/>
                    <a:pt x="558" y="853"/>
                  </a:cubicBezTo>
                  <a:lnTo>
                    <a:pt x="558" y="879"/>
                  </a:lnTo>
                  <a:lnTo>
                    <a:pt x="571" y="879"/>
                  </a:lnTo>
                  <a:cubicBezTo>
                    <a:pt x="523" y="475"/>
                    <a:pt x="354" y="9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0"/>
            <p:cNvSpPr/>
            <p:nvPr/>
          </p:nvSpPr>
          <p:spPr>
            <a:xfrm>
              <a:off x="3659143" y="3104385"/>
              <a:ext cx="7045" cy="23794"/>
            </a:xfrm>
            <a:custGeom>
              <a:rect b="b" l="l" r="r" t="t"/>
              <a:pathLst>
                <a:path extrusionOk="0" h="841" w="249">
                  <a:moveTo>
                    <a:pt x="220" y="0"/>
                  </a:moveTo>
                  <a:cubicBezTo>
                    <a:pt x="191" y="217"/>
                    <a:pt x="115" y="384"/>
                    <a:pt x="52" y="557"/>
                  </a:cubicBezTo>
                  <a:cubicBezTo>
                    <a:pt x="23" y="631"/>
                    <a:pt x="39" y="736"/>
                    <a:pt x="0" y="801"/>
                  </a:cubicBezTo>
                  <a:lnTo>
                    <a:pt x="0" y="840"/>
                  </a:lnTo>
                  <a:lnTo>
                    <a:pt x="13" y="840"/>
                  </a:lnTo>
                  <a:cubicBezTo>
                    <a:pt x="106" y="663"/>
                    <a:pt x="228" y="525"/>
                    <a:pt x="233" y="246"/>
                  </a:cubicBezTo>
                  <a:cubicBezTo>
                    <a:pt x="233" y="176"/>
                    <a:pt x="249" y="45"/>
                    <a:pt x="2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0"/>
            <p:cNvSpPr/>
            <p:nvPr/>
          </p:nvSpPr>
          <p:spPr>
            <a:xfrm>
              <a:off x="3658746" y="3045510"/>
              <a:ext cx="4697" cy="16127"/>
            </a:xfrm>
            <a:custGeom>
              <a:rect b="b" l="l" r="r" t="t"/>
              <a:pathLst>
                <a:path extrusionOk="0" h="570" w="166">
                  <a:moveTo>
                    <a:pt x="1" y="1"/>
                  </a:moveTo>
                  <a:lnTo>
                    <a:pt x="1" y="1"/>
                  </a:lnTo>
                  <a:cubicBezTo>
                    <a:pt x="37" y="179"/>
                    <a:pt x="24" y="443"/>
                    <a:pt x="130" y="556"/>
                  </a:cubicBezTo>
                  <a:lnTo>
                    <a:pt x="130" y="569"/>
                  </a:lnTo>
                  <a:lnTo>
                    <a:pt x="143" y="569"/>
                  </a:lnTo>
                  <a:cubicBezTo>
                    <a:pt x="155" y="345"/>
                    <a:pt x="165" y="1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0"/>
            <p:cNvSpPr/>
            <p:nvPr/>
          </p:nvSpPr>
          <p:spPr>
            <a:xfrm>
              <a:off x="3662424" y="3068171"/>
              <a:ext cx="736" cy="424"/>
            </a:xfrm>
            <a:custGeom>
              <a:rect b="b" l="l" r="r" t="t"/>
              <a:pathLst>
                <a:path extrusionOk="0" h="15" w="26">
                  <a:moveTo>
                    <a:pt x="0" y="1"/>
                  </a:moveTo>
                  <a:cubicBezTo>
                    <a:pt x="11" y="9"/>
                    <a:pt x="13" y="15"/>
                    <a:pt x="15" y="15"/>
                  </a:cubicBezTo>
                  <a:cubicBezTo>
                    <a:pt x="17" y="15"/>
                    <a:pt x="18" y="11"/>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0"/>
            <p:cNvSpPr/>
            <p:nvPr/>
          </p:nvSpPr>
          <p:spPr>
            <a:xfrm>
              <a:off x="3661689" y="3136496"/>
              <a:ext cx="15985" cy="17258"/>
            </a:xfrm>
            <a:custGeom>
              <a:rect b="b" l="l" r="r" t="t"/>
              <a:pathLst>
                <a:path extrusionOk="0" h="610" w="565">
                  <a:moveTo>
                    <a:pt x="544" y="1"/>
                  </a:moveTo>
                  <a:cubicBezTo>
                    <a:pt x="442" y="153"/>
                    <a:pt x="250" y="232"/>
                    <a:pt x="143" y="377"/>
                  </a:cubicBezTo>
                  <a:cubicBezTo>
                    <a:pt x="92" y="447"/>
                    <a:pt x="58" y="536"/>
                    <a:pt x="0" y="597"/>
                  </a:cubicBezTo>
                  <a:lnTo>
                    <a:pt x="0" y="610"/>
                  </a:lnTo>
                  <a:cubicBezTo>
                    <a:pt x="217" y="552"/>
                    <a:pt x="359" y="357"/>
                    <a:pt x="465" y="182"/>
                  </a:cubicBezTo>
                  <a:cubicBezTo>
                    <a:pt x="493" y="139"/>
                    <a:pt x="564" y="50"/>
                    <a:pt x="5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10"/>
            <p:cNvSpPr/>
            <p:nvPr/>
          </p:nvSpPr>
          <p:spPr>
            <a:xfrm>
              <a:off x="3558226" y="3991245"/>
              <a:ext cx="396" cy="764"/>
            </a:xfrm>
            <a:custGeom>
              <a:rect b="b" l="l" r="r" t="t"/>
              <a:pathLst>
                <a:path extrusionOk="0" h="27" w="14">
                  <a:moveTo>
                    <a:pt x="1" y="1"/>
                  </a:moveTo>
                  <a:lnTo>
                    <a:pt x="1" y="27"/>
                  </a:lnTo>
                  <a:lnTo>
                    <a:pt x="14" y="27"/>
                  </a:lnTo>
                  <a:cubicBezTo>
                    <a:pt x="5" y="3"/>
                    <a:pt x="12"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0"/>
            <p:cNvSpPr/>
            <p:nvPr/>
          </p:nvSpPr>
          <p:spPr>
            <a:xfrm>
              <a:off x="3658379" y="3114938"/>
              <a:ext cx="15957" cy="26397"/>
            </a:xfrm>
            <a:custGeom>
              <a:rect b="b" l="l" r="r" t="t"/>
              <a:pathLst>
                <a:path extrusionOk="0" h="933" w="564">
                  <a:moveTo>
                    <a:pt x="505" y="1"/>
                  </a:moveTo>
                  <a:lnTo>
                    <a:pt x="505" y="1"/>
                  </a:lnTo>
                  <a:cubicBezTo>
                    <a:pt x="491" y="258"/>
                    <a:pt x="292" y="434"/>
                    <a:pt x="181" y="608"/>
                  </a:cubicBezTo>
                  <a:cubicBezTo>
                    <a:pt x="117" y="710"/>
                    <a:pt x="81" y="834"/>
                    <a:pt x="1" y="920"/>
                  </a:cubicBezTo>
                  <a:lnTo>
                    <a:pt x="1" y="933"/>
                  </a:lnTo>
                  <a:cubicBezTo>
                    <a:pt x="229" y="863"/>
                    <a:pt x="383" y="537"/>
                    <a:pt x="466" y="312"/>
                  </a:cubicBezTo>
                  <a:cubicBezTo>
                    <a:pt x="494" y="239"/>
                    <a:pt x="564" y="78"/>
                    <a:pt x="5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10"/>
            <p:cNvSpPr/>
            <p:nvPr/>
          </p:nvSpPr>
          <p:spPr>
            <a:xfrm>
              <a:off x="3667149" y="3053148"/>
              <a:ext cx="4131" cy="12505"/>
            </a:xfrm>
            <a:custGeom>
              <a:rect b="b" l="l" r="r" t="t"/>
              <a:pathLst>
                <a:path extrusionOk="0" h="442" w="146">
                  <a:moveTo>
                    <a:pt x="1" y="1"/>
                  </a:moveTo>
                  <a:lnTo>
                    <a:pt x="1" y="1"/>
                  </a:lnTo>
                  <a:cubicBezTo>
                    <a:pt x="25" y="130"/>
                    <a:pt x="28" y="330"/>
                    <a:pt x="104" y="415"/>
                  </a:cubicBezTo>
                  <a:lnTo>
                    <a:pt x="104" y="442"/>
                  </a:lnTo>
                  <a:lnTo>
                    <a:pt x="117" y="442"/>
                  </a:lnTo>
                  <a:cubicBezTo>
                    <a:pt x="126" y="245"/>
                    <a:pt x="146" y="7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10"/>
            <p:cNvSpPr/>
            <p:nvPr/>
          </p:nvSpPr>
          <p:spPr>
            <a:xfrm>
              <a:off x="3556755" y="3197945"/>
              <a:ext cx="18079" cy="27415"/>
            </a:xfrm>
            <a:custGeom>
              <a:rect b="b" l="l" r="r" t="t"/>
              <a:pathLst>
                <a:path extrusionOk="0" h="969" w="639">
                  <a:moveTo>
                    <a:pt x="595" y="1"/>
                  </a:moveTo>
                  <a:cubicBezTo>
                    <a:pt x="479" y="228"/>
                    <a:pt x="307" y="427"/>
                    <a:pt x="167" y="633"/>
                  </a:cubicBezTo>
                  <a:cubicBezTo>
                    <a:pt x="106" y="726"/>
                    <a:pt x="73" y="860"/>
                    <a:pt x="0" y="944"/>
                  </a:cubicBezTo>
                  <a:lnTo>
                    <a:pt x="0" y="969"/>
                  </a:lnTo>
                  <a:cubicBezTo>
                    <a:pt x="245" y="848"/>
                    <a:pt x="365" y="526"/>
                    <a:pt x="492" y="284"/>
                  </a:cubicBezTo>
                  <a:cubicBezTo>
                    <a:pt x="522" y="226"/>
                    <a:pt x="639" y="78"/>
                    <a:pt x="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10"/>
            <p:cNvSpPr/>
            <p:nvPr/>
          </p:nvSpPr>
          <p:spPr>
            <a:xfrm>
              <a:off x="3571382" y="3148209"/>
              <a:ext cx="792" cy="424"/>
            </a:xfrm>
            <a:custGeom>
              <a:rect b="b" l="l" r="r" t="t"/>
              <a:pathLst>
                <a:path extrusionOk="0" h="15" w="28">
                  <a:moveTo>
                    <a:pt x="1" y="1"/>
                  </a:moveTo>
                  <a:cubicBezTo>
                    <a:pt x="14" y="13"/>
                    <a:pt x="5" y="7"/>
                    <a:pt x="27" y="14"/>
                  </a:cubicBezTo>
                  <a:lnTo>
                    <a:pt x="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10"/>
            <p:cNvSpPr/>
            <p:nvPr/>
          </p:nvSpPr>
          <p:spPr>
            <a:xfrm>
              <a:off x="3629917" y="3034900"/>
              <a:ext cx="17937" cy="17230"/>
            </a:xfrm>
            <a:custGeom>
              <a:rect b="b" l="l" r="r" t="t"/>
              <a:pathLst>
                <a:path extrusionOk="0" h="609" w="634">
                  <a:moveTo>
                    <a:pt x="1" y="0"/>
                  </a:moveTo>
                  <a:lnTo>
                    <a:pt x="1" y="0"/>
                  </a:lnTo>
                  <a:cubicBezTo>
                    <a:pt x="40" y="43"/>
                    <a:pt x="95" y="57"/>
                    <a:pt x="142" y="92"/>
                  </a:cubicBezTo>
                  <a:cubicBezTo>
                    <a:pt x="248" y="168"/>
                    <a:pt x="334" y="284"/>
                    <a:pt x="414" y="389"/>
                  </a:cubicBezTo>
                  <a:cubicBezTo>
                    <a:pt x="473" y="469"/>
                    <a:pt x="566" y="517"/>
                    <a:pt x="620" y="608"/>
                  </a:cubicBezTo>
                  <a:lnTo>
                    <a:pt x="633" y="608"/>
                  </a:lnTo>
                  <a:cubicBezTo>
                    <a:pt x="594" y="341"/>
                    <a:pt x="286" y="1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10"/>
            <p:cNvSpPr/>
            <p:nvPr/>
          </p:nvSpPr>
          <p:spPr>
            <a:xfrm>
              <a:off x="3582415" y="3126339"/>
              <a:ext cx="15335" cy="6762"/>
            </a:xfrm>
            <a:custGeom>
              <a:rect b="b" l="l" r="r" t="t"/>
              <a:pathLst>
                <a:path extrusionOk="0" h="239" w="542">
                  <a:moveTo>
                    <a:pt x="517" y="0"/>
                  </a:moveTo>
                  <a:cubicBezTo>
                    <a:pt x="380" y="111"/>
                    <a:pt x="155" y="117"/>
                    <a:pt x="25" y="233"/>
                  </a:cubicBezTo>
                  <a:lnTo>
                    <a:pt x="1" y="233"/>
                  </a:lnTo>
                  <a:cubicBezTo>
                    <a:pt x="7" y="236"/>
                    <a:pt x="17" y="238"/>
                    <a:pt x="28" y="238"/>
                  </a:cubicBezTo>
                  <a:cubicBezTo>
                    <a:pt x="146" y="238"/>
                    <a:pt x="481" y="61"/>
                    <a:pt x="530" y="14"/>
                  </a:cubicBezTo>
                  <a:lnTo>
                    <a:pt x="54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10"/>
            <p:cNvSpPr/>
            <p:nvPr/>
          </p:nvSpPr>
          <p:spPr>
            <a:xfrm>
              <a:off x="3597721" y="3125915"/>
              <a:ext cx="764" cy="424"/>
            </a:xfrm>
            <a:custGeom>
              <a:rect b="b" l="l" r="r" t="t"/>
              <a:pathLst>
                <a:path extrusionOk="0" h="15" w="27">
                  <a:moveTo>
                    <a:pt x="0" y="1"/>
                  </a:moveTo>
                  <a:cubicBezTo>
                    <a:pt x="13" y="11"/>
                    <a:pt x="5" y="7"/>
                    <a:pt x="27" y="14"/>
                  </a:cubicBezTo>
                  <a:lnTo>
                    <a:pt x="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10"/>
            <p:cNvSpPr/>
            <p:nvPr/>
          </p:nvSpPr>
          <p:spPr>
            <a:xfrm>
              <a:off x="3563375" y="3215147"/>
              <a:ext cx="13694" cy="17598"/>
            </a:xfrm>
            <a:custGeom>
              <a:rect b="b" l="l" r="r" t="t"/>
              <a:pathLst>
                <a:path extrusionOk="0" h="622" w="484">
                  <a:moveTo>
                    <a:pt x="454" y="0"/>
                  </a:moveTo>
                  <a:lnTo>
                    <a:pt x="454" y="0"/>
                  </a:lnTo>
                  <a:cubicBezTo>
                    <a:pt x="405" y="175"/>
                    <a:pt x="237" y="284"/>
                    <a:pt x="143" y="415"/>
                  </a:cubicBezTo>
                  <a:cubicBezTo>
                    <a:pt x="93" y="480"/>
                    <a:pt x="69" y="562"/>
                    <a:pt x="0" y="608"/>
                  </a:cubicBezTo>
                  <a:lnTo>
                    <a:pt x="0" y="621"/>
                  </a:lnTo>
                  <a:cubicBezTo>
                    <a:pt x="236" y="618"/>
                    <a:pt x="310" y="373"/>
                    <a:pt x="389" y="207"/>
                  </a:cubicBezTo>
                  <a:cubicBezTo>
                    <a:pt x="412" y="157"/>
                    <a:pt x="483" y="54"/>
                    <a:pt x="4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10"/>
            <p:cNvSpPr/>
            <p:nvPr/>
          </p:nvSpPr>
          <p:spPr>
            <a:xfrm>
              <a:off x="3617497" y="3126792"/>
              <a:ext cx="21134" cy="22068"/>
            </a:xfrm>
            <a:custGeom>
              <a:rect b="b" l="l" r="r" t="t"/>
              <a:pathLst>
                <a:path extrusionOk="0" h="780" w="747">
                  <a:moveTo>
                    <a:pt x="527" y="0"/>
                  </a:moveTo>
                  <a:cubicBezTo>
                    <a:pt x="512" y="12"/>
                    <a:pt x="505" y="12"/>
                    <a:pt x="476" y="14"/>
                  </a:cubicBezTo>
                  <a:cubicBezTo>
                    <a:pt x="427" y="63"/>
                    <a:pt x="370" y="78"/>
                    <a:pt x="347" y="155"/>
                  </a:cubicBezTo>
                  <a:cubicBezTo>
                    <a:pt x="318" y="195"/>
                    <a:pt x="337" y="283"/>
                    <a:pt x="360" y="310"/>
                  </a:cubicBezTo>
                  <a:cubicBezTo>
                    <a:pt x="360" y="355"/>
                    <a:pt x="355" y="397"/>
                    <a:pt x="347" y="426"/>
                  </a:cubicBezTo>
                  <a:cubicBezTo>
                    <a:pt x="294" y="437"/>
                    <a:pt x="206" y="448"/>
                    <a:pt x="165" y="477"/>
                  </a:cubicBezTo>
                  <a:cubicBezTo>
                    <a:pt x="1" y="527"/>
                    <a:pt x="52" y="780"/>
                    <a:pt x="225" y="780"/>
                  </a:cubicBezTo>
                  <a:cubicBezTo>
                    <a:pt x="243" y="780"/>
                    <a:pt x="262" y="777"/>
                    <a:pt x="283" y="771"/>
                  </a:cubicBezTo>
                  <a:cubicBezTo>
                    <a:pt x="366" y="748"/>
                    <a:pt x="403" y="770"/>
                    <a:pt x="450" y="720"/>
                  </a:cubicBezTo>
                  <a:lnTo>
                    <a:pt x="463" y="720"/>
                  </a:lnTo>
                  <a:lnTo>
                    <a:pt x="463" y="707"/>
                  </a:lnTo>
                  <a:cubicBezTo>
                    <a:pt x="434" y="713"/>
                    <a:pt x="408" y="716"/>
                    <a:pt x="384" y="716"/>
                  </a:cubicBezTo>
                  <a:cubicBezTo>
                    <a:pt x="313" y="716"/>
                    <a:pt x="261" y="691"/>
                    <a:pt x="206" y="656"/>
                  </a:cubicBezTo>
                  <a:cubicBezTo>
                    <a:pt x="214" y="588"/>
                    <a:pt x="382" y="531"/>
                    <a:pt x="438" y="502"/>
                  </a:cubicBezTo>
                  <a:cubicBezTo>
                    <a:pt x="460" y="422"/>
                    <a:pt x="478" y="313"/>
                    <a:pt x="425" y="245"/>
                  </a:cubicBezTo>
                  <a:cubicBezTo>
                    <a:pt x="434" y="131"/>
                    <a:pt x="499" y="140"/>
                    <a:pt x="566" y="89"/>
                  </a:cubicBezTo>
                  <a:cubicBezTo>
                    <a:pt x="649" y="92"/>
                    <a:pt x="690" y="117"/>
                    <a:pt x="722" y="168"/>
                  </a:cubicBezTo>
                  <a:lnTo>
                    <a:pt x="747" y="168"/>
                  </a:lnTo>
                  <a:cubicBezTo>
                    <a:pt x="731" y="101"/>
                    <a:pt x="696" y="46"/>
                    <a:pt x="630" y="27"/>
                  </a:cubicBezTo>
                  <a:cubicBezTo>
                    <a:pt x="606" y="8"/>
                    <a:pt x="571" y="2"/>
                    <a:pt x="5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10"/>
            <p:cNvSpPr/>
            <p:nvPr/>
          </p:nvSpPr>
          <p:spPr>
            <a:xfrm>
              <a:off x="3551323" y="3197238"/>
              <a:ext cx="368" cy="736"/>
            </a:xfrm>
            <a:custGeom>
              <a:rect b="b" l="l" r="r" t="t"/>
              <a:pathLst>
                <a:path extrusionOk="0" h="26" w="13">
                  <a:moveTo>
                    <a:pt x="0" y="1"/>
                  </a:moveTo>
                  <a:lnTo>
                    <a:pt x="0" y="26"/>
                  </a:lnTo>
                  <a:lnTo>
                    <a:pt x="12" y="26"/>
                  </a:lnTo>
                  <a:cubicBezTo>
                    <a:pt x="3" y="4"/>
                    <a:pt x="11" y="13"/>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10"/>
            <p:cNvSpPr/>
            <p:nvPr/>
          </p:nvSpPr>
          <p:spPr>
            <a:xfrm>
              <a:off x="3550219" y="3192853"/>
              <a:ext cx="14995" cy="25944"/>
            </a:xfrm>
            <a:custGeom>
              <a:rect b="b" l="l" r="r" t="t"/>
              <a:pathLst>
                <a:path extrusionOk="0" h="917" w="530">
                  <a:moveTo>
                    <a:pt x="492" y="0"/>
                  </a:moveTo>
                  <a:lnTo>
                    <a:pt x="492" y="0"/>
                  </a:lnTo>
                  <a:cubicBezTo>
                    <a:pt x="432" y="214"/>
                    <a:pt x="228" y="439"/>
                    <a:pt x="116" y="621"/>
                  </a:cubicBezTo>
                  <a:cubicBezTo>
                    <a:pt x="68" y="703"/>
                    <a:pt x="57" y="815"/>
                    <a:pt x="0" y="892"/>
                  </a:cubicBezTo>
                  <a:lnTo>
                    <a:pt x="0" y="916"/>
                  </a:lnTo>
                  <a:cubicBezTo>
                    <a:pt x="167" y="860"/>
                    <a:pt x="368" y="457"/>
                    <a:pt x="441" y="284"/>
                  </a:cubicBezTo>
                  <a:cubicBezTo>
                    <a:pt x="464" y="223"/>
                    <a:pt x="529" y="61"/>
                    <a:pt x="4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10"/>
            <p:cNvSpPr/>
            <p:nvPr/>
          </p:nvSpPr>
          <p:spPr>
            <a:xfrm>
              <a:off x="3674929" y="3063022"/>
              <a:ext cx="2546" cy="8063"/>
            </a:xfrm>
            <a:custGeom>
              <a:rect b="b" l="l" r="r" t="t"/>
              <a:pathLst>
                <a:path extrusionOk="0" h="285" w="90">
                  <a:moveTo>
                    <a:pt x="38" y="1"/>
                  </a:moveTo>
                  <a:cubicBezTo>
                    <a:pt x="34" y="74"/>
                    <a:pt x="19" y="210"/>
                    <a:pt x="0" y="247"/>
                  </a:cubicBezTo>
                  <a:lnTo>
                    <a:pt x="0" y="284"/>
                  </a:lnTo>
                  <a:cubicBezTo>
                    <a:pt x="25" y="263"/>
                    <a:pt x="51" y="241"/>
                    <a:pt x="77" y="219"/>
                  </a:cubicBezTo>
                  <a:cubicBezTo>
                    <a:pt x="83" y="180"/>
                    <a:pt x="89" y="126"/>
                    <a:pt x="89" y="66"/>
                  </a:cubicBezTo>
                  <a:cubicBezTo>
                    <a:pt x="69" y="46"/>
                    <a:pt x="60" y="21"/>
                    <a:pt x="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10"/>
            <p:cNvSpPr/>
            <p:nvPr/>
          </p:nvSpPr>
          <p:spPr>
            <a:xfrm>
              <a:off x="3580576" y="4361555"/>
              <a:ext cx="396" cy="1103"/>
            </a:xfrm>
            <a:custGeom>
              <a:rect b="b" l="l" r="r" t="t"/>
              <a:pathLst>
                <a:path extrusionOk="0" h="39" w="14">
                  <a:moveTo>
                    <a:pt x="0" y="1"/>
                  </a:moveTo>
                  <a:lnTo>
                    <a:pt x="0" y="39"/>
                  </a:lnTo>
                  <a:lnTo>
                    <a:pt x="13" y="39"/>
                  </a:lnTo>
                  <a:cubicBezTo>
                    <a:pt x="7" y="11"/>
                    <a:pt x="9"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10"/>
            <p:cNvSpPr/>
            <p:nvPr/>
          </p:nvSpPr>
          <p:spPr>
            <a:xfrm>
              <a:off x="3591865" y="4414206"/>
              <a:ext cx="424" cy="736"/>
            </a:xfrm>
            <a:custGeom>
              <a:rect b="b" l="l" r="r" t="t"/>
              <a:pathLst>
                <a:path extrusionOk="0" h="26" w="15">
                  <a:moveTo>
                    <a:pt x="1" y="1"/>
                  </a:moveTo>
                  <a:lnTo>
                    <a:pt x="1" y="26"/>
                  </a:lnTo>
                  <a:lnTo>
                    <a:pt x="14" y="26"/>
                  </a:lnTo>
                  <a:cubicBezTo>
                    <a:pt x="4" y="4"/>
                    <a:pt x="11" y="1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10"/>
            <p:cNvSpPr/>
            <p:nvPr/>
          </p:nvSpPr>
          <p:spPr>
            <a:xfrm>
              <a:off x="3580209" y="3956870"/>
              <a:ext cx="396" cy="764"/>
            </a:xfrm>
            <a:custGeom>
              <a:rect b="b" l="l" r="r" t="t"/>
              <a:pathLst>
                <a:path extrusionOk="0" h="27" w="14">
                  <a:moveTo>
                    <a:pt x="0" y="0"/>
                  </a:moveTo>
                  <a:lnTo>
                    <a:pt x="0" y="26"/>
                  </a:lnTo>
                  <a:lnTo>
                    <a:pt x="13" y="26"/>
                  </a:lnTo>
                  <a:cubicBezTo>
                    <a:pt x="4" y="4"/>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10"/>
            <p:cNvSpPr/>
            <p:nvPr/>
          </p:nvSpPr>
          <p:spPr>
            <a:xfrm>
              <a:off x="3617469" y="4514755"/>
              <a:ext cx="396" cy="707"/>
            </a:xfrm>
            <a:custGeom>
              <a:rect b="b" l="l" r="r" t="t"/>
              <a:pathLst>
                <a:path extrusionOk="0" h="25" w="14">
                  <a:moveTo>
                    <a:pt x="0" y="0"/>
                  </a:moveTo>
                  <a:lnTo>
                    <a:pt x="0" y="25"/>
                  </a:lnTo>
                  <a:lnTo>
                    <a:pt x="13" y="25"/>
                  </a:lnTo>
                  <a:cubicBezTo>
                    <a:pt x="5" y="3"/>
                    <a:pt x="12"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10"/>
            <p:cNvSpPr/>
            <p:nvPr/>
          </p:nvSpPr>
          <p:spPr>
            <a:xfrm>
              <a:off x="3785606" y="4685778"/>
              <a:ext cx="15759" cy="14684"/>
            </a:xfrm>
            <a:custGeom>
              <a:rect b="b" l="l" r="r" t="t"/>
              <a:pathLst>
                <a:path extrusionOk="0" h="519" w="557">
                  <a:moveTo>
                    <a:pt x="1" y="1"/>
                  </a:moveTo>
                  <a:cubicBezTo>
                    <a:pt x="26" y="53"/>
                    <a:pt x="71" y="70"/>
                    <a:pt x="117" y="105"/>
                  </a:cubicBezTo>
                  <a:cubicBezTo>
                    <a:pt x="151" y="143"/>
                    <a:pt x="185" y="182"/>
                    <a:pt x="220" y="222"/>
                  </a:cubicBezTo>
                  <a:cubicBezTo>
                    <a:pt x="332" y="306"/>
                    <a:pt x="466" y="400"/>
                    <a:pt x="543" y="518"/>
                  </a:cubicBezTo>
                  <a:lnTo>
                    <a:pt x="556" y="518"/>
                  </a:lnTo>
                  <a:cubicBezTo>
                    <a:pt x="498" y="288"/>
                    <a:pt x="270" y="19"/>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0"/>
            <p:cNvSpPr/>
            <p:nvPr/>
          </p:nvSpPr>
          <p:spPr>
            <a:xfrm>
              <a:off x="3622194" y="4578326"/>
              <a:ext cx="396" cy="736"/>
            </a:xfrm>
            <a:custGeom>
              <a:rect b="b" l="l" r="r" t="t"/>
              <a:pathLst>
                <a:path extrusionOk="0" h="26" w="14">
                  <a:moveTo>
                    <a:pt x="0" y="1"/>
                  </a:moveTo>
                  <a:lnTo>
                    <a:pt x="0" y="26"/>
                  </a:lnTo>
                  <a:lnTo>
                    <a:pt x="14" y="26"/>
                  </a:lnTo>
                  <a:cubicBezTo>
                    <a:pt x="5" y="4"/>
                    <a:pt x="12"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0"/>
            <p:cNvSpPr/>
            <p:nvPr/>
          </p:nvSpPr>
          <p:spPr>
            <a:xfrm>
              <a:off x="3622929" y="4579401"/>
              <a:ext cx="396" cy="736"/>
            </a:xfrm>
            <a:custGeom>
              <a:rect b="b" l="l" r="r" t="t"/>
              <a:pathLst>
                <a:path extrusionOk="0" h="26" w="14">
                  <a:moveTo>
                    <a:pt x="1" y="1"/>
                  </a:moveTo>
                  <a:lnTo>
                    <a:pt x="1" y="25"/>
                  </a:lnTo>
                  <a:lnTo>
                    <a:pt x="14" y="25"/>
                  </a:lnTo>
                  <a:cubicBezTo>
                    <a:pt x="4" y="4"/>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10"/>
            <p:cNvSpPr/>
            <p:nvPr/>
          </p:nvSpPr>
          <p:spPr>
            <a:xfrm>
              <a:off x="3580576" y="3957634"/>
              <a:ext cx="396" cy="736"/>
            </a:xfrm>
            <a:custGeom>
              <a:rect b="b" l="l" r="r" t="t"/>
              <a:pathLst>
                <a:path extrusionOk="0" h="26" w="14">
                  <a:moveTo>
                    <a:pt x="0" y="1"/>
                  </a:moveTo>
                  <a:lnTo>
                    <a:pt x="0" y="25"/>
                  </a:lnTo>
                  <a:lnTo>
                    <a:pt x="13" y="25"/>
                  </a:lnTo>
                  <a:cubicBezTo>
                    <a:pt x="3" y="4"/>
                    <a:pt x="10"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0"/>
            <p:cNvSpPr/>
            <p:nvPr/>
          </p:nvSpPr>
          <p:spPr>
            <a:xfrm>
              <a:off x="3580944" y="3958342"/>
              <a:ext cx="340" cy="764"/>
            </a:xfrm>
            <a:custGeom>
              <a:rect b="b" l="l" r="r" t="t"/>
              <a:pathLst>
                <a:path extrusionOk="0" h="27" w="12">
                  <a:moveTo>
                    <a:pt x="0" y="0"/>
                  </a:moveTo>
                  <a:lnTo>
                    <a:pt x="0" y="27"/>
                  </a:lnTo>
                  <a:lnTo>
                    <a:pt x="12" y="27"/>
                  </a:lnTo>
                  <a:cubicBezTo>
                    <a:pt x="3" y="5"/>
                    <a:pt x="10"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10"/>
            <p:cNvSpPr/>
            <p:nvPr/>
          </p:nvSpPr>
          <p:spPr>
            <a:xfrm>
              <a:off x="3581255" y="3959077"/>
              <a:ext cx="396" cy="736"/>
            </a:xfrm>
            <a:custGeom>
              <a:rect b="b" l="l" r="r" t="t"/>
              <a:pathLst>
                <a:path extrusionOk="0" h="26" w="14">
                  <a:moveTo>
                    <a:pt x="1" y="1"/>
                  </a:moveTo>
                  <a:lnTo>
                    <a:pt x="1" y="25"/>
                  </a:lnTo>
                  <a:lnTo>
                    <a:pt x="14" y="25"/>
                  </a:lnTo>
                  <a:cubicBezTo>
                    <a:pt x="5" y="3"/>
                    <a:pt x="12"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10"/>
            <p:cNvSpPr/>
            <p:nvPr/>
          </p:nvSpPr>
          <p:spPr>
            <a:xfrm>
              <a:off x="3576870" y="4261770"/>
              <a:ext cx="481" cy="1896"/>
            </a:xfrm>
            <a:custGeom>
              <a:rect b="b" l="l" r="r" t="t"/>
              <a:pathLst>
                <a:path extrusionOk="0" h="67" w="17">
                  <a:moveTo>
                    <a:pt x="0" y="1"/>
                  </a:moveTo>
                  <a:lnTo>
                    <a:pt x="0" y="66"/>
                  </a:lnTo>
                  <a:cubicBezTo>
                    <a:pt x="16" y="42"/>
                    <a:pt x="16" y="2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10"/>
            <p:cNvSpPr/>
            <p:nvPr/>
          </p:nvSpPr>
          <p:spPr>
            <a:xfrm>
              <a:off x="3577323" y="4163089"/>
              <a:ext cx="6762" cy="98713"/>
            </a:xfrm>
            <a:custGeom>
              <a:rect b="b" l="l" r="r" t="t"/>
              <a:pathLst>
                <a:path extrusionOk="0" h="3489" w="239">
                  <a:moveTo>
                    <a:pt x="115" y="1"/>
                  </a:moveTo>
                  <a:cubicBezTo>
                    <a:pt x="106" y="564"/>
                    <a:pt x="99" y="1129"/>
                    <a:pt x="89" y="1692"/>
                  </a:cubicBezTo>
                  <a:cubicBezTo>
                    <a:pt x="57" y="1843"/>
                    <a:pt x="73" y="2045"/>
                    <a:pt x="51" y="2196"/>
                  </a:cubicBezTo>
                  <a:lnTo>
                    <a:pt x="51" y="2454"/>
                  </a:lnTo>
                  <a:cubicBezTo>
                    <a:pt x="9" y="2653"/>
                    <a:pt x="71" y="2903"/>
                    <a:pt x="26" y="3114"/>
                  </a:cubicBezTo>
                  <a:cubicBezTo>
                    <a:pt x="2" y="3223"/>
                    <a:pt x="0" y="3362"/>
                    <a:pt x="0" y="3489"/>
                  </a:cubicBezTo>
                  <a:cubicBezTo>
                    <a:pt x="28" y="3447"/>
                    <a:pt x="12" y="3391"/>
                    <a:pt x="26" y="3333"/>
                  </a:cubicBezTo>
                  <a:cubicBezTo>
                    <a:pt x="67" y="3154"/>
                    <a:pt x="67" y="2961"/>
                    <a:pt x="115" y="2765"/>
                  </a:cubicBezTo>
                  <a:cubicBezTo>
                    <a:pt x="213" y="2343"/>
                    <a:pt x="218" y="1858"/>
                    <a:pt x="218" y="1356"/>
                  </a:cubicBezTo>
                  <a:cubicBezTo>
                    <a:pt x="218" y="1104"/>
                    <a:pt x="239" y="822"/>
                    <a:pt x="194" y="607"/>
                  </a:cubicBezTo>
                  <a:cubicBezTo>
                    <a:pt x="157" y="433"/>
                    <a:pt x="202" y="114"/>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10"/>
            <p:cNvSpPr/>
            <p:nvPr/>
          </p:nvSpPr>
          <p:spPr>
            <a:xfrm>
              <a:off x="3569911" y="4038435"/>
              <a:ext cx="5432" cy="51521"/>
            </a:xfrm>
            <a:custGeom>
              <a:rect b="b" l="l" r="r" t="t"/>
              <a:pathLst>
                <a:path extrusionOk="0" h="1821" w="192">
                  <a:moveTo>
                    <a:pt x="38" y="0"/>
                  </a:moveTo>
                  <a:cubicBezTo>
                    <a:pt x="46" y="604"/>
                    <a:pt x="14" y="1230"/>
                    <a:pt x="1" y="1820"/>
                  </a:cubicBezTo>
                  <a:cubicBezTo>
                    <a:pt x="160" y="1618"/>
                    <a:pt x="191" y="803"/>
                    <a:pt x="117" y="452"/>
                  </a:cubicBezTo>
                  <a:cubicBezTo>
                    <a:pt x="85" y="300"/>
                    <a:pt x="121" y="105"/>
                    <a:pt x="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10"/>
            <p:cNvSpPr/>
            <p:nvPr/>
          </p:nvSpPr>
          <p:spPr>
            <a:xfrm>
              <a:off x="3580973" y="4202867"/>
              <a:ext cx="18984" cy="158410"/>
            </a:xfrm>
            <a:custGeom>
              <a:rect b="b" l="l" r="r" t="t"/>
              <a:pathLst>
                <a:path extrusionOk="0" h="5599" w="671">
                  <a:moveTo>
                    <a:pt x="438" y="1"/>
                  </a:moveTo>
                  <a:lnTo>
                    <a:pt x="438" y="1"/>
                  </a:lnTo>
                  <a:cubicBezTo>
                    <a:pt x="451" y="107"/>
                    <a:pt x="508" y="220"/>
                    <a:pt x="504" y="337"/>
                  </a:cubicBezTo>
                  <a:cubicBezTo>
                    <a:pt x="488" y="783"/>
                    <a:pt x="515" y="1293"/>
                    <a:pt x="425" y="1695"/>
                  </a:cubicBezTo>
                  <a:cubicBezTo>
                    <a:pt x="395" y="1839"/>
                    <a:pt x="415" y="1982"/>
                    <a:pt x="387" y="2109"/>
                  </a:cubicBezTo>
                  <a:cubicBezTo>
                    <a:pt x="384" y="2190"/>
                    <a:pt x="379" y="2273"/>
                    <a:pt x="374" y="2355"/>
                  </a:cubicBezTo>
                  <a:cubicBezTo>
                    <a:pt x="326" y="2568"/>
                    <a:pt x="334" y="2827"/>
                    <a:pt x="284" y="3039"/>
                  </a:cubicBezTo>
                  <a:cubicBezTo>
                    <a:pt x="233" y="3548"/>
                    <a:pt x="181" y="4056"/>
                    <a:pt x="130" y="4565"/>
                  </a:cubicBezTo>
                  <a:cubicBezTo>
                    <a:pt x="86" y="4909"/>
                    <a:pt x="44" y="5254"/>
                    <a:pt x="1" y="5598"/>
                  </a:cubicBezTo>
                  <a:cubicBezTo>
                    <a:pt x="52" y="5523"/>
                    <a:pt x="37" y="5399"/>
                    <a:pt x="62" y="5299"/>
                  </a:cubicBezTo>
                  <a:cubicBezTo>
                    <a:pt x="123" y="5072"/>
                    <a:pt x="142" y="4834"/>
                    <a:pt x="204" y="4588"/>
                  </a:cubicBezTo>
                  <a:cubicBezTo>
                    <a:pt x="334" y="4079"/>
                    <a:pt x="341" y="3496"/>
                    <a:pt x="462" y="2959"/>
                  </a:cubicBezTo>
                  <a:cubicBezTo>
                    <a:pt x="508" y="2760"/>
                    <a:pt x="483" y="2552"/>
                    <a:pt x="527" y="2365"/>
                  </a:cubicBezTo>
                  <a:cubicBezTo>
                    <a:pt x="553" y="2048"/>
                    <a:pt x="578" y="1728"/>
                    <a:pt x="605" y="1410"/>
                  </a:cubicBezTo>
                  <a:lnTo>
                    <a:pt x="605" y="1035"/>
                  </a:lnTo>
                  <a:cubicBezTo>
                    <a:pt x="671" y="735"/>
                    <a:pt x="575" y="146"/>
                    <a:pt x="4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10"/>
            <p:cNvSpPr/>
            <p:nvPr/>
          </p:nvSpPr>
          <p:spPr>
            <a:xfrm>
              <a:off x="3633510" y="4407274"/>
              <a:ext cx="396" cy="764"/>
            </a:xfrm>
            <a:custGeom>
              <a:rect b="b" l="l" r="r" t="t"/>
              <a:pathLst>
                <a:path extrusionOk="0" h="27" w="14">
                  <a:moveTo>
                    <a:pt x="0" y="0"/>
                  </a:moveTo>
                  <a:lnTo>
                    <a:pt x="0" y="26"/>
                  </a:lnTo>
                  <a:lnTo>
                    <a:pt x="13" y="26"/>
                  </a:lnTo>
                  <a:cubicBezTo>
                    <a:pt x="5" y="3"/>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0"/>
            <p:cNvSpPr/>
            <p:nvPr/>
          </p:nvSpPr>
          <p:spPr>
            <a:xfrm>
              <a:off x="3617837" y="4408010"/>
              <a:ext cx="17909" cy="106776"/>
            </a:xfrm>
            <a:custGeom>
              <a:rect b="b" l="l" r="r" t="t"/>
              <a:pathLst>
                <a:path extrusionOk="0" h="3774" w="633">
                  <a:moveTo>
                    <a:pt x="569" y="0"/>
                  </a:moveTo>
                  <a:cubicBezTo>
                    <a:pt x="567" y="376"/>
                    <a:pt x="553" y="746"/>
                    <a:pt x="479" y="1072"/>
                  </a:cubicBezTo>
                  <a:cubicBezTo>
                    <a:pt x="438" y="1243"/>
                    <a:pt x="450" y="1421"/>
                    <a:pt x="413" y="1575"/>
                  </a:cubicBezTo>
                  <a:cubicBezTo>
                    <a:pt x="405" y="1669"/>
                    <a:pt x="397" y="1764"/>
                    <a:pt x="387" y="1858"/>
                  </a:cubicBezTo>
                  <a:cubicBezTo>
                    <a:pt x="326" y="2113"/>
                    <a:pt x="307" y="2409"/>
                    <a:pt x="246" y="2661"/>
                  </a:cubicBezTo>
                  <a:cubicBezTo>
                    <a:pt x="175" y="2942"/>
                    <a:pt x="154" y="3222"/>
                    <a:pt x="79" y="3475"/>
                  </a:cubicBezTo>
                  <a:cubicBezTo>
                    <a:pt x="50" y="3570"/>
                    <a:pt x="53" y="3664"/>
                    <a:pt x="0" y="3733"/>
                  </a:cubicBezTo>
                  <a:lnTo>
                    <a:pt x="0" y="3773"/>
                  </a:lnTo>
                  <a:lnTo>
                    <a:pt x="13" y="3773"/>
                  </a:lnTo>
                  <a:cubicBezTo>
                    <a:pt x="172" y="3448"/>
                    <a:pt x="278" y="3091"/>
                    <a:pt x="387" y="2700"/>
                  </a:cubicBezTo>
                  <a:lnTo>
                    <a:pt x="492" y="2068"/>
                  </a:lnTo>
                  <a:cubicBezTo>
                    <a:pt x="525" y="1728"/>
                    <a:pt x="560" y="1389"/>
                    <a:pt x="595" y="1047"/>
                  </a:cubicBezTo>
                  <a:lnTo>
                    <a:pt x="595" y="801"/>
                  </a:lnTo>
                  <a:cubicBezTo>
                    <a:pt x="626" y="656"/>
                    <a:pt x="633" y="95"/>
                    <a:pt x="5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10"/>
            <p:cNvSpPr/>
            <p:nvPr/>
          </p:nvSpPr>
          <p:spPr>
            <a:xfrm>
              <a:off x="3592261" y="4278547"/>
              <a:ext cx="12817" cy="135295"/>
            </a:xfrm>
            <a:custGeom>
              <a:rect b="b" l="l" r="r" t="t"/>
              <a:pathLst>
                <a:path extrusionOk="0" h="4782" w="453">
                  <a:moveTo>
                    <a:pt x="345" y="1"/>
                  </a:moveTo>
                  <a:lnTo>
                    <a:pt x="345" y="1"/>
                  </a:lnTo>
                  <a:cubicBezTo>
                    <a:pt x="358" y="356"/>
                    <a:pt x="378" y="809"/>
                    <a:pt x="307" y="1139"/>
                  </a:cubicBezTo>
                  <a:cubicBezTo>
                    <a:pt x="270" y="1309"/>
                    <a:pt x="302" y="1498"/>
                    <a:pt x="269" y="1656"/>
                  </a:cubicBezTo>
                  <a:lnTo>
                    <a:pt x="269" y="1810"/>
                  </a:lnTo>
                  <a:cubicBezTo>
                    <a:pt x="218" y="2044"/>
                    <a:pt x="243" y="2326"/>
                    <a:pt x="190" y="2558"/>
                  </a:cubicBezTo>
                  <a:cubicBezTo>
                    <a:pt x="160" y="3008"/>
                    <a:pt x="125" y="3457"/>
                    <a:pt x="90" y="3903"/>
                  </a:cubicBezTo>
                  <a:cubicBezTo>
                    <a:pt x="60" y="4195"/>
                    <a:pt x="31" y="4489"/>
                    <a:pt x="0" y="4781"/>
                  </a:cubicBezTo>
                  <a:cubicBezTo>
                    <a:pt x="31" y="4739"/>
                    <a:pt x="22" y="4683"/>
                    <a:pt x="38" y="4626"/>
                  </a:cubicBezTo>
                  <a:cubicBezTo>
                    <a:pt x="105" y="4403"/>
                    <a:pt x="118" y="4163"/>
                    <a:pt x="179" y="3916"/>
                  </a:cubicBezTo>
                  <a:cubicBezTo>
                    <a:pt x="276" y="3527"/>
                    <a:pt x="256" y="3063"/>
                    <a:pt x="346" y="2649"/>
                  </a:cubicBezTo>
                  <a:cubicBezTo>
                    <a:pt x="394" y="2435"/>
                    <a:pt x="353" y="2205"/>
                    <a:pt x="397" y="2004"/>
                  </a:cubicBezTo>
                  <a:lnTo>
                    <a:pt x="397" y="1810"/>
                  </a:lnTo>
                  <a:cubicBezTo>
                    <a:pt x="432" y="1653"/>
                    <a:pt x="411" y="1440"/>
                    <a:pt x="436" y="1280"/>
                  </a:cubicBezTo>
                  <a:lnTo>
                    <a:pt x="436" y="945"/>
                  </a:lnTo>
                  <a:cubicBezTo>
                    <a:pt x="436" y="721"/>
                    <a:pt x="452" y="456"/>
                    <a:pt x="410" y="271"/>
                  </a:cubicBezTo>
                  <a:cubicBezTo>
                    <a:pt x="387" y="167"/>
                    <a:pt x="404" y="66"/>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10"/>
            <p:cNvSpPr/>
            <p:nvPr/>
          </p:nvSpPr>
          <p:spPr>
            <a:xfrm>
              <a:off x="3604228" y="4341751"/>
              <a:ext cx="14033" cy="123638"/>
            </a:xfrm>
            <a:custGeom>
              <a:rect b="b" l="l" r="r" t="t"/>
              <a:pathLst>
                <a:path extrusionOk="0" h="4370" w="496">
                  <a:moveTo>
                    <a:pt x="416" y="0"/>
                  </a:moveTo>
                  <a:lnTo>
                    <a:pt x="416" y="0"/>
                  </a:lnTo>
                  <a:cubicBezTo>
                    <a:pt x="436" y="500"/>
                    <a:pt x="451" y="1149"/>
                    <a:pt x="350" y="1591"/>
                  </a:cubicBezTo>
                  <a:cubicBezTo>
                    <a:pt x="307" y="1788"/>
                    <a:pt x="327" y="1992"/>
                    <a:pt x="285" y="2172"/>
                  </a:cubicBezTo>
                  <a:cubicBezTo>
                    <a:pt x="217" y="2470"/>
                    <a:pt x="253" y="2758"/>
                    <a:pt x="182" y="3050"/>
                  </a:cubicBezTo>
                  <a:cubicBezTo>
                    <a:pt x="131" y="3260"/>
                    <a:pt x="127" y="3511"/>
                    <a:pt x="79" y="3722"/>
                  </a:cubicBezTo>
                  <a:cubicBezTo>
                    <a:pt x="74" y="3795"/>
                    <a:pt x="68" y="3870"/>
                    <a:pt x="66" y="3943"/>
                  </a:cubicBezTo>
                  <a:cubicBezTo>
                    <a:pt x="36" y="4071"/>
                    <a:pt x="3" y="4230"/>
                    <a:pt x="0" y="4369"/>
                  </a:cubicBezTo>
                  <a:cubicBezTo>
                    <a:pt x="42" y="4321"/>
                    <a:pt x="32" y="4246"/>
                    <a:pt x="54" y="4176"/>
                  </a:cubicBezTo>
                  <a:cubicBezTo>
                    <a:pt x="109" y="3997"/>
                    <a:pt x="129" y="3805"/>
                    <a:pt x="183" y="3607"/>
                  </a:cubicBezTo>
                  <a:cubicBezTo>
                    <a:pt x="282" y="3258"/>
                    <a:pt x="291" y="2844"/>
                    <a:pt x="378" y="2469"/>
                  </a:cubicBezTo>
                  <a:cubicBezTo>
                    <a:pt x="416" y="2300"/>
                    <a:pt x="394" y="2124"/>
                    <a:pt x="429" y="1966"/>
                  </a:cubicBezTo>
                  <a:cubicBezTo>
                    <a:pt x="486" y="1713"/>
                    <a:pt x="425" y="1437"/>
                    <a:pt x="480" y="1189"/>
                  </a:cubicBezTo>
                  <a:lnTo>
                    <a:pt x="480" y="931"/>
                  </a:lnTo>
                  <a:cubicBezTo>
                    <a:pt x="480" y="701"/>
                    <a:pt x="496" y="442"/>
                    <a:pt x="454" y="246"/>
                  </a:cubicBezTo>
                  <a:cubicBezTo>
                    <a:pt x="435" y="153"/>
                    <a:pt x="460" y="64"/>
                    <a:pt x="4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10"/>
            <p:cNvSpPr/>
            <p:nvPr/>
          </p:nvSpPr>
          <p:spPr>
            <a:xfrm>
              <a:off x="3591101" y="4639012"/>
              <a:ext cx="7441" cy="33640"/>
            </a:xfrm>
            <a:custGeom>
              <a:rect b="b" l="l" r="r" t="t"/>
              <a:pathLst>
                <a:path extrusionOk="0" h="1189" w="263">
                  <a:moveTo>
                    <a:pt x="0" y="0"/>
                  </a:moveTo>
                  <a:lnTo>
                    <a:pt x="0" y="0"/>
                  </a:lnTo>
                  <a:cubicBezTo>
                    <a:pt x="26" y="88"/>
                    <a:pt x="70" y="176"/>
                    <a:pt x="92" y="271"/>
                  </a:cubicBezTo>
                  <a:lnTo>
                    <a:pt x="92" y="517"/>
                  </a:lnTo>
                  <a:cubicBezTo>
                    <a:pt x="92" y="770"/>
                    <a:pt x="80" y="960"/>
                    <a:pt x="79" y="1188"/>
                  </a:cubicBezTo>
                  <a:cubicBezTo>
                    <a:pt x="262" y="954"/>
                    <a:pt x="227" y="15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0"/>
            <p:cNvSpPr/>
            <p:nvPr/>
          </p:nvSpPr>
          <p:spPr>
            <a:xfrm>
              <a:off x="3425991" y="3593152"/>
              <a:ext cx="6592" cy="39100"/>
            </a:xfrm>
            <a:custGeom>
              <a:rect b="b" l="l" r="r" t="t"/>
              <a:pathLst>
                <a:path extrusionOk="0" h="1382" w="233">
                  <a:moveTo>
                    <a:pt x="192" y="1"/>
                  </a:moveTo>
                  <a:cubicBezTo>
                    <a:pt x="185" y="172"/>
                    <a:pt x="141" y="339"/>
                    <a:pt x="101" y="491"/>
                  </a:cubicBezTo>
                  <a:cubicBezTo>
                    <a:pt x="58" y="651"/>
                    <a:pt x="58" y="816"/>
                    <a:pt x="22" y="969"/>
                  </a:cubicBezTo>
                  <a:cubicBezTo>
                    <a:pt x="0" y="1064"/>
                    <a:pt x="12" y="1305"/>
                    <a:pt x="48" y="1356"/>
                  </a:cubicBezTo>
                  <a:lnTo>
                    <a:pt x="48" y="1382"/>
                  </a:lnTo>
                  <a:cubicBezTo>
                    <a:pt x="117" y="1338"/>
                    <a:pt x="92" y="1164"/>
                    <a:pt x="114" y="1071"/>
                  </a:cubicBezTo>
                  <a:cubicBezTo>
                    <a:pt x="166" y="845"/>
                    <a:pt x="182" y="543"/>
                    <a:pt x="192" y="294"/>
                  </a:cubicBezTo>
                  <a:cubicBezTo>
                    <a:pt x="194" y="213"/>
                    <a:pt x="233" y="66"/>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0"/>
            <p:cNvSpPr/>
            <p:nvPr/>
          </p:nvSpPr>
          <p:spPr>
            <a:xfrm>
              <a:off x="3429895" y="3600819"/>
              <a:ext cx="12986" cy="63234"/>
            </a:xfrm>
            <a:custGeom>
              <a:rect b="b" l="l" r="r" t="t"/>
              <a:pathLst>
                <a:path extrusionOk="0" h="2235" w="459">
                  <a:moveTo>
                    <a:pt x="415" y="0"/>
                  </a:moveTo>
                  <a:lnTo>
                    <a:pt x="415" y="0"/>
                  </a:lnTo>
                  <a:cubicBezTo>
                    <a:pt x="358" y="185"/>
                    <a:pt x="303" y="371"/>
                    <a:pt x="248" y="556"/>
                  </a:cubicBezTo>
                  <a:cubicBezTo>
                    <a:pt x="152" y="896"/>
                    <a:pt x="123" y="1252"/>
                    <a:pt x="41" y="1602"/>
                  </a:cubicBezTo>
                  <a:cubicBezTo>
                    <a:pt x="12" y="1726"/>
                    <a:pt x="0" y="2146"/>
                    <a:pt x="54" y="2223"/>
                  </a:cubicBezTo>
                  <a:lnTo>
                    <a:pt x="54" y="2235"/>
                  </a:lnTo>
                  <a:lnTo>
                    <a:pt x="66" y="2235"/>
                  </a:lnTo>
                  <a:cubicBezTo>
                    <a:pt x="72" y="1983"/>
                    <a:pt x="141" y="1739"/>
                    <a:pt x="195" y="1512"/>
                  </a:cubicBezTo>
                  <a:cubicBezTo>
                    <a:pt x="272" y="1198"/>
                    <a:pt x="258" y="890"/>
                    <a:pt x="338" y="582"/>
                  </a:cubicBezTo>
                  <a:cubicBezTo>
                    <a:pt x="360" y="497"/>
                    <a:pt x="458" y="71"/>
                    <a:pt x="4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0"/>
            <p:cNvSpPr/>
            <p:nvPr/>
          </p:nvSpPr>
          <p:spPr>
            <a:xfrm>
              <a:off x="3440759" y="3618756"/>
              <a:ext cx="13099" cy="62130"/>
            </a:xfrm>
            <a:custGeom>
              <a:rect b="b" l="l" r="r" t="t"/>
              <a:pathLst>
                <a:path extrusionOk="0" h="2196" w="463">
                  <a:moveTo>
                    <a:pt x="444" y="0"/>
                  </a:moveTo>
                  <a:lnTo>
                    <a:pt x="444" y="0"/>
                  </a:lnTo>
                  <a:cubicBezTo>
                    <a:pt x="415" y="211"/>
                    <a:pt x="333" y="422"/>
                    <a:pt x="277" y="619"/>
                  </a:cubicBezTo>
                  <a:cubicBezTo>
                    <a:pt x="183" y="945"/>
                    <a:pt x="153" y="1285"/>
                    <a:pt x="70" y="1614"/>
                  </a:cubicBezTo>
                  <a:cubicBezTo>
                    <a:pt x="41" y="1732"/>
                    <a:pt x="0" y="2107"/>
                    <a:pt x="70" y="2182"/>
                  </a:cubicBezTo>
                  <a:lnTo>
                    <a:pt x="70" y="2195"/>
                  </a:lnTo>
                  <a:cubicBezTo>
                    <a:pt x="138" y="2152"/>
                    <a:pt x="146" y="1826"/>
                    <a:pt x="173" y="1717"/>
                  </a:cubicBezTo>
                  <a:cubicBezTo>
                    <a:pt x="275" y="1306"/>
                    <a:pt x="290" y="835"/>
                    <a:pt x="393" y="426"/>
                  </a:cubicBezTo>
                  <a:cubicBezTo>
                    <a:pt x="412" y="353"/>
                    <a:pt x="463" y="29"/>
                    <a:pt x="4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10"/>
            <p:cNvSpPr/>
            <p:nvPr/>
          </p:nvSpPr>
          <p:spPr>
            <a:xfrm>
              <a:off x="3431734" y="3591313"/>
              <a:ext cx="453" cy="1867"/>
            </a:xfrm>
            <a:custGeom>
              <a:rect b="b" l="l" r="r" t="t"/>
              <a:pathLst>
                <a:path extrusionOk="0" h="66" w="16">
                  <a:moveTo>
                    <a:pt x="1" y="0"/>
                  </a:moveTo>
                  <a:lnTo>
                    <a:pt x="1" y="66"/>
                  </a:lnTo>
                  <a:cubicBezTo>
                    <a:pt x="15" y="41"/>
                    <a:pt x="15" y="2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0"/>
            <p:cNvSpPr/>
            <p:nvPr/>
          </p:nvSpPr>
          <p:spPr>
            <a:xfrm>
              <a:off x="3403555" y="3352984"/>
              <a:ext cx="424" cy="736"/>
            </a:xfrm>
            <a:custGeom>
              <a:rect b="b" l="l" r="r" t="t"/>
              <a:pathLst>
                <a:path extrusionOk="0" h="26" w="15">
                  <a:moveTo>
                    <a:pt x="1" y="0"/>
                  </a:moveTo>
                  <a:lnTo>
                    <a:pt x="1" y="25"/>
                  </a:lnTo>
                  <a:lnTo>
                    <a:pt x="14" y="25"/>
                  </a:lnTo>
                  <a:cubicBezTo>
                    <a:pt x="5" y="3"/>
                    <a:pt x="13"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10"/>
            <p:cNvSpPr/>
            <p:nvPr/>
          </p:nvSpPr>
          <p:spPr>
            <a:xfrm>
              <a:off x="3451368" y="3658648"/>
              <a:ext cx="4753" cy="40939"/>
            </a:xfrm>
            <a:custGeom>
              <a:rect b="b" l="l" r="r" t="t"/>
              <a:pathLst>
                <a:path extrusionOk="0" h="1447" w="168">
                  <a:moveTo>
                    <a:pt x="121" y="0"/>
                  </a:moveTo>
                  <a:cubicBezTo>
                    <a:pt x="104" y="307"/>
                    <a:pt x="18" y="583"/>
                    <a:pt x="18" y="942"/>
                  </a:cubicBezTo>
                  <a:cubicBezTo>
                    <a:pt x="18" y="1075"/>
                    <a:pt x="0" y="1270"/>
                    <a:pt x="56" y="1357"/>
                  </a:cubicBezTo>
                  <a:lnTo>
                    <a:pt x="56" y="1447"/>
                  </a:lnTo>
                  <a:lnTo>
                    <a:pt x="69" y="1447"/>
                  </a:lnTo>
                  <a:cubicBezTo>
                    <a:pt x="131" y="1146"/>
                    <a:pt x="134" y="740"/>
                    <a:pt x="134" y="387"/>
                  </a:cubicBezTo>
                  <a:cubicBezTo>
                    <a:pt x="134" y="285"/>
                    <a:pt x="168" y="72"/>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0"/>
            <p:cNvSpPr/>
            <p:nvPr/>
          </p:nvSpPr>
          <p:spPr>
            <a:xfrm>
              <a:off x="3386411" y="3324805"/>
              <a:ext cx="11628" cy="51606"/>
            </a:xfrm>
            <a:custGeom>
              <a:rect b="b" l="l" r="r" t="t"/>
              <a:pathLst>
                <a:path extrusionOk="0" h="1824" w="411">
                  <a:moveTo>
                    <a:pt x="1" y="1"/>
                  </a:moveTo>
                  <a:cubicBezTo>
                    <a:pt x="52" y="258"/>
                    <a:pt x="104" y="517"/>
                    <a:pt x="155" y="777"/>
                  </a:cubicBezTo>
                  <a:cubicBezTo>
                    <a:pt x="181" y="1005"/>
                    <a:pt x="206" y="1232"/>
                    <a:pt x="233" y="1462"/>
                  </a:cubicBezTo>
                  <a:cubicBezTo>
                    <a:pt x="261" y="1578"/>
                    <a:pt x="307" y="1693"/>
                    <a:pt x="312" y="1824"/>
                  </a:cubicBezTo>
                  <a:lnTo>
                    <a:pt x="323" y="1824"/>
                  </a:lnTo>
                  <a:cubicBezTo>
                    <a:pt x="411" y="1369"/>
                    <a:pt x="315" y="848"/>
                    <a:pt x="196" y="480"/>
                  </a:cubicBezTo>
                  <a:cubicBezTo>
                    <a:pt x="139" y="306"/>
                    <a:pt x="116" y="117"/>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0"/>
            <p:cNvSpPr/>
            <p:nvPr/>
          </p:nvSpPr>
          <p:spPr>
            <a:xfrm>
              <a:off x="3737992" y="4713956"/>
              <a:ext cx="8827" cy="13920"/>
            </a:xfrm>
            <a:custGeom>
              <a:rect b="b" l="l" r="r" t="t"/>
              <a:pathLst>
                <a:path extrusionOk="0" h="492" w="312">
                  <a:moveTo>
                    <a:pt x="275" y="0"/>
                  </a:moveTo>
                  <a:lnTo>
                    <a:pt x="275" y="0"/>
                  </a:lnTo>
                  <a:cubicBezTo>
                    <a:pt x="211" y="73"/>
                    <a:pt x="146" y="146"/>
                    <a:pt x="83" y="221"/>
                  </a:cubicBezTo>
                  <a:cubicBezTo>
                    <a:pt x="51" y="267"/>
                    <a:pt x="41" y="325"/>
                    <a:pt x="5" y="362"/>
                  </a:cubicBezTo>
                  <a:cubicBezTo>
                    <a:pt x="3" y="421"/>
                    <a:pt x="0" y="454"/>
                    <a:pt x="29" y="479"/>
                  </a:cubicBezTo>
                  <a:cubicBezTo>
                    <a:pt x="42" y="490"/>
                    <a:pt x="34" y="485"/>
                    <a:pt x="55" y="492"/>
                  </a:cubicBezTo>
                  <a:cubicBezTo>
                    <a:pt x="103" y="437"/>
                    <a:pt x="311" y="70"/>
                    <a:pt x="2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10"/>
            <p:cNvSpPr/>
            <p:nvPr/>
          </p:nvSpPr>
          <p:spPr>
            <a:xfrm>
              <a:off x="3403980" y="3353776"/>
              <a:ext cx="5489" cy="32932"/>
            </a:xfrm>
            <a:custGeom>
              <a:rect b="b" l="l" r="r" t="t"/>
              <a:pathLst>
                <a:path extrusionOk="0" h="1164" w="194">
                  <a:moveTo>
                    <a:pt x="1" y="0"/>
                  </a:moveTo>
                  <a:lnTo>
                    <a:pt x="1" y="0"/>
                  </a:lnTo>
                  <a:cubicBezTo>
                    <a:pt x="5" y="237"/>
                    <a:pt x="14" y="512"/>
                    <a:pt x="14" y="774"/>
                  </a:cubicBezTo>
                  <a:cubicBezTo>
                    <a:pt x="14" y="855"/>
                    <a:pt x="35" y="1013"/>
                    <a:pt x="1" y="1072"/>
                  </a:cubicBezTo>
                  <a:lnTo>
                    <a:pt x="1" y="1163"/>
                  </a:lnTo>
                  <a:lnTo>
                    <a:pt x="14" y="1163"/>
                  </a:lnTo>
                  <a:cubicBezTo>
                    <a:pt x="63" y="1063"/>
                    <a:pt x="114" y="964"/>
                    <a:pt x="143" y="839"/>
                  </a:cubicBezTo>
                  <a:cubicBezTo>
                    <a:pt x="194" y="622"/>
                    <a:pt x="83" y="8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10"/>
            <p:cNvSpPr/>
            <p:nvPr/>
          </p:nvSpPr>
          <p:spPr>
            <a:xfrm>
              <a:off x="3725713" y="4696387"/>
              <a:ext cx="13128" cy="14995"/>
            </a:xfrm>
            <a:custGeom>
              <a:rect b="b" l="l" r="r" t="t"/>
              <a:pathLst>
                <a:path extrusionOk="0" h="530" w="464">
                  <a:moveTo>
                    <a:pt x="439" y="1"/>
                  </a:moveTo>
                  <a:cubicBezTo>
                    <a:pt x="357" y="84"/>
                    <a:pt x="238" y="139"/>
                    <a:pt x="168" y="233"/>
                  </a:cubicBezTo>
                  <a:cubicBezTo>
                    <a:pt x="107" y="313"/>
                    <a:pt x="68" y="418"/>
                    <a:pt x="1" y="491"/>
                  </a:cubicBezTo>
                  <a:lnTo>
                    <a:pt x="1" y="530"/>
                  </a:lnTo>
                  <a:cubicBezTo>
                    <a:pt x="136" y="440"/>
                    <a:pt x="238" y="273"/>
                    <a:pt x="337" y="142"/>
                  </a:cubicBezTo>
                  <a:cubicBezTo>
                    <a:pt x="372" y="94"/>
                    <a:pt x="430" y="54"/>
                    <a:pt x="4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0"/>
            <p:cNvSpPr/>
            <p:nvPr/>
          </p:nvSpPr>
          <p:spPr>
            <a:xfrm>
              <a:off x="3580576" y="4636409"/>
              <a:ext cx="8233" cy="17598"/>
            </a:xfrm>
            <a:custGeom>
              <a:rect b="b" l="l" r="r" t="t"/>
              <a:pathLst>
                <a:path extrusionOk="0" h="622" w="291">
                  <a:moveTo>
                    <a:pt x="0" y="1"/>
                  </a:moveTo>
                  <a:lnTo>
                    <a:pt x="0" y="1"/>
                  </a:lnTo>
                  <a:cubicBezTo>
                    <a:pt x="57" y="191"/>
                    <a:pt x="195" y="392"/>
                    <a:pt x="207" y="622"/>
                  </a:cubicBezTo>
                  <a:cubicBezTo>
                    <a:pt x="291" y="481"/>
                    <a:pt x="76" y="5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0"/>
            <p:cNvSpPr/>
            <p:nvPr/>
          </p:nvSpPr>
          <p:spPr>
            <a:xfrm>
              <a:off x="3729476" y="4703375"/>
              <a:ext cx="15929" cy="19833"/>
            </a:xfrm>
            <a:custGeom>
              <a:rect b="b" l="l" r="r" t="t"/>
              <a:pathLst>
                <a:path extrusionOk="0" h="701" w="563">
                  <a:moveTo>
                    <a:pt x="538" y="1"/>
                  </a:moveTo>
                  <a:cubicBezTo>
                    <a:pt x="497" y="37"/>
                    <a:pt x="442" y="46"/>
                    <a:pt x="396" y="78"/>
                  </a:cubicBezTo>
                  <a:cubicBezTo>
                    <a:pt x="279" y="161"/>
                    <a:pt x="191" y="280"/>
                    <a:pt x="112" y="402"/>
                  </a:cubicBezTo>
                  <a:cubicBezTo>
                    <a:pt x="82" y="449"/>
                    <a:pt x="0" y="553"/>
                    <a:pt x="35" y="622"/>
                  </a:cubicBezTo>
                  <a:cubicBezTo>
                    <a:pt x="37" y="655"/>
                    <a:pt x="37" y="670"/>
                    <a:pt x="47" y="687"/>
                  </a:cubicBezTo>
                  <a:lnTo>
                    <a:pt x="47" y="700"/>
                  </a:lnTo>
                  <a:cubicBezTo>
                    <a:pt x="159" y="563"/>
                    <a:pt x="240" y="411"/>
                    <a:pt x="343" y="271"/>
                  </a:cubicBezTo>
                  <a:cubicBezTo>
                    <a:pt x="410" y="178"/>
                    <a:pt x="509" y="108"/>
                    <a:pt x="5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10"/>
            <p:cNvSpPr/>
            <p:nvPr/>
          </p:nvSpPr>
          <p:spPr>
            <a:xfrm>
              <a:off x="3455159" y="3657120"/>
              <a:ext cx="396" cy="1103"/>
            </a:xfrm>
            <a:custGeom>
              <a:rect b="b" l="l" r="r" t="t"/>
              <a:pathLst>
                <a:path extrusionOk="0" h="39" w="14">
                  <a:moveTo>
                    <a:pt x="0" y="1"/>
                  </a:moveTo>
                  <a:lnTo>
                    <a:pt x="0" y="38"/>
                  </a:lnTo>
                  <a:lnTo>
                    <a:pt x="13" y="38"/>
                  </a:lnTo>
                  <a:cubicBezTo>
                    <a:pt x="7" y="11"/>
                    <a:pt x="9" y="1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10"/>
            <p:cNvSpPr/>
            <p:nvPr/>
          </p:nvSpPr>
          <p:spPr>
            <a:xfrm>
              <a:off x="3590450" y="4638276"/>
              <a:ext cx="707" cy="396"/>
            </a:xfrm>
            <a:custGeom>
              <a:rect b="b" l="l" r="r" t="t"/>
              <a:pathLst>
                <a:path extrusionOk="0" h="14" w="25">
                  <a:moveTo>
                    <a:pt x="0" y="0"/>
                  </a:moveTo>
                  <a:cubicBezTo>
                    <a:pt x="11" y="9"/>
                    <a:pt x="13" y="14"/>
                    <a:pt x="14" y="14"/>
                  </a:cubicBezTo>
                  <a:cubicBezTo>
                    <a:pt x="16" y="14"/>
                    <a:pt x="17" y="10"/>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0"/>
            <p:cNvSpPr/>
            <p:nvPr/>
          </p:nvSpPr>
          <p:spPr>
            <a:xfrm>
              <a:off x="3608670" y="4663852"/>
              <a:ext cx="11260" cy="21927"/>
            </a:xfrm>
            <a:custGeom>
              <a:rect b="b" l="l" r="r" t="t"/>
              <a:pathLst>
                <a:path extrusionOk="0" h="775" w="398">
                  <a:moveTo>
                    <a:pt x="337" y="1"/>
                  </a:moveTo>
                  <a:cubicBezTo>
                    <a:pt x="333" y="376"/>
                    <a:pt x="162" y="536"/>
                    <a:pt x="13" y="761"/>
                  </a:cubicBezTo>
                  <a:lnTo>
                    <a:pt x="0" y="761"/>
                  </a:lnTo>
                  <a:lnTo>
                    <a:pt x="0" y="774"/>
                  </a:lnTo>
                  <a:cubicBezTo>
                    <a:pt x="253" y="742"/>
                    <a:pt x="319" y="539"/>
                    <a:pt x="375" y="299"/>
                  </a:cubicBezTo>
                  <a:cubicBezTo>
                    <a:pt x="397" y="206"/>
                    <a:pt x="390" y="57"/>
                    <a:pt x="3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0"/>
            <p:cNvSpPr/>
            <p:nvPr/>
          </p:nvSpPr>
          <p:spPr>
            <a:xfrm>
              <a:off x="3599475" y="4651064"/>
              <a:ext cx="11147" cy="34743"/>
            </a:xfrm>
            <a:custGeom>
              <a:rect b="b" l="l" r="r" t="t"/>
              <a:pathLst>
                <a:path extrusionOk="0" h="1228" w="394">
                  <a:moveTo>
                    <a:pt x="170" y="0"/>
                  </a:moveTo>
                  <a:lnTo>
                    <a:pt x="170" y="0"/>
                  </a:lnTo>
                  <a:cubicBezTo>
                    <a:pt x="177" y="104"/>
                    <a:pt x="232" y="236"/>
                    <a:pt x="207" y="351"/>
                  </a:cubicBezTo>
                  <a:cubicBezTo>
                    <a:pt x="171" y="521"/>
                    <a:pt x="133" y="688"/>
                    <a:pt x="91" y="841"/>
                  </a:cubicBezTo>
                  <a:cubicBezTo>
                    <a:pt x="58" y="963"/>
                    <a:pt x="69" y="1114"/>
                    <a:pt x="1" y="1203"/>
                  </a:cubicBezTo>
                  <a:lnTo>
                    <a:pt x="1" y="1228"/>
                  </a:lnTo>
                  <a:lnTo>
                    <a:pt x="14" y="1228"/>
                  </a:lnTo>
                  <a:cubicBezTo>
                    <a:pt x="154" y="951"/>
                    <a:pt x="393" y="572"/>
                    <a:pt x="248" y="169"/>
                  </a:cubicBezTo>
                  <a:cubicBezTo>
                    <a:pt x="222" y="96"/>
                    <a:pt x="219" y="47"/>
                    <a:pt x="1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0"/>
            <p:cNvSpPr/>
            <p:nvPr/>
          </p:nvSpPr>
          <p:spPr>
            <a:xfrm>
              <a:off x="3368162" y="3323730"/>
              <a:ext cx="19975" cy="44957"/>
            </a:xfrm>
            <a:custGeom>
              <a:rect b="b" l="l" r="r" t="t"/>
              <a:pathLst>
                <a:path extrusionOk="0" h="1589" w="706">
                  <a:moveTo>
                    <a:pt x="0" y="1"/>
                  </a:moveTo>
                  <a:cubicBezTo>
                    <a:pt x="35" y="81"/>
                    <a:pt x="167" y="175"/>
                    <a:pt x="220" y="258"/>
                  </a:cubicBezTo>
                  <a:cubicBezTo>
                    <a:pt x="369" y="498"/>
                    <a:pt x="406" y="805"/>
                    <a:pt x="503" y="1098"/>
                  </a:cubicBezTo>
                  <a:cubicBezTo>
                    <a:pt x="554" y="1247"/>
                    <a:pt x="649" y="1410"/>
                    <a:pt x="659" y="1588"/>
                  </a:cubicBezTo>
                  <a:cubicBezTo>
                    <a:pt x="705" y="1514"/>
                    <a:pt x="649" y="1197"/>
                    <a:pt x="633" y="1123"/>
                  </a:cubicBezTo>
                  <a:cubicBezTo>
                    <a:pt x="540" y="722"/>
                    <a:pt x="400" y="5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232" name="Google Shape;1232;p10"/>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1233" name="Google Shape;1233;p10"/>
          <p:cNvSpPr txBox="1"/>
          <p:nvPr>
            <p:ph type="title"/>
          </p:nvPr>
        </p:nvSpPr>
        <p:spPr>
          <a:xfrm>
            <a:off x="409950" y="344225"/>
            <a:ext cx="2056500" cy="579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t>Conclusion</a:t>
            </a:r>
            <a:endParaRPr sz="2800"/>
          </a:p>
        </p:txBody>
      </p:sp>
      <p:sp>
        <p:nvSpPr>
          <p:cNvPr id="1234" name="Google Shape;1234;p10"/>
          <p:cNvSpPr txBox="1"/>
          <p:nvPr/>
        </p:nvSpPr>
        <p:spPr>
          <a:xfrm>
            <a:off x="458575" y="1189825"/>
            <a:ext cx="5255100" cy="3296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n" sz="1300"/>
              <a:t>Receivables will keep rising. The US NFC may prepare for a larger working-capital need next year.</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AutoNum type="arabicPeriod"/>
            </a:pPr>
            <a:r>
              <a:rPr lang="en" sz="1300"/>
              <a:t>If the day sales outstanding (DSO) stays the same, more cash will be tied up in AR. If DSO extends, the cash need will grow faster.</a:t>
            </a:r>
            <a:endParaRPr sz="1300"/>
          </a:p>
          <a:p>
            <a:pPr indent="0" lvl="0" marL="0" rtl="0" algn="l">
              <a:spcBef>
                <a:spcPts val="0"/>
              </a:spcBef>
              <a:spcAft>
                <a:spcPts val="0"/>
              </a:spcAft>
              <a:buNone/>
            </a:pPr>
            <a:r>
              <a:t/>
            </a:r>
            <a:endParaRPr sz="1300"/>
          </a:p>
          <a:p>
            <a:pPr indent="-311150" lvl="0" marL="457200" rtl="0" algn="l">
              <a:spcBef>
                <a:spcPts val="0"/>
              </a:spcBef>
              <a:spcAft>
                <a:spcPts val="0"/>
              </a:spcAft>
              <a:buSzPts val="1300"/>
              <a:buAutoNum type="arabicPeriod"/>
            </a:pPr>
            <a:r>
              <a:rPr lang="en" sz="1300"/>
              <a:t>Set collections targets early. Credit limits should be restricted for weaker buyers if macro risk increases.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AutoNum type="arabicPeriod"/>
            </a:pPr>
            <a:r>
              <a:rPr lang="en" sz="1300"/>
              <a:t>Use the 95% ranges to size best and worst case of cash needs. Upper band near $6,280B by 2026 Q2. Lower band near $5,590B.</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200">
              <a:solidFill>
                <a:schemeClr val="dk1"/>
              </a:solidFill>
              <a:latin typeface="Antic Slab"/>
              <a:ea typeface="Antic Slab"/>
              <a:cs typeface="Antic Slab"/>
              <a:sym typeface="Antic Slab"/>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Improvement</a:t>
            </a:r>
            <a:endParaRPr/>
          </a:p>
        </p:txBody>
      </p:sp>
      <p:pic>
        <p:nvPicPr>
          <p:cNvPr id="1240" name="Google Shape;1240;p8"/>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1241" name="Google Shape;1241;p8"/>
          <p:cNvSpPr txBox="1"/>
          <p:nvPr/>
        </p:nvSpPr>
        <p:spPr>
          <a:xfrm>
            <a:off x="917150" y="1487278"/>
            <a:ext cx="7002600" cy="2751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Antic Slab"/>
              <a:buAutoNum type="arabicPeriod"/>
            </a:pPr>
            <a:r>
              <a:rPr lang="en" sz="1800">
                <a:solidFill>
                  <a:schemeClr val="dk1"/>
                </a:solidFill>
                <a:latin typeface="Antic Slab"/>
                <a:ea typeface="Antic Slab"/>
                <a:cs typeface="Antic Slab"/>
                <a:sym typeface="Antic Slab"/>
              </a:rPr>
              <a:t>Mark 2020 as a special shock, not a recurring pattern to avoid the model chasing it.</a:t>
            </a:r>
            <a:endParaRPr sz="1800">
              <a:solidFill>
                <a:schemeClr val="dk1"/>
              </a:solidFill>
              <a:latin typeface="Antic Slab"/>
              <a:ea typeface="Antic Slab"/>
              <a:cs typeface="Antic Slab"/>
              <a:sym typeface="Antic Slab"/>
            </a:endParaRPr>
          </a:p>
          <a:p>
            <a:pPr indent="0" lvl="0" marL="457200" rtl="0" algn="l">
              <a:spcBef>
                <a:spcPts val="0"/>
              </a:spcBef>
              <a:spcAft>
                <a:spcPts val="0"/>
              </a:spcAft>
              <a:buNone/>
            </a:pPr>
            <a:r>
              <a:t/>
            </a:r>
            <a:endParaRPr sz="1800">
              <a:solidFill>
                <a:schemeClr val="dk1"/>
              </a:solidFill>
              <a:latin typeface="Antic Slab"/>
              <a:ea typeface="Antic Slab"/>
              <a:cs typeface="Antic Slab"/>
              <a:sym typeface="Antic Slab"/>
            </a:endParaRPr>
          </a:p>
          <a:p>
            <a:pPr indent="-342900" lvl="0" marL="457200" rtl="0" algn="l">
              <a:spcBef>
                <a:spcPts val="0"/>
              </a:spcBef>
              <a:spcAft>
                <a:spcPts val="0"/>
              </a:spcAft>
              <a:buClr>
                <a:schemeClr val="dk1"/>
              </a:buClr>
              <a:buSzPts val="1800"/>
              <a:buFont typeface="Antic Slab"/>
              <a:buAutoNum type="arabicPeriod"/>
            </a:pPr>
            <a:r>
              <a:rPr lang="en" sz="1800">
                <a:solidFill>
                  <a:schemeClr val="dk1"/>
                </a:solidFill>
                <a:latin typeface="Antic Slab"/>
                <a:ea typeface="Antic Slab"/>
                <a:cs typeface="Antic Slab"/>
                <a:sym typeface="Antic Slab"/>
              </a:rPr>
              <a:t>Add a few drivers with ARIMAX, like PMI new orders, GDP growth, and interest rates.</a:t>
            </a:r>
            <a:endParaRPr sz="1800">
              <a:solidFill>
                <a:schemeClr val="dk1"/>
              </a:solidFill>
              <a:latin typeface="Antic Slab"/>
              <a:ea typeface="Antic Slab"/>
              <a:cs typeface="Antic Slab"/>
              <a:sym typeface="Antic Slab"/>
            </a:endParaRPr>
          </a:p>
          <a:p>
            <a:pPr indent="0" lvl="0" marL="457200" rtl="0" algn="l">
              <a:spcBef>
                <a:spcPts val="0"/>
              </a:spcBef>
              <a:spcAft>
                <a:spcPts val="0"/>
              </a:spcAft>
              <a:buNone/>
            </a:pPr>
            <a:r>
              <a:t/>
            </a:r>
            <a:endParaRPr sz="1800">
              <a:solidFill>
                <a:schemeClr val="dk1"/>
              </a:solidFill>
              <a:latin typeface="Antic Slab"/>
              <a:ea typeface="Antic Slab"/>
              <a:cs typeface="Antic Slab"/>
              <a:sym typeface="Antic Slab"/>
            </a:endParaRPr>
          </a:p>
          <a:p>
            <a:pPr indent="-342900" lvl="0" marL="457200" rtl="0" algn="l">
              <a:spcBef>
                <a:spcPts val="0"/>
              </a:spcBef>
              <a:spcAft>
                <a:spcPts val="0"/>
              </a:spcAft>
              <a:buClr>
                <a:schemeClr val="dk1"/>
              </a:buClr>
              <a:buSzPts val="1800"/>
              <a:buFont typeface="Antic Slab"/>
              <a:buAutoNum type="arabicPeriod"/>
            </a:pPr>
            <a:r>
              <a:rPr lang="en" sz="1800">
                <a:solidFill>
                  <a:schemeClr val="dk1"/>
                </a:solidFill>
                <a:latin typeface="Antic Slab"/>
                <a:ea typeface="Antic Slab"/>
                <a:cs typeface="Antic Slab"/>
                <a:sym typeface="Antic Slab"/>
              </a:rPr>
              <a:t>Use rolling-origin cross-validation to pick the model and try a simple blend of ARIMA + Holt-Winters.</a:t>
            </a:r>
            <a:endParaRPr sz="1800">
              <a:solidFill>
                <a:schemeClr val="dk1"/>
              </a:solidFill>
              <a:latin typeface="Antic Slab"/>
              <a:ea typeface="Antic Slab"/>
              <a:cs typeface="Antic Slab"/>
              <a:sym typeface="Antic Slab"/>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20"/>
          <p:cNvSpPr txBox="1"/>
          <p:nvPr>
            <p:ph type="title"/>
          </p:nvPr>
        </p:nvSpPr>
        <p:spPr>
          <a:xfrm>
            <a:off x="962075" y="540000"/>
            <a:ext cx="4448100" cy="105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THANKS!</a:t>
            </a:r>
            <a:endParaRPr/>
          </a:p>
        </p:txBody>
      </p:sp>
      <p:sp>
        <p:nvSpPr>
          <p:cNvPr id="1247" name="Google Shape;1247;p20"/>
          <p:cNvSpPr txBox="1"/>
          <p:nvPr>
            <p:ph idx="1" type="subTitle"/>
          </p:nvPr>
        </p:nvSpPr>
        <p:spPr>
          <a:xfrm>
            <a:off x="962075" y="2385545"/>
            <a:ext cx="4448100" cy="538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sz="2000">
                <a:latin typeface="Anybody"/>
                <a:ea typeface="Anybody"/>
                <a:cs typeface="Anybody"/>
                <a:sym typeface="Anybody"/>
              </a:rPr>
              <a:t>DO YOU HAVE ANY QUESTIONS?</a:t>
            </a:r>
            <a:endParaRPr/>
          </a:p>
        </p:txBody>
      </p:sp>
      <p:grpSp>
        <p:nvGrpSpPr>
          <p:cNvPr id="1248" name="Google Shape;1248;p20"/>
          <p:cNvGrpSpPr/>
          <p:nvPr/>
        </p:nvGrpSpPr>
        <p:grpSpPr>
          <a:xfrm flipH="1">
            <a:off x="5827045" y="307084"/>
            <a:ext cx="2435714" cy="4836204"/>
            <a:chOff x="426872" y="2174436"/>
            <a:chExt cx="1297871" cy="2576972"/>
          </a:xfrm>
        </p:grpSpPr>
        <p:sp>
          <p:nvSpPr>
            <p:cNvPr id="1249" name="Google Shape;1249;p20"/>
            <p:cNvSpPr/>
            <p:nvPr/>
          </p:nvSpPr>
          <p:spPr>
            <a:xfrm>
              <a:off x="935331" y="2180406"/>
              <a:ext cx="327599" cy="198981"/>
            </a:xfrm>
            <a:custGeom>
              <a:rect b="b" l="l" r="r" t="t"/>
              <a:pathLst>
                <a:path extrusionOk="0" h="7033" w="11579">
                  <a:moveTo>
                    <a:pt x="1662" y="499"/>
                  </a:moveTo>
                  <a:cubicBezTo>
                    <a:pt x="1755" y="499"/>
                    <a:pt x="1784" y="632"/>
                    <a:pt x="1692" y="679"/>
                  </a:cubicBezTo>
                  <a:cubicBezTo>
                    <a:pt x="1431" y="813"/>
                    <a:pt x="1197" y="1005"/>
                    <a:pt x="1040" y="1253"/>
                  </a:cubicBezTo>
                  <a:cubicBezTo>
                    <a:pt x="1023" y="1278"/>
                    <a:pt x="1000" y="1288"/>
                    <a:pt x="977" y="1288"/>
                  </a:cubicBezTo>
                  <a:cubicBezTo>
                    <a:pt x="915" y="1288"/>
                    <a:pt x="848" y="1219"/>
                    <a:pt x="884" y="1153"/>
                  </a:cubicBezTo>
                  <a:cubicBezTo>
                    <a:pt x="1051" y="845"/>
                    <a:pt x="1291" y="612"/>
                    <a:pt x="1627" y="505"/>
                  </a:cubicBezTo>
                  <a:cubicBezTo>
                    <a:pt x="1639" y="501"/>
                    <a:pt x="1651" y="499"/>
                    <a:pt x="1662" y="499"/>
                  </a:cubicBezTo>
                  <a:close/>
                  <a:moveTo>
                    <a:pt x="2401" y="637"/>
                  </a:moveTo>
                  <a:cubicBezTo>
                    <a:pt x="2472" y="637"/>
                    <a:pt x="2481" y="734"/>
                    <a:pt x="2419" y="765"/>
                  </a:cubicBezTo>
                  <a:cubicBezTo>
                    <a:pt x="1928" y="1001"/>
                    <a:pt x="1538" y="1208"/>
                    <a:pt x="1285" y="1722"/>
                  </a:cubicBezTo>
                  <a:cubicBezTo>
                    <a:pt x="1274" y="1744"/>
                    <a:pt x="1255" y="1754"/>
                    <a:pt x="1236" y="1754"/>
                  </a:cubicBezTo>
                  <a:cubicBezTo>
                    <a:pt x="1196" y="1754"/>
                    <a:pt x="1156" y="1715"/>
                    <a:pt x="1176" y="1668"/>
                  </a:cubicBezTo>
                  <a:cubicBezTo>
                    <a:pt x="1387" y="1184"/>
                    <a:pt x="1841" y="688"/>
                    <a:pt x="2393" y="637"/>
                  </a:cubicBezTo>
                  <a:cubicBezTo>
                    <a:pt x="2396" y="637"/>
                    <a:pt x="2398" y="637"/>
                    <a:pt x="2401" y="637"/>
                  </a:cubicBezTo>
                  <a:close/>
                  <a:moveTo>
                    <a:pt x="1672" y="0"/>
                  </a:moveTo>
                  <a:cubicBezTo>
                    <a:pt x="1523" y="0"/>
                    <a:pt x="1372" y="2"/>
                    <a:pt x="1220" y="6"/>
                  </a:cubicBezTo>
                  <a:cubicBezTo>
                    <a:pt x="965" y="12"/>
                    <a:pt x="711" y="47"/>
                    <a:pt x="432" y="67"/>
                  </a:cubicBezTo>
                  <a:cubicBezTo>
                    <a:pt x="298" y="76"/>
                    <a:pt x="145" y="82"/>
                    <a:pt x="0" y="124"/>
                  </a:cubicBezTo>
                  <a:cubicBezTo>
                    <a:pt x="2" y="130"/>
                    <a:pt x="6" y="137"/>
                    <a:pt x="7" y="144"/>
                  </a:cubicBezTo>
                  <a:cubicBezTo>
                    <a:pt x="41" y="170"/>
                    <a:pt x="63" y="266"/>
                    <a:pt x="82" y="317"/>
                  </a:cubicBezTo>
                  <a:cubicBezTo>
                    <a:pt x="128" y="461"/>
                    <a:pt x="175" y="602"/>
                    <a:pt x="224" y="742"/>
                  </a:cubicBezTo>
                  <a:cubicBezTo>
                    <a:pt x="413" y="1269"/>
                    <a:pt x="617" y="1838"/>
                    <a:pt x="762" y="2367"/>
                  </a:cubicBezTo>
                  <a:cubicBezTo>
                    <a:pt x="769" y="2366"/>
                    <a:pt x="776" y="2361"/>
                    <a:pt x="781" y="2360"/>
                  </a:cubicBezTo>
                  <a:cubicBezTo>
                    <a:pt x="792" y="2362"/>
                    <a:pt x="804" y="2363"/>
                    <a:pt x="816" y="2363"/>
                  </a:cubicBezTo>
                  <a:cubicBezTo>
                    <a:pt x="873" y="2363"/>
                    <a:pt x="936" y="2339"/>
                    <a:pt x="996" y="2338"/>
                  </a:cubicBezTo>
                  <a:cubicBezTo>
                    <a:pt x="1152" y="2331"/>
                    <a:pt x="1313" y="2315"/>
                    <a:pt x="1476" y="2315"/>
                  </a:cubicBezTo>
                  <a:cubicBezTo>
                    <a:pt x="1483" y="2315"/>
                    <a:pt x="1489" y="2315"/>
                    <a:pt x="1496" y="2315"/>
                  </a:cubicBezTo>
                  <a:cubicBezTo>
                    <a:pt x="2060" y="2322"/>
                    <a:pt x="2624" y="2335"/>
                    <a:pt x="3149" y="2441"/>
                  </a:cubicBezTo>
                  <a:cubicBezTo>
                    <a:pt x="5084" y="2840"/>
                    <a:pt x="6660" y="3631"/>
                    <a:pt x="8075" y="5138"/>
                  </a:cubicBezTo>
                  <a:cubicBezTo>
                    <a:pt x="8316" y="5394"/>
                    <a:pt x="8550" y="5689"/>
                    <a:pt x="8777" y="5983"/>
                  </a:cubicBezTo>
                  <a:cubicBezTo>
                    <a:pt x="8899" y="6141"/>
                    <a:pt x="8969" y="6315"/>
                    <a:pt x="9088" y="6482"/>
                  </a:cubicBezTo>
                  <a:cubicBezTo>
                    <a:pt x="9203" y="6642"/>
                    <a:pt x="9321" y="6836"/>
                    <a:pt x="9408" y="7033"/>
                  </a:cubicBezTo>
                  <a:cubicBezTo>
                    <a:pt x="9542" y="6982"/>
                    <a:pt x="9717" y="6927"/>
                    <a:pt x="9830" y="6854"/>
                  </a:cubicBezTo>
                  <a:cubicBezTo>
                    <a:pt x="9916" y="6802"/>
                    <a:pt x="10048" y="6786"/>
                    <a:pt x="10124" y="6736"/>
                  </a:cubicBezTo>
                  <a:cubicBezTo>
                    <a:pt x="10208" y="6684"/>
                    <a:pt x="10342" y="6666"/>
                    <a:pt x="10416" y="6621"/>
                  </a:cubicBezTo>
                  <a:cubicBezTo>
                    <a:pt x="10468" y="6601"/>
                    <a:pt x="10519" y="6583"/>
                    <a:pt x="10571" y="6567"/>
                  </a:cubicBezTo>
                  <a:cubicBezTo>
                    <a:pt x="10708" y="6517"/>
                    <a:pt x="10883" y="6464"/>
                    <a:pt x="10997" y="6392"/>
                  </a:cubicBezTo>
                  <a:cubicBezTo>
                    <a:pt x="11173" y="6280"/>
                    <a:pt x="11426" y="6280"/>
                    <a:pt x="11579" y="6162"/>
                  </a:cubicBezTo>
                  <a:cubicBezTo>
                    <a:pt x="11259" y="5582"/>
                    <a:pt x="10983" y="5022"/>
                    <a:pt x="10612" y="4547"/>
                  </a:cubicBezTo>
                  <a:cubicBezTo>
                    <a:pt x="9842" y="3565"/>
                    <a:pt x="9046" y="2720"/>
                    <a:pt x="8126" y="2069"/>
                  </a:cubicBezTo>
                  <a:cubicBezTo>
                    <a:pt x="7802" y="1842"/>
                    <a:pt x="7459" y="1646"/>
                    <a:pt x="7130" y="1429"/>
                  </a:cubicBezTo>
                  <a:cubicBezTo>
                    <a:pt x="7022" y="1357"/>
                    <a:pt x="6886" y="1323"/>
                    <a:pt x="6781" y="1255"/>
                  </a:cubicBezTo>
                  <a:cubicBezTo>
                    <a:pt x="6546" y="1102"/>
                    <a:pt x="6221" y="948"/>
                    <a:pt x="5952" y="864"/>
                  </a:cubicBezTo>
                  <a:cubicBezTo>
                    <a:pt x="5862" y="825"/>
                    <a:pt x="5772" y="781"/>
                    <a:pt x="5685" y="740"/>
                  </a:cubicBezTo>
                  <a:cubicBezTo>
                    <a:pt x="5321" y="625"/>
                    <a:pt x="4962" y="483"/>
                    <a:pt x="4590" y="378"/>
                  </a:cubicBezTo>
                  <a:cubicBezTo>
                    <a:pt x="4277" y="294"/>
                    <a:pt x="3965" y="243"/>
                    <a:pt x="3644" y="176"/>
                  </a:cubicBezTo>
                  <a:cubicBezTo>
                    <a:pt x="3012" y="46"/>
                    <a:pt x="2361" y="0"/>
                    <a:pt x="167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20"/>
            <p:cNvSpPr/>
            <p:nvPr/>
          </p:nvSpPr>
          <p:spPr>
            <a:xfrm>
              <a:off x="652244" y="2236904"/>
              <a:ext cx="626792" cy="597453"/>
            </a:xfrm>
            <a:custGeom>
              <a:rect b="b" l="l" r="r" t="t"/>
              <a:pathLst>
                <a:path extrusionOk="0" h="21117" w="22154">
                  <a:moveTo>
                    <a:pt x="4994" y="1866"/>
                  </a:moveTo>
                  <a:cubicBezTo>
                    <a:pt x="5057" y="1866"/>
                    <a:pt x="5088" y="1967"/>
                    <a:pt x="5028" y="2001"/>
                  </a:cubicBezTo>
                  <a:cubicBezTo>
                    <a:pt x="4576" y="2266"/>
                    <a:pt x="4134" y="2452"/>
                    <a:pt x="3748" y="2823"/>
                  </a:cubicBezTo>
                  <a:cubicBezTo>
                    <a:pt x="3733" y="2838"/>
                    <a:pt x="3715" y="2845"/>
                    <a:pt x="3698" y="2845"/>
                  </a:cubicBezTo>
                  <a:cubicBezTo>
                    <a:pt x="3644" y="2845"/>
                    <a:pt x="3595" y="2786"/>
                    <a:pt x="3642" y="2734"/>
                  </a:cubicBezTo>
                  <a:cubicBezTo>
                    <a:pt x="3996" y="2349"/>
                    <a:pt x="4452" y="1962"/>
                    <a:pt x="4981" y="1868"/>
                  </a:cubicBezTo>
                  <a:cubicBezTo>
                    <a:pt x="4986" y="1867"/>
                    <a:pt x="4990" y="1866"/>
                    <a:pt x="4994" y="1866"/>
                  </a:cubicBezTo>
                  <a:close/>
                  <a:moveTo>
                    <a:pt x="5010" y="2459"/>
                  </a:moveTo>
                  <a:cubicBezTo>
                    <a:pt x="5061" y="2459"/>
                    <a:pt x="5087" y="2538"/>
                    <a:pt x="5041" y="2571"/>
                  </a:cubicBezTo>
                  <a:cubicBezTo>
                    <a:pt x="4377" y="3053"/>
                    <a:pt x="3730" y="3476"/>
                    <a:pt x="3165" y="4083"/>
                  </a:cubicBezTo>
                  <a:cubicBezTo>
                    <a:pt x="3156" y="4095"/>
                    <a:pt x="3144" y="4099"/>
                    <a:pt x="3132" y="4099"/>
                  </a:cubicBezTo>
                  <a:cubicBezTo>
                    <a:pt x="3098" y="4099"/>
                    <a:pt x="3066" y="4058"/>
                    <a:pt x="3094" y="4024"/>
                  </a:cubicBezTo>
                  <a:cubicBezTo>
                    <a:pt x="3618" y="3410"/>
                    <a:pt x="4246" y="2804"/>
                    <a:pt x="4987" y="2464"/>
                  </a:cubicBezTo>
                  <a:cubicBezTo>
                    <a:pt x="4995" y="2460"/>
                    <a:pt x="5003" y="2459"/>
                    <a:pt x="5010" y="2459"/>
                  </a:cubicBezTo>
                  <a:close/>
                  <a:moveTo>
                    <a:pt x="21129" y="9931"/>
                  </a:moveTo>
                  <a:cubicBezTo>
                    <a:pt x="21165" y="9931"/>
                    <a:pt x="21200" y="9953"/>
                    <a:pt x="21200" y="10001"/>
                  </a:cubicBezTo>
                  <a:cubicBezTo>
                    <a:pt x="21207" y="10398"/>
                    <a:pt x="21019" y="10838"/>
                    <a:pt x="20634" y="10997"/>
                  </a:cubicBezTo>
                  <a:cubicBezTo>
                    <a:pt x="20628" y="10999"/>
                    <a:pt x="20622" y="11000"/>
                    <a:pt x="20616" y="11000"/>
                  </a:cubicBezTo>
                  <a:cubicBezTo>
                    <a:pt x="20569" y="11000"/>
                    <a:pt x="20527" y="10937"/>
                    <a:pt x="20567" y="10901"/>
                  </a:cubicBezTo>
                  <a:cubicBezTo>
                    <a:pt x="20825" y="10656"/>
                    <a:pt x="21035" y="10385"/>
                    <a:pt x="21041" y="10012"/>
                  </a:cubicBezTo>
                  <a:cubicBezTo>
                    <a:pt x="21042" y="9960"/>
                    <a:pt x="21087" y="9931"/>
                    <a:pt x="21129" y="9931"/>
                  </a:cubicBezTo>
                  <a:close/>
                  <a:moveTo>
                    <a:pt x="21457" y="10377"/>
                  </a:moveTo>
                  <a:cubicBezTo>
                    <a:pt x="21502" y="10377"/>
                    <a:pt x="21546" y="10410"/>
                    <a:pt x="21534" y="10467"/>
                  </a:cubicBezTo>
                  <a:cubicBezTo>
                    <a:pt x="21451" y="10854"/>
                    <a:pt x="21268" y="11224"/>
                    <a:pt x="20954" y="11472"/>
                  </a:cubicBezTo>
                  <a:cubicBezTo>
                    <a:pt x="20941" y="11482"/>
                    <a:pt x="20927" y="11486"/>
                    <a:pt x="20914" y="11486"/>
                  </a:cubicBezTo>
                  <a:cubicBezTo>
                    <a:pt x="20858" y="11486"/>
                    <a:pt x="20809" y="11413"/>
                    <a:pt x="20854" y="11362"/>
                  </a:cubicBezTo>
                  <a:cubicBezTo>
                    <a:pt x="21094" y="11087"/>
                    <a:pt x="21290" y="10796"/>
                    <a:pt x="21377" y="10438"/>
                  </a:cubicBezTo>
                  <a:cubicBezTo>
                    <a:pt x="21388" y="10396"/>
                    <a:pt x="21423" y="10377"/>
                    <a:pt x="21457" y="10377"/>
                  </a:cubicBezTo>
                  <a:close/>
                  <a:moveTo>
                    <a:pt x="6540" y="1"/>
                  </a:moveTo>
                  <a:cubicBezTo>
                    <a:pt x="6523" y="1"/>
                    <a:pt x="6501" y="14"/>
                    <a:pt x="6482" y="20"/>
                  </a:cubicBezTo>
                  <a:cubicBezTo>
                    <a:pt x="6264" y="126"/>
                    <a:pt x="6050" y="235"/>
                    <a:pt x="5832" y="343"/>
                  </a:cubicBezTo>
                  <a:cubicBezTo>
                    <a:pt x="5384" y="644"/>
                    <a:pt x="4909" y="866"/>
                    <a:pt x="4507" y="1184"/>
                  </a:cubicBezTo>
                  <a:cubicBezTo>
                    <a:pt x="3689" y="1828"/>
                    <a:pt x="2968" y="2502"/>
                    <a:pt x="2380" y="3255"/>
                  </a:cubicBezTo>
                  <a:cubicBezTo>
                    <a:pt x="2108" y="3604"/>
                    <a:pt x="1873" y="3979"/>
                    <a:pt x="1632" y="4345"/>
                  </a:cubicBezTo>
                  <a:cubicBezTo>
                    <a:pt x="1566" y="4443"/>
                    <a:pt x="1512" y="4549"/>
                    <a:pt x="1456" y="4653"/>
                  </a:cubicBezTo>
                  <a:cubicBezTo>
                    <a:pt x="1425" y="4716"/>
                    <a:pt x="1390" y="4775"/>
                    <a:pt x="1352" y="4834"/>
                  </a:cubicBezTo>
                  <a:cubicBezTo>
                    <a:pt x="1331" y="4886"/>
                    <a:pt x="1309" y="4940"/>
                    <a:pt x="1287" y="4991"/>
                  </a:cubicBezTo>
                  <a:cubicBezTo>
                    <a:pt x="1209" y="5110"/>
                    <a:pt x="1159" y="5241"/>
                    <a:pt x="1099" y="5369"/>
                  </a:cubicBezTo>
                  <a:cubicBezTo>
                    <a:pt x="1041" y="5492"/>
                    <a:pt x="976" y="5604"/>
                    <a:pt x="932" y="5739"/>
                  </a:cubicBezTo>
                  <a:lnTo>
                    <a:pt x="861" y="5875"/>
                  </a:lnTo>
                  <a:cubicBezTo>
                    <a:pt x="817" y="5981"/>
                    <a:pt x="765" y="6090"/>
                    <a:pt x="735" y="6199"/>
                  </a:cubicBezTo>
                  <a:cubicBezTo>
                    <a:pt x="623" y="6548"/>
                    <a:pt x="498" y="6892"/>
                    <a:pt x="402" y="7249"/>
                  </a:cubicBezTo>
                  <a:cubicBezTo>
                    <a:pt x="56" y="8502"/>
                    <a:pt x="0" y="9790"/>
                    <a:pt x="99" y="11257"/>
                  </a:cubicBezTo>
                  <a:cubicBezTo>
                    <a:pt x="125" y="11602"/>
                    <a:pt x="221" y="11937"/>
                    <a:pt x="259" y="12285"/>
                  </a:cubicBezTo>
                  <a:cubicBezTo>
                    <a:pt x="277" y="12435"/>
                    <a:pt x="342" y="12577"/>
                    <a:pt x="358" y="12715"/>
                  </a:cubicBezTo>
                  <a:cubicBezTo>
                    <a:pt x="381" y="12897"/>
                    <a:pt x="480" y="13064"/>
                    <a:pt x="503" y="13239"/>
                  </a:cubicBezTo>
                  <a:cubicBezTo>
                    <a:pt x="527" y="13308"/>
                    <a:pt x="550" y="13377"/>
                    <a:pt x="578" y="13445"/>
                  </a:cubicBezTo>
                  <a:cubicBezTo>
                    <a:pt x="598" y="13588"/>
                    <a:pt x="752" y="14031"/>
                    <a:pt x="832" y="14153"/>
                  </a:cubicBezTo>
                  <a:cubicBezTo>
                    <a:pt x="855" y="14223"/>
                    <a:pt x="880" y="14290"/>
                    <a:pt x="906" y="14358"/>
                  </a:cubicBezTo>
                  <a:cubicBezTo>
                    <a:pt x="1050" y="14586"/>
                    <a:pt x="1121" y="14880"/>
                    <a:pt x="1259" y="15097"/>
                  </a:cubicBezTo>
                  <a:cubicBezTo>
                    <a:pt x="1342" y="15226"/>
                    <a:pt x="1370" y="15360"/>
                    <a:pt x="1454" y="15482"/>
                  </a:cubicBezTo>
                  <a:cubicBezTo>
                    <a:pt x="1717" y="15869"/>
                    <a:pt x="1924" y="16289"/>
                    <a:pt x="2204" y="16644"/>
                  </a:cubicBezTo>
                  <a:cubicBezTo>
                    <a:pt x="2879" y="17503"/>
                    <a:pt x="3581" y="18231"/>
                    <a:pt x="4371" y="18848"/>
                  </a:cubicBezTo>
                  <a:cubicBezTo>
                    <a:pt x="4539" y="18981"/>
                    <a:pt x="4736" y="19095"/>
                    <a:pt x="4915" y="19218"/>
                  </a:cubicBezTo>
                  <a:cubicBezTo>
                    <a:pt x="5162" y="19391"/>
                    <a:pt x="5413" y="19537"/>
                    <a:pt x="5663" y="19701"/>
                  </a:cubicBezTo>
                  <a:cubicBezTo>
                    <a:pt x="5790" y="19785"/>
                    <a:pt x="5956" y="19823"/>
                    <a:pt x="6081" y="19908"/>
                  </a:cubicBezTo>
                  <a:cubicBezTo>
                    <a:pt x="6208" y="19989"/>
                    <a:pt x="6347" y="20041"/>
                    <a:pt x="6482" y="20105"/>
                  </a:cubicBezTo>
                  <a:cubicBezTo>
                    <a:pt x="6547" y="20136"/>
                    <a:pt x="6610" y="20171"/>
                    <a:pt x="6674" y="20201"/>
                  </a:cubicBezTo>
                  <a:cubicBezTo>
                    <a:pt x="6826" y="20249"/>
                    <a:pt x="6966" y="20339"/>
                    <a:pt x="7117" y="20389"/>
                  </a:cubicBezTo>
                  <a:cubicBezTo>
                    <a:pt x="7607" y="20540"/>
                    <a:pt x="8091" y="20729"/>
                    <a:pt x="8597" y="20841"/>
                  </a:cubicBezTo>
                  <a:cubicBezTo>
                    <a:pt x="9452" y="21032"/>
                    <a:pt x="10338" y="21116"/>
                    <a:pt x="11280" y="21116"/>
                  </a:cubicBezTo>
                  <a:cubicBezTo>
                    <a:pt x="11412" y="21116"/>
                    <a:pt x="11544" y="21115"/>
                    <a:pt x="11678" y="21111"/>
                  </a:cubicBezTo>
                  <a:cubicBezTo>
                    <a:pt x="12090" y="21090"/>
                    <a:pt x="12507" y="21000"/>
                    <a:pt x="12930" y="20959"/>
                  </a:cubicBezTo>
                  <a:cubicBezTo>
                    <a:pt x="13203" y="20936"/>
                    <a:pt x="13468" y="20825"/>
                    <a:pt x="13747" y="20790"/>
                  </a:cubicBezTo>
                  <a:cubicBezTo>
                    <a:pt x="13817" y="20768"/>
                    <a:pt x="13892" y="20745"/>
                    <a:pt x="13965" y="20723"/>
                  </a:cubicBezTo>
                  <a:cubicBezTo>
                    <a:pt x="14057" y="20710"/>
                    <a:pt x="14185" y="20668"/>
                    <a:pt x="14281" y="20642"/>
                  </a:cubicBezTo>
                  <a:cubicBezTo>
                    <a:pt x="14346" y="20620"/>
                    <a:pt x="14411" y="20595"/>
                    <a:pt x="14477" y="20572"/>
                  </a:cubicBezTo>
                  <a:cubicBezTo>
                    <a:pt x="14619" y="20552"/>
                    <a:pt x="15053" y="20398"/>
                    <a:pt x="15173" y="20322"/>
                  </a:cubicBezTo>
                  <a:cubicBezTo>
                    <a:pt x="15242" y="20297"/>
                    <a:pt x="15311" y="20274"/>
                    <a:pt x="15378" y="20246"/>
                  </a:cubicBezTo>
                  <a:cubicBezTo>
                    <a:pt x="15528" y="20153"/>
                    <a:pt x="15720" y="20124"/>
                    <a:pt x="15877" y="20025"/>
                  </a:cubicBezTo>
                  <a:cubicBezTo>
                    <a:pt x="15995" y="19950"/>
                    <a:pt x="16143" y="19911"/>
                    <a:pt x="16271" y="19829"/>
                  </a:cubicBezTo>
                  <a:cubicBezTo>
                    <a:pt x="16549" y="19647"/>
                    <a:pt x="16860" y="19496"/>
                    <a:pt x="17116" y="19314"/>
                  </a:cubicBezTo>
                  <a:cubicBezTo>
                    <a:pt x="17274" y="19201"/>
                    <a:pt x="17427" y="19133"/>
                    <a:pt x="17575" y="19018"/>
                  </a:cubicBezTo>
                  <a:cubicBezTo>
                    <a:pt x="17989" y="18692"/>
                    <a:pt x="18394" y="18375"/>
                    <a:pt x="18760" y="18026"/>
                  </a:cubicBezTo>
                  <a:cubicBezTo>
                    <a:pt x="18997" y="17804"/>
                    <a:pt x="19230" y="17548"/>
                    <a:pt x="19432" y="17299"/>
                  </a:cubicBezTo>
                  <a:cubicBezTo>
                    <a:pt x="19523" y="17180"/>
                    <a:pt x="19632" y="17090"/>
                    <a:pt x="19724" y="16974"/>
                  </a:cubicBezTo>
                  <a:cubicBezTo>
                    <a:pt x="19926" y="16715"/>
                    <a:pt x="20118" y="16444"/>
                    <a:pt x="20304" y="16177"/>
                  </a:cubicBezTo>
                  <a:cubicBezTo>
                    <a:pt x="20473" y="15930"/>
                    <a:pt x="20606" y="15661"/>
                    <a:pt x="20771" y="15412"/>
                  </a:cubicBezTo>
                  <a:cubicBezTo>
                    <a:pt x="20816" y="15319"/>
                    <a:pt x="20859" y="15225"/>
                    <a:pt x="20902" y="15133"/>
                  </a:cubicBezTo>
                  <a:cubicBezTo>
                    <a:pt x="20909" y="15120"/>
                    <a:pt x="20916" y="15111"/>
                    <a:pt x="20922" y="15100"/>
                  </a:cubicBezTo>
                  <a:cubicBezTo>
                    <a:pt x="20989" y="14992"/>
                    <a:pt x="21028" y="14880"/>
                    <a:pt x="21085" y="14770"/>
                  </a:cubicBezTo>
                  <a:cubicBezTo>
                    <a:pt x="21140" y="14649"/>
                    <a:pt x="21206" y="14540"/>
                    <a:pt x="21243" y="14413"/>
                  </a:cubicBezTo>
                  <a:cubicBezTo>
                    <a:pt x="21290" y="14314"/>
                    <a:pt x="21336" y="14217"/>
                    <a:pt x="21381" y="14118"/>
                  </a:cubicBezTo>
                  <a:cubicBezTo>
                    <a:pt x="21479" y="13803"/>
                    <a:pt x="21595" y="13500"/>
                    <a:pt x="21688" y="13179"/>
                  </a:cubicBezTo>
                  <a:cubicBezTo>
                    <a:pt x="21741" y="12983"/>
                    <a:pt x="21818" y="12785"/>
                    <a:pt x="21863" y="12583"/>
                  </a:cubicBezTo>
                  <a:cubicBezTo>
                    <a:pt x="21889" y="12462"/>
                    <a:pt x="21896" y="12350"/>
                    <a:pt x="21922" y="12228"/>
                  </a:cubicBezTo>
                  <a:cubicBezTo>
                    <a:pt x="22053" y="11618"/>
                    <a:pt x="22114" y="10979"/>
                    <a:pt x="22145" y="10318"/>
                  </a:cubicBezTo>
                  <a:cubicBezTo>
                    <a:pt x="22153" y="10117"/>
                    <a:pt x="22130" y="9931"/>
                    <a:pt x="22132" y="9725"/>
                  </a:cubicBezTo>
                  <a:cubicBezTo>
                    <a:pt x="22133" y="9466"/>
                    <a:pt x="22095" y="9204"/>
                    <a:pt x="22078" y="8925"/>
                  </a:cubicBezTo>
                  <a:cubicBezTo>
                    <a:pt x="22068" y="8804"/>
                    <a:pt x="22071" y="8673"/>
                    <a:pt x="22027" y="8541"/>
                  </a:cubicBezTo>
                  <a:cubicBezTo>
                    <a:pt x="21867" y="8588"/>
                    <a:pt x="21668" y="8593"/>
                    <a:pt x="21506" y="8606"/>
                  </a:cubicBezTo>
                  <a:cubicBezTo>
                    <a:pt x="21159" y="8631"/>
                    <a:pt x="20842" y="8724"/>
                    <a:pt x="20495" y="8750"/>
                  </a:cubicBezTo>
                  <a:cubicBezTo>
                    <a:pt x="20272" y="8765"/>
                    <a:pt x="19944" y="8787"/>
                    <a:pt x="19723" y="8849"/>
                  </a:cubicBezTo>
                  <a:cubicBezTo>
                    <a:pt x="19755" y="8947"/>
                    <a:pt x="19753" y="9048"/>
                    <a:pt x="19759" y="9136"/>
                  </a:cubicBezTo>
                  <a:cubicBezTo>
                    <a:pt x="19768" y="9354"/>
                    <a:pt x="19798" y="9552"/>
                    <a:pt x="19802" y="9754"/>
                  </a:cubicBezTo>
                  <a:cubicBezTo>
                    <a:pt x="19814" y="10425"/>
                    <a:pt x="19788" y="11043"/>
                    <a:pt x="19660" y="11644"/>
                  </a:cubicBezTo>
                  <a:cubicBezTo>
                    <a:pt x="19608" y="11901"/>
                    <a:pt x="19570" y="12148"/>
                    <a:pt x="19500" y="12400"/>
                  </a:cubicBezTo>
                  <a:cubicBezTo>
                    <a:pt x="19265" y="13260"/>
                    <a:pt x="18879" y="14108"/>
                    <a:pt x="18360" y="14886"/>
                  </a:cubicBezTo>
                  <a:cubicBezTo>
                    <a:pt x="18008" y="15419"/>
                    <a:pt x="17593" y="15920"/>
                    <a:pt x="17123" y="16366"/>
                  </a:cubicBezTo>
                  <a:cubicBezTo>
                    <a:pt x="16841" y="16633"/>
                    <a:pt x="16527" y="16881"/>
                    <a:pt x="16211" y="17128"/>
                  </a:cubicBezTo>
                  <a:cubicBezTo>
                    <a:pt x="16069" y="17235"/>
                    <a:pt x="15925" y="17301"/>
                    <a:pt x="15778" y="17405"/>
                  </a:cubicBezTo>
                  <a:cubicBezTo>
                    <a:pt x="15521" y="17590"/>
                    <a:pt x="15195" y="17722"/>
                    <a:pt x="14904" y="17906"/>
                  </a:cubicBezTo>
                  <a:cubicBezTo>
                    <a:pt x="14797" y="17975"/>
                    <a:pt x="14657" y="18016"/>
                    <a:pt x="14551" y="18066"/>
                  </a:cubicBezTo>
                  <a:cubicBezTo>
                    <a:pt x="14491" y="18087"/>
                    <a:pt x="14433" y="18109"/>
                    <a:pt x="14375" y="18131"/>
                  </a:cubicBezTo>
                  <a:cubicBezTo>
                    <a:pt x="14257" y="18204"/>
                    <a:pt x="13834" y="18356"/>
                    <a:pt x="13698" y="18375"/>
                  </a:cubicBezTo>
                  <a:cubicBezTo>
                    <a:pt x="13583" y="18390"/>
                    <a:pt x="13475" y="18452"/>
                    <a:pt x="13378" y="18465"/>
                  </a:cubicBezTo>
                  <a:cubicBezTo>
                    <a:pt x="13176" y="18492"/>
                    <a:pt x="13001" y="18595"/>
                    <a:pt x="12811" y="18617"/>
                  </a:cubicBezTo>
                  <a:cubicBezTo>
                    <a:pt x="12514" y="18646"/>
                    <a:pt x="12220" y="18731"/>
                    <a:pt x="11925" y="18746"/>
                  </a:cubicBezTo>
                  <a:cubicBezTo>
                    <a:pt x="11594" y="18761"/>
                    <a:pt x="11273" y="18774"/>
                    <a:pt x="10958" y="18774"/>
                  </a:cubicBezTo>
                  <a:cubicBezTo>
                    <a:pt x="10755" y="18774"/>
                    <a:pt x="10555" y="18769"/>
                    <a:pt x="10355" y="18755"/>
                  </a:cubicBezTo>
                  <a:cubicBezTo>
                    <a:pt x="9685" y="18707"/>
                    <a:pt x="9031" y="18544"/>
                    <a:pt x="8420" y="18362"/>
                  </a:cubicBezTo>
                  <a:cubicBezTo>
                    <a:pt x="8171" y="18291"/>
                    <a:pt x="7936" y="18172"/>
                    <a:pt x="7689" y="18092"/>
                  </a:cubicBezTo>
                  <a:cubicBezTo>
                    <a:pt x="7591" y="18044"/>
                    <a:pt x="7491" y="17993"/>
                    <a:pt x="7393" y="17946"/>
                  </a:cubicBezTo>
                  <a:cubicBezTo>
                    <a:pt x="7098" y="17808"/>
                    <a:pt x="6813" y="17667"/>
                    <a:pt x="6540" y="17485"/>
                  </a:cubicBezTo>
                  <a:cubicBezTo>
                    <a:pt x="6270" y="17307"/>
                    <a:pt x="5983" y="17139"/>
                    <a:pt x="5723" y="16937"/>
                  </a:cubicBezTo>
                  <a:cubicBezTo>
                    <a:pt x="5186" y="16519"/>
                    <a:pt x="4705" y="16010"/>
                    <a:pt x="4236" y="15454"/>
                  </a:cubicBezTo>
                  <a:cubicBezTo>
                    <a:pt x="4015" y="15188"/>
                    <a:pt x="3842" y="14874"/>
                    <a:pt x="3637" y="14583"/>
                  </a:cubicBezTo>
                  <a:cubicBezTo>
                    <a:pt x="3565" y="14483"/>
                    <a:pt x="3541" y="14381"/>
                    <a:pt x="3471" y="14277"/>
                  </a:cubicBezTo>
                  <a:cubicBezTo>
                    <a:pt x="3238" y="13922"/>
                    <a:pt x="3061" y="13476"/>
                    <a:pt x="2891" y="13007"/>
                  </a:cubicBezTo>
                  <a:cubicBezTo>
                    <a:pt x="2795" y="12743"/>
                    <a:pt x="2683" y="12467"/>
                    <a:pt x="2651" y="12219"/>
                  </a:cubicBezTo>
                  <a:cubicBezTo>
                    <a:pt x="2639" y="12183"/>
                    <a:pt x="2628" y="12148"/>
                    <a:pt x="2613" y="12112"/>
                  </a:cubicBezTo>
                  <a:cubicBezTo>
                    <a:pt x="2591" y="11937"/>
                    <a:pt x="2520" y="11767"/>
                    <a:pt x="2502" y="11588"/>
                  </a:cubicBezTo>
                  <a:cubicBezTo>
                    <a:pt x="2479" y="11356"/>
                    <a:pt x="2418" y="11125"/>
                    <a:pt x="2407" y="10891"/>
                  </a:cubicBezTo>
                  <a:cubicBezTo>
                    <a:pt x="2380" y="10348"/>
                    <a:pt x="2360" y="9831"/>
                    <a:pt x="2396" y="9320"/>
                  </a:cubicBezTo>
                  <a:cubicBezTo>
                    <a:pt x="2437" y="8739"/>
                    <a:pt x="2577" y="8172"/>
                    <a:pt x="2723" y="7641"/>
                  </a:cubicBezTo>
                  <a:cubicBezTo>
                    <a:pt x="2809" y="7333"/>
                    <a:pt x="2911" y="7035"/>
                    <a:pt x="3033" y="6743"/>
                  </a:cubicBezTo>
                  <a:cubicBezTo>
                    <a:pt x="3288" y="6115"/>
                    <a:pt x="3616" y="5523"/>
                    <a:pt x="4013" y="4962"/>
                  </a:cubicBezTo>
                  <a:cubicBezTo>
                    <a:pt x="4173" y="4732"/>
                    <a:pt x="4365" y="4537"/>
                    <a:pt x="4544" y="4316"/>
                  </a:cubicBezTo>
                  <a:cubicBezTo>
                    <a:pt x="4682" y="4147"/>
                    <a:pt x="4843" y="3960"/>
                    <a:pt x="5005" y="3809"/>
                  </a:cubicBezTo>
                  <a:cubicBezTo>
                    <a:pt x="5239" y="3583"/>
                    <a:pt x="5496" y="3377"/>
                    <a:pt x="5748" y="3163"/>
                  </a:cubicBezTo>
                  <a:cubicBezTo>
                    <a:pt x="6089" y="2875"/>
                    <a:pt x="6517" y="2666"/>
                    <a:pt x="6914" y="2403"/>
                  </a:cubicBezTo>
                  <a:cubicBezTo>
                    <a:pt x="7111" y="2304"/>
                    <a:pt x="7311" y="2208"/>
                    <a:pt x="7507" y="2109"/>
                  </a:cubicBezTo>
                  <a:cubicBezTo>
                    <a:pt x="7498" y="2084"/>
                    <a:pt x="7488" y="2057"/>
                    <a:pt x="7482" y="2032"/>
                  </a:cubicBezTo>
                  <a:cubicBezTo>
                    <a:pt x="7391" y="1959"/>
                    <a:pt x="7347" y="1699"/>
                    <a:pt x="7277" y="1584"/>
                  </a:cubicBezTo>
                  <a:cubicBezTo>
                    <a:pt x="7062" y="1244"/>
                    <a:pt x="6965" y="798"/>
                    <a:pt x="6748" y="456"/>
                  </a:cubicBezTo>
                  <a:cubicBezTo>
                    <a:pt x="6682" y="305"/>
                    <a:pt x="6618" y="156"/>
                    <a:pt x="6553" y="5"/>
                  </a:cubicBezTo>
                  <a:cubicBezTo>
                    <a:pt x="6549" y="2"/>
                    <a:pt x="6545" y="1"/>
                    <a:pt x="65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20"/>
            <p:cNvSpPr/>
            <p:nvPr/>
          </p:nvSpPr>
          <p:spPr>
            <a:xfrm>
              <a:off x="927720" y="2174436"/>
              <a:ext cx="343273" cy="211996"/>
            </a:xfrm>
            <a:custGeom>
              <a:rect b="b" l="l" r="r" t="t"/>
              <a:pathLst>
                <a:path extrusionOk="0" h="7493" w="12133">
                  <a:moveTo>
                    <a:pt x="1933" y="210"/>
                  </a:moveTo>
                  <a:cubicBezTo>
                    <a:pt x="2624" y="210"/>
                    <a:pt x="3277" y="256"/>
                    <a:pt x="3911" y="384"/>
                  </a:cubicBezTo>
                  <a:cubicBezTo>
                    <a:pt x="4235" y="453"/>
                    <a:pt x="4545" y="503"/>
                    <a:pt x="4858" y="588"/>
                  </a:cubicBezTo>
                  <a:cubicBezTo>
                    <a:pt x="5228" y="692"/>
                    <a:pt x="5589" y="835"/>
                    <a:pt x="5952" y="950"/>
                  </a:cubicBezTo>
                  <a:cubicBezTo>
                    <a:pt x="6041" y="991"/>
                    <a:pt x="6133" y="1034"/>
                    <a:pt x="6220" y="1073"/>
                  </a:cubicBezTo>
                  <a:cubicBezTo>
                    <a:pt x="6486" y="1158"/>
                    <a:pt x="6813" y="1310"/>
                    <a:pt x="7049" y="1464"/>
                  </a:cubicBezTo>
                  <a:cubicBezTo>
                    <a:pt x="7153" y="1533"/>
                    <a:pt x="7290" y="1568"/>
                    <a:pt x="7398" y="1639"/>
                  </a:cubicBezTo>
                  <a:cubicBezTo>
                    <a:pt x="7725" y="1853"/>
                    <a:pt x="8069" y="2049"/>
                    <a:pt x="8393" y="2279"/>
                  </a:cubicBezTo>
                  <a:cubicBezTo>
                    <a:pt x="9314" y="2929"/>
                    <a:pt x="10109" y="3775"/>
                    <a:pt x="10880" y="4756"/>
                  </a:cubicBezTo>
                  <a:cubicBezTo>
                    <a:pt x="11250" y="5232"/>
                    <a:pt x="11524" y="5791"/>
                    <a:pt x="11847" y="6371"/>
                  </a:cubicBezTo>
                  <a:cubicBezTo>
                    <a:pt x="11694" y="6491"/>
                    <a:pt x="11441" y="6491"/>
                    <a:pt x="11265" y="6600"/>
                  </a:cubicBezTo>
                  <a:cubicBezTo>
                    <a:pt x="11150" y="6675"/>
                    <a:pt x="10976" y="6728"/>
                    <a:pt x="10839" y="6777"/>
                  </a:cubicBezTo>
                  <a:cubicBezTo>
                    <a:pt x="10787" y="6793"/>
                    <a:pt x="10736" y="6813"/>
                    <a:pt x="10683" y="6831"/>
                  </a:cubicBezTo>
                  <a:cubicBezTo>
                    <a:pt x="10608" y="6876"/>
                    <a:pt x="10477" y="6893"/>
                    <a:pt x="10390" y="6946"/>
                  </a:cubicBezTo>
                  <a:cubicBezTo>
                    <a:pt x="10316" y="6992"/>
                    <a:pt x="10185" y="7011"/>
                    <a:pt x="10097" y="7063"/>
                  </a:cubicBezTo>
                  <a:cubicBezTo>
                    <a:pt x="9983" y="7135"/>
                    <a:pt x="9808" y="7191"/>
                    <a:pt x="9674" y="7238"/>
                  </a:cubicBezTo>
                  <a:cubicBezTo>
                    <a:pt x="9587" y="7043"/>
                    <a:pt x="9471" y="6851"/>
                    <a:pt x="9356" y="6691"/>
                  </a:cubicBezTo>
                  <a:cubicBezTo>
                    <a:pt x="9237" y="6524"/>
                    <a:pt x="9167" y="6351"/>
                    <a:pt x="9045" y="6193"/>
                  </a:cubicBezTo>
                  <a:cubicBezTo>
                    <a:pt x="8818" y="5899"/>
                    <a:pt x="8584" y="5604"/>
                    <a:pt x="8343" y="5348"/>
                  </a:cubicBezTo>
                  <a:cubicBezTo>
                    <a:pt x="6928" y="3842"/>
                    <a:pt x="5355" y="3049"/>
                    <a:pt x="3417" y="2651"/>
                  </a:cubicBezTo>
                  <a:cubicBezTo>
                    <a:pt x="2893" y="2543"/>
                    <a:pt x="2328" y="2532"/>
                    <a:pt x="1764" y="2524"/>
                  </a:cubicBezTo>
                  <a:cubicBezTo>
                    <a:pt x="1752" y="2524"/>
                    <a:pt x="1740" y="2524"/>
                    <a:pt x="1728" y="2524"/>
                  </a:cubicBezTo>
                  <a:cubicBezTo>
                    <a:pt x="1570" y="2524"/>
                    <a:pt x="1414" y="2541"/>
                    <a:pt x="1264" y="2548"/>
                  </a:cubicBezTo>
                  <a:cubicBezTo>
                    <a:pt x="1202" y="2549"/>
                    <a:pt x="1139" y="2573"/>
                    <a:pt x="1082" y="2573"/>
                  </a:cubicBezTo>
                  <a:cubicBezTo>
                    <a:pt x="1071" y="2573"/>
                    <a:pt x="1059" y="2572"/>
                    <a:pt x="1048" y="2569"/>
                  </a:cubicBezTo>
                  <a:cubicBezTo>
                    <a:pt x="1044" y="2571"/>
                    <a:pt x="1037" y="2575"/>
                    <a:pt x="1029" y="2577"/>
                  </a:cubicBezTo>
                  <a:cubicBezTo>
                    <a:pt x="884" y="2048"/>
                    <a:pt x="681" y="1479"/>
                    <a:pt x="492" y="951"/>
                  </a:cubicBezTo>
                  <a:cubicBezTo>
                    <a:pt x="444" y="810"/>
                    <a:pt x="394" y="671"/>
                    <a:pt x="349" y="527"/>
                  </a:cubicBezTo>
                  <a:cubicBezTo>
                    <a:pt x="329" y="476"/>
                    <a:pt x="310" y="381"/>
                    <a:pt x="275" y="354"/>
                  </a:cubicBezTo>
                  <a:cubicBezTo>
                    <a:pt x="273" y="346"/>
                    <a:pt x="269" y="339"/>
                    <a:pt x="268" y="333"/>
                  </a:cubicBezTo>
                  <a:cubicBezTo>
                    <a:pt x="413" y="290"/>
                    <a:pt x="567" y="287"/>
                    <a:pt x="699" y="275"/>
                  </a:cubicBezTo>
                  <a:cubicBezTo>
                    <a:pt x="979" y="256"/>
                    <a:pt x="1234" y="221"/>
                    <a:pt x="1487" y="216"/>
                  </a:cubicBezTo>
                  <a:cubicBezTo>
                    <a:pt x="1638" y="212"/>
                    <a:pt x="1786" y="210"/>
                    <a:pt x="1933" y="210"/>
                  </a:cubicBezTo>
                  <a:close/>
                  <a:moveTo>
                    <a:pt x="1780" y="1"/>
                  </a:moveTo>
                  <a:cubicBezTo>
                    <a:pt x="1574" y="1"/>
                    <a:pt x="1376" y="33"/>
                    <a:pt x="1157" y="40"/>
                  </a:cubicBezTo>
                  <a:cubicBezTo>
                    <a:pt x="932" y="47"/>
                    <a:pt x="705" y="93"/>
                    <a:pt x="464" y="109"/>
                  </a:cubicBezTo>
                  <a:cubicBezTo>
                    <a:pt x="321" y="120"/>
                    <a:pt x="147" y="131"/>
                    <a:pt x="0" y="178"/>
                  </a:cubicBezTo>
                  <a:cubicBezTo>
                    <a:pt x="22" y="236"/>
                    <a:pt x="73" y="328"/>
                    <a:pt x="82" y="371"/>
                  </a:cubicBezTo>
                  <a:cubicBezTo>
                    <a:pt x="92" y="426"/>
                    <a:pt x="83" y="495"/>
                    <a:pt x="89" y="546"/>
                  </a:cubicBezTo>
                  <a:cubicBezTo>
                    <a:pt x="247" y="1017"/>
                    <a:pt x="406" y="1489"/>
                    <a:pt x="564" y="1960"/>
                  </a:cubicBezTo>
                  <a:cubicBezTo>
                    <a:pt x="624" y="2136"/>
                    <a:pt x="685" y="2316"/>
                    <a:pt x="746" y="2494"/>
                  </a:cubicBezTo>
                  <a:cubicBezTo>
                    <a:pt x="768" y="2559"/>
                    <a:pt x="830" y="2679"/>
                    <a:pt x="820" y="2734"/>
                  </a:cubicBezTo>
                  <a:cubicBezTo>
                    <a:pt x="829" y="2760"/>
                    <a:pt x="836" y="2780"/>
                    <a:pt x="851" y="2789"/>
                  </a:cubicBezTo>
                  <a:cubicBezTo>
                    <a:pt x="1073" y="2769"/>
                    <a:pt x="1294" y="2748"/>
                    <a:pt x="1515" y="2726"/>
                  </a:cubicBezTo>
                  <a:cubicBezTo>
                    <a:pt x="1673" y="2724"/>
                    <a:pt x="1832" y="2721"/>
                    <a:pt x="1990" y="2721"/>
                  </a:cubicBezTo>
                  <a:cubicBezTo>
                    <a:pt x="2302" y="2721"/>
                    <a:pt x="2612" y="2732"/>
                    <a:pt x="2906" y="2773"/>
                  </a:cubicBezTo>
                  <a:cubicBezTo>
                    <a:pt x="4564" y="2998"/>
                    <a:pt x="6019" y="3597"/>
                    <a:pt x="7305" y="4617"/>
                  </a:cubicBezTo>
                  <a:cubicBezTo>
                    <a:pt x="7898" y="5086"/>
                    <a:pt x="8398" y="5681"/>
                    <a:pt x="8907" y="6335"/>
                  </a:cubicBezTo>
                  <a:cubicBezTo>
                    <a:pt x="9084" y="6562"/>
                    <a:pt x="9209" y="6832"/>
                    <a:pt x="9375" y="7077"/>
                  </a:cubicBezTo>
                  <a:cubicBezTo>
                    <a:pt x="9443" y="7204"/>
                    <a:pt x="9510" y="7338"/>
                    <a:pt x="9580" y="7466"/>
                  </a:cubicBezTo>
                  <a:cubicBezTo>
                    <a:pt x="9587" y="7476"/>
                    <a:pt x="9594" y="7484"/>
                    <a:pt x="9602" y="7492"/>
                  </a:cubicBezTo>
                  <a:cubicBezTo>
                    <a:pt x="9770" y="7428"/>
                    <a:pt x="9961" y="7436"/>
                    <a:pt x="10131" y="7331"/>
                  </a:cubicBezTo>
                  <a:cubicBezTo>
                    <a:pt x="10244" y="7260"/>
                    <a:pt x="10419" y="7203"/>
                    <a:pt x="10554" y="7156"/>
                  </a:cubicBezTo>
                  <a:cubicBezTo>
                    <a:pt x="10606" y="7136"/>
                    <a:pt x="10659" y="7117"/>
                    <a:pt x="10712" y="7101"/>
                  </a:cubicBezTo>
                  <a:cubicBezTo>
                    <a:pt x="10826" y="7029"/>
                    <a:pt x="11000" y="6975"/>
                    <a:pt x="11136" y="6925"/>
                  </a:cubicBezTo>
                  <a:cubicBezTo>
                    <a:pt x="11188" y="6909"/>
                    <a:pt x="11240" y="6889"/>
                    <a:pt x="11294" y="6872"/>
                  </a:cubicBezTo>
                  <a:cubicBezTo>
                    <a:pt x="11368" y="6825"/>
                    <a:pt x="11499" y="6809"/>
                    <a:pt x="11586" y="6757"/>
                  </a:cubicBezTo>
                  <a:cubicBezTo>
                    <a:pt x="11652" y="6716"/>
                    <a:pt x="11769" y="6699"/>
                    <a:pt x="11848" y="6651"/>
                  </a:cubicBezTo>
                  <a:cubicBezTo>
                    <a:pt x="11926" y="6600"/>
                    <a:pt x="12043" y="6553"/>
                    <a:pt x="12133" y="6514"/>
                  </a:cubicBezTo>
                  <a:cubicBezTo>
                    <a:pt x="11974" y="6204"/>
                    <a:pt x="11847" y="5873"/>
                    <a:pt x="11659" y="5599"/>
                  </a:cubicBezTo>
                  <a:cubicBezTo>
                    <a:pt x="11415" y="5240"/>
                    <a:pt x="11211" y="4855"/>
                    <a:pt x="10949" y="4525"/>
                  </a:cubicBezTo>
                  <a:cubicBezTo>
                    <a:pt x="10314" y="3714"/>
                    <a:pt x="9641" y="2995"/>
                    <a:pt x="8895" y="2414"/>
                  </a:cubicBezTo>
                  <a:cubicBezTo>
                    <a:pt x="8593" y="2178"/>
                    <a:pt x="8266" y="1976"/>
                    <a:pt x="7952" y="1765"/>
                  </a:cubicBezTo>
                  <a:cubicBezTo>
                    <a:pt x="7761" y="1635"/>
                    <a:pt x="7560" y="1526"/>
                    <a:pt x="7368" y="1401"/>
                  </a:cubicBezTo>
                  <a:cubicBezTo>
                    <a:pt x="7270" y="1355"/>
                    <a:pt x="7172" y="1307"/>
                    <a:pt x="7073" y="1262"/>
                  </a:cubicBezTo>
                  <a:cubicBezTo>
                    <a:pt x="6961" y="1191"/>
                    <a:pt x="6841" y="1145"/>
                    <a:pt x="6722" y="1089"/>
                  </a:cubicBezTo>
                  <a:cubicBezTo>
                    <a:pt x="6602" y="1031"/>
                    <a:pt x="6493" y="967"/>
                    <a:pt x="6365" y="929"/>
                  </a:cubicBezTo>
                  <a:cubicBezTo>
                    <a:pt x="6268" y="884"/>
                    <a:pt x="6170" y="836"/>
                    <a:pt x="6072" y="791"/>
                  </a:cubicBezTo>
                  <a:cubicBezTo>
                    <a:pt x="5836" y="717"/>
                    <a:pt x="5609" y="615"/>
                    <a:pt x="5374" y="543"/>
                  </a:cubicBezTo>
                  <a:cubicBezTo>
                    <a:pt x="5028" y="440"/>
                    <a:pt x="4673" y="338"/>
                    <a:pt x="4317" y="258"/>
                  </a:cubicBezTo>
                  <a:cubicBezTo>
                    <a:pt x="4134" y="217"/>
                    <a:pt x="3953" y="207"/>
                    <a:pt x="3764" y="168"/>
                  </a:cubicBezTo>
                  <a:cubicBezTo>
                    <a:pt x="3164" y="44"/>
                    <a:pt x="2527" y="32"/>
                    <a:pt x="1876" y="3"/>
                  </a:cubicBezTo>
                  <a:cubicBezTo>
                    <a:pt x="1844" y="2"/>
                    <a:pt x="1812" y="1"/>
                    <a:pt x="17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20"/>
            <p:cNvSpPr/>
            <p:nvPr/>
          </p:nvSpPr>
          <p:spPr>
            <a:xfrm>
              <a:off x="647519" y="2229379"/>
              <a:ext cx="637260" cy="610382"/>
            </a:xfrm>
            <a:custGeom>
              <a:rect b="b" l="l" r="r" t="t"/>
              <a:pathLst>
                <a:path extrusionOk="0" h="21574" w="22524">
                  <a:moveTo>
                    <a:pt x="6706" y="258"/>
                  </a:moveTo>
                  <a:cubicBezTo>
                    <a:pt x="6710" y="258"/>
                    <a:pt x="6715" y="259"/>
                    <a:pt x="6719" y="261"/>
                  </a:cubicBezTo>
                  <a:cubicBezTo>
                    <a:pt x="6784" y="412"/>
                    <a:pt x="6847" y="562"/>
                    <a:pt x="6913" y="712"/>
                  </a:cubicBezTo>
                  <a:cubicBezTo>
                    <a:pt x="7127" y="1053"/>
                    <a:pt x="7226" y="1501"/>
                    <a:pt x="7441" y="1841"/>
                  </a:cubicBezTo>
                  <a:cubicBezTo>
                    <a:pt x="7514" y="1955"/>
                    <a:pt x="7556" y="2217"/>
                    <a:pt x="7646" y="2288"/>
                  </a:cubicBezTo>
                  <a:cubicBezTo>
                    <a:pt x="7655" y="2314"/>
                    <a:pt x="7664" y="2340"/>
                    <a:pt x="7672" y="2366"/>
                  </a:cubicBezTo>
                  <a:cubicBezTo>
                    <a:pt x="7476" y="2464"/>
                    <a:pt x="7278" y="2561"/>
                    <a:pt x="7078" y="2659"/>
                  </a:cubicBezTo>
                  <a:cubicBezTo>
                    <a:pt x="6679" y="2923"/>
                    <a:pt x="6255" y="3130"/>
                    <a:pt x="5913" y="3420"/>
                  </a:cubicBezTo>
                  <a:cubicBezTo>
                    <a:pt x="5659" y="3633"/>
                    <a:pt x="5404" y="3842"/>
                    <a:pt x="5170" y="4066"/>
                  </a:cubicBezTo>
                  <a:cubicBezTo>
                    <a:pt x="5006" y="4217"/>
                    <a:pt x="4846" y="4403"/>
                    <a:pt x="4708" y="4572"/>
                  </a:cubicBezTo>
                  <a:cubicBezTo>
                    <a:pt x="4528" y="4794"/>
                    <a:pt x="4337" y="4989"/>
                    <a:pt x="4177" y="5217"/>
                  </a:cubicBezTo>
                  <a:cubicBezTo>
                    <a:pt x="3783" y="5777"/>
                    <a:pt x="3452" y="6372"/>
                    <a:pt x="3197" y="6998"/>
                  </a:cubicBezTo>
                  <a:cubicBezTo>
                    <a:pt x="3077" y="7292"/>
                    <a:pt x="2976" y="7589"/>
                    <a:pt x="2889" y="7898"/>
                  </a:cubicBezTo>
                  <a:cubicBezTo>
                    <a:pt x="2739" y="8429"/>
                    <a:pt x="2601" y="8996"/>
                    <a:pt x="2562" y="9578"/>
                  </a:cubicBezTo>
                  <a:cubicBezTo>
                    <a:pt x="2526" y="10087"/>
                    <a:pt x="2546" y="10604"/>
                    <a:pt x="2571" y="11148"/>
                  </a:cubicBezTo>
                  <a:cubicBezTo>
                    <a:pt x="2584" y="11382"/>
                    <a:pt x="2642" y="11615"/>
                    <a:pt x="2667" y="11846"/>
                  </a:cubicBezTo>
                  <a:cubicBezTo>
                    <a:pt x="2684" y="12026"/>
                    <a:pt x="2757" y="12195"/>
                    <a:pt x="2779" y="12369"/>
                  </a:cubicBezTo>
                  <a:cubicBezTo>
                    <a:pt x="2793" y="12405"/>
                    <a:pt x="2803" y="12442"/>
                    <a:pt x="2816" y="12477"/>
                  </a:cubicBezTo>
                  <a:cubicBezTo>
                    <a:pt x="2847" y="12725"/>
                    <a:pt x="2960" y="13000"/>
                    <a:pt x="3056" y="13265"/>
                  </a:cubicBezTo>
                  <a:cubicBezTo>
                    <a:pt x="3223" y="13731"/>
                    <a:pt x="3404" y="14179"/>
                    <a:pt x="3636" y="14534"/>
                  </a:cubicBezTo>
                  <a:cubicBezTo>
                    <a:pt x="3705" y="14639"/>
                    <a:pt x="3728" y="14739"/>
                    <a:pt x="3801" y="14841"/>
                  </a:cubicBezTo>
                  <a:cubicBezTo>
                    <a:pt x="4007" y="15133"/>
                    <a:pt x="4179" y="15446"/>
                    <a:pt x="4401" y="15712"/>
                  </a:cubicBezTo>
                  <a:cubicBezTo>
                    <a:pt x="4869" y="16268"/>
                    <a:pt x="5352" y="16776"/>
                    <a:pt x="5887" y="17195"/>
                  </a:cubicBezTo>
                  <a:cubicBezTo>
                    <a:pt x="6149" y="17395"/>
                    <a:pt x="6437" y="17562"/>
                    <a:pt x="6706" y="17743"/>
                  </a:cubicBezTo>
                  <a:cubicBezTo>
                    <a:pt x="6977" y="17924"/>
                    <a:pt x="7264" y="18063"/>
                    <a:pt x="7558" y="18202"/>
                  </a:cubicBezTo>
                  <a:cubicBezTo>
                    <a:pt x="7656" y="18250"/>
                    <a:pt x="7755" y="18301"/>
                    <a:pt x="7854" y="18348"/>
                  </a:cubicBezTo>
                  <a:cubicBezTo>
                    <a:pt x="8101" y="18426"/>
                    <a:pt x="8335" y="18547"/>
                    <a:pt x="8584" y="18619"/>
                  </a:cubicBezTo>
                  <a:cubicBezTo>
                    <a:pt x="9195" y="18801"/>
                    <a:pt x="9852" y="18964"/>
                    <a:pt x="10521" y="19012"/>
                  </a:cubicBezTo>
                  <a:cubicBezTo>
                    <a:pt x="10718" y="19026"/>
                    <a:pt x="10917" y="19032"/>
                    <a:pt x="11118" y="19032"/>
                  </a:cubicBezTo>
                  <a:cubicBezTo>
                    <a:pt x="11435" y="19032"/>
                    <a:pt x="11758" y="19018"/>
                    <a:pt x="12091" y="19002"/>
                  </a:cubicBezTo>
                  <a:cubicBezTo>
                    <a:pt x="12384" y="18987"/>
                    <a:pt x="12680" y="18903"/>
                    <a:pt x="12976" y="18874"/>
                  </a:cubicBezTo>
                  <a:cubicBezTo>
                    <a:pt x="13167" y="18852"/>
                    <a:pt x="13341" y="18750"/>
                    <a:pt x="13543" y="18723"/>
                  </a:cubicBezTo>
                  <a:cubicBezTo>
                    <a:pt x="13641" y="18710"/>
                    <a:pt x="13748" y="18646"/>
                    <a:pt x="13863" y="18631"/>
                  </a:cubicBezTo>
                  <a:cubicBezTo>
                    <a:pt x="13998" y="18612"/>
                    <a:pt x="14421" y="18459"/>
                    <a:pt x="14541" y="18388"/>
                  </a:cubicBezTo>
                  <a:cubicBezTo>
                    <a:pt x="14600" y="18366"/>
                    <a:pt x="14658" y="18345"/>
                    <a:pt x="14717" y="18323"/>
                  </a:cubicBezTo>
                  <a:cubicBezTo>
                    <a:pt x="14821" y="18272"/>
                    <a:pt x="14961" y="18231"/>
                    <a:pt x="15070" y="18163"/>
                  </a:cubicBezTo>
                  <a:cubicBezTo>
                    <a:pt x="15358" y="17980"/>
                    <a:pt x="15683" y="17846"/>
                    <a:pt x="15944" y="17663"/>
                  </a:cubicBezTo>
                  <a:cubicBezTo>
                    <a:pt x="16092" y="17558"/>
                    <a:pt x="16236" y="17494"/>
                    <a:pt x="16375" y="17385"/>
                  </a:cubicBezTo>
                  <a:cubicBezTo>
                    <a:pt x="16692" y="17138"/>
                    <a:pt x="17005" y="16892"/>
                    <a:pt x="17288" y="16623"/>
                  </a:cubicBezTo>
                  <a:cubicBezTo>
                    <a:pt x="17757" y="16177"/>
                    <a:pt x="18174" y="15677"/>
                    <a:pt x="18526" y="15142"/>
                  </a:cubicBezTo>
                  <a:cubicBezTo>
                    <a:pt x="19042" y="14364"/>
                    <a:pt x="19427" y="13518"/>
                    <a:pt x="19666" y="12656"/>
                  </a:cubicBezTo>
                  <a:cubicBezTo>
                    <a:pt x="19734" y="12405"/>
                    <a:pt x="19773" y="12158"/>
                    <a:pt x="19826" y="11900"/>
                  </a:cubicBezTo>
                  <a:cubicBezTo>
                    <a:pt x="19952" y="11301"/>
                    <a:pt x="19978" y="10683"/>
                    <a:pt x="19967" y="10009"/>
                  </a:cubicBezTo>
                  <a:cubicBezTo>
                    <a:pt x="19965" y="9809"/>
                    <a:pt x="19935" y="9610"/>
                    <a:pt x="19923" y="9392"/>
                  </a:cubicBezTo>
                  <a:cubicBezTo>
                    <a:pt x="19917" y="9307"/>
                    <a:pt x="19922" y="9203"/>
                    <a:pt x="19887" y="9107"/>
                  </a:cubicBezTo>
                  <a:cubicBezTo>
                    <a:pt x="20109" y="9041"/>
                    <a:pt x="20438" y="9021"/>
                    <a:pt x="20659" y="9006"/>
                  </a:cubicBezTo>
                  <a:cubicBezTo>
                    <a:pt x="21006" y="8982"/>
                    <a:pt x="21325" y="8888"/>
                    <a:pt x="21672" y="8864"/>
                  </a:cubicBezTo>
                  <a:cubicBezTo>
                    <a:pt x="21832" y="8851"/>
                    <a:pt x="22030" y="8846"/>
                    <a:pt x="22191" y="8798"/>
                  </a:cubicBezTo>
                  <a:cubicBezTo>
                    <a:pt x="22235" y="8929"/>
                    <a:pt x="22232" y="9062"/>
                    <a:pt x="22242" y="9181"/>
                  </a:cubicBezTo>
                  <a:cubicBezTo>
                    <a:pt x="22262" y="9461"/>
                    <a:pt x="22300" y="9723"/>
                    <a:pt x="22297" y="9980"/>
                  </a:cubicBezTo>
                  <a:cubicBezTo>
                    <a:pt x="22294" y="10187"/>
                    <a:pt x="22319" y="10373"/>
                    <a:pt x="22309" y="10575"/>
                  </a:cubicBezTo>
                  <a:cubicBezTo>
                    <a:pt x="22278" y="11235"/>
                    <a:pt x="22219" y="11875"/>
                    <a:pt x="22088" y="12485"/>
                  </a:cubicBezTo>
                  <a:cubicBezTo>
                    <a:pt x="22062" y="12608"/>
                    <a:pt x="22054" y="12720"/>
                    <a:pt x="22028" y="12840"/>
                  </a:cubicBezTo>
                  <a:cubicBezTo>
                    <a:pt x="21982" y="13041"/>
                    <a:pt x="21906" y="13240"/>
                    <a:pt x="21854" y="13436"/>
                  </a:cubicBezTo>
                  <a:cubicBezTo>
                    <a:pt x="21762" y="13759"/>
                    <a:pt x="21644" y="14061"/>
                    <a:pt x="21546" y="14375"/>
                  </a:cubicBezTo>
                  <a:cubicBezTo>
                    <a:pt x="21500" y="14473"/>
                    <a:pt x="21455" y="14572"/>
                    <a:pt x="21407" y="14669"/>
                  </a:cubicBezTo>
                  <a:cubicBezTo>
                    <a:pt x="21370" y="14797"/>
                    <a:pt x="21304" y="14906"/>
                    <a:pt x="21250" y="15025"/>
                  </a:cubicBezTo>
                  <a:cubicBezTo>
                    <a:pt x="21195" y="15137"/>
                    <a:pt x="21153" y="15248"/>
                    <a:pt x="21086" y="15357"/>
                  </a:cubicBezTo>
                  <a:cubicBezTo>
                    <a:pt x="21080" y="15370"/>
                    <a:pt x="21073" y="15379"/>
                    <a:pt x="21066" y="15389"/>
                  </a:cubicBezTo>
                  <a:cubicBezTo>
                    <a:pt x="21022" y="15482"/>
                    <a:pt x="20981" y="15576"/>
                    <a:pt x="20935" y="15669"/>
                  </a:cubicBezTo>
                  <a:cubicBezTo>
                    <a:pt x="20772" y="15918"/>
                    <a:pt x="20640" y="16188"/>
                    <a:pt x="20468" y="16434"/>
                  </a:cubicBezTo>
                  <a:cubicBezTo>
                    <a:pt x="20285" y="16702"/>
                    <a:pt x="20090" y="16972"/>
                    <a:pt x="19888" y="17231"/>
                  </a:cubicBezTo>
                  <a:cubicBezTo>
                    <a:pt x="19798" y="17349"/>
                    <a:pt x="19690" y="17439"/>
                    <a:pt x="19596" y="17555"/>
                  </a:cubicBezTo>
                  <a:cubicBezTo>
                    <a:pt x="19394" y="17805"/>
                    <a:pt x="19164" y="18061"/>
                    <a:pt x="18926" y="18282"/>
                  </a:cubicBezTo>
                  <a:cubicBezTo>
                    <a:pt x="18561" y="18631"/>
                    <a:pt x="18155" y="18949"/>
                    <a:pt x="17741" y="19275"/>
                  </a:cubicBezTo>
                  <a:cubicBezTo>
                    <a:pt x="17591" y="19390"/>
                    <a:pt x="17438" y="19458"/>
                    <a:pt x="17281" y="19572"/>
                  </a:cubicBezTo>
                  <a:cubicBezTo>
                    <a:pt x="17024" y="19753"/>
                    <a:pt x="16714" y="19903"/>
                    <a:pt x="16435" y="20085"/>
                  </a:cubicBezTo>
                  <a:cubicBezTo>
                    <a:pt x="16309" y="20168"/>
                    <a:pt x="16157" y="20207"/>
                    <a:pt x="16041" y="20281"/>
                  </a:cubicBezTo>
                  <a:cubicBezTo>
                    <a:pt x="15885" y="20382"/>
                    <a:pt x="15692" y="20411"/>
                    <a:pt x="15544" y="20504"/>
                  </a:cubicBezTo>
                  <a:cubicBezTo>
                    <a:pt x="15475" y="20528"/>
                    <a:pt x="15407" y="20555"/>
                    <a:pt x="15337" y="20578"/>
                  </a:cubicBezTo>
                  <a:cubicBezTo>
                    <a:pt x="15218" y="20655"/>
                    <a:pt x="14783" y="20810"/>
                    <a:pt x="14642" y="20829"/>
                  </a:cubicBezTo>
                  <a:cubicBezTo>
                    <a:pt x="14577" y="20853"/>
                    <a:pt x="14512" y="20876"/>
                    <a:pt x="14446" y="20898"/>
                  </a:cubicBezTo>
                  <a:cubicBezTo>
                    <a:pt x="14349" y="20924"/>
                    <a:pt x="14224" y="20967"/>
                    <a:pt x="14129" y="20979"/>
                  </a:cubicBezTo>
                  <a:cubicBezTo>
                    <a:pt x="14058" y="21001"/>
                    <a:pt x="13984" y="21026"/>
                    <a:pt x="13911" y="21047"/>
                  </a:cubicBezTo>
                  <a:cubicBezTo>
                    <a:pt x="13633" y="21084"/>
                    <a:pt x="13367" y="21193"/>
                    <a:pt x="13095" y="21216"/>
                  </a:cubicBezTo>
                  <a:cubicBezTo>
                    <a:pt x="12672" y="21255"/>
                    <a:pt x="12254" y="21347"/>
                    <a:pt x="11839" y="21360"/>
                  </a:cubicBezTo>
                  <a:cubicBezTo>
                    <a:pt x="11675" y="21365"/>
                    <a:pt x="11512" y="21368"/>
                    <a:pt x="11351" y="21368"/>
                  </a:cubicBezTo>
                  <a:cubicBezTo>
                    <a:pt x="10446" y="21368"/>
                    <a:pt x="9590" y="21283"/>
                    <a:pt x="8763" y="21098"/>
                  </a:cubicBezTo>
                  <a:cubicBezTo>
                    <a:pt x="8255" y="20985"/>
                    <a:pt x="7773" y="20796"/>
                    <a:pt x="7281" y="20646"/>
                  </a:cubicBezTo>
                  <a:cubicBezTo>
                    <a:pt x="7132" y="20598"/>
                    <a:pt x="6992" y="20508"/>
                    <a:pt x="6838" y="20459"/>
                  </a:cubicBezTo>
                  <a:cubicBezTo>
                    <a:pt x="6772" y="20428"/>
                    <a:pt x="6711" y="20393"/>
                    <a:pt x="6647" y="20363"/>
                  </a:cubicBezTo>
                  <a:cubicBezTo>
                    <a:pt x="6511" y="20297"/>
                    <a:pt x="6373" y="20243"/>
                    <a:pt x="6246" y="20163"/>
                  </a:cubicBezTo>
                  <a:cubicBezTo>
                    <a:pt x="6118" y="20081"/>
                    <a:pt x="5954" y="20043"/>
                    <a:pt x="5827" y="19958"/>
                  </a:cubicBezTo>
                  <a:cubicBezTo>
                    <a:pt x="5579" y="19793"/>
                    <a:pt x="5326" y="19647"/>
                    <a:pt x="5079" y="19476"/>
                  </a:cubicBezTo>
                  <a:cubicBezTo>
                    <a:pt x="4903" y="19352"/>
                    <a:pt x="4706" y="19239"/>
                    <a:pt x="4535" y="19105"/>
                  </a:cubicBezTo>
                  <a:cubicBezTo>
                    <a:pt x="3748" y="18490"/>
                    <a:pt x="3045" y="17760"/>
                    <a:pt x="2369" y="16899"/>
                  </a:cubicBezTo>
                  <a:cubicBezTo>
                    <a:pt x="2089" y="16546"/>
                    <a:pt x="1880" y="16127"/>
                    <a:pt x="1618" y="15739"/>
                  </a:cubicBezTo>
                  <a:cubicBezTo>
                    <a:pt x="1535" y="15617"/>
                    <a:pt x="1508" y="15482"/>
                    <a:pt x="1424" y="15354"/>
                  </a:cubicBezTo>
                  <a:cubicBezTo>
                    <a:pt x="1288" y="15137"/>
                    <a:pt x="1216" y="14845"/>
                    <a:pt x="1072" y="14615"/>
                  </a:cubicBezTo>
                  <a:cubicBezTo>
                    <a:pt x="1045" y="14547"/>
                    <a:pt x="1021" y="14479"/>
                    <a:pt x="998" y="14410"/>
                  </a:cubicBezTo>
                  <a:cubicBezTo>
                    <a:pt x="919" y="14288"/>
                    <a:pt x="762" y="13845"/>
                    <a:pt x="743" y="13701"/>
                  </a:cubicBezTo>
                  <a:cubicBezTo>
                    <a:pt x="717" y="13634"/>
                    <a:pt x="692" y="13566"/>
                    <a:pt x="667" y="13496"/>
                  </a:cubicBezTo>
                  <a:cubicBezTo>
                    <a:pt x="644" y="13321"/>
                    <a:pt x="547" y="13154"/>
                    <a:pt x="522" y="12972"/>
                  </a:cubicBezTo>
                  <a:cubicBezTo>
                    <a:pt x="506" y="12834"/>
                    <a:pt x="441" y="12690"/>
                    <a:pt x="425" y="12542"/>
                  </a:cubicBezTo>
                  <a:cubicBezTo>
                    <a:pt x="387" y="12195"/>
                    <a:pt x="289" y="11857"/>
                    <a:pt x="265" y="11513"/>
                  </a:cubicBezTo>
                  <a:cubicBezTo>
                    <a:pt x="164" y="10046"/>
                    <a:pt x="221" y="8756"/>
                    <a:pt x="566" y="7506"/>
                  </a:cubicBezTo>
                  <a:cubicBezTo>
                    <a:pt x="663" y="7150"/>
                    <a:pt x="788" y="6804"/>
                    <a:pt x="899" y="6455"/>
                  </a:cubicBezTo>
                  <a:cubicBezTo>
                    <a:pt x="929" y="6349"/>
                    <a:pt x="983" y="6237"/>
                    <a:pt x="1027" y="6132"/>
                  </a:cubicBezTo>
                  <a:lnTo>
                    <a:pt x="1096" y="5995"/>
                  </a:lnTo>
                  <a:cubicBezTo>
                    <a:pt x="1140" y="5861"/>
                    <a:pt x="1208" y="5748"/>
                    <a:pt x="1264" y="5624"/>
                  </a:cubicBezTo>
                  <a:cubicBezTo>
                    <a:pt x="1325" y="5498"/>
                    <a:pt x="1371" y="5367"/>
                    <a:pt x="1451" y="5246"/>
                  </a:cubicBezTo>
                  <a:cubicBezTo>
                    <a:pt x="1473" y="5196"/>
                    <a:pt x="1495" y="5143"/>
                    <a:pt x="1517" y="5091"/>
                  </a:cubicBezTo>
                  <a:cubicBezTo>
                    <a:pt x="1554" y="5033"/>
                    <a:pt x="1589" y="4972"/>
                    <a:pt x="1620" y="4911"/>
                  </a:cubicBezTo>
                  <a:cubicBezTo>
                    <a:pt x="1678" y="4804"/>
                    <a:pt x="1733" y="4700"/>
                    <a:pt x="1797" y="4601"/>
                  </a:cubicBezTo>
                  <a:cubicBezTo>
                    <a:pt x="2039" y="4236"/>
                    <a:pt x="2273" y="3859"/>
                    <a:pt x="2546" y="3511"/>
                  </a:cubicBezTo>
                  <a:cubicBezTo>
                    <a:pt x="3135" y="2760"/>
                    <a:pt x="3854" y="2084"/>
                    <a:pt x="4672" y="1442"/>
                  </a:cubicBezTo>
                  <a:cubicBezTo>
                    <a:pt x="5073" y="1123"/>
                    <a:pt x="5550" y="898"/>
                    <a:pt x="5996" y="600"/>
                  </a:cubicBezTo>
                  <a:cubicBezTo>
                    <a:pt x="6214" y="492"/>
                    <a:pt x="6429" y="385"/>
                    <a:pt x="6647" y="276"/>
                  </a:cubicBezTo>
                  <a:cubicBezTo>
                    <a:pt x="6666" y="270"/>
                    <a:pt x="6688" y="258"/>
                    <a:pt x="6706" y="258"/>
                  </a:cubicBezTo>
                  <a:close/>
                  <a:moveTo>
                    <a:pt x="6816" y="1"/>
                  </a:moveTo>
                  <a:cubicBezTo>
                    <a:pt x="6423" y="143"/>
                    <a:pt x="5964" y="376"/>
                    <a:pt x="5660" y="579"/>
                  </a:cubicBezTo>
                  <a:cubicBezTo>
                    <a:pt x="5563" y="646"/>
                    <a:pt x="5470" y="673"/>
                    <a:pt x="5374" y="739"/>
                  </a:cubicBezTo>
                  <a:cubicBezTo>
                    <a:pt x="5119" y="907"/>
                    <a:pt x="4866" y="1078"/>
                    <a:pt x="4612" y="1245"/>
                  </a:cubicBezTo>
                  <a:cubicBezTo>
                    <a:pt x="4148" y="1609"/>
                    <a:pt x="3731" y="1980"/>
                    <a:pt x="3330" y="2361"/>
                  </a:cubicBezTo>
                  <a:cubicBezTo>
                    <a:pt x="2793" y="2869"/>
                    <a:pt x="2350" y="3435"/>
                    <a:pt x="1948" y="4009"/>
                  </a:cubicBezTo>
                  <a:cubicBezTo>
                    <a:pt x="1803" y="4219"/>
                    <a:pt x="1690" y="4453"/>
                    <a:pt x="1550" y="4662"/>
                  </a:cubicBezTo>
                  <a:cubicBezTo>
                    <a:pt x="1534" y="4687"/>
                    <a:pt x="1517" y="4713"/>
                    <a:pt x="1502" y="4738"/>
                  </a:cubicBezTo>
                  <a:cubicBezTo>
                    <a:pt x="1437" y="4844"/>
                    <a:pt x="1383" y="4954"/>
                    <a:pt x="1316" y="5056"/>
                  </a:cubicBezTo>
                  <a:cubicBezTo>
                    <a:pt x="1290" y="5116"/>
                    <a:pt x="1262" y="5178"/>
                    <a:pt x="1237" y="5238"/>
                  </a:cubicBezTo>
                  <a:cubicBezTo>
                    <a:pt x="1123" y="5412"/>
                    <a:pt x="1022" y="5629"/>
                    <a:pt x="960" y="5827"/>
                  </a:cubicBezTo>
                  <a:lnTo>
                    <a:pt x="801" y="6160"/>
                  </a:lnTo>
                  <a:cubicBezTo>
                    <a:pt x="695" y="6498"/>
                    <a:pt x="550" y="6825"/>
                    <a:pt x="455" y="7171"/>
                  </a:cubicBezTo>
                  <a:cubicBezTo>
                    <a:pt x="320" y="7667"/>
                    <a:pt x="228" y="8170"/>
                    <a:pt x="124" y="8685"/>
                  </a:cubicBezTo>
                  <a:cubicBezTo>
                    <a:pt x="109" y="8762"/>
                    <a:pt x="124" y="8836"/>
                    <a:pt x="106" y="8912"/>
                  </a:cubicBezTo>
                  <a:cubicBezTo>
                    <a:pt x="22" y="9329"/>
                    <a:pt x="25" y="9794"/>
                    <a:pt x="7" y="10235"/>
                  </a:cubicBezTo>
                  <a:cubicBezTo>
                    <a:pt x="0" y="10357"/>
                    <a:pt x="26" y="10463"/>
                    <a:pt x="22" y="10584"/>
                  </a:cubicBezTo>
                  <a:cubicBezTo>
                    <a:pt x="7" y="10888"/>
                    <a:pt x="60" y="11197"/>
                    <a:pt x="82" y="11527"/>
                  </a:cubicBezTo>
                  <a:cubicBezTo>
                    <a:pt x="182" y="12968"/>
                    <a:pt x="881" y="15101"/>
                    <a:pt x="1746" y="16316"/>
                  </a:cubicBezTo>
                  <a:cubicBezTo>
                    <a:pt x="1887" y="16514"/>
                    <a:pt x="1979" y="16716"/>
                    <a:pt x="2123" y="16904"/>
                  </a:cubicBezTo>
                  <a:cubicBezTo>
                    <a:pt x="2838" y="17827"/>
                    <a:pt x="3574" y="18609"/>
                    <a:pt x="4413" y="19262"/>
                  </a:cubicBezTo>
                  <a:cubicBezTo>
                    <a:pt x="4820" y="19579"/>
                    <a:pt x="5266" y="19829"/>
                    <a:pt x="5692" y="20110"/>
                  </a:cubicBezTo>
                  <a:cubicBezTo>
                    <a:pt x="5813" y="20191"/>
                    <a:pt x="5970" y="20265"/>
                    <a:pt x="6101" y="20328"/>
                  </a:cubicBezTo>
                  <a:cubicBezTo>
                    <a:pt x="6153" y="20350"/>
                    <a:pt x="6205" y="20371"/>
                    <a:pt x="6259" y="20395"/>
                  </a:cubicBezTo>
                  <a:cubicBezTo>
                    <a:pt x="6450" y="20518"/>
                    <a:pt x="6690" y="20624"/>
                    <a:pt x="6909" y="20691"/>
                  </a:cubicBezTo>
                  <a:cubicBezTo>
                    <a:pt x="7052" y="20736"/>
                    <a:pt x="7184" y="20829"/>
                    <a:pt x="7328" y="20873"/>
                  </a:cubicBezTo>
                  <a:cubicBezTo>
                    <a:pt x="7787" y="21014"/>
                    <a:pt x="8244" y="21188"/>
                    <a:pt x="8719" y="21295"/>
                  </a:cubicBezTo>
                  <a:cubicBezTo>
                    <a:pt x="9580" y="21484"/>
                    <a:pt x="10475" y="21573"/>
                    <a:pt x="11425" y="21573"/>
                  </a:cubicBezTo>
                  <a:cubicBezTo>
                    <a:pt x="11542" y="21573"/>
                    <a:pt x="11660" y="21572"/>
                    <a:pt x="11778" y="21569"/>
                  </a:cubicBezTo>
                  <a:cubicBezTo>
                    <a:pt x="12216" y="21558"/>
                    <a:pt x="12652" y="21465"/>
                    <a:pt x="13103" y="21424"/>
                  </a:cubicBezTo>
                  <a:cubicBezTo>
                    <a:pt x="13330" y="21377"/>
                    <a:pt x="13558" y="21334"/>
                    <a:pt x="13787" y="21289"/>
                  </a:cubicBezTo>
                  <a:cubicBezTo>
                    <a:pt x="13850" y="21268"/>
                    <a:pt x="13915" y="21251"/>
                    <a:pt x="13976" y="21231"/>
                  </a:cubicBezTo>
                  <a:cubicBezTo>
                    <a:pt x="14151" y="21209"/>
                    <a:pt x="14346" y="21111"/>
                    <a:pt x="14526" y="21090"/>
                  </a:cubicBezTo>
                  <a:cubicBezTo>
                    <a:pt x="14599" y="21063"/>
                    <a:pt x="14670" y="21036"/>
                    <a:pt x="14740" y="21013"/>
                  </a:cubicBezTo>
                  <a:cubicBezTo>
                    <a:pt x="14891" y="20991"/>
                    <a:pt x="15240" y="20864"/>
                    <a:pt x="15369" y="20786"/>
                  </a:cubicBezTo>
                  <a:cubicBezTo>
                    <a:pt x="15435" y="20745"/>
                    <a:pt x="15537" y="20728"/>
                    <a:pt x="15590" y="20694"/>
                  </a:cubicBezTo>
                  <a:cubicBezTo>
                    <a:pt x="15726" y="20640"/>
                    <a:pt x="15862" y="20582"/>
                    <a:pt x="15996" y="20527"/>
                  </a:cubicBezTo>
                  <a:cubicBezTo>
                    <a:pt x="16080" y="20475"/>
                    <a:pt x="16191" y="20451"/>
                    <a:pt x="16281" y="20393"/>
                  </a:cubicBezTo>
                  <a:cubicBezTo>
                    <a:pt x="16476" y="20265"/>
                    <a:pt x="16707" y="20175"/>
                    <a:pt x="16889" y="20051"/>
                  </a:cubicBezTo>
                  <a:cubicBezTo>
                    <a:pt x="17130" y="19887"/>
                    <a:pt x="17377" y="19790"/>
                    <a:pt x="17600" y="19621"/>
                  </a:cubicBezTo>
                  <a:cubicBezTo>
                    <a:pt x="17895" y="19389"/>
                    <a:pt x="18213" y="19192"/>
                    <a:pt x="18487" y="18947"/>
                  </a:cubicBezTo>
                  <a:cubicBezTo>
                    <a:pt x="19099" y="18394"/>
                    <a:pt x="19664" y="17844"/>
                    <a:pt x="20141" y="17231"/>
                  </a:cubicBezTo>
                  <a:cubicBezTo>
                    <a:pt x="20419" y="16875"/>
                    <a:pt x="20657" y="16489"/>
                    <a:pt x="20904" y="16114"/>
                  </a:cubicBezTo>
                  <a:cubicBezTo>
                    <a:pt x="21012" y="15950"/>
                    <a:pt x="21088" y="15765"/>
                    <a:pt x="21197" y="15601"/>
                  </a:cubicBezTo>
                  <a:cubicBezTo>
                    <a:pt x="21226" y="15533"/>
                    <a:pt x="21252" y="15470"/>
                    <a:pt x="21281" y="15405"/>
                  </a:cubicBezTo>
                  <a:cubicBezTo>
                    <a:pt x="21288" y="15392"/>
                    <a:pt x="21297" y="15380"/>
                    <a:pt x="21304" y="15366"/>
                  </a:cubicBezTo>
                  <a:cubicBezTo>
                    <a:pt x="21407" y="15203"/>
                    <a:pt x="21495" y="15009"/>
                    <a:pt x="21551" y="14831"/>
                  </a:cubicBezTo>
                  <a:cubicBezTo>
                    <a:pt x="21588" y="14716"/>
                    <a:pt x="21659" y="14608"/>
                    <a:pt x="21695" y="14490"/>
                  </a:cubicBezTo>
                  <a:cubicBezTo>
                    <a:pt x="21732" y="14375"/>
                    <a:pt x="21806" y="14265"/>
                    <a:pt x="21841" y="14150"/>
                  </a:cubicBezTo>
                  <a:cubicBezTo>
                    <a:pt x="21934" y="13842"/>
                    <a:pt x="22044" y="13537"/>
                    <a:pt x="22127" y="13227"/>
                  </a:cubicBezTo>
                  <a:cubicBezTo>
                    <a:pt x="22348" y="12424"/>
                    <a:pt x="22459" y="11569"/>
                    <a:pt x="22501" y="10687"/>
                  </a:cubicBezTo>
                  <a:cubicBezTo>
                    <a:pt x="22524" y="10219"/>
                    <a:pt x="22479" y="9751"/>
                    <a:pt x="22454" y="9264"/>
                  </a:cubicBezTo>
                  <a:cubicBezTo>
                    <a:pt x="22427" y="9027"/>
                    <a:pt x="22395" y="8790"/>
                    <a:pt x="22366" y="8553"/>
                  </a:cubicBezTo>
                  <a:cubicBezTo>
                    <a:pt x="22351" y="8540"/>
                    <a:pt x="22332" y="8536"/>
                    <a:pt x="22312" y="8536"/>
                  </a:cubicBezTo>
                  <a:cubicBezTo>
                    <a:pt x="22257" y="8536"/>
                    <a:pt x="22188" y="8568"/>
                    <a:pt x="22130" y="8573"/>
                  </a:cubicBezTo>
                  <a:cubicBezTo>
                    <a:pt x="21988" y="8586"/>
                    <a:pt x="21848" y="8618"/>
                    <a:pt x="21694" y="8627"/>
                  </a:cubicBezTo>
                  <a:cubicBezTo>
                    <a:pt x="21383" y="8652"/>
                    <a:pt x="21048" y="8718"/>
                    <a:pt x="20736" y="8740"/>
                  </a:cubicBezTo>
                  <a:cubicBezTo>
                    <a:pt x="20598" y="8749"/>
                    <a:pt x="20487" y="8793"/>
                    <a:pt x="20349" y="8801"/>
                  </a:cubicBezTo>
                  <a:cubicBezTo>
                    <a:pt x="20206" y="8811"/>
                    <a:pt x="20063" y="8848"/>
                    <a:pt x="19913" y="8857"/>
                  </a:cubicBezTo>
                  <a:cubicBezTo>
                    <a:pt x="19894" y="8858"/>
                    <a:pt x="19875" y="8858"/>
                    <a:pt x="19856" y="8858"/>
                  </a:cubicBezTo>
                  <a:cubicBezTo>
                    <a:pt x="19846" y="8858"/>
                    <a:pt x="19837" y="8858"/>
                    <a:pt x="19827" y="8858"/>
                  </a:cubicBezTo>
                  <a:cubicBezTo>
                    <a:pt x="19774" y="8858"/>
                    <a:pt x="19718" y="8860"/>
                    <a:pt x="19655" y="8881"/>
                  </a:cubicBezTo>
                  <a:cubicBezTo>
                    <a:pt x="19718" y="9152"/>
                    <a:pt x="19741" y="9442"/>
                    <a:pt x="19753" y="9700"/>
                  </a:cubicBezTo>
                  <a:cubicBezTo>
                    <a:pt x="19757" y="9896"/>
                    <a:pt x="19792" y="10065"/>
                    <a:pt x="19783" y="10254"/>
                  </a:cubicBezTo>
                  <a:cubicBezTo>
                    <a:pt x="19762" y="10749"/>
                    <a:pt x="19753" y="11237"/>
                    <a:pt x="19660" y="11695"/>
                  </a:cubicBezTo>
                  <a:cubicBezTo>
                    <a:pt x="19602" y="11982"/>
                    <a:pt x="19571" y="12254"/>
                    <a:pt x="19494" y="12530"/>
                  </a:cubicBezTo>
                  <a:cubicBezTo>
                    <a:pt x="19418" y="12811"/>
                    <a:pt x="19312" y="13083"/>
                    <a:pt x="19228" y="13359"/>
                  </a:cubicBezTo>
                  <a:cubicBezTo>
                    <a:pt x="19192" y="13436"/>
                    <a:pt x="19157" y="13510"/>
                    <a:pt x="19120" y="13587"/>
                  </a:cubicBezTo>
                  <a:cubicBezTo>
                    <a:pt x="19052" y="13801"/>
                    <a:pt x="18911" y="14104"/>
                    <a:pt x="18787" y="14296"/>
                  </a:cubicBezTo>
                  <a:cubicBezTo>
                    <a:pt x="18729" y="14384"/>
                    <a:pt x="18699" y="14501"/>
                    <a:pt x="18638" y="14592"/>
                  </a:cubicBezTo>
                  <a:cubicBezTo>
                    <a:pt x="18524" y="14767"/>
                    <a:pt x="18417" y="14947"/>
                    <a:pt x="18303" y="15118"/>
                  </a:cubicBezTo>
                  <a:cubicBezTo>
                    <a:pt x="18266" y="15174"/>
                    <a:pt x="18228" y="15230"/>
                    <a:pt x="18190" y="15284"/>
                  </a:cubicBezTo>
                  <a:cubicBezTo>
                    <a:pt x="17773" y="15879"/>
                    <a:pt x="17245" y="16386"/>
                    <a:pt x="16668" y="16907"/>
                  </a:cubicBezTo>
                  <a:cubicBezTo>
                    <a:pt x="16300" y="17241"/>
                    <a:pt x="15830" y="17480"/>
                    <a:pt x="15385" y="17778"/>
                  </a:cubicBezTo>
                  <a:cubicBezTo>
                    <a:pt x="15205" y="17869"/>
                    <a:pt x="15029" y="17959"/>
                    <a:pt x="14849" y="18048"/>
                  </a:cubicBezTo>
                  <a:lnTo>
                    <a:pt x="14712" y="18099"/>
                  </a:lnTo>
                  <a:cubicBezTo>
                    <a:pt x="14562" y="18196"/>
                    <a:pt x="14094" y="18387"/>
                    <a:pt x="13904" y="18410"/>
                  </a:cubicBezTo>
                  <a:cubicBezTo>
                    <a:pt x="13790" y="18448"/>
                    <a:pt x="13671" y="18487"/>
                    <a:pt x="13558" y="18525"/>
                  </a:cubicBezTo>
                  <a:cubicBezTo>
                    <a:pt x="13481" y="18534"/>
                    <a:pt x="13399" y="18579"/>
                    <a:pt x="13315" y="18590"/>
                  </a:cubicBezTo>
                  <a:cubicBezTo>
                    <a:pt x="13114" y="18614"/>
                    <a:pt x="12901" y="18688"/>
                    <a:pt x="12712" y="18708"/>
                  </a:cubicBezTo>
                  <a:cubicBezTo>
                    <a:pt x="12360" y="18744"/>
                    <a:pt x="12049" y="18826"/>
                    <a:pt x="11716" y="18832"/>
                  </a:cubicBezTo>
                  <a:cubicBezTo>
                    <a:pt x="11607" y="18834"/>
                    <a:pt x="11500" y="18836"/>
                    <a:pt x="11392" y="18836"/>
                  </a:cubicBezTo>
                  <a:cubicBezTo>
                    <a:pt x="10577" y="18836"/>
                    <a:pt x="9802" y="18759"/>
                    <a:pt x="9080" y="18560"/>
                  </a:cubicBezTo>
                  <a:cubicBezTo>
                    <a:pt x="8786" y="18481"/>
                    <a:pt x="8503" y="18372"/>
                    <a:pt x="8216" y="18281"/>
                  </a:cubicBezTo>
                  <a:cubicBezTo>
                    <a:pt x="8139" y="18249"/>
                    <a:pt x="8065" y="18212"/>
                    <a:pt x="7989" y="18176"/>
                  </a:cubicBezTo>
                  <a:cubicBezTo>
                    <a:pt x="7749" y="18102"/>
                    <a:pt x="7491" y="17980"/>
                    <a:pt x="7284" y="17842"/>
                  </a:cubicBezTo>
                  <a:cubicBezTo>
                    <a:pt x="7207" y="17808"/>
                    <a:pt x="7132" y="17772"/>
                    <a:pt x="7056" y="17735"/>
                  </a:cubicBezTo>
                  <a:cubicBezTo>
                    <a:pt x="6684" y="17493"/>
                    <a:pt x="6298" y="17266"/>
                    <a:pt x="5944" y="16982"/>
                  </a:cubicBezTo>
                  <a:cubicBezTo>
                    <a:pt x="5346" y="16507"/>
                    <a:pt x="4829" y="15922"/>
                    <a:pt x="4318" y="15261"/>
                  </a:cubicBezTo>
                  <a:cubicBezTo>
                    <a:pt x="4064" y="14935"/>
                    <a:pt x="3899" y="14543"/>
                    <a:pt x="3661" y="14178"/>
                  </a:cubicBezTo>
                  <a:cubicBezTo>
                    <a:pt x="3578" y="14048"/>
                    <a:pt x="3549" y="13893"/>
                    <a:pt x="3471" y="13769"/>
                  </a:cubicBezTo>
                  <a:cubicBezTo>
                    <a:pt x="3455" y="13721"/>
                    <a:pt x="3434" y="13670"/>
                    <a:pt x="3418" y="13624"/>
                  </a:cubicBezTo>
                  <a:cubicBezTo>
                    <a:pt x="3330" y="13486"/>
                    <a:pt x="3191" y="13132"/>
                    <a:pt x="3170" y="12958"/>
                  </a:cubicBezTo>
                  <a:cubicBezTo>
                    <a:pt x="3116" y="12795"/>
                    <a:pt x="3065" y="12632"/>
                    <a:pt x="3017" y="12469"/>
                  </a:cubicBezTo>
                  <a:cubicBezTo>
                    <a:pt x="3002" y="12349"/>
                    <a:pt x="2940" y="12225"/>
                    <a:pt x="2925" y="12093"/>
                  </a:cubicBezTo>
                  <a:cubicBezTo>
                    <a:pt x="2902" y="11881"/>
                    <a:pt x="2843" y="11654"/>
                    <a:pt x="2828" y="11452"/>
                  </a:cubicBezTo>
                  <a:cubicBezTo>
                    <a:pt x="2815" y="11302"/>
                    <a:pt x="2774" y="11186"/>
                    <a:pt x="2767" y="11040"/>
                  </a:cubicBezTo>
                  <a:cubicBezTo>
                    <a:pt x="2745" y="10617"/>
                    <a:pt x="2728" y="10201"/>
                    <a:pt x="2752" y="9794"/>
                  </a:cubicBezTo>
                  <a:cubicBezTo>
                    <a:pt x="2813" y="8867"/>
                    <a:pt x="3014" y="7990"/>
                    <a:pt x="3340" y="7170"/>
                  </a:cubicBezTo>
                  <a:lnTo>
                    <a:pt x="3340" y="7169"/>
                  </a:lnTo>
                  <a:cubicBezTo>
                    <a:pt x="3594" y="6533"/>
                    <a:pt x="3921" y="5934"/>
                    <a:pt x="4314" y="5377"/>
                  </a:cubicBezTo>
                  <a:cubicBezTo>
                    <a:pt x="4882" y="4569"/>
                    <a:pt x="5601" y="3919"/>
                    <a:pt x="6489" y="3255"/>
                  </a:cubicBezTo>
                  <a:cubicBezTo>
                    <a:pt x="6791" y="3028"/>
                    <a:pt x="7156" y="2890"/>
                    <a:pt x="7489" y="2673"/>
                  </a:cubicBezTo>
                  <a:cubicBezTo>
                    <a:pt x="7613" y="2592"/>
                    <a:pt x="7876" y="2550"/>
                    <a:pt x="7946" y="2465"/>
                  </a:cubicBezTo>
                  <a:cubicBezTo>
                    <a:pt x="7968" y="2455"/>
                    <a:pt x="7991" y="2448"/>
                    <a:pt x="8013" y="2439"/>
                  </a:cubicBezTo>
                  <a:cubicBezTo>
                    <a:pt x="7848" y="2189"/>
                    <a:pt x="7741" y="1825"/>
                    <a:pt x="7575" y="1556"/>
                  </a:cubicBezTo>
                  <a:cubicBezTo>
                    <a:pt x="7505" y="1445"/>
                    <a:pt x="7482" y="1312"/>
                    <a:pt x="7416" y="1215"/>
                  </a:cubicBezTo>
                  <a:cubicBezTo>
                    <a:pt x="7369" y="1100"/>
                    <a:pt x="7318" y="982"/>
                    <a:pt x="7271" y="867"/>
                  </a:cubicBezTo>
                  <a:cubicBezTo>
                    <a:pt x="7168" y="703"/>
                    <a:pt x="7120" y="473"/>
                    <a:pt x="7012" y="306"/>
                  </a:cubicBezTo>
                  <a:cubicBezTo>
                    <a:pt x="6951" y="207"/>
                    <a:pt x="6874" y="132"/>
                    <a:pt x="6829" y="5"/>
                  </a:cubicBezTo>
                  <a:cubicBezTo>
                    <a:pt x="6823" y="4"/>
                    <a:pt x="6820" y="1"/>
                    <a:pt x="68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20"/>
            <p:cNvSpPr/>
            <p:nvPr/>
          </p:nvSpPr>
          <p:spPr>
            <a:xfrm>
              <a:off x="968008" y="2198371"/>
              <a:ext cx="37544" cy="31603"/>
            </a:xfrm>
            <a:custGeom>
              <a:rect b="b" l="l" r="r" t="t"/>
              <a:pathLst>
                <a:path extrusionOk="0" h="1117" w="1327">
                  <a:moveTo>
                    <a:pt x="1246" y="0"/>
                  </a:moveTo>
                  <a:cubicBezTo>
                    <a:pt x="1243" y="0"/>
                    <a:pt x="1241" y="0"/>
                    <a:pt x="1238" y="1"/>
                  </a:cubicBezTo>
                  <a:cubicBezTo>
                    <a:pt x="686" y="53"/>
                    <a:pt x="232" y="549"/>
                    <a:pt x="21" y="1031"/>
                  </a:cubicBezTo>
                  <a:cubicBezTo>
                    <a:pt x="1" y="1078"/>
                    <a:pt x="41" y="1116"/>
                    <a:pt x="80" y="1116"/>
                  </a:cubicBezTo>
                  <a:cubicBezTo>
                    <a:pt x="99" y="1116"/>
                    <a:pt x="119" y="1107"/>
                    <a:pt x="130" y="1084"/>
                  </a:cubicBezTo>
                  <a:cubicBezTo>
                    <a:pt x="385" y="571"/>
                    <a:pt x="776" y="364"/>
                    <a:pt x="1266" y="127"/>
                  </a:cubicBezTo>
                  <a:cubicBezTo>
                    <a:pt x="1326" y="98"/>
                    <a:pt x="1317" y="0"/>
                    <a:pt x="12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20"/>
            <p:cNvSpPr/>
            <p:nvPr/>
          </p:nvSpPr>
          <p:spPr>
            <a:xfrm>
              <a:off x="959322" y="2194467"/>
              <a:ext cx="26510" cy="22351"/>
            </a:xfrm>
            <a:custGeom>
              <a:rect b="b" l="l" r="r" t="t"/>
              <a:pathLst>
                <a:path extrusionOk="0" h="790" w="937">
                  <a:moveTo>
                    <a:pt x="815" y="0"/>
                  </a:moveTo>
                  <a:cubicBezTo>
                    <a:pt x="805" y="0"/>
                    <a:pt x="793" y="2"/>
                    <a:pt x="780" y="6"/>
                  </a:cubicBezTo>
                  <a:cubicBezTo>
                    <a:pt x="443" y="112"/>
                    <a:pt x="203" y="345"/>
                    <a:pt x="36" y="655"/>
                  </a:cubicBezTo>
                  <a:cubicBezTo>
                    <a:pt x="0" y="720"/>
                    <a:pt x="67" y="790"/>
                    <a:pt x="128" y="790"/>
                  </a:cubicBezTo>
                  <a:cubicBezTo>
                    <a:pt x="152" y="790"/>
                    <a:pt x="175" y="779"/>
                    <a:pt x="192" y="754"/>
                  </a:cubicBezTo>
                  <a:cubicBezTo>
                    <a:pt x="350" y="508"/>
                    <a:pt x="583" y="316"/>
                    <a:pt x="844" y="182"/>
                  </a:cubicBezTo>
                  <a:cubicBezTo>
                    <a:pt x="937" y="135"/>
                    <a:pt x="907" y="0"/>
                    <a:pt x="8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20"/>
            <p:cNvSpPr/>
            <p:nvPr/>
          </p:nvSpPr>
          <p:spPr>
            <a:xfrm>
              <a:off x="738902" y="2306417"/>
              <a:ext cx="57264" cy="46428"/>
            </a:xfrm>
            <a:custGeom>
              <a:rect b="b" l="l" r="r" t="t"/>
              <a:pathLst>
                <a:path extrusionOk="0" h="1641" w="2024">
                  <a:moveTo>
                    <a:pt x="1945" y="0"/>
                  </a:moveTo>
                  <a:cubicBezTo>
                    <a:pt x="1938" y="0"/>
                    <a:pt x="1930" y="2"/>
                    <a:pt x="1921" y="5"/>
                  </a:cubicBezTo>
                  <a:cubicBezTo>
                    <a:pt x="1180" y="343"/>
                    <a:pt x="555" y="952"/>
                    <a:pt x="30" y="1564"/>
                  </a:cubicBezTo>
                  <a:cubicBezTo>
                    <a:pt x="0" y="1599"/>
                    <a:pt x="32" y="1640"/>
                    <a:pt x="67" y="1640"/>
                  </a:cubicBezTo>
                  <a:cubicBezTo>
                    <a:pt x="79" y="1640"/>
                    <a:pt x="91" y="1636"/>
                    <a:pt x="101" y="1625"/>
                  </a:cubicBezTo>
                  <a:cubicBezTo>
                    <a:pt x="668" y="1017"/>
                    <a:pt x="1312" y="594"/>
                    <a:pt x="1978" y="113"/>
                  </a:cubicBezTo>
                  <a:cubicBezTo>
                    <a:pt x="2024" y="79"/>
                    <a:pt x="1996" y="0"/>
                    <a:pt x="19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20"/>
            <p:cNvSpPr/>
            <p:nvPr/>
          </p:nvSpPr>
          <p:spPr>
            <a:xfrm>
              <a:off x="753925" y="2289697"/>
              <a:ext cx="42297" cy="27755"/>
            </a:xfrm>
            <a:custGeom>
              <a:rect b="b" l="l" r="r" t="t"/>
              <a:pathLst>
                <a:path extrusionOk="0" h="981" w="1495">
                  <a:moveTo>
                    <a:pt x="1399" y="1"/>
                  </a:moveTo>
                  <a:cubicBezTo>
                    <a:pt x="1395" y="1"/>
                    <a:pt x="1391" y="1"/>
                    <a:pt x="1387" y="2"/>
                  </a:cubicBezTo>
                  <a:cubicBezTo>
                    <a:pt x="860" y="96"/>
                    <a:pt x="400" y="483"/>
                    <a:pt x="47" y="868"/>
                  </a:cubicBezTo>
                  <a:cubicBezTo>
                    <a:pt x="0" y="919"/>
                    <a:pt x="50" y="980"/>
                    <a:pt x="104" y="980"/>
                  </a:cubicBezTo>
                  <a:cubicBezTo>
                    <a:pt x="122" y="980"/>
                    <a:pt x="139" y="974"/>
                    <a:pt x="154" y="960"/>
                  </a:cubicBezTo>
                  <a:cubicBezTo>
                    <a:pt x="540" y="586"/>
                    <a:pt x="983" y="402"/>
                    <a:pt x="1435" y="138"/>
                  </a:cubicBezTo>
                  <a:cubicBezTo>
                    <a:pt x="1495" y="104"/>
                    <a:pt x="1464" y="1"/>
                    <a:pt x="13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20"/>
            <p:cNvSpPr/>
            <p:nvPr/>
          </p:nvSpPr>
          <p:spPr>
            <a:xfrm>
              <a:off x="1233016" y="2517756"/>
              <a:ext cx="19182" cy="30386"/>
            </a:xfrm>
            <a:custGeom>
              <a:rect b="b" l="l" r="r" t="t"/>
              <a:pathLst>
                <a:path extrusionOk="0" h="1074" w="678">
                  <a:moveTo>
                    <a:pt x="600" y="0"/>
                  </a:moveTo>
                  <a:cubicBezTo>
                    <a:pt x="558" y="0"/>
                    <a:pt x="514" y="30"/>
                    <a:pt x="513" y="84"/>
                  </a:cubicBezTo>
                  <a:cubicBezTo>
                    <a:pt x="507" y="455"/>
                    <a:pt x="297" y="728"/>
                    <a:pt x="39" y="974"/>
                  </a:cubicBezTo>
                  <a:cubicBezTo>
                    <a:pt x="1" y="1010"/>
                    <a:pt x="41" y="1074"/>
                    <a:pt x="87" y="1074"/>
                  </a:cubicBezTo>
                  <a:cubicBezTo>
                    <a:pt x="93" y="1074"/>
                    <a:pt x="100" y="1072"/>
                    <a:pt x="106" y="1070"/>
                  </a:cubicBezTo>
                  <a:cubicBezTo>
                    <a:pt x="490" y="911"/>
                    <a:pt x="678" y="472"/>
                    <a:pt x="672" y="72"/>
                  </a:cubicBezTo>
                  <a:cubicBezTo>
                    <a:pt x="671" y="23"/>
                    <a:pt x="637" y="0"/>
                    <a:pt x="6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20"/>
            <p:cNvSpPr/>
            <p:nvPr/>
          </p:nvSpPr>
          <p:spPr>
            <a:xfrm>
              <a:off x="1240966" y="2530431"/>
              <a:ext cx="20880" cy="31433"/>
            </a:xfrm>
            <a:custGeom>
              <a:rect b="b" l="l" r="r" t="t"/>
              <a:pathLst>
                <a:path extrusionOk="0" h="1111" w="738">
                  <a:moveTo>
                    <a:pt x="647" y="0"/>
                  </a:moveTo>
                  <a:cubicBezTo>
                    <a:pt x="613" y="0"/>
                    <a:pt x="579" y="19"/>
                    <a:pt x="568" y="62"/>
                  </a:cubicBezTo>
                  <a:cubicBezTo>
                    <a:pt x="479" y="420"/>
                    <a:pt x="283" y="710"/>
                    <a:pt x="43" y="987"/>
                  </a:cubicBezTo>
                  <a:cubicBezTo>
                    <a:pt x="0" y="1038"/>
                    <a:pt x="48" y="1111"/>
                    <a:pt x="102" y="1111"/>
                  </a:cubicBezTo>
                  <a:cubicBezTo>
                    <a:pt x="116" y="1111"/>
                    <a:pt x="130" y="1106"/>
                    <a:pt x="144" y="1096"/>
                  </a:cubicBezTo>
                  <a:cubicBezTo>
                    <a:pt x="458" y="849"/>
                    <a:pt x="644" y="478"/>
                    <a:pt x="725" y="91"/>
                  </a:cubicBezTo>
                  <a:cubicBezTo>
                    <a:pt x="738" y="34"/>
                    <a:pt x="693" y="0"/>
                    <a:pt x="6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20"/>
            <p:cNvSpPr/>
            <p:nvPr/>
          </p:nvSpPr>
          <p:spPr>
            <a:xfrm>
              <a:off x="1036106" y="2761970"/>
              <a:ext cx="509152" cy="522987"/>
            </a:xfrm>
            <a:custGeom>
              <a:rect b="b" l="l" r="r" t="t"/>
              <a:pathLst>
                <a:path extrusionOk="0" h="18485" w="17996">
                  <a:moveTo>
                    <a:pt x="7454" y="2384"/>
                  </a:moveTo>
                  <a:cubicBezTo>
                    <a:pt x="7613" y="2384"/>
                    <a:pt x="7771" y="2402"/>
                    <a:pt x="7927" y="2441"/>
                  </a:cubicBezTo>
                  <a:cubicBezTo>
                    <a:pt x="8001" y="2461"/>
                    <a:pt x="7981" y="2567"/>
                    <a:pt x="7909" y="2570"/>
                  </a:cubicBezTo>
                  <a:cubicBezTo>
                    <a:pt x="7191" y="2592"/>
                    <a:pt x="6572" y="2646"/>
                    <a:pt x="5944" y="3024"/>
                  </a:cubicBezTo>
                  <a:cubicBezTo>
                    <a:pt x="5931" y="3031"/>
                    <a:pt x="5918" y="3035"/>
                    <a:pt x="5907" y="3035"/>
                  </a:cubicBezTo>
                  <a:cubicBezTo>
                    <a:pt x="5846" y="3035"/>
                    <a:pt x="5807" y="2944"/>
                    <a:pt x="5872" y="2904"/>
                  </a:cubicBezTo>
                  <a:cubicBezTo>
                    <a:pt x="6331" y="2604"/>
                    <a:pt x="6895" y="2384"/>
                    <a:pt x="7454" y="2384"/>
                  </a:cubicBezTo>
                  <a:close/>
                  <a:moveTo>
                    <a:pt x="6597" y="2189"/>
                  </a:moveTo>
                  <a:cubicBezTo>
                    <a:pt x="6656" y="2189"/>
                    <a:pt x="6715" y="2191"/>
                    <a:pt x="6774" y="2196"/>
                  </a:cubicBezTo>
                  <a:cubicBezTo>
                    <a:pt x="6828" y="2202"/>
                    <a:pt x="6828" y="2275"/>
                    <a:pt x="6774" y="2282"/>
                  </a:cubicBezTo>
                  <a:cubicBezTo>
                    <a:pt x="6034" y="2361"/>
                    <a:pt x="5367" y="2563"/>
                    <a:pt x="4797" y="3058"/>
                  </a:cubicBezTo>
                  <a:cubicBezTo>
                    <a:pt x="4789" y="3065"/>
                    <a:pt x="4781" y="3067"/>
                    <a:pt x="4774" y="3067"/>
                  </a:cubicBezTo>
                  <a:cubicBezTo>
                    <a:pt x="4745" y="3067"/>
                    <a:pt x="4722" y="3032"/>
                    <a:pt x="4747" y="3008"/>
                  </a:cubicBezTo>
                  <a:cubicBezTo>
                    <a:pt x="5249" y="2525"/>
                    <a:pt x="5899" y="2189"/>
                    <a:pt x="6597" y="2189"/>
                  </a:cubicBezTo>
                  <a:close/>
                  <a:moveTo>
                    <a:pt x="1570" y="8095"/>
                  </a:moveTo>
                  <a:cubicBezTo>
                    <a:pt x="1614" y="8095"/>
                    <a:pt x="1656" y="8130"/>
                    <a:pt x="1640" y="8186"/>
                  </a:cubicBezTo>
                  <a:cubicBezTo>
                    <a:pt x="1550" y="8448"/>
                    <a:pt x="1467" y="8686"/>
                    <a:pt x="1495" y="8970"/>
                  </a:cubicBezTo>
                  <a:cubicBezTo>
                    <a:pt x="1499" y="9003"/>
                    <a:pt x="1473" y="9020"/>
                    <a:pt x="1447" y="9020"/>
                  </a:cubicBezTo>
                  <a:cubicBezTo>
                    <a:pt x="1425" y="9020"/>
                    <a:pt x="1402" y="9008"/>
                    <a:pt x="1396" y="8984"/>
                  </a:cubicBezTo>
                  <a:cubicBezTo>
                    <a:pt x="1322" y="8700"/>
                    <a:pt x="1325" y="8374"/>
                    <a:pt x="1503" y="8131"/>
                  </a:cubicBezTo>
                  <a:cubicBezTo>
                    <a:pt x="1520" y="8106"/>
                    <a:pt x="1545" y="8095"/>
                    <a:pt x="1570" y="8095"/>
                  </a:cubicBezTo>
                  <a:close/>
                  <a:moveTo>
                    <a:pt x="1158" y="8380"/>
                  </a:moveTo>
                  <a:cubicBezTo>
                    <a:pt x="1183" y="8380"/>
                    <a:pt x="1206" y="8396"/>
                    <a:pt x="1204" y="8429"/>
                  </a:cubicBezTo>
                  <a:cubicBezTo>
                    <a:pt x="1198" y="8620"/>
                    <a:pt x="1141" y="8801"/>
                    <a:pt x="1134" y="8993"/>
                  </a:cubicBezTo>
                  <a:cubicBezTo>
                    <a:pt x="1125" y="9210"/>
                    <a:pt x="1163" y="9418"/>
                    <a:pt x="1235" y="9618"/>
                  </a:cubicBezTo>
                  <a:cubicBezTo>
                    <a:pt x="1249" y="9659"/>
                    <a:pt x="1212" y="9689"/>
                    <a:pt x="1178" y="9689"/>
                  </a:cubicBezTo>
                  <a:cubicBezTo>
                    <a:pt x="1161" y="9689"/>
                    <a:pt x="1144" y="9681"/>
                    <a:pt x="1136" y="9662"/>
                  </a:cubicBezTo>
                  <a:cubicBezTo>
                    <a:pt x="968" y="9301"/>
                    <a:pt x="843" y="8750"/>
                    <a:pt x="1111" y="8406"/>
                  </a:cubicBezTo>
                  <a:cubicBezTo>
                    <a:pt x="1121" y="8389"/>
                    <a:pt x="1140" y="8380"/>
                    <a:pt x="1158" y="8380"/>
                  </a:cubicBezTo>
                  <a:close/>
                  <a:moveTo>
                    <a:pt x="8628" y="5500"/>
                  </a:moveTo>
                  <a:cubicBezTo>
                    <a:pt x="8720" y="5500"/>
                    <a:pt x="8816" y="5509"/>
                    <a:pt x="8882" y="5523"/>
                  </a:cubicBezTo>
                  <a:cubicBezTo>
                    <a:pt x="8974" y="5530"/>
                    <a:pt x="9070" y="5539"/>
                    <a:pt x="9160" y="5546"/>
                  </a:cubicBezTo>
                  <a:cubicBezTo>
                    <a:pt x="9394" y="5600"/>
                    <a:pt x="9634" y="5635"/>
                    <a:pt x="9840" y="5719"/>
                  </a:cubicBezTo>
                  <a:cubicBezTo>
                    <a:pt x="10858" y="6141"/>
                    <a:pt x="11572" y="6798"/>
                    <a:pt x="11993" y="7813"/>
                  </a:cubicBezTo>
                  <a:cubicBezTo>
                    <a:pt x="12091" y="8048"/>
                    <a:pt x="12137" y="8314"/>
                    <a:pt x="12204" y="8590"/>
                  </a:cubicBezTo>
                  <a:lnTo>
                    <a:pt x="12242" y="8983"/>
                  </a:lnTo>
                  <a:cubicBezTo>
                    <a:pt x="12257" y="9786"/>
                    <a:pt x="12082" y="10417"/>
                    <a:pt x="11781" y="10909"/>
                  </a:cubicBezTo>
                  <a:cubicBezTo>
                    <a:pt x="11723" y="11005"/>
                    <a:pt x="11684" y="11100"/>
                    <a:pt x="11623" y="11189"/>
                  </a:cubicBezTo>
                  <a:cubicBezTo>
                    <a:pt x="11208" y="11779"/>
                    <a:pt x="10670" y="12222"/>
                    <a:pt x="9968" y="12526"/>
                  </a:cubicBezTo>
                  <a:cubicBezTo>
                    <a:pt x="9741" y="12625"/>
                    <a:pt x="9491" y="12670"/>
                    <a:pt x="9230" y="12737"/>
                  </a:cubicBezTo>
                  <a:cubicBezTo>
                    <a:pt x="9157" y="12757"/>
                    <a:pt x="9094" y="12743"/>
                    <a:pt x="9019" y="12762"/>
                  </a:cubicBezTo>
                  <a:cubicBezTo>
                    <a:pt x="8958" y="12773"/>
                    <a:pt x="8841" y="12785"/>
                    <a:pt x="8732" y="12791"/>
                  </a:cubicBezTo>
                  <a:cubicBezTo>
                    <a:pt x="8711" y="12791"/>
                    <a:pt x="8691" y="12792"/>
                    <a:pt x="8671" y="12792"/>
                  </a:cubicBezTo>
                  <a:cubicBezTo>
                    <a:pt x="8622" y="12792"/>
                    <a:pt x="8579" y="12790"/>
                    <a:pt x="8549" y="12784"/>
                  </a:cubicBezTo>
                  <a:lnTo>
                    <a:pt x="8412" y="12784"/>
                  </a:lnTo>
                  <a:lnTo>
                    <a:pt x="8119" y="12762"/>
                  </a:lnTo>
                  <a:cubicBezTo>
                    <a:pt x="7998" y="12737"/>
                    <a:pt x="7877" y="12715"/>
                    <a:pt x="7757" y="12692"/>
                  </a:cubicBezTo>
                  <a:cubicBezTo>
                    <a:pt x="7539" y="12625"/>
                    <a:pt x="7326" y="12568"/>
                    <a:pt x="7130" y="12481"/>
                  </a:cubicBezTo>
                  <a:cubicBezTo>
                    <a:pt x="6147" y="12051"/>
                    <a:pt x="5458" y="11234"/>
                    <a:pt x="5105" y="10169"/>
                  </a:cubicBezTo>
                  <a:cubicBezTo>
                    <a:pt x="5047" y="9996"/>
                    <a:pt x="5036" y="9815"/>
                    <a:pt x="4994" y="9633"/>
                  </a:cubicBezTo>
                  <a:cubicBezTo>
                    <a:pt x="4994" y="9631"/>
                    <a:pt x="4993" y="9626"/>
                    <a:pt x="4993" y="9624"/>
                  </a:cubicBezTo>
                  <a:cubicBezTo>
                    <a:pt x="4971" y="9541"/>
                    <a:pt x="4987" y="9448"/>
                    <a:pt x="4970" y="9368"/>
                  </a:cubicBezTo>
                  <a:lnTo>
                    <a:pt x="4970" y="9210"/>
                  </a:lnTo>
                  <a:cubicBezTo>
                    <a:pt x="4967" y="9098"/>
                    <a:pt x="4959" y="8935"/>
                    <a:pt x="4986" y="8825"/>
                  </a:cubicBezTo>
                  <a:lnTo>
                    <a:pt x="4986" y="8742"/>
                  </a:lnTo>
                  <a:cubicBezTo>
                    <a:pt x="5000" y="8643"/>
                    <a:pt x="5015" y="8544"/>
                    <a:pt x="5031" y="8447"/>
                  </a:cubicBezTo>
                  <a:cubicBezTo>
                    <a:pt x="5096" y="8198"/>
                    <a:pt x="5159" y="7965"/>
                    <a:pt x="5249" y="7750"/>
                  </a:cubicBezTo>
                  <a:cubicBezTo>
                    <a:pt x="5618" y="6888"/>
                    <a:pt x="6253" y="6200"/>
                    <a:pt x="7107" y="5824"/>
                  </a:cubicBezTo>
                  <a:cubicBezTo>
                    <a:pt x="7278" y="5750"/>
                    <a:pt x="7446" y="5704"/>
                    <a:pt x="7635" y="5645"/>
                  </a:cubicBezTo>
                  <a:cubicBezTo>
                    <a:pt x="7799" y="5591"/>
                    <a:pt x="7988" y="5574"/>
                    <a:pt x="8171" y="5530"/>
                  </a:cubicBezTo>
                  <a:cubicBezTo>
                    <a:pt x="8264" y="5524"/>
                    <a:pt x="8359" y="5521"/>
                    <a:pt x="8452" y="5515"/>
                  </a:cubicBezTo>
                  <a:cubicBezTo>
                    <a:pt x="8501" y="5505"/>
                    <a:pt x="8564" y="5500"/>
                    <a:pt x="8628" y="5500"/>
                  </a:cubicBezTo>
                  <a:close/>
                  <a:moveTo>
                    <a:pt x="5369" y="15499"/>
                  </a:moveTo>
                  <a:cubicBezTo>
                    <a:pt x="5377" y="15499"/>
                    <a:pt x="5385" y="15501"/>
                    <a:pt x="5394" y="15504"/>
                  </a:cubicBezTo>
                  <a:cubicBezTo>
                    <a:pt x="5913" y="15658"/>
                    <a:pt x="6388" y="15814"/>
                    <a:pt x="6912" y="15814"/>
                  </a:cubicBezTo>
                  <a:cubicBezTo>
                    <a:pt x="7036" y="15814"/>
                    <a:pt x="7163" y="15805"/>
                    <a:pt x="7293" y="15786"/>
                  </a:cubicBezTo>
                  <a:cubicBezTo>
                    <a:pt x="7297" y="15785"/>
                    <a:pt x="7301" y="15785"/>
                    <a:pt x="7305" y="15785"/>
                  </a:cubicBezTo>
                  <a:cubicBezTo>
                    <a:pt x="7365" y="15785"/>
                    <a:pt x="7387" y="15871"/>
                    <a:pt x="7322" y="15890"/>
                  </a:cubicBezTo>
                  <a:cubicBezTo>
                    <a:pt x="7074" y="15953"/>
                    <a:pt x="6806" y="15992"/>
                    <a:pt x="6539" y="15992"/>
                  </a:cubicBezTo>
                  <a:cubicBezTo>
                    <a:pt x="6110" y="15992"/>
                    <a:pt x="5682" y="15892"/>
                    <a:pt x="5340" y="15629"/>
                  </a:cubicBezTo>
                  <a:cubicBezTo>
                    <a:pt x="5286" y="15590"/>
                    <a:pt x="5305" y="15499"/>
                    <a:pt x="5369" y="15499"/>
                  </a:cubicBezTo>
                  <a:close/>
                  <a:moveTo>
                    <a:pt x="6614" y="16334"/>
                  </a:moveTo>
                  <a:cubicBezTo>
                    <a:pt x="6621" y="16334"/>
                    <a:pt x="6628" y="16335"/>
                    <a:pt x="6636" y="16338"/>
                  </a:cubicBezTo>
                  <a:cubicBezTo>
                    <a:pt x="7029" y="16491"/>
                    <a:pt x="7390" y="16613"/>
                    <a:pt x="7761" y="16613"/>
                  </a:cubicBezTo>
                  <a:cubicBezTo>
                    <a:pt x="8008" y="16613"/>
                    <a:pt x="8259" y="16558"/>
                    <a:pt x="8527" y="16423"/>
                  </a:cubicBezTo>
                  <a:cubicBezTo>
                    <a:pt x="8537" y="16418"/>
                    <a:pt x="8546" y="16416"/>
                    <a:pt x="8555" y="16416"/>
                  </a:cubicBezTo>
                  <a:cubicBezTo>
                    <a:pt x="8608" y="16416"/>
                    <a:pt x="8642" y="16490"/>
                    <a:pt x="8587" y="16523"/>
                  </a:cubicBezTo>
                  <a:cubicBezTo>
                    <a:pt x="8291" y="16699"/>
                    <a:pt x="7912" y="16811"/>
                    <a:pt x="7541" y="16811"/>
                  </a:cubicBezTo>
                  <a:cubicBezTo>
                    <a:pt x="7180" y="16811"/>
                    <a:pt x="6828" y="16705"/>
                    <a:pt x="6570" y="16449"/>
                  </a:cubicBezTo>
                  <a:cubicBezTo>
                    <a:pt x="6533" y="16410"/>
                    <a:pt x="6563" y="16334"/>
                    <a:pt x="6614" y="16334"/>
                  </a:cubicBezTo>
                  <a:close/>
                  <a:moveTo>
                    <a:pt x="10027" y="0"/>
                  </a:moveTo>
                  <a:cubicBezTo>
                    <a:pt x="10003" y="0"/>
                    <a:pt x="9980" y="2"/>
                    <a:pt x="9961" y="7"/>
                  </a:cubicBezTo>
                  <a:cubicBezTo>
                    <a:pt x="9888" y="21"/>
                    <a:pt x="9795" y="30"/>
                    <a:pt x="9727" y="36"/>
                  </a:cubicBezTo>
                  <a:cubicBezTo>
                    <a:pt x="9597" y="254"/>
                    <a:pt x="9551" y="578"/>
                    <a:pt x="9464" y="837"/>
                  </a:cubicBezTo>
                  <a:cubicBezTo>
                    <a:pt x="9443" y="891"/>
                    <a:pt x="9392" y="1117"/>
                    <a:pt x="9365" y="1139"/>
                  </a:cubicBezTo>
                  <a:cubicBezTo>
                    <a:pt x="9354" y="1148"/>
                    <a:pt x="9336" y="1151"/>
                    <a:pt x="9316" y="1151"/>
                  </a:cubicBezTo>
                  <a:cubicBezTo>
                    <a:pt x="9276" y="1151"/>
                    <a:pt x="9226" y="1140"/>
                    <a:pt x="9198" y="1139"/>
                  </a:cubicBezTo>
                  <a:cubicBezTo>
                    <a:pt x="9057" y="1133"/>
                    <a:pt x="8913" y="1117"/>
                    <a:pt x="8760" y="1117"/>
                  </a:cubicBezTo>
                  <a:cubicBezTo>
                    <a:pt x="8636" y="1117"/>
                    <a:pt x="8498" y="1113"/>
                    <a:pt x="8363" y="1113"/>
                  </a:cubicBezTo>
                  <a:cubicBezTo>
                    <a:pt x="8206" y="1113"/>
                    <a:pt x="8052" y="1119"/>
                    <a:pt x="7930" y="1147"/>
                  </a:cubicBezTo>
                  <a:cubicBezTo>
                    <a:pt x="7825" y="1170"/>
                    <a:pt x="7720" y="1155"/>
                    <a:pt x="7627" y="1177"/>
                  </a:cubicBezTo>
                  <a:cubicBezTo>
                    <a:pt x="7501" y="1206"/>
                    <a:pt x="7386" y="1192"/>
                    <a:pt x="7264" y="1222"/>
                  </a:cubicBezTo>
                  <a:cubicBezTo>
                    <a:pt x="7009" y="1288"/>
                    <a:pt x="6748" y="1308"/>
                    <a:pt x="6502" y="1388"/>
                  </a:cubicBezTo>
                  <a:cubicBezTo>
                    <a:pt x="6237" y="1477"/>
                    <a:pt x="5968" y="1541"/>
                    <a:pt x="5717" y="1647"/>
                  </a:cubicBezTo>
                  <a:cubicBezTo>
                    <a:pt x="5541" y="1719"/>
                    <a:pt x="5359" y="1804"/>
                    <a:pt x="5189" y="1881"/>
                  </a:cubicBezTo>
                  <a:cubicBezTo>
                    <a:pt x="5047" y="1942"/>
                    <a:pt x="4909" y="1999"/>
                    <a:pt x="4779" y="2077"/>
                  </a:cubicBezTo>
                  <a:cubicBezTo>
                    <a:pt x="4499" y="2250"/>
                    <a:pt x="4211" y="2410"/>
                    <a:pt x="3942" y="2596"/>
                  </a:cubicBezTo>
                  <a:cubicBezTo>
                    <a:pt x="3853" y="2659"/>
                    <a:pt x="3767" y="2727"/>
                    <a:pt x="3679" y="2795"/>
                  </a:cubicBezTo>
                  <a:cubicBezTo>
                    <a:pt x="3641" y="2820"/>
                    <a:pt x="3619" y="2868"/>
                    <a:pt x="3564" y="2877"/>
                  </a:cubicBezTo>
                  <a:cubicBezTo>
                    <a:pt x="3539" y="2843"/>
                    <a:pt x="3490" y="2832"/>
                    <a:pt x="3459" y="2803"/>
                  </a:cubicBezTo>
                  <a:cubicBezTo>
                    <a:pt x="3385" y="2727"/>
                    <a:pt x="3302" y="2667"/>
                    <a:pt x="3218" y="2606"/>
                  </a:cubicBezTo>
                  <a:cubicBezTo>
                    <a:pt x="3061" y="2491"/>
                    <a:pt x="2930" y="2340"/>
                    <a:pt x="2771" y="2228"/>
                  </a:cubicBezTo>
                  <a:cubicBezTo>
                    <a:pt x="2732" y="2197"/>
                    <a:pt x="2607" y="2104"/>
                    <a:pt x="2528" y="2104"/>
                  </a:cubicBezTo>
                  <a:cubicBezTo>
                    <a:pt x="2515" y="2104"/>
                    <a:pt x="2502" y="2107"/>
                    <a:pt x="2492" y="2113"/>
                  </a:cubicBezTo>
                  <a:cubicBezTo>
                    <a:pt x="2392" y="2145"/>
                    <a:pt x="2322" y="2244"/>
                    <a:pt x="2242" y="2302"/>
                  </a:cubicBezTo>
                  <a:cubicBezTo>
                    <a:pt x="2071" y="2433"/>
                    <a:pt x="1884" y="2589"/>
                    <a:pt x="1752" y="2763"/>
                  </a:cubicBezTo>
                  <a:cubicBezTo>
                    <a:pt x="1711" y="2803"/>
                    <a:pt x="1674" y="2840"/>
                    <a:pt x="1631" y="2877"/>
                  </a:cubicBezTo>
                  <a:cubicBezTo>
                    <a:pt x="1543" y="2994"/>
                    <a:pt x="1431" y="3095"/>
                    <a:pt x="1345" y="3210"/>
                  </a:cubicBezTo>
                  <a:cubicBezTo>
                    <a:pt x="1048" y="3607"/>
                    <a:pt x="749" y="3996"/>
                    <a:pt x="537" y="4479"/>
                  </a:cubicBezTo>
                  <a:cubicBezTo>
                    <a:pt x="535" y="4486"/>
                    <a:pt x="529" y="4496"/>
                    <a:pt x="524" y="4504"/>
                  </a:cubicBezTo>
                  <a:cubicBezTo>
                    <a:pt x="420" y="4736"/>
                    <a:pt x="275" y="4973"/>
                    <a:pt x="273" y="5292"/>
                  </a:cubicBezTo>
                  <a:cubicBezTo>
                    <a:pt x="340" y="5337"/>
                    <a:pt x="387" y="5414"/>
                    <a:pt x="452" y="5459"/>
                  </a:cubicBezTo>
                  <a:cubicBezTo>
                    <a:pt x="477" y="5475"/>
                    <a:pt x="506" y="5473"/>
                    <a:pt x="529" y="5489"/>
                  </a:cubicBezTo>
                  <a:cubicBezTo>
                    <a:pt x="660" y="5572"/>
                    <a:pt x="793" y="5659"/>
                    <a:pt x="922" y="5747"/>
                  </a:cubicBezTo>
                  <a:cubicBezTo>
                    <a:pt x="1022" y="5814"/>
                    <a:pt x="1117" y="5909"/>
                    <a:pt x="1223" y="5965"/>
                  </a:cubicBezTo>
                  <a:cubicBezTo>
                    <a:pt x="1118" y="6251"/>
                    <a:pt x="998" y="6540"/>
                    <a:pt x="900" y="6841"/>
                  </a:cubicBezTo>
                  <a:cubicBezTo>
                    <a:pt x="810" y="7103"/>
                    <a:pt x="772" y="7384"/>
                    <a:pt x="704" y="7659"/>
                  </a:cubicBezTo>
                  <a:cubicBezTo>
                    <a:pt x="638" y="7900"/>
                    <a:pt x="653" y="8167"/>
                    <a:pt x="596" y="8419"/>
                  </a:cubicBezTo>
                  <a:cubicBezTo>
                    <a:pt x="590" y="8527"/>
                    <a:pt x="588" y="8633"/>
                    <a:pt x="582" y="8737"/>
                  </a:cubicBezTo>
                  <a:cubicBezTo>
                    <a:pt x="573" y="8781"/>
                    <a:pt x="588" y="8852"/>
                    <a:pt x="574" y="8903"/>
                  </a:cubicBezTo>
                  <a:cubicBezTo>
                    <a:pt x="551" y="9011"/>
                    <a:pt x="551" y="9288"/>
                    <a:pt x="574" y="9396"/>
                  </a:cubicBezTo>
                  <a:cubicBezTo>
                    <a:pt x="596" y="9493"/>
                    <a:pt x="569" y="9601"/>
                    <a:pt x="589" y="9690"/>
                  </a:cubicBezTo>
                  <a:cubicBezTo>
                    <a:pt x="620" y="9820"/>
                    <a:pt x="589" y="9975"/>
                    <a:pt x="620" y="10104"/>
                  </a:cubicBezTo>
                  <a:cubicBezTo>
                    <a:pt x="640" y="10193"/>
                    <a:pt x="634" y="10292"/>
                    <a:pt x="657" y="10385"/>
                  </a:cubicBezTo>
                  <a:cubicBezTo>
                    <a:pt x="729" y="10680"/>
                    <a:pt x="755" y="10988"/>
                    <a:pt x="846" y="11269"/>
                  </a:cubicBezTo>
                  <a:cubicBezTo>
                    <a:pt x="894" y="11420"/>
                    <a:pt x="932" y="11578"/>
                    <a:pt x="989" y="11729"/>
                  </a:cubicBezTo>
                  <a:cubicBezTo>
                    <a:pt x="1018" y="11804"/>
                    <a:pt x="1061" y="11882"/>
                    <a:pt x="1072" y="11964"/>
                  </a:cubicBezTo>
                  <a:cubicBezTo>
                    <a:pt x="1028" y="11988"/>
                    <a:pt x="1011" y="12046"/>
                    <a:pt x="967" y="12075"/>
                  </a:cubicBezTo>
                  <a:cubicBezTo>
                    <a:pt x="730" y="12243"/>
                    <a:pt x="476" y="12392"/>
                    <a:pt x="234" y="12552"/>
                  </a:cubicBezTo>
                  <a:cubicBezTo>
                    <a:pt x="146" y="12612"/>
                    <a:pt x="2" y="12667"/>
                    <a:pt x="0" y="12810"/>
                  </a:cubicBezTo>
                  <a:cubicBezTo>
                    <a:pt x="23" y="12879"/>
                    <a:pt x="45" y="12952"/>
                    <a:pt x="68" y="13021"/>
                  </a:cubicBezTo>
                  <a:cubicBezTo>
                    <a:pt x="134" y="13178"/>
                    <a:pt x="205" y="13337"/>
                    <a:pt x="279" y="13483"/>
                  </a:cubicBezTo>
                  <a:cubicBezTo>
                    <a:pt x="297" y="13515"/>
                    <a:pt x="300" y="13550"/>
                    <a:pt x="319" y="13580"/>
                  </a:cubicBezTo>
                  <a:cubicBezTo>
                    <a:pt x="439" y="13784"/>
                    <a:pt x="545" y="13999"/>
                    <a:pt x="672" y="14198"/>
                  </a:cubicBezTo>
                  <a:cubicBezTo>
                    <a:pt x="926" y="14604"/>
                    <a:pt x="1227" y="14975"/>
                    <a:pt x="1556" y="15302"/>
                  </a:cubicBezTo>
                  <a:cubicBezTo>
                    <a:pt x="1723" y="15469"/>
                    <a:pt x="1893" y="15622"/>
                    <a:pt x="2092" y="15757"/>
                  </a:cubicBezTo>
                  <a:cubicBezTo>
                    <a:pt x="2166" y="15803"/>
                    <a:pt x="2241" y="15883"/>
                    <a:pt x="2348" y="15892"/>
                  </a:cubicBezTo>
                  <a:cubicBezTo>
                    <a:pt x="2401" y="15840"/>
                    <a:pt x="2475" y="15827"/>
                    <a:pt x="2537" y="15786"/>
                  </a:cubicBezTo>
                  <a:cubicBezTo>
                    <a:pt x="2595" y="15747"/>
                    <a:pt x="2640" y="15678"/>
                    <a:pt x="2697" y="15635"/>
                  </a:cubicBezTo>
                  <a:cubicBezTo>
                    <a:pt x="2838" y="15528"/>
                    <a:pt x="2972" y="15422"/>
                    <a:pt x="3119" y="15318"/>
                  </a:cubicBezTo>
                  <a:cubicBezTo>
                    <a:pt x="3173" y="15280"/>
                    <a:pt x="3231" y="15204"/>
                    <a:pt x="3293" y="15182"/>
                  </a:cubicBezTo>
                  <a:lnTo>
                    <a:pt x="3293" y="15190"/>
                  </a:lnTo>
                  <a:cubicBezTo>
                    <a:pt x="3353" y="15212"/>
                    <a:pt x="3396" y="15281"/>
                    <a:pt x="3444" y="15318"/>
                  </a:cubicBezTo>
                  <a:cubicBezTo>
                    <a:pt x="3543" y="15393"/>
                    <a:pt x="3638" y="15478"/>
                    <a:pt x="3738" y="15553"/>
                  </a:cubicBezTo>
                  <a:cubicBezTo>
                    <a:pt x="4033" y="15767"/>
                    <a:pt x="4342" y="15962"/>
                    <a:pt x="4660" y="16157"/>
                  </a:cubicBezTo>
                  <a:cubicBezTo>
                    <a:pt x="4753" y="16215"/>
                    <a:pt x="4855" y="16241"/>
                    <a:pt x="4946" y="16299"/>
                  </a:cubicBezTo>
                  <a:cubicBezTo>
                    <a:pt x="5358" y="16551"/>
                    <a:pt x="5870" y="16710"/>
                    <a:pt x="6367" y="16873"/>
                  </a:cubicBezTo>
                  <a:cubicBezTo>
                    <a:pt x="6550" y="16920"/>
                    <a:pt x="6735" y="16965"/>
                    <a:pt x="6916" y="17010"/>
                  </a:cubicBezTo>
                  <a:cubicBezTo>
                    <a:pt x="7130" y="17070"/>
                    <a:pt x="7355" y="17073"/>
                    <a:pt x="7575" y="17123"/>
                  </a:cubicBezTo>
                  <a:cubicBezTo>
                    <a:pt x="7668" y="17145"/>
                    <a:pt x="7765" y="17135"/>
                    <a:pt x="7854" y="17154"/>
                  </a:cubicBezTo>
                  <a:lnTo>
                    <a:pt x="8042" y="17161"/>
                  </a:lnTo>
                  <a:cubicBezTo>
                    <a:pt x="8068" y="17167"/>
                    <a:pt x="8097" y="17169"/>
                    <a:pt x="8126" y="17169"/>
                  </a:cubicBezTo>
                  <a:cubicBezTo>
                    <a:pt x="8161" y="17169"/>
                    <a:pt x="8197" y="17167"/>
                    <a:pt x="8233" y="17167"/>
                  </a:cubicBezTo>
                  <a:cubicBezTo>
                    <a:pt x="8266" y="17167"/>
                    <a:pt x="8298" y="17169"/>
                    <a:pt x="8330" y="17176"/>
                  </a:cubicBezTo>
                  <a:cubicBezTo>
                    <a:pt x="8390" y="17189"/>
                    <a:pt x="8461" y="17193"/>
                    <a:pt x="8535" y="17193"/>
                  </a:cubicBezTo>
                  <a:cubicBezTo>
                    <a:pt x="8683" y="17193"/>
                    <a:pt x="8846" y="17176"/>
                    <a:pt x="8972" y="17176"/>
                  </a:cubicBezTo>
                  <a:cubicBezTo>
                    <a:pt x="8966" y="17317"/>
                    <a:pt x="9032" y="17440"/>
                    <a:pt x="9071" y="17554"/>
                  </a:cubicBezTo>
                  <a:cubicBezTo>
                    <a:pt x="9136" y="17751"/>
                    <a:pt x="9163" y="17968"/>
                    <a:pt x="9228" y="18159"/>
                  </a:cubicBezTo>
                  <a:cubicBezTo>
                    <a:pt x="9262" y="18259"/>
                    <a:pt x="9276" y="18426"/>
                    <a:pt x="9372" y="18461"/>
                  </a:cubicBezTo>
                  <a:cubicBezTo>
                    <a:pt x="9397" y="18479"/>
                    <a:pt x="9438" y="18484"/>
                    <a:pt x="9484" y="18484"/>
                  </a:cubicBezTo>
                  <a:cubicBezTo>
                    <a:pt x="9553" y="18484"/>
                    <a:pt x="9632" y="18471"/>
                    <a:pt x="9682" y="18470"/>
                  </a:cubicBezTo>
                  <a:cubicBezTo>
                    <a:pt x="9938" y="18464"/>
                    <a:pt x="10239" y="18422"/>
                    <a:pt x="10460" y="18364"/>
                  </a:cubicBezTo>
                  <a:cubicBezTo>
                    <a:pt x="10672" y="18310"/>
                    <a:pt x="10870" y="18291"/>
                    <a:pt x="11072" y="18228"/>
                  </a:cubicBezTo>
                  <a:cubicBezTo>
                    <a:pt x="11848" y="17974"/>
                    <a:pt x="12540" y="17721"/>
                    <a:pt x="13058" y="17208"/>
                  </a:cubicBezTo>
                  <a:cubicBezTo>
                    <a:pt x="13049" y="17041"/>
                    <a:pt x="12975" y="16901"/>
                    <a:pt x="12922" y="16777"/>
                  </a:cubicBezTo>
                  <a:cubicBezTo>
                    <a:pt x="12853" y="16617"/>
                    <a:pt x="12810" y="16465"/>
                    <a:pt x="12755" y="16293"/>
                  </a:cubicBezTo>
                  <a:cubicBezTo>
                    <a:pt x="12731" y="16223"/>
                    <a:pt x="12697" y="16152"/>
                    <a:pt x="12694" y="16059"/>
                  </a:cubicBezTo>
                  <a:cubicBezTo>
                    <a:pt x="12813" y="16005"/>
                    <a:pt x="12915" y="15925"/>
                    <a:pt x="13020" y="15856"/>
                  </a:cubicBezTo>
                  <a:cubicBezTo>
                    <a:pt x="13242" y="15707"/>
                    <a:pt x="13449" y="15549"/>
                    <a:pt x="13657" y="15393"/>
                  </a:cubicBezTo>
                  <a:cubicBezTo>
                    <a:pt x="13694" y="15363"/>
                    <a:pt x="13734" y="15332"/>
                    <a:pt x="13774" y="15303"/>
                  </a:cubicBezTo>
                  <a:cubicBezTo>
                    <a:pt x="13863" y="15238"/>
                    <a:pt x="13930" y="15143"/>
                    <a:pt x="14016" y="15078"/>
                  </a:cubicBezTo>
                  <a:cubicBezTo>
                    <a:pt x="14154" y="14973"/>
                    <a:pt x="14298" y="14838"/>
                    <a:pt x="14401" y="14700"/>
                  </a:cubicBezTo>
                  <a:lnTo>
                    <a:pt x="14605" y="14496"/>
                  </a:lnTo>
                  <a:cubicBezTo>
                    <a:pt x="14711" y="14355"/>
                    <a:pt x="14824" y="14232"/>
                    <a:pt x="14930" y="14088"/>
                  </a:cubicBezTo>
                  <a:cubicBezTo>
                    <a:pt x="15097" y="13861"/>
                    <a:pt x="15275" y="13635"/>
                    <a:pt x="15428" y="13394"/>
                  </a:cubicBezTo>
                  <a:cubicBezTo>
                    <a:pt x="15506" y="13266"/>
                    <a:pt x="15563" y="13135"/>
                    <a:pt x="15641" y="13009"/>
                  </a:cubicBezTo>
                  <a:cubicBezTo>
                    <a:pt x="15746" y="12834"/>
                    <a:pt x="15852" y="12632"/>
                    <a:pt x="15935" y="12442"/>
                  </a:cubicBezTo>
                  <a:cubicBezTo>
                    <a:pt x="15997" y="12298"/>
                    <a:pt x="16041" y="12160"/>
                    <a:pt x="16101" y="12010"/>
                  </a:cubicBezTo>
                  <a:cubicBezTo>
                    <a:pt x="16189" y="11798"/>
                    <a:pt x="16277" y="11564"/>
                    <a:pt x="16335" y="11324"/>
                  </a:cubicBezTo>
                  <a:cubicBezTo>
                    <a:pt x="16371" y="11324"/>
                    <a:pt x="16393" y="11315"/>
                    <a:pt x="16409" y="11308"/>
                  </a:cubicBezTo>
                  <a:cubicBezTo>
                    <a:pt x="16423" y="11304"/>
                    <a:pt x="16439" y="11303"/>
                    <a:pt x="16455" y="11303"/>
                  </a:cubicBezTo>
                  <a:cubicBezTo>
                    <a:pt x="16504" y="11303"/>
                    <a:pt x="16557" y="11315"/>
                    <a:pt x="16591" y="11317"/>
                  </a:cubicBezTo>
                  <a:cubicBezTo>
                    <a:pt x="16634" y="11318"/>
                    <a:pt x="16678" y="11318"/>
                    <a:pt x="16722" y="11318"/>
                  </a:cubicBezTo>
                  <a:cubicBezTo>
                    <a:pt x="16730" y="11318"/>
                    <a:pt x="16737" y="11318"/>
                    <a:pt x="16744" y="11318"/>
                  </a:cubicBezTo>
                  <a:cubicBezTo>
                    <a:pt x="16846" y="11318"/>
                    <a:pt x="16946" y="11319"/>
                    <a:pt x="17036" y="11338"/>
                  </a:cubicBezTo>
                  <a:cubicBezTo>
                    <a:pt x="17068" y="11345"/>
                    <a:pt x="17101" y="11346"/>
                    <a:pt x="17134" y="11346"/>
                  </a:cubicBezTo>
                  <a:cubicBezTo>
                    <a:pt x="17146" y="11346"/>
                    <a:pt x="17157" y="11346"/>
                    <a:pt x="17168" y="11346"/>
                  </a:cubicBezTo>
                  <a:cubicBezTo>
                    <a:pt x="17199" y="11346"/>
                    <a:pt x="17228" y="11347"/>
                    <a:pt x="17257" y="11353"/>
                  </a:cubicBezTo>
                  <a:cubicBezTo>
                    <a:pt x="17281" y="11358"/>
                    <a:pt x="17325" y="11360"/>
                    <a:pt x="17374" y="11360"/>
                  </a:cubicBezTo>
                  <a:cubicBezTo>
                    <a:pt x="17478" y="11360"/>
                    <a:pt x="17607" y="11350"/>
                    <a:pt x="17635" y="11331"/>
                  </a:cubicBezTo>
                  <a:cubicBezTo>
                    <a:pt x="17701" y="11308"/>
                    <a:pt x="17700" y="11245"/>
                    <a:pt x="17725" y="11180"/>
                  </a:cubicBezTo>
                  <a:cubicBezTo>
                    <a:pt x="17780" y="11027"/>
                    <a:pt x="17799" y="10854"/>
                    <a:pt x="17845" y="10680"/>
                  </a:cubicBezTo>
                  <a:cubicBezTo>
                    <a:pt x="17876" y="10568"/>
                    <a:pt x="17885" y="10430"/>
                    <a:pt x="17912" y="10312"/>
                  </a:cubicBezTo>
                  <a:cubicBezTo>
                    <a:pt x="17914" y="10271"/>
                    <a:pt x="17918" y="10229"/>
                    <a:pt x="17921" y="10190"/>
                  </a:cubicBezTo>
                  <a:cubicBezTo>
                    <a:pt x="17947" y="10066"/>
                    <a:pt x="17935" y="9908"/>
                    <a:pt x="17965" y="9775"/>
                  </a:cubicBezTo>
                  <a:lnTo>
                    <a:pt x="17965" y="9639"/>
                  </a:lnTo>
                  <a:cubicBezTo>
                    <a:pt x="17995" y="9501"/>
                    <a:pt x="17978" y="9316"/>
                    <a:pt x="17973" y="9178"/>
                  </a:cubicBezTo>
                  <a:cubicBezTo>
                    <a:pt x="17966" y="8809"/>
                    <a:pt x="17949" y="8467"/>
                    <a:pt x="17867" y="8164"/>
                  </a:cubicBezTo>
                  <a:cubicBezTo>
                    <a:pt x="17813" y="7959"/>
                    <a:pt x="17783" y="7772"/>
                    <a:pt x="17709" y="7597"/>
                  </a:cubicBezTo>
                  <a:cubicBezTo>
                    <a:pt x="17680" y="7531"/>
                    <a:pt x="17669" y="7416"/>
                    <a:pt x="17581" y="7408"/>
                  </a:cubicBezTo>
                  <a:cubicBezTo>
                    <a:pt x="17543" y="7387"/>
                    <a:pt x="17435" y="7394"/>
                    <a:pt x="17384" y="7387"/>
                  </a:cubicBezTo>
                  <a:cubicBezTo>
                    <a:pt x="17378" y="7386"/>
                    <a:pt x="17368" y="7385"/>
                    <a:pt x="17354" y="7385"/>
                  </a:cubicBezTo>
                  <a:cubicBezTo>
                    <a:pt x="17266" y="7385"/>
                    <a:pt x="17047" y="7404"/>
                    <a:pt x="16983" y="7419"/>
                  </a:cubicBezTo>
                  <a:lnTo>
                    <a:pt x="16765" y="7419"/>
                  </a:lnTo>
                  <a:cubicBezTo>
                    <a:pt x="16744" y="7423"/>
                    <a:pt x="16697" y="7426"/>
                    <a:pt x="16644" y="7426"/>
                  </a:cubicBezTo>
                  <a:cubicBezTo>
                    <a:pt x="16560" y="7426"/>
                    <a:pt x="16463" y="7419"/>
                    <a:pt x="16439" y="7401"/>
                  </a:cubicBezTo>
                  <a:cubicBezTo>
                    <a:pt x="16416" y="7363"/>
                    <a:pt x="16425" y="7305"/>
                    <a:pt x="16409" y="7259"/>
                  </a:cubicBezTo>
                  <a:cubicBezTo>
                    <a:pt x="16371" y="7129"/>
                    <a:pt x="16349" y="6991"/>
                    <a:pt x="16304" y="6859"/>
                  </a:cubicBezTo>
                  <a:cubicBezTo>
                    <a:pt x="16182" y="6490"/>
                    <a:pt x="16054" y="6133"/>
                    <a:pt x="15904" y="5793"/>
                  </a:cubicBezTo>
                  <a:cubicBezTo>
                    <a:pt x="15669" y="5260"/>
                    <a:pt x="15342" y="4752"/>
                    <a:pt x="15013" y="4304"/>
                  </a:cubicBezTo>
                  <a:cubicBezTo>
                    <a:pt x="14865" y="4104"/>
                    <a:pt x="14686" y="3929"/>
                    <a:pt x="14538" y="3730"/>
                  </a:cubicBezTo>
                  <a:cubicBezTo>
                    <a:pt x="14498" y="3694"/>
                    <a:pt x="14461" y="3662"/>
                    <a:pt x="14424" y="3625"/>
                  </a:cubicBezTo>
                  <a:cubicBezTo>
                    <a:pt x="14341" y="3515"/>
                    <a:pt x="14234" y="3406"/>
                    <a:pt x="14122" y="3323"/>
                  </a:cubicBezTo>
                  <a:cubicBezTo>
                    <a:pt x="14059" y="3258"/>
                    <a:pt x="13998" y="3197"/>
                    <a:pt x="13934" y="3134"/>
                  </a:cubicBezTo>
                  <a:cubicBezTo>
                    <a:pt x="13777" y="3016"/>
                    <a:pt x="13638" y="2878"/>
                    <a:pt x="13479" y="2763"/>
                  </a:cubicBezTo>
                  <a:cubicBezTo>
                    <a:pt x="13376" y="2689"/>
                    <a:pt x="13274" y="2611"/>
                    <a:pt x="13171" y="2536"/>
                  </a:cubicBezTo>
                  <a:cubicBezTo>
                    <a:pt x="13127" y="2506"/>
                    <a:pt x="13043" y="2486"/>
                    <a:pt x="13034" y="2425"/>
                  </a:cubicBezTo>
                  <a:cubicBezTo>
                    <a:pt x="13058" y="2391"/>
                    <a:pt x="13056" y="2342"/>
                    <a:pt x="13072" y="2302"/>
                  </a:cubicBezTo>
                  <a:cubicBezTo>
                    <a:pt x="13106" y="2221"/>
                    <a:pt x="13133" y="2129"/>
                    <a:pt x="13171" y="2039"/>
                  </a:cubicBezTo>
                  <a:cubicBezTo>
                    <a:pt x="13223" y="1908"/>
                    <a:pt x="13271" y="1773"/>
                    <a:pt x="13328" y="1639"/>
                  </a:cubicBezTo>
                  <a:cubicBezTo>
                    <a:pt x="13383" y="1509"/>
                    <a:pt x="13453" y="1372"/>
                    <a:pt x="13441" y="1199"/>
                  </a:cubicBezTo>
                  <a:cubicBezTo>
                    <a:pt x="13405" y="1174"/>
                    <a:pt x="13375" y="1131"/>
                    <a:pt x="13335" y="1101"/>
                  </a:cubicBezTo>
                  <a:cubicBezTo>
                    <a:pt x="13004" y="866"/>
                    <a:pt x="12611" y="675"/>
                    <a:pt x="12219" y="505"/>
                  </a:cubicBezTo>
                  <a:cubicBezTo>
                    <a:pt x="12107" y="457"/>
                    <a:pt x="12001" y="430"/>
                    <a:pt x="11887" y="385"/>
                  </a:cubicBezTo>
                  <a:cubicBezTo>
                    <a:pt x="11623" y="274"/>
                    <a:pt x="11322" y="203"/>
                    <a:pt x="11027" y="120"/>
                  </a:cubicBezTo>
                  <a:cubicBezTo>
                    <a:pt x="10867" y="74"/>
                    <a:pt x="10708" y="84"/>
                    <a:pt x="10535" y="43"/>
                  </a:cubicBezTo>
                  <a:cubicBezTo>
                    <a:pt x="10467" y="28"/>
                    <a:pt x="10369" y="30"/>
                    <a:pt x="10301" y="14"/>
                  </a:cubicBezTo>
                  <a:lnTo>
                    <a:pt x="10164" y="14"/>
                  </a:lnTo>
                  <a:cubicBezTo>
                    <a:pt x="10134" y="8"/>
                    <a:pt x="10078" y="0"/>
                    <a:pt x="1002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20"/>
            <p:cNvSpPr/>
            <p:nvPr/>
          </p:nvSpPr>
          <p:spPr>
            <a:xfrm>
              <a:off x="1175669" y="2916358"/>
              <a:ext cx="208035" cy="208601"/>
            </a:xfrm>
            <a:custGeom>
              <a:rect b="b" l="l" r="r" t="t"/>
              <a:pathLst>
                <a:path extrusionOk="0" h="7373" w="7353">
                  <a:moveTo>
                    <a:pt x="3673" y="199"/>
                  </a:moveTo>
                  <a:cubicBezTo>
                    <a:pt x="3762" y="199"/>
                    <a:pt x="3852" y="205"/>
                    <a:pt x="3914" y="218"/>
                  </a:cubicBezTo>
                  <a:lnTo>
                    <a:pt x="4141" y="233"/>
                  </a:lnTo>
                  <a:cubicBezTo>
                    <a:pt x="4219" y="253"/>
                    <a:pt x="4299" y="265"/>
                    <a:pt x="4376" y="279"/>
                  </a:cubicBezTo>
                  <a:cubicBezTo>
                    <a:pt x="4536" y="311"/>
                    <a:pt x="4685" y="341"/>
                    <a:pt x="4823" y="399"/>
                  </a:cubicBezTo>
                  <a:cubicBezTo>
                    <a:pt x="5868" y="828"/>
                    <a:pt x="6515" y="1448"/>
                    <a:pt x="6915" y="2415"/>
                  </a:cubicBezTo>
                  <a:cubicBezTo>
                    <a:pt x="6983" y="2582"/>
                    <a:pt x="7025" y="2764"/>
                    <a:pt x="7068" y="2958"/>
                  </a:cubicBezTo>
                  <a:cubicBezTo>
                    <a:pt x="7084" y="3026"/>
                    <a:pt x="7098" y="3096"/>
                    <a:pt x="7114" y="3161"/>
                  </a:cubicBezTo>
                  <a:lnTo>
                    <a:pt x="7153" y="3575"/>
                  </a:lnTo>
                  <a:cubicBezTo>
                    <a:pt x="7148" y="5111"/>
                    <a:pt x="6364" y="6326"/>
                    <a:pt x="5002" y="6906"/>
                  </a:cubicBezTo>
                  <a:cubicBezTo>
                    <a:pt x="4810" y="6988"/>
                    <a:pt x="4599" y="7047"/>
                    <a:pt x="4343" y="7116"/>
                  </a:cubicBezTo>
                  <a:cubicBezTo>
                    <a:pt x="4292" y="7130"/>
                    <a:pt x="4246" y="7135"/>
                    <a:pt x="4195" y="7139"/>
                  </a:cubicBezTo>
                  <a:cubicBezTo>
                    <a:pt x="4147" y="7145"/>
                    <a:pt x="4102" y="7152"/>
                    <a:pt x="4065" y="7161"/>
                  </a:cubicBezTo>
                  <a:lnTo>
                    <a:pt x="3974" y="7161"/>
                  </a:lnTo>
                  <a:cubicBezTo>
                    <a:pt x="3913" y="7176"/>
                    <a:pt x="3801" y="7184"/>
                    <a:pt x="3692" y="7184"/>
                  </a:cubicBezTo>
                  <a:cubicBezTo>
                    <a:pt x="3654" y="7184"/>
                    <a:pt x="3615" y="7183"/>
                    <a:pt x="3580" y="7181"/>
                  </a:cubicBezTo>
                  <a:cubicBezTo>
                    <a:pt x="3538" y="7177"/>
                    <a:pt x="3498" y="7174"/>
                    <a:pt x="3465" y="7167"/>
                  </a:cubicBezTo>
                  <a:lnTo>
                    <a:pt x="3359" y="7167"/>
                  </a:lnTo>
                  <a:lnTo>
                    <a:pt x="3039" y="7120"/>
                  </a:lnTo>
                  <a:lnTo>
                    <a:pt x="2949" y="7098"/>
                  </a:lnTo>
                  <a:cubicBezTo>
                    <a:pt x="2706" y="7033"/>
                    <a:pt x="2473" y="6978"/>
                    <a:pt x="2257" y="6880"/>
                  </a:cubicBezTo>
                  <a:cubicBezTo>
                    <a:pt x="1341" y="6477"/>
                    <a:pt x="676" y="5730"/>
                    <a:pt x="339" y="4721"/>
                  </a:cubicBezTo>
                  <a:cubicBezTo>
                    <a:pt x="301" y="4609"/>
                    <a:pt x="279" y="4493"/>
                    <a:pt x="258" y="4369"/>
                  </a:cubicBezTo>
                  <a:lnTo>
                    <a:pt x="258" y="4363"/>
                  </a:lnTo>
                  <a:cubicBezTo>
                    <a:pt x="243" y="4288"/>
                    <a:pt x="229" y="4211"/>
                    <a:pt x="211" y="4135"/>
                  </a:cubicBezTo>
                  <a:cubicBezTo>
                    <a:pt x="204" y="4096"/>
                    <a:pt x="201" y="4052"/>
                    <a:pt x="201" y="4012"/>
                  </a:cubicBezTo>
                  <a:cubicBezTo>
                    <a:pt x="199" y="3968"/>
                    <a:pt x="199" y="3921"/>
                    <a:pt x="189" y="3890"/>
                  </a:cubicBezTo>
                  <a:lnTo>
                    <a:pt x="189" y="3593"/>
                  </a:lnTo>
                  <a:cubicBezTo>
                    <a:pt x="189" y="3527"/>
                    <a:pt x="191" y="3455"/>
                    <a:pt x="204" y="3391"/>
                  </a:cubicBezTo>
                  <a:cubicBezTo>
                    <a:pt x="218" y="3330"/>
                    <a:pt x="220" y="3273"/>
                    <a:pt x="223" y="3218"/>
                  </a:cubicBezTo>
                  <a:cubicBezTo>
                    <a:pt x="227" y="3164"/>
                    <a:pt x="229" y="3112"/>
                    <a:pt x="247" y="3043"/>
                  </a:cubicBezTo>
                  <a:cubicBezTo>
                    <a:pt x="308" y="2796"/>
                    <a:pt x="368" y="2566"/>
                    <a:pt x="460" y="2356"/>
                  </a:cubicBezTo>
                  <a:cubicBezTo>
                    <a:pt x="816" y="1508"/>
                    <a:pt x="1451" y="851"/>
                    <a:pt x="2249" y="503"/>
                  </a:cubicBezTo>
                  <a:cubicBezTo>
                    <a:pt x="2357" y="455"/>
                    <a:pt x="2462" y="425"/>
                    <a:pt x="2574" y="389"/>
                  </a:cubicBezTo>
                  <a:cubicBezTo>
                    <a:pt x="2619" y="374"/>
                    <a:pt x="2662" y="359"/>
                    <a:pt x="2707" y="345"/>
                  </a:cubicBezTo>
                  <a:cubicBezTo>
                    <a:pt x="2800" y="314"/>
                    <a:pt x="2904" y="294"/>
                    <a:pt x="3011" y="272"/>
                  </a:cubicBezTo>
                  <a:cubicBezTo>
                    <a:pt x="3072" y="258"/>
                    <a:pt x="3135" y="247"/>
                    <a:pt x="3187" y="234"/>
                  </a:cubicBezTo>
                  <a:lnTo>
                    <a:pt x="3436" y="218"/>
                  </a:lnTo>
                  <a:cubicBezTo>
                    <a:pt x="3495" y="205"/>
                    <a:pt x="3584" y="199"/>
                    <a:pt x="3673" y="199"/>
                  </a:cubicBezTo>
                  <a:close/>
                  <a:moveTo>
                    <a:pt x="3700" y="0"/>
                  </a:moveTo>
                  <a:cubicBezTo>
                    <a:pt x="3635" y="0"/>
                    <a:pt x="3571" y="5"/>
                    <a:pt x="3522" y="16"/>
                  </a:cubicBezTo>
                  <a:lnTo>
                    <a:pt x="3235" y="32"/>
                  </a:lnTo>
                  <a:cubicBezTo>
                    <a:pt x="3164" y="48"/>
                    <a:pt x="3091" y="61"/>
                    <a:pt x="3020" y="76"/>
                  </a:cubicBezTo>
                  <a:cubicBezTo>
                    <a:pt x="2905" y="96"/>
                    <a:pt x="2799" y="114"/>
                    <a:pt x="2697" y="149"/>
                  </a:cubicBezTo>
                  <a:lnTo>
                    <a:pt x="2561" y="192"/>
                  </a:lnTo>
                  <a:cubicBezTo>
                    <a:pt x="2424" y="236"/>
                    <a:pt x="2295" y="274"/>
                    <a:pt x="2167" y="330"/>
                  </a:cubicBezTo>
                  <a:cubicBezTo>
                    <a:pt x="1319" y="703"/>
                    <a:pt x="670" y="1376"/>
                    <a:pt x="287" y="2279"/>
                  </a:cubicBezTo>
                  <a:cubicBezTo>
                    <a:pt x="194" y="2494"/>
                    <a:pt x="128" y="2734"/>
                    <a:pt x="66" y="2982"/>
                  </a:cubicBezTo>
                  <a:lnTo>
                    <a:pt x="19" y="3283"/>
                  </a:lnTo>
                  <a:lnTo>
                    <a:pt x="19" y="3359"/>
                  </a:lnTo>
                  <a:cubicBezTo>
                    <a:pt x="8" y="3417"/>
                    <a:pt x="0" y="3490"/>
                    <a:pt x="0" y="3591"/>
                  </a:cubicBezTo>
                  <a:cubicBezTo>
                    <a:pt x="0" y="3631"/>
                    <a:pt x="2" y="3673"/>
                    <a:pt x="2" y="3711"/>
                  </a:cubicBezTo>
                  <a:lnTo>
                    <a:pt x="3" y="3921"/>
                  </a:lnTo>
                  <a:cubicBezTo>
                    <a:pt x="10" y="3955"/>
                    <a:pt x="12" y="3996"/>
                    <a:pt x="12" y="4036"/>
                  </a:cubicBezTo>
                  <a:cubicBezTo>
                    <a:pt x="12" y="4067"/>
                    <a:pt x="12" y="4097"/>
                    <a:pt x="18" y="4132"/>
                  </a:cubicBezTo>
                  <a:cubicBezTo>
                    <a:pt x="19" y="4147"/>
                    <a:pt x="24" y="4163"/>
                    <a:pt x="25" y="4177"/>
                  </a:cubicBezTo>
                  <a:cubicBezTo>
                    <a:pt x="45" y="4250"/>
                    <a:pt x="55" y="4323"/>
                    <a:pt x="69" y="4395"/>
                  </a:cubicBezTo>
                  <a:cubicBezTo>
                    <a:pt x="89" y="4507"/>
                    <a:pt x="106" y="4618"/>
                    <a:pt x="140" y="4727"/>
                  </a:cubicBezTo>
                  <a:cubicBezTo>
                    <a:pt x="502" y="5829"/>
                    <a:pt x="1210" y="6637"/>
                    <a:pt x="2185" y="7062"/>
                  </a:cubicBezTo>
                  <a:cubicBezTo>
                    <a:pt x="2353" y="7138"/>
                    <a:pt x="2527" y="7190"/>
                    <a:pt x="2713" y="7244"/>
                  </a:cubicBezTo>
                  <a:lnTo>
                    <a:pt x="2824" y="7277"/>
                  </a:lnTo>
                  <a:lnTo>
                    <a:pt x="3189" y="7344"/>
                  </a:lnTo>
                  <a:lnTo>
                    <a:pt x="3485" y="7367"/>
                  </a:lnTo>
                  <a:lnTo>
                    <a:pt x="3613" y="7366"/>
                  </a:lnTo>
                  <a:cubicBezTo>
                    <a:pt x="3641" y="7371"/>
                    <a:pt x="3686" y="7373"/>
                    <a:pt x="3738" y="7373"/>
                  </a:cubicBezTo>
                  <a:cubicBezTo>
                    <a:pt x="3775" y="7373"/>
                    <a:pt x="3815" y="7372"/>
                    <a:pt x="3855" y="7370"/>
                  </a:cubicBezTo>
                  <a:cubicBezTo>
                    <a:pt x="3950" y="7364"/>
                    <a:pt x="4044" y="7353"/>
                    <a:pt x="4094" y="7344"/>
                  </a:cubicBezTo>
                  <a:cubicBezTo>
                    <a:pt x="4131" y="7337"/>
                    <a:pt x="4161" y="7335"/>
                    <a:pt x="4192" y="7335"/>
                  </a:cubicBezTo>
                  <a:cubicBezTo>
                    <a:pt x="4228" y="7334"/>
                    <a:pt x="4267" y="7334"/>
                    <a:pt x="4307" y="7321"/>
                  </a:cubicBezTo>
                  <a:cubicBezTo>
                    <a:pt x="4372" y="7305"/>
                    <a:pt x="4438" y="7290"/>
                    <a:pt x="4503" y="7273"/>
                  </a:cubicBezTo>
                  <a:cubicBezTo>
                    <a:pt x="4698" y="7228"/>
                    <a:pt x="4881" y="7183"/>
                    <a:pt x="5054" y="7107"/>
                  </a:cubicBezTo>
                  <a:cubicBezTo>
                    <a:pt x="5752" y="6805"/>
                    <a:pt x="6299" y="6364"/>
                    <a:pt x="6725" y="5756"/>
                  </a:cubicBezTo>
                  <a:cubicBezTo>
                    <a:pt x="6761" y="5703"/>
                    <a:pt x="6790" y="5649"/>
                    <a:pt x="6820" y="5592"/>
                  </a:cubicBezTo>
                  <a:cubicBezTo>
                    <a:pt x="6841" y="5553"/>
                    <a:pt x="6860" y="5514"/>
                    <a:pt x="6886" y="5474"/>
                  </a:cubicBezTo>
                  <a:cubicBezTo>
                    <a:pt x="7194" y="4965"/>
                    <a:pt x="7353" y="4342"/>
                    <a:pt x="7353" y="3623"/>
                  </a:cubicBezTo>
                  <a:lnTo>
                    <a:pt x="7351" y="3520"/>
                  </a:lnTo>
                  <a:lnTo>
                    <a:pt x="7313" y="3122"/>
                  </a:lnTo>
                  <a:cubicBezTo>
                    <a:pt x="7296" y="3055"/>
                    <a:pt x="7281" y="2988"/>
                    <a:pt x="7267" y="2921"/>
                  </a:cubicBezTo>
                  <a:cubicBezTo>
                    <a:pt x="7220" y="2715"/>
                    <a:pt x="7177" y="2521"/>
                    <a:pt x="7100" y="2337"/>
                  </a:cubicBezTo>
                  <a:cubicBezTo>
                    <a:pt x="6691" y="1352"/>
                    <a:pt x="5980" y="659"/>
                    <a:pt x="4926" y="223"/>
                  </a:cubicBezTo>
                  <a:cubicBezTo>
                    <a:pt x="4778" y="162"/>
                    <a:pt x="4611" y="127"/>
                    <a:pt x="4451" y="95"/>
                  </a:cubicBezTo>
                  <a:cubicBezTo>
                    <a:pt x="4381" y="80"/>
                    <a:pt x="4313" y="66"/>
                    <a:pt x="4235" y="47"/>
                  </a:cubicBezTo>
                  <a:lnTo>
                    <a:pt x="3962" y="25"/>
                  </a:lnTo>
                  <a:cubicBezTo>
                    <a:pt x="3895" y="10"/>
                    <a:pt x="3795" y="0"/>
                    <a:pt x="37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20"/>
            <p:cNvSpPr/>
            <p:nvPr/>
          </p:nvSpPr>
          <p:spPr>
            <a:xfrm>
              <a:off x="1220936" y="3224115"/>
              <a:ext cx="59697" cy="13552"/>
            </a:xfrm>
            <a:custGeom>
              <a:rect b="b" l="l" r="r" t="t"/>
              <a:pathLst>
                <a:path extrusionOk="0" h="479" w="2110">
                  <a:moveTo>
                    <a:pt x="82" y="0"/>
                  </a:moveTo>
                  <a:cubicBezTo>
                    <a:pt x="31" y="0"/>
                    <a:pt x="0" y="77"/>
                    <a:pt x="39" y="115"/>
                  </a:cubicBezTo>
                  <a:cubicBezTo>
                    <a:pt x="296" y="372"/>
                    <a:pt x="648" y="478"/>
                    <a:pt x="1009" y="478"/>
                  </a:cubicBezTo>
                  <a:cubicBezTo>
                    <a:pt x="1379" y="478"/>
                    <a:pt x="1759" y="366"/>
                    <a:pt x="2054" y="189"/>
                  </a:cubicBezTo>
                  <a:cubicBezTo>
                    <a:pt x="2110" y="157"/>
                    <a:pt x="2076" y="83"/>
                    <a:pt x="2024" y="83"/>
                  </a:cubicBezTo>
                  <a:cubicBezTo>
                    <a:pt x="2015" y="83"/>
                    <a:pt x="2006" y="85"/>
                    <a:pt x="1996" y="91"/>
                  </a:cubicBezTo>
                  <a:cubicBezTo>
                    <a:pt x="1728" y="225"/>
                    <a:pt x="1477" y="279"/>
                    <a:pt x="1231" y="279"/>
                  </a:cubicBezTo>
                  <a:cubicBezTo>
                    <a:pt x="859" y="279"/>
                    <a:pt x="497" y="157"/>
                    <a:pt x="104" y="5"/>
                  </a:cubicBezTo>
                  <a:cubicBezTo>
                    <a:pt x="97" y="2"/>
                    <a:pt x="89" y="0"/>
                    <a:pt x="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20"/>
            <p:cNvSpPr/>
            <p:nvPr/>
          </p:nvSpPr>
          <p:spPr>
            <a:xfrm>
              <a:off x="1185628" y="3200463"/>
              <a:ext cx="59556" cy="13976"/>
            </a:xfrm>
            <a:custGeom>
              <a:rect b="b" l="l" r="r" t="t"/>
              <a:pathLst>
                <a:path extrusionOk="0" h="494" w="2105">
                  <a:moveTo>
                    <a:pt x="84" y="1"/>
                  </a:moveTo>
                  <a:cubicBezTo>
                    <a:pt x="21" y="1"/>
                    <a:pt x="0" y="93"/>
                    <a:pt x="52" y="134"/>
                  </a:cubicBezTo>
                  <a:cubicBezTo>
                    <a:pt x="395" y="394"/>
                    <a:pt x="823" y="494"/>
                    <a:pt x="1252" y="494"/>
                  </a:cubicBezTo>
                  <a:cubicBezTo>
                    <a:pt x="1519" y="494"/>
                    <a:pt x="1787" y="455"/>
                    <a:pt x="2036" y="393"/>
                  </a:cubicBezTo>
                  <a:cubicBezTo>
                    <a:pt x="2104" y="375"/>
                    <a:pt x="2079" y="286"/>
                    <a:pt x="2019" y="286"/>
                  </a:cubicBezTo>
                  <a:cubicBezTo>
                    <a:pt x="2015" y="286"/>
                    <a:pt x="2012" y="286"/>
                    <a:pt x="2008" y="287"/>
                  </a:cubicBezTo>
                  <a:cubicBezTo>
                    <a:pt x="1877" y="306"/>
                    <a:pt x="1750" y="315"/>
                    <a:pt x="1625" y="315"/>
                  </a:cubicBezTo>
                  <a:cubicBezTo>
                    <a:pt x="1101" y="315"/>
                    <a:pt x="627" y="160"/>
                    <a:pt x="108" y="5"/>
                  </a:cubicBezTo>
                  <a:cubicBezTo>
                    <a:pt x="99" y="2"/>
                    <a:pt x="91"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20"/>
            <p:cNvSpPr/>
            <p:nvPr/>
          </p:nvSpPr>
          <p:spPr>
            <a:xfrm>
              <a:off x="1060069" y="2999055"/>
              <a:ext cx="11402" cy="36978"/>
            </a:xfrm>
            <a:custGeom>
              <a:rect b="b" l="l" r="r" t="t"/>
              <a:pathLst>
                <a:path extrusionOk="0" h="1307" w="403">
                  <a:moveTo>
                    <a:pt x="311" y="1"/>
                  </a:moveTo>
                  <a:cubicBezTo>
                    <a:pt x="293" y="1"/>
                    <a:pt x="275" y="8"/>
                    <a:pt x="264" y="23"/>
                  </a:cubicBezTo>
                  <a:cubicBezTo>
                    <a:pt x="1" y="369"/>
                    <a:pt x="121" y="919"/>
                    <a:pt x="289" y="1281"/>
                  </a:cubicBezTo>
                  <a:cubicBezTo>
                    <a:pt x="297" y="1299"/>
                    <a:pt x="314" y="1307"/>
                    <a:pt x="331" y="1307"/>
                  </a:cubicBezTo>
                  <a:cubicBezTo>
                    <a:pt x="365" y="1307"/>
                    <a:pt x="403" y="1276"/>
                    <a:pt x="389" y="1237"/>
                  </a:cubicBezTo>
                  <a:cubicBezTo>
                    <a:pt x="316" y="1033"/>
                    <a:pt x="278" y="828"/>
                    <a:pt x="287" y="612"/>
                  </a:cubicBezTo>
                  <a:cubicBezTo>
                    <a:pt x="296" y="421"/>
                    <a:pt x="353" y="238"/>
                    <a:pt x="358" y="49"/>
                  </a:cubicBezTo>
                  <a:cubicBezTo>
                    <a:pt x="359" y="16"/>
                    <a:pt x="336" y="1"/>
                    <a:pt x="3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20"/>
            <p:cNvSpPr/>
            <p:nvPr/>
          </p:nvSpPr>
          <p:spPr>
            <a:xfrm>
              <a:off x="1073479" y="2991048"/>
              <a:ext cx="9506" cy="26086"/>
            </a:xfrm>
            <a:custGeom>
              <a:rect b="b" l="l" r="r" t="t"/>
              <a:pathLst>
                <a:path extrusionOk="0" h="922" w="336">
                  <a:moveTo>
                    <a:pt x="247" y="1"/>
                  </a:moveTo>
                  <a:cubicBezTo>
                    <a:pt x="223" y="1"/>
                    <a:pt x="197" y="11"/>
                    <a:pt x="181" y="33"/>
                  </a:cubicBezTo>
                  <a:cubicBezTo>
                    <a:pt x="2" y="275"/>
                    <a:pt x="1" y="603"/>
                    <a:pt x="73" y="886"/>
                  </a:cubicBezTo>
                  <a:cubicBezTo>
                    <a:pt x="80" y="910"/>
                    <a:pt x="102" y="922"/>
                    <a:pt x="124" y="922"/>
                  </a:cubicBezTo>
                  <a:cubicBezTo>
                    <a:pt x="150" y="922"/>
                    <a:pt x="176" y="905"/>
                    <a:pt x="174" y="873"/>
                  </a:cubicBezTo>
                  <a:cubicBezTo>
                    <a:pt x="146" y="591"/>
                    <a:pt x="229" y="351"/>
                    <a:pt x="316" y="89"/>
                  </a:cubicBezTo>
                  <a:cubicBezTo>
                    <a:pt x="335" y="35"/>
                    <a:pt x="292"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20"/>
            <p:cNvSpPr/>
            <p:nvPr/>
          </p:nvSpPr>
          <p:spPr>
            <a:xfrm>
              <a:off x="1169699" y="2823901"/>
              <a:ext cx="59725" cy="24841"/>
            </a:xfrm>
            <a:custGeom>
              <a:rect b="b" l="l" r="r" t="t"/>
              <a:pathLst>
                <a:path extrusionOk="0" h="878" w="2111">
                  <a:moveTo>
                    <a:pt x="1876" y="0"/>
                  </a:moveTo>
                  <a:cubicBezTo>
                    <a:pt x="1177" y="0"/>
                    <a:pt x="527" y="336"/>
                    <a:pt x="25" y="819"/>
                  </a:cubicBezTo>
                  <a:cubicBezTo>
                    <a:pt x="0" y="843"/>
                    <a:pt x="24" y="878"/>
                    <a:pt x="51" y="878"/>
                  </a:cubicBezTo>
                  <a:cubicBezTo>
                    <a:pt x="59" y="878"/>
                    <a:pt x="67" y="875"/>
                    <a:pt x="75" y="868"/>
                  </a:cubicBezTo>
                  <a:cubicBezTo>
                    <a:pt x="645" y="375"/>
                    <a:pt x="1313" y="173"/>
                    <a:pt x="2053" y="93"/>
                  </a:cubicBezTo>
                  <a:cubicBezTo>
                    <a:pt x="2109" y="87"/>
                    <a:pt x="2110" y="12"/>
                    <a:pt x="2053" y="7"/>
                  </a:cubicBezTo>
                  <a:cubicBezTo>
                    <a:pt x="1994" y="2"/>
                    <a:pt x="1935" y="0"/>
                    <a:pt x="18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20"/>
            <p:cNvSpPr/>
            <p:nvPr/>
          </p:nvSpPr>
          <p:spPr>
            <a:xfrm>
              <a:off x="1200368" y="2829418"/>
              <a:ext cx="62102" cy="18475"/>
            </a:xfrm>
            <a:custGeom>
              <a:rect b="b" l="l" r="r" t="t"/>
              <a:pathLst>
                <a:path extrusionOk="0" h="653" w="2195">
                  <a:moveTo>
                    <a:pt x="1649" y="0"/>
                  </a:moveTo>
                  <a:cubicBezTo>
                    <a:pt x="1089" y="0"/>
                    <a:pt x="524" y="221"/>
                    <a:pt x="65" y="520"/>
                  </a:cubicBezTo>
                  <a:cubicBezTo>
                    <a:pt x="0" y="561"/>
                    <a:pt x="39" y="652"/>
                    <a:pt x="99" y="652"/>
                  </a:cubicBezTo>
                  <a:cubicBezTo>
                    <a:pt x="110" y="652"/>
                    <a:pt x="122" y="649"/>
                    <a:pt x="135" y="641"/>
                  </a:cubicBezTo>
                  <a:cubicBezTo>
                    <a:pt x="766" y="262"/>
                    <a:pt x="1384" y="208"/>
                    <a:pt x="2102" y="187"/>
                  </a:cubicBezTo>
                  <a:cubicBezTo>
                    <a:pt x="2175" y="186"/>
                    <a:pt x="2195" y="74"/>
                    <a:pt x="2119" y="57"/>
                  </a:cubicBezTo>
                  <a:cubicBezTo>
                    <a:pt x="1965" y="18"/>
                    <a:pt x="1807" y="0"/>
                    <a:pt x="16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20"/>
            <p:cNvSpPr/>
            <p:nvPr/>
          </p:nvSpPr>
          <p:spPr>
            <a:xfrm>
              <a:off x="1031353" y="2757557"/>
              <a:ext cx="518290" cy="532012"/>
            </a:xfrm>
            <a:custGeom>
              <a:rect b="b" l="l" r="r" t="t"/>
              <a:pathLst>
                <a:path extrusionOk="0" h="18804" w="18319">
                  <a:moveTo>
                    <a:pt x="10185" y="202"/>
                  </a:moveTo>
                  <a:cubicBezTo>
                    <a:pt x="10231" y="202"/>
                    <a:pt x="10287" y="208"/>
                    <a:pt x="10325" y="215"/>
                  </a:cubicBezTo>
                  <a:lnTo>
                    <a:pt x="10453" y="214"/>
                  </a:lnTo>
                  <a:cubicBezTo>
                    <a:pt x="10491" y="222"/>
                    <a:pt x="10534" y="227"/>
                    <a:pt x="10577" y="230"/>
                  </a:cubicBezTo>
                  <a:cubicBezTo>
                    <a:pt x="10614" y="232"/>
                    <a:pt x="10655" y="237"/>
                    <a:pt x="10687" y="244"/>
                  </a:cubicBezTo>
                  <a:cubicBezTo>
                    <a:pt x="10769" y="264"/>
                    <a:pt x="10851" y="270"/>
                    <a:pt x="10924" y="278"/>
                  </a:cubicBezTo>
                  <a:cubicBezTo>
                    <a:pt x="11013" y="286"/>
                    <a:pt x="11093" y="294"/>
                    <a:pt x="11174" y="317"/>
                  </a:cubicBezTo>
                  <a:lnTo>
                    <a:pt x="11365" y="371"/>
                  </a:lnTo>
                  <a:cubicBezTo>
                    <a:pt x="11602" y="436"/>
                    <a:pt x="11826" y="494"/>
                    <a:pt x="12031" y="581"/>
                  </a:cubicBezTo>
                  <a:cubicBezTo>
                    <a:pt x="12084" y="603"/>
                    <a:pt x="12138" y="621"/>
                    <a:pt x="12190" y="640"/>
                  </a:cubicBezTo>
                  <a:cubicBezTo>
                    <a:pt x="12249" y="658"/>
                    <a:pt x="12305" y="677"/>
                    <a:pt x="12363" y="701"/>
                  </a:cubicBezTo>
                  <a:cubicBezTo>
                    <a:pt x="12691" y="845"/>
                    <a:pt x="13114" y="1041"/>
                    <a:pt x="13473" y="1295"/>
                  </a:cubicBezTo>
                  <a:cubicBezTo>
                    <a:pt x="13490" y="1308"/>
                    <a:pt x="13506" y="1324"/>
                    <a:pt x="13521" y="1340"/>
                  </a:cubicBezTo>
                  <a:cubicBezTo>
                    <a:pt x="13535" y="1355"/>
                    <a:pt x="13546" y="1369"/>
                    <a:pt x="13560" y="1381"/>
                  </a:cubicBezTo>
                  <a:lnTo>
                    <a:pt x="13560" y="1396"/>
                  </a:lnTo>
                  <a:cubicBezTo>
                    <a:pt x="13560" y="1526"/>
                    <a:pt x="13514" y="1635"/>
                    <a:pt x="13468" y="1740"/>
                  </a:cubicBezTo>
                  <a:lnTo>
                    <a:pt x="13451" y="1784"/>
                  </a:lnTo>
                  <a:cubicBezTo>
                    <a:pt x="13420" y="1858"/>
                    <a:pt x="13391" y="1934"/>
                    <a:pt x="13362" y="2006"/>
                  </a:cubicBezTo>
                  <a:cubicBezTo>
                    <a:pt x="13339" y="2066"/>
                    <a:pt x="13317" y="2125"/>
                    <a:pt x="13291" y="2185"/>
                  </a:cubicBezTo>
                  <a:cubicBezTo>
                    <a:pt x="13272" y="2232"/>
                    <a:pt x="13259" y="2278"/>
                    <a:pt x="13240" y="2323"/>
                  </a:cubicBezTo>
                  <a:cubicBezTo>
                    <a:pt x="13226" y="2367"/>
                    <a:pt x="13210" y="2407"/>
                    <a:pt x="13194" y="2447"/>
                  </a:cubicBezTo>
                  <a:cubicBezTo>
                    <a:pt x="13186" y="2467"/>
                    <a:pt x="13181" y="2487"/>
                    <a:pt x="13179" y="2508"/>
                  </a:cubicBezTo>
                  <a:cubicBezTo>
                    <a:pt x="13173" y="2530"/>
                    <a:pt x="13170" y="2547"/>
                    <a:pt x="13163" y="2560"/>
                  </a:cubicBezTo>
                  <a:lnTo>
                    <a:pt x="13153" y="2575"/>
                  </a:lnTo>
                  <a:lnTo>
                    <a:pt x="13156" y="2589"/>
                  </a:lnTo>
                  <a:cubicBezTo>
                    <a:pt x="13165" y="2656"/>
                    <a:pt x="13224" y="2687"/>
                    <a:pt x="13268" y="2708"/>
                  </a:cubicBezTo>
                  <a:cubicBezTo>
                    <a:pt x="13282" y="2716"/>
                    <a:pt x="13297" y="2723"/>
                    <a:pt x="13306" y="2730"/>
                  </a:cubicBezTo>
                  <a:cubicBezTo>
                    <a:pt x="13367" y="2771"/>
                    <a:pt x="13426" y="2816"/>
                    <a:pt x="13482" y="2860"/>
                  </a:cubicBezTo>
                  <a:cubicBezTo>
                    <a:pt x="13528" y="2890"/>
                    <a:pt x="13572" y="2925"/>
                    <a:pt x="13617" y="2959"/>
                  </a:cubicBezTo>
                  <a:cubicBezTo>
                    <a:pt x="13700" y="3018"/>
                    <a:pt x="13780" y="3086"/>
                    <a:pt x="13858" y="3155"/>
                  </a:cubicBezTo>
                  <a:cubicBezTo>
                    <a:pt x="13928" y="3213"/>
                    <a:pt x="13995" y="3273"/>
                    <a:pt x="14065" y="3322"/>
                  </a:cubicBezTo>
                  <a:lnTo>
                    <a:pt x="14255" y="3515"/>
                  </a:lnTo>
                  <a:cubicBezTo>
                    <a:pt x="14363" y="3598"/>
                    <a:pt x="14467" y="3703"/>
                    <a:pt x="14555" y="3816"/>
                  </a:cubicBezTo>
                  <a:lnTo>
                    <a:pt x="14665" y="3915"/>
                  </a:lnTo>
                  <a:cubicBezTo>
                    <a:pt x="14736" y="4013"/>
                    <a:pt x="14815" y="4100"/>
                    <a:pt x="14893" y="4190"/>
                  </a:cubicBezTo>
                  <a:cubicBezTo>
                    <a:pt x="14976" y="4286"/>
                    <a:pt x="15065" y="4386"/>
                    <a:pt x="15139" y="4489"/>
                  </a:cubicBezTo>
                  <a:cubicBezTo>
                    <a:pt x="15534" y="5027"/>
                    <a:pt x="15827" y="5512"/>
                    <a:pt x="16027" y="5971"/>
                  </a:cubicBezTo>
                  <a:cubicBezTo>
                    <a:pt x="16184" y="6333"/>
                    <a:pt x="16315" y="6711"/>
                    <a:pt x="16424" y="7031"/>
                  </a:cubicBezTo>
                  <a:cubicBezTo>
                    <a:pt x="16449" y="7104"/>
                    <a:pt x="16468" y="7175"/>
                    <a:pt x="16485" y="7249"/>
                  </a:cubicBezTo>
                  <a:cubicBezTo>
                    <a:pt x="16500" y="7310"/>
                    <a:pt x="16514" y="7371"/>
                    <a:pt x="16530" y="7431"/>
                  </a:cubicBezTo>
                  <a:cubicBezTo>
                    <a:pt x="16538" y="7447"/>
                    <a:pt x="16538" y="7467"/>
                    <a:pt x="16539" y="7484"/>
                  </a:cubicBezTo>
                  <a:cubicBezTo>
                    <a:pt x="16545" y="7518"/>
                    <a:pt x="16546" y="7553"/>
                    <a:pt x="16575" y="7596"/>
                  </a:cubicBezTo>
                  <a:cubicBezTo>
                    <a:pt x="16607" y="7619"/>
                    <a:pt x="16704" y="7626"/>
                    <a:pt x="16789" y="7626"/>
                  </a:cubicBezTo>
                  <a:cubicBezTo>
                    <a:pt x="16852" y="7626"/>
                    <a:pt x="16908" y="7622"/>
                    <a:pt x="16924" y="7618"/>
                  </a:cubicBezTo>
                  <a:lnTo>
                    <a:pt x="17151" y="7618"/>
                  </a:lnTo>
                  <a:cubicBezTo>
                    <a:pt x="17217" y="7603"/>
                    <a:pt x="17446" y="7586"/>
                    <a:pt x="17519" y="7586"/>
                  </a:cubicBezTo>
                  <a:cubicBezTo>
                    <a:pt x="17527" y="7586"/>
                    <a:pt x="17533" y="7586"/>
                    <a:pt x="17536" y="7586"/>
                  </a:cubicBezTo>
                  <a:cubicBezTo>
                    <a:pt x="17557" y="7592"/>
                    <a:pt x="17583" y="7592"/>
                    <a:pt x="17611" y="7594"/>
                  </a:cubicBezTo>
                  <a:cubicBezTo>
                    <a:pt x="17647" y="7594"/>
                    <a:pt x="17704" y="7596"/>
                    <a:pt x="17739" y="7611"/>
                  </a:cubicBezTo>
                  <a:cubicBezTo>
                    <a:pt x="17776" y="7612"/>
                    <a:pt x="17791" y="7656"/>
                    <a:pt x="17813" y="7721"/>
                  </a:cubicBezTo>
                  <a:cubicBezTo>
                    <a:pt x="17819" y="7742"/>
                    <a:pt x="17826" y="7759"/>
                    <a:pt x="17833" y="7775"/>
                  </a:cubicBezTo>
                  <a:cubicBezTo>
                    <a:pt x="17880" y="7894"/>
                    <a:pt x="17912" y="8018"/>
                    <a:pt x="17944" y="8152"/>
                  </a:cubicBezTo>
                  <a:cubicBezTo>
                    <a:pt x="17958" y="8211"/>
                    <a:pt x="17973" y="8274"/>
                    <a:pt x="17989" y="8335"/>
                  </a:cubicBezTo>
                  <a:cubicBezTo>
                    <a:pt x="18066" y="8617"/>
                    <a:pt x="18087" y="8941"/>
                    <a:pt x="18095" y="9338"/>
                  </a:cubicBezTo>
                  <a:cubicBezTo>
                    <a:pt x="18095" y="9372"/>
                    <a:pt x="18096" y="9408"/>
                    <a:pt x="18101" y="9446"/>
                  </a:cubicBezTo>
                  <a:cubicBezTo>
                    <a:pt x="18102" y="9497"/>
                    <a:pt x="18106" y="9552"/>
                    <a:pt x="18106" y="9606"/>
                  </a:cubicBezTo>
                  <a:cubicBezTo>
                    <a:pt x="18106" y="9683"/>
                    <a:pt x="18099" y="9742"/>
                    <a:pt x="18089" y="9801"/>
                  </a:cubicBezTo>
                  <a:lnTo>
                    <a:pt x="18089" y="9927"/>
                  </a:lnTo>
                  <a:cubicBezTo>
                    <a:pt x="18074" y="9997"/>
                    <a:pt x="18070" y="10071"/>
                    <a:pt x="18066" y="10145"/>
                  </a:cubicBezTo>
                  <a:cubicBezTo>
                    <a:pt x="18060" y="10216"/>
                    <a:pt x="18058" y="10283"/>
                    <a:pt x="18044" y="10349"/>
                  </a:cubicBezTo>
                  <a:lnTo>
                    <a:pt x="18037" y="10464"/>
                  </a:lnTo>
                  <a:cubicBezTo>
                    <a:pt x="18024" y="10519"/>
                    <a:pt x="18015" y="10578"/>
                    <a:pt x="18006" y="10638"/>
                  </a:cubicBezTo>
                  <a:cubicBezTo>
                    <a:pt x="17997" y="10705"/>
                    <a:pt x="17984" y="10773"/>
                    <a:pt x="17970" y="10833"/>
                  </a:cubicBezTo>
                  <a:cubicBezTo>
                    <a:pt x="17949" y="10901"/>
                    <a:pt x="17936" y="10971"/>
                    <a:pt x="17925" y="11038"/>
                  </a:cubicBezTo>
                  <a:cubicBezTo>
                    <a:pt x="17903" y="11141"/>
                    <a:pt x="17884" y="11236"/>
                    <a:pt x="17849" y="11327"/>
                  </a:cubicBezTo>
                  <a:cubicBezTo>
                    <a:pt x="17842" y="11343"/>
                    <a:pt x="17837" y="11359"/>
                    <a:pt x="17833" y="11374"/>
                  </a:cubicBezTo>
                  <a:cubicBezTo>
                    <a:pt x="17820" y="11422"/>
                    <a:pt x="17813" y="11443"/>
                    <a:pt x="17773" y="11458"/>
                  </a:cubicBezTo>
                  <a:cubicBezTo>
                    <a:pt x="17751" y="11472"/>
                    <a:pt x="17635" y="11481"/>
                    <a:pt x="17539" y="11481"/>
                  </a:cubicBezTo>
                  <a:cubicBezTo>
                    <a:pt x="17493" y="11481"/>
                    <a:pt x="17451" y="11479"/>
                    <a:pt x="17426" y="11474"/>
                  </a:cubicBezTo>
                  <a:cubicBezTo>
                    <a:pt x="17390" y="11467"/>
                    <a:pt x="17352" y="11467"/>
                    <a:pt x="17315" y="11467"/>
                  </a:cubicBezTo>
                  <a:cubicBezTo>
                    <a:pt x="17279" y="11467"/>
                    <a:pt x="17241" y="11467"/>
                    <a:pt x="17208" y="11459"/>
                  </a:cubicBezTo>
                  <a:cubicBezTo>
                    <a:pt x="17108" y="11438"/>
                    <a:pt x="16996" y="11438"/>
                    <a:pt x="16888" y="11438"/>
                  </a:cubicBezTo>
                  <a:cubicBezTo>
                    <a:pt x="16844" y="11436"/>
                    <a:pt x="16799" y="11436"/>
                    <a:pt x="16757" y="11436"/>
                  </a:cubicBezTo>
                  <a:cubicBezTo>
                    <a:pt x="16743" y="11436"/>
                    <a:pt x="16727" y="11435"/>
                    <a:pt x="16711" y="11430"/>
                  </a:cubicBezTo>
                  <a:cubicBezTo>
                    <a:pt x="16686" y="11426"/>
                    <a:pt x="16658" y="11422"/>
                    <a:pt x="16627" y="11422"/>
                  </a:cubicBezTo>
                  <a:cubicBezTo>
                    <a:pt x="16603" y="11422"/>
                    <a:pt x="16578" y="11425"/>
                    <a:pt x="16552" y="11432"/>
                  </a:cubicBezTo>
                  <a:cubicBezTo>
                    <a:pt x="16536" y="11438"/>
                    <a:pt x="16522" y="11442"/>
                    <a:pt x="16500" y="11442"/>
                  </a:cubicBezTo>
                  <a:lnTo>
                    <a:pt x="16468" y="11442"/>
                  </a:lnTo>
                  <a:lnTo>
                    <a:pt x="16461" y="11473"/>
                  </a:lnTo>
                  <a:cubicBezTo>
                    <a:pt x="16400" y="11723"/>
                    <a:pt x="16305" y="11968"/>
                    <a:pt x="16228" y="12154"/>
                  </a:cubicBezTo>
                  <a:cubicBezTo>
                    <a:pt x="16199" y="12221"/>
                    <a:pt x="16176" y="12285"/>
                    <a:pt x="16152" y="12352"/>
                  </a:cubicBezTo>
                  <a:cubicBezTo>
                    <a:pt x="16123" y="12428"/>
                    <a:pt x="16097" y="12505"/>
                    <a:pt x="16061" y="12580"/>
                  </a:cubicBezTo>
                  <a:cubicBezTo>
                    <a:pt x="15979" y="12768"/>
                    <a:pt x="15878" y="12966"/>
                    <a:pt x="15769" y="13143"/>
                  </a:cubicBezTo>
                  <a:cubicBezTo>
                    <a:pt x="15732" y="13204"/>
                    <a:pt x="15700" y="13267"/>
                    <a:pt x="15668" y="13329"/>
                  </a:cubicBezTo>
                  <a:cubicBezTo>
                    <a:pt x="15632" y="13397"/>
                    <a:pt x="15600" y="13464"/>
                    <a:pt x="15558" y="13528"/>
                  </a:cubicBezTo>
                  <a:cubicBezTo>
                    <a:pt x="15446" y="13704"/>
                    <a:pt x="15318" y="13874"/>
                    <a:pt x="15194" y="14040"/>
                  </a:cubicBezTo>
                  <a:cubicBezTo>
                    <a:pt x="15151" y="14100"/>
                    <a:pt x="15106" y="14161"/>
                    <a:pt x="15063" y="14220"/>
                  </a:cubicBezTo>
                  <a:cubicBezTo>
                    <a:pt x="15005" y="14296"/>
                    <a:pt x="14949" y="14369"/>
                    <a:pt x="14889" y="14440"/>
                  </a:cubicBezTo>
                  <a:cubicBezTo>
                    <a:pt x="14838" y="14502"/>
                    <a:pt x="14786" y="14564"/>
                    <a:pt x="14744" y="14623"/>
                  </a:cubicBezTo>
                  <a:lnTo>
                    <a:pt x="14534" y="14832"/>
                  </a:lnTo>
                  <a:cubicBezTo>
                    <a:pt x="14438" y="14956"/>
                    <a:pt x="14302" y="15094"/>
                    <a:pt x="14156" y="15202"/>
                  </a:cubicBezTo>
                  <a:cubicBezTo>
                    <a:pt x="14113" y="15234"/>
                    <a:pt x="14073" y="15277"/>
                    <a:pt x="14033" y="15320"/>
                  </a:cubicBezTo>
                  <a:cubicBezTo>
                    <a:pt x="13995" y="15360"/>
                    <a:pt x="13958" y="15398"/>
                    <a:pt x="13915" y="15430"/>
                  </a:cubicBezTo>
                  <a:lnTo>
                    <a:pt x="13777" y="15536"/>
                  </a:lnTo>
                  <a:lnTo>
                    <a:pt x="13768" y="15543"/>
                  </a:lnTo>
                  <a:cubicBezTo>
                    <a:pt x="13573" y="15689"/>
                    <a:pt x="13375" y="15840"/>
                    <a:pt x="13163" y="15981"/>
                  </a:cubicBezTo>
                  <a:lnTo>
                    <a:pt x="13093" y="16029"/>
                  </a:lnTo>
                  <a:cubicBezTo>
                    <a:pt x="13015" y="16083"/>
                    <a:pt x="12933" y="16141"/>
                    <a:pt x="12845" y="16182"/>
                  </a:cubicBezTo>
                  <a:lnTo>
                    <a:pt x="12821" y="16193"/>
                  </a:lnTo>
                  <a:lnTo>
                    <a:pt x="12821" y="16220"/>
                  </a:lnTo>
                  <a:cubicBezTo>
                    <a:pt x="12826" y="16298"/>
                    <a:pt x="12846" y="16363"/>
                    <a:pt x="12868" y="16422"/>
                  </a:cubicBezTo>
                  <a:lnTo>
                    <a:pt x="12883" y="16465"/>
                  </a:lnTo>
                  <a:cubicBezTo>
                    <a:pt x="12899" y="16516"/>
                    <a:pt x="12916" y="16561"/>
                    <a:pt x="12931" y="16608"/>
                  </a:cubicBezTo>
                  <a:cubicBezTo>
                    <a:pt x="12967" y="16727"/>
                    <a:pt x="13000" y="16836"/>
                    <a:pt x="13050" y="16954"/>
                  </a:cubicBezTo>
                  <a:lnTo>
                    <a:pt x="13079" y="17013"/>
                  </a:lnTo>
                  <a:cubicBezTo>
                    <a:pt x="13124" y="17119"/>
                    <a:pt x="13172" y="17226"/>
                    <a:pt x="13182" y="17352"/>
                  </a:cubicBezTo>
                  <a:cubicBezTo>
                    <a:pt x="12676" y="17849"/>
                    <a:pt x="11996" y="18098"/>
                    <a:pt x="11227" y="18349"/>
                  </a:cubicBezTo>
                  <a:cubicBezTo>
                    <a:pt x="11116" y="18386"/>
                    <a:pt x="11007" y="18408"/>
                    <a:pt x="10889" y="18428"/>
                  </a:cubicBezTo>
                  <a:cubicBezTo>
                    <a:pt x="10801" y="18443"/>
                    <a:pt x="10709" y="18459"/>
                    <a:pt x="10616" y="18486"/>
                  </a:cubicBezTo>
                  <a:cubicBezTo>
                    <a:pt x="10389" y="18546"/>
                    <a:pt x="10088" y="18585"/>
                    <a:pt x="9848" y="18589"/>
                  </a:cubicBezTo>
                  <a:cubicBezTo>
                    <a:pt x="9824" y="18589"/>
                    <a:pt x="9794" y="18595"/>
                    <a:pt x="9764" y="18597"/>
                  </a:cubicBezTo>
                  <a:cubicBezTo>
                    <a:pt x="9734" y="18598"/>
                    <a:pt x="9697" y="18601"/>
                    <a:pt x="9662" y="18601"/>
                  </a:cubicBezTo>
                  <a:cubicBezTo>
                    <a:pt x="9619" y="18601"/>
                    <a:pt x="9577" y="18597"/>
                    <a:pt x="9553" y="18581"/>
                  </a:cubicBezTo>
                  <a:cubicBezTo>
                    <a:pt x="9501" y="18563"/>
                    <a:pt x="9479" y="18469"/>
                    <a:pt x="9457" y="18386"/>
                  </a:cubicBezTo>
                  <a:cubicBezTo>
                    <a:pt x="9450" y="18357"/>
                    <a:pt x="9443" y="18328"/>
                    <a:pt x="9435" y="18301"/>
                  </a:cubicBezTo>
                  <a:cubicBezTo>
                    <a:pt x="9405" y="18211"/>
                    <a:pt x="9383" y="18112"/>
                    <a:pt x="9358" y="18009"/>
                  </a:cubicBezTo>
                  <a:cubicBezTo>
                    <a:pt x="9335" y="17906"/>
                    <a:pt x="9312" y="17798"/>
                    <a:pt x="9275" y="17698"/>
                  </a:cubicBezTo>
                  <a:cubicBezTo>
                    <a:pt x="9268" y="17669"/>
                    <a:pt x="9255" y="17644"/>
                    <a:pt x="9246" y="17615"/>
                  </a:cubicBezTo>
                  <a:cubicBezTo>
                    <a:pt x="9213" y="17529"/>
                    <a:pt x="9179" y="17442"/>
                    <a:pt x="9179" y="17335"/>
                  </a:cubicBezTo>
                  <a:lnTo>
                    <a:pt x="9181" y="17295"/>
                  </a:lnTo>
                  <a:lnTo>
                    <a:pt x="9140" y="17295"/>
                  </a:lnTo>
                  <a:cubicBezTo>
                    <a:pt x="9079" y="17295"/>
                    <a:pt x="9009" y="17297"/>
                    <a:pt x="8935" y="17303"/>
                  </a:cubicBezTo>
                  <a:cubicBezTo>
                    <a:pt x="8860" y="17307"/>
                    <a:pt x="8778" y="17312"/>
                    <a:pt x="8701" y="17312"/>
                  </a:cubicBezTo>
                  <a:cubicBezTo>
                    <a:pt x="8630" y="17312"/>
                    <a:pt x="8563" y="17308"/>
                    <a:pt x="8506" y="17295"/>
                  </a:cubicBezTo>
                  <a:cubicBezTo>
                    <a:pt x="8470" y="17286"/>
                    <a:pt x="8432" y="17284"/>
                    <a:pt x="8395" y="17284"/>
                  </a:cubicBezTo>
                  <a:cubicBezTo>
                    <a:pt x="8377" y="17284"/>
                    <a:pt x="8360" y="17284"/>
                    <a:pt x="8343" y="17285"/>
                  </a:cubicBezTo>
                  <a:cubicBezTo>
                    <a:pt x="8327" y="17286"/>
                    <a:pt x="8311" y="17287"/>
                    <a:pt x="8296" y="17287"/>
                  </a:cubicBezTo>
                  <a:cubicBezTo>
                    <a:pt x="8267" y="17287"/>
                    <a:pt x="8239" y="17285"/>
                    <a:pt x="8213" y="17278"/>
                  </a:cubicBezTo>
                  <a:lnTo>
                    <a:pt x="8031" y="17274"/>
                  </a:lnTo>
                  <a:cubicBezTo>
                    <a:pt x="7987" y="17260"/>
                    <a:pt x="7939" y="17259"/>
                    <a:pt x="7893" y="17258"/>
                  </a:cubicBezTo>
                  <a:cubicBezTo>
                    <a:pt x="7845" y="17255"/>
                    <a:pt x="7800" y="17252"/>
                    <a:pt x="7755" y="17242"/>
                  </a:cubicBezTo>
                  <a:cubicBezTo>
                    <a:pt x="7650" y="17218"/>
                    <a:pt x="7548" y="17204"/>
                    <a:pt x="7446" y="17191"/>
                  </a:cubicBezTo>
                  <a:cubicBezTo>
                    <a:pt x="7326" y="17175"/>
                    <a:pt x="7211" y="17160"/>
                    <a:pt x="7095" y="17130"/>
                  </a:cubicBezTo>
                  <a:lnTo>
                    <a:pt x="6545" y="16993"/>
                  </a:lnTo>
                  <a:lnTo>
                    <a:pt x="6464" y="16968"/>
                  </a:lnTo>
                  <a:cubicBezTo>
                    <a:pt x="6000" y="16816"/>
                    <a:pt x="5520" y="16659"/>
                    <a:pt x="5135" y="16425"/>
                  </a:cubicBezTo>
                  <a:cubicBezTo>
                    <a:pt x="5084" y="16395"/>
                    <a:pt x="5036" y="16372"/>
                    <a:pt x="4986" y="16350"/>
                  </a:cubicBezTo>
                  <a:cubicBezTo>
                    <a:pt x="4938" y="16329"/>
                    <a:pt x="4890" y="16307"/>
                    <a:pt x="4848" y="16281"/>
                  </a:cubicBezTo>
                  <a:cubicBezTo>
                    <a:pt x="4549" y="16099"/>
                    <a:pt x="4233" y="15901"/>
                    <a:pt x="3928" y="15677"/>
                  </a:cubicBezTo>
                  <a:cubicBezTo>
                    <a:pt x="3876" y="15639"/>
                    <a:pt x="3825" y="15596"/>
                    <a:pt x="3772" y="15557"/>
                  </a:cubicBezTo>
                  <a:cubicBezTo>
                    <a:pt x="3727" y="15517"/>
                    <a:pt x="3681" y="15479"/>
                    <a:pt x="3634" y="15443"/>
                  </a:cubicBezTo>
                  <a:cubicBezTo>
                    <a:pt x="3618" y="15430"/>
                    <a:pt x="3604" y="15414"/>
                    <a:pt x="3586" y="15398"/>
                  </a:cubicBezTo>
                  <a:cubicBezTo>
                    <a:pt x="3563" y="15372"/>
                    <a:pt x="3534" y="15340"/>
                    <a:pt x="3502" y="15321"/>
                  </a:cubicBezTo>
                  <a:lnTo>
                    <a:pt x="3502" y="15283"/>
                  </a:lnTo>
                  <a:lnTo>
                    <a:pt x="3447" y="15304"/>
                  </a:lnTo>
                  <a:cubicBezTo>
                    <a:pt x="3402" y="15320"/>
                    <a:pt x="3361" y="15357"/>
                    <a:pt x="3323" y="15394"/>
                  </a:cubicBezTo>
                  <a:cubicBezTo>
                    <a:pt x="3303" y="15414"/>
                    <a:pt x="3285" y="15430"/>
                    <a:pt x="3265" y="15445"/>
                  </a:cubicBezTo>
                  <a:cubicBezTo>
                    <a:pt x="3168" y="15513"/>
                    <a:pt x="3077" y="15581"/>
                    <a:pt x="2987" y="15654"/>
                  </a:cubicBezTo>
                  <a:cubicBezTo>
                    <a:pt x="2936" y="15690"/>
                    <a:pt x="2888" y="15725"/>
                    <a:pt x="2842" y="15764"/>
                  </a:cubicBezTo>
                  <a:cubicBezTo>
                    <a:pt x="2813" y="15786"/>
                    <a:pt x="2787" y="15815"/>
                    <a:pt x="2760" y="15841"/>
                  </a:cubicBezTo>
                  <a:cubicBezTo>
                    <a:pt x="2734" y="15871"/>
                    <a:pt x="2710" y="15895"/>
                    <a:pt x="2683" y="15916"/>
                  </a:cubicBezTo>
                  <a:cubicBezTo>
                    <a:pt x="2660" y="15930"/>
                    <a:pt x="2633" y="15942"/>
                    <a:pt x="2608" y="15953"/>
                  </a:cubicBezTo>
                  <a:cubicBezTo>
                    <a:pt x="2571" y="15968"/>
                    <a:pt x="2537" y="15985"/>
                    <a:pt x="2503" y="16012"/>
                  </a:cubicBezTo>
                  <a:cubicBezTo>
                    <a:pt x="2438" y="16003"/>
                    <a:pt x="2385" y="15961"/>
                    <a:pt x="2334" y="15923"/>
                  </a:cubicBezTo>
                  <a:cubicBezTo>
                    <a:pt x="2318" y="15908"/>
                    <a:pt x="2302" y="15898"/>
                    <a:pt x="2282" y="15885"/>
                  </a:cubicBezTo>
                  <a:cubicBezTo>
                    <a:pt x="2067" y="15740"/>
                    <a:pt x="1884" y="15568"/>
                    <a:pt x="1753" y="15437"/>
                  </a:cubicBezTo>
                  <a:cubicBezTo>
                    <a:pt x="1419" y="15103"/>
                    <a:pt x="1125" y="14732"/>
                    <a:pt x="875" y="14343"/>
                  </a:cubicBezTo>
                  <a:cubicBezTo>
                    <a:pt x="808" y="14231"/>
                    <a:pt x="747" y="14122"/>
                    <a:pt x="684" y="14010"/>
                  </a:cubicBezTo>
                  <a:cubicBezTo>
                    <a:pt x="632" y="13911"/>
                    <a:pt x="580" y="13815"/>
                    <a:pt x="521" y="13722"/>
                  </a:cubicBezTo>
                  <a:cubicBezTo>
                    <a:pt x="514" y="13710"/>
                    <a:pt x="508" y="13697"/>
                    <a:pt x="504" y="13678"/>
                  </a:cubicBezTo>
                  <a:cubicBezTo>
                    <a:pt x="500" y="13662"/>
                    <a:pt x="495" y="13642"/>
                    <a:pt x="485" y="13626"/>
                  </a:cubicBezTo>
                  <a:cubicBezTo>
                    <a:pt x="417" y="13492"/>
                    <a:pt x="343" y="13334"/>
                    <a:pt x="274" y="13172"/>
                  </a:cubicBezTo>
                  <a:lnTo>
                    <a:pt x="209" y="12973"/>
                  </a:lnTo>
                  <a:cubicBezTo>
                    <a:pt x="210" y="12877"/>
                    <a:pt x="292" y="12828"/>
                    <a:pt x="373" y="12780"/>
                  </a:cubicBezTo>
                  <a:cubicBezTo>
                    <a:pt x="391" y="12769"/>
                    <a:pt x="409" y="12759"/>
                    <a:pt x="424" y="12748"/>
                  </a:cubicBezTo>
                  <a:cubicBezTo>
                    <a:pt x="524" y="12682"/>
                    <a:pt x="626" y="12620"/>
                    <a:pt x="726" y="12554"/>
                  </a:cubicBezTo>
                  <a:cubicBezTo>
                    <a:pt x="870" y="12463"/>
                    <a:pt x="1019" y="12370"/>
                    <a:pt x="1158" y="12272"/>
                  </a:cubicBezTo>
                  <a:cubicBezTo>
                    <a:pt x="1183" y="12252"/>
                    <a:pt x="1202" y="12229"/>
                    <a:pt x="1219" y="12207"/>
                  </a:cubicBezTo>
                  <a:cubicBezTo>
                    <a:pt x="1234" y="12186"/>
                    <a:pt x="1244" y="12169"/>
                    <a:pt x="1263" y="12159"/>
                  </a:cubicBezTo>
                  <a:lnTo>
                    <a:pt x="1285" y="12144"/>
                  </a:lnTo>
                  <a:lnTo>
                    <a:pt x="1282" y="12120"/>
                  </a:lnTo>
                  <a:cubicBezTo>
                    <a:pt x="1273" y="12060"/>
                    <a:pt x="1245" y="11999"/>
                    <a:pt x="1222" y="11945"/>
                  </a:cubicBezTo>
                  <a:cubicBezTo>
                    <a:pt x="1214" y="11923"/>
                    <a:pt x="1206" y="11900"/>
                    <a:pt x="1198" y="11878"/>
                  </a:cubicBezTo>
                  <a:cubicBezTo>
                    <a:pt x="1164" y="11788"/>
                    <a:pt x="1136" y="11696"/>
                    <a:pt x="1112" y="11605"/>
                  </a:cubicBezTo>
                  <a:cubicBezTo>
                    <a:pt x="1091" y="11544"/>
                    <a:pt x="1075" y="11481"/>
                    <a:pt x="1054" y="11417"/>
                  </a:cubicBezTo>
                  <a:cubicBezTo>
                    <a:pt x="1001" y="11254"/>
                    <a:pt x="972" y="11087"/>
                    <a:pt x="940" y="10908"/>
                  </a:cubicBezTo>
                  <a:cubicBezTo>
                    <a:pt x="918" y="10788"/>
                    <a:pt x="897" y="10661"/>
                    <a:pt x="866" y="10538"/>
                  </a:cubicBezTo>
                  <a:cubicBezTo>
                    <a:pt x="853" y="10493"/>
                    <a:pt x="851" y="10446"/>
                    <a:pt x="846" y="10397"/>
                  </a:cubicBezTo>
                  <a:cubicBezTo>
                    <a:pt x="841" y="10352"/>
                    <a:pt x="837" y="10304"/>
                    <a:pt x="827" y="10260"/>
                  </a:cubicBezTo>
                  <a:cubicBezTo>
                    <a:pt x="812" y="10199"/>
                    <a:pt x="812" y="10131"/>
                    <a:pt x="812" y="10062"/>
                  </a:cubicBezTo>
                  <a:cubicBezTo>
                    <a:pt x="812" y="9990"/>
                    <a:pt x="812" y="9913"/>
                    <a:pt x="798" y="9844"/>
                  </a:cubicBezTo>
                  <a:cubicBezTo>
                    <a:pt x="792" y="9822"/>
                    <a:pt x="790" y="9799"/>
                    <a:pt x="790" y="9766"/>
                  </a:cubicBezTo>
                  <a:lnTo>
                    <a:pt x="792" y="9661"/>
                  </a:lnTo>
                  <a:cubicBezTo>
                    <a:pt x="792" y="9617"/>
                    <a:pt x="786" y="9582"/>
                    <a:pt x="779" y="9549"/>
                  </a:cubicBezTo>
                  <a:cubicBezTo>
                    <a:pt x="770" y="9504"/>
                    <a:pt x="763" y="9414"/>
                    <a:pt x="763" y="9315"/>
                  </a:cubicBezTo>
                  <a:cubicBezTo>
                    <a:pt x="763" y="9215"/>
                    <a:pt x="770" y="9124"/>
                    <a:pt x="779" y="9075"/>
                  </a:cubicBezTo>
                  <a:cubicBezTo>
                    <a:pt x="785" y="9055"/>
                    <a:pt x="786" y="9037"/>
                    <a:pt x="786" y="9008"/>
                  </a:cubicBezTo>
                  <a:lnTo>
                    <a:pt x="785" y="8946"/>
                  </a:lnTo>
                  <a:cubicBezTo>
                    <a:pt x="785" y="8937"/>
                    <a:pt x="785" y="8921"/>
                    <a:pt x="790" y="8902"/>
                  </a:cubicBezTo>
                  <a:lnTo>
                    <a:pt x="805" y="8592"/>
                  </a:lnTo>
                  <a:cubicBezTo>
                    <a:pt x="830" y="8470"/>
                    <a:pt x="843" y="8341"/>
                    <a:pt x="856" y="8216"/>
                  </a:cubicBezTo>
                  <a:cubicBezTo>
                    <a:pt x="867" y="8081"/>
                    <a:pt x="878" y="7953"/>
                    <a:pt x="910" y="7831"/>
                  </a:cubicBezTo>
                  <a:cubicBezTo>
                    <a:pt x="936" y="7723"/>
                    <a:pt x="961" y="7612"/>
                    <a:pt x="981" y="7505"/>
                  </a:cubicBezTo>
                  <a:cubicBezTo>
                    <a:pt x="1017" y="7342"/>
                    <a:pt x="1052" y="7172"/>
                    <a:pt x="1104" y="7016"/>
                  </a:cubicBezTo>
                  <a:cubicBezTo>
                    <a:pt x="1173" y="6804"/>
                    <a:pt x="1256" y="6593"/>
                    <a:pt x="1331" y="6390"/>
                  </a:cubicBezTo>
                  <a:cubicBezTo>
                    <a:pt x="1365" y="6307"/>
                    <a:pt x="1439" y="6109"/>
                    <a:pt x="1439" y="6109"/>
                  </a:cubicBezTo>
                  <a:lnTo>
                    <a:pt x="1408" y="6093"/>
                  </a:lnTo>
                  <a:cubicBezTo>
                    <a:pt x="1346" y="6060"/>
                    <a:pt x="1288" y="6015"/>
                    <a:pt x="1234" y="5970"/>
                  </a:cubicBezTo>
                  <a:cubicBezTo>
                    <a:pt x="1193" y="5936"/>
                    <a:pt x="1151" y="5904"/>
                    <a:pt x="1110" y="5876"/>
                  </a:cubicBezTo>
                  <a:lnTo>
                    <a:pt x="1042" y="5831"/>
                  </a:lnTo>
                  <a:cubicBezTo>
                    <a:pt x="936" y="5759"/>
                    <a:pt x="824" y="5687"/>
                    <a:pt x="718" y="5619"/>
                  </a:cubicBezTo>
                  <a:cubicBezTo>
                    <a:pt x="700" y="5609"/>
                    <a:pt x="684" y="5605"/>
                    <a:pt x="670" y="5599"/>
                  </a:cubicBezTo>
                  <a:cubicBezTo>
                    <a:pt x="661" y="5597"/>
                    <a:pt x="649" y="5593"/>
                    <a:pt x="645" y="5590"/>
                  </a:cubicBezTo>
                  <a:cubicBezTo>
                    <a:pt x="616" y="5570"/>
                    <a:pt x="590" y="5544"/>
                    <a:pt x="562" y="5514"/>
                  </a:cubicBezTo>
                  <a:cubicBezTo>
                    <a:pt x="539" y="5485"/>
                    <a:pt x="511" y="5461"/>
                    <a:pt x="481" y="5437"/>
                  </a:cubicBezTo>
                  <a:cubicBezTo>
                    <a:pt x="488" y="5190"/>
                    <a:pt x="581" y="4994"/>
                    <a:pt x="671" y="4802"/>
                  </a:cubicBezTo>
                  <a:cubicBezTo>
                    <a:pt x="689" y="4772"/>
                    <a:pt x="703" y="4737"/>
                    <a:pt x="719" y="4705"/>
                  </a:cubicBezTo>
                  <a:cubicBezTo>
                    <a:pt x="726" y="4689"/>
                    <a:pt x="734" y="4674"/>
                    <a:pt x="741" y="4657"/>
                  </a:cubicBezTo>
                  <a:cubicBezTo>
                    <a:pt x="939" y="4205"/>
                    <a:pt x="1222" y="3825"/>
                    <a:pt x="1497" y="3457"/>
                  </a:cubicBezTo>
                  <a:lnTo>
                    <a:pt x="1542" y="3396"/>
                  </a:lnTo>
                  <a:cubicBezTo>
                    <a:pt x="1586" y="3338"/>
                    <a:pt x="1635" y="3286"/>
                    <a:pt x="1685" y="3230"/>
                  </a:cubicBezTo>
                  <a:cubicBezTo>
                    <a:pt x="1735" y="3178"/>
                    <a:pt x="1783" y="3123"/>
                    <a:pt x="1826" y="3070"/>
                  </a:cubicBezTo>
                  <a:lnTo>
                    <a:pt x="1954" y="2951"/>
                  </a:lnTo>
                  <a:cubicBezTo>
                    <a:pt x="2092" y="2767"/>
                    <a:pt x="2295" y="2604"/>
                    <a:pt x="2435" y="2498"/>
                  </a:cubicBezTo>
                  <a:cubicBezTo>
                    <a:pt x="2464" y="2476"/>
                    <a:pt x="2487" y="2453"/>
                    <a:pt x="2513" y="2429"/>
                  </a:cubicBezTo>
                  <a:cubicBezTo>
                    <a:pt x="2564" y="2381"/>
                    <a:pt x="2611" y="2333"/>
                    <a:pt x="2682" y="2309"/>
                  </a:cubicBezTo>
                  <a:cubicBezTo>
                    <a:pt x="2685" y="2307"/>
                    <a:pt x="2690" y="2305"/>
                    <a:pt x="2697" y="2305"/>
                  </a:cubicBezTo>
                  <a:cubicBezTo>
                    <a:pt x="2723" y="2305"/>
                    <a:pt x="2781" y="2324"/>
                    <a:pt x="2915" y="2422"/>
                  </a:cubicBezTo>
                  <a:cubicBezTo>
                    <a:pt x="2993" y="2480"/>
                    <a:pt x="3067" y="2546"/>
                    <a:pt x="3140" y="2612"/>
                  </a:cubicBezTo>
                  <a:cubicBezTo>
                    <a:pt x="3211" y="2678"/>
                    <a:pt x="3284" y="2742"/>
                    <a:pt x="3359" y="2800"/>
                  </a:cubicBezTo>
                  <a:cubicBezTo>
                    <a:pt x="3451" y="2867"/>
                    <a:pt x="3527" y="2924"/>
                    <a:pt x="3599" y="2995"/>
                  </a:cubicBezTo>
                  <a:cubicBezTo>
                    <a:pt x="3615" y="3011"/>
                    <a:pt x="3637" y="3024"/>
                    <a:pt x="3655" y="3033"/>
                  </a:cubicBezTo>
                  <a:cubicBezTo>
                    <a:pt x="3674" y="3046"/>
                    <a:pt x="3691" y="3054"/>
                    <a:pt x="3700" y="3065"/>
                  </a:cubicBezTo>
                  <a:lnTo>
                    <a:pt x="3716" y="3085"/>
                  </a:lnTo>
                  <a:lnTo>
                    <a:pt x="3739" y="3079"/>
                  </a:lnTo>
                  <a:cubicBezTo>
                    <a:pt x="3787" y="3068"/>
                    <a:pt x="3816" y="3040"/>
                    <a:pt x="3839" y="3014"/>
                  </a:cubicBezTo>
                  <a:cubicBezTo>
                    <a:pt x="3847" y="3005"/>
                    <a:pt x="3855" y="2995"/>
                    <a:pt x="3868" y="2989"/>
                  </a:cubicBezTo>
                  <a:lnTo>
                    <a:pt x="3974" y="2911"/>
                  </a:lnTo>
                  <a:cubicBezTo>
                    <a:pt x="4027" y="2871"/>
                    <a:pt x="4079" y="2832"/>
                    <a:pt x="4131" y="2793"/>
                  </a:cubicBezTo>
                  <a:cubicBezTo>
                    <a:pt x="4328" y="2656"/>
                    <a:pt x="4539" y="2530"/>
                    <a:pt x="4745" y="2407"/>
                  </a:cubicBezTo>
                  <a:cubicBezTo>
                    <a:pt x="4819" y="2362"/>
                    <a:pt x="4893" y="2319"/>
                    <a:pt x="4966" y="2272"/>
                  </a:cubicBezTo>
                  <a:cubicBezTo>
                    <a:pt x="5072" y="2207"/>
                    <a:pt x="5184" y="2160"/>
                    <a:pt x="5300" y="2108"/>
                  </a:cubicBezTo>
                  <a:lnTo>
                    <a:pt x="5552" y="1996"/>
                  </a:lnTo>
                  <a:cubicBezTo>
                    <a:pt x="5664" y="1944"/>
                    <a:pt x="5780" y="1891"/>
                    <a:pt x="5897" y="1843"/>
                  </a:cubicBezTo>
                  <a:cubicBezTo>
                    <a:pt x="6064" y="1775"/>
                    <a:pt x="6235" y="1724"/>
                    <a:pt x="6413" y="1669"/>
                  </a:cubicBezTo>
                  <a:cubicBezTo>
                    <a:pt x="6501" y="1644"/>
                    <a:pt x="6589" y="1617"/>
                    <a:pt x="6679" y="1587"/>
                  </a:cubicBezTo>
                  <a:cubicBezTo>
                    <a:pt x="6817" y="1542"/>
                    <a:pt x="6967" y="1515"/>
                    <a:pt x="7115" y="1490"/>
                  </a:cubicBezTo>
                  <a:cubicBezTo>
                    <a:pt x="7225" y="1470"/>
                    <a:pt x="7333" y="1449"/>
                    <a:pt x="7439" y="1422"/>
                  </a:cubicBezTo>
                  <a:cubicBezTo>
                    <a:pt x="7497" y="1407"/>
                    <a:pt x="7554" y="1403"/>
                    <a:pt x="7614" y="1400"/>
                  </a:cubicBezTo>
                  <a:cubicBezTo>
                    <a:pt x="7675" y="1396"/>
                    <a:pt x="7736" y="1393"/>
                    <a:pt x="7801" y="1377"/>
                  </a:cubicBezTo>
                  <a:cubicBezTo>
                    <a:pt x="7842" y="1368"/>
                    <a:pt x="7887" y="1368"/>
                    <a:pt x="7938" y="1364"/>
                  </a:cubicBezTo>
                  <a:cubicBezTo>
                    <a:pt x="7990" y="1362"/>
                    <a:pt x="8045" y="1359"/>
                    <a:pt x="8104" y="1348"/>
                  </a:cubicBezTo>
                  <a:cubicBezTo>
                    <a:pt x="8221" y="1321"/>
                    <a:pt x="8374" y="1314"/>
                    <a:pt x="8529" y="1314"/>
                  </a:cubicBezTo>
                  <a:cubicBezTo>
                    <a:pt x="8601" y="1314"/>
                    <a:pt x="8674" y="1315"/>
                    <a:pt x="8743" y="1317"/>
                  </a:cubicBezTo>
                  <a:lnTo>
                    <a:pt x="8925" y="1317"/>
                  </a:lnTo>
                  <a:cubicBezTo>
                    <a:pt x="9015" y="1317"/>
                    <a:pt x="9104" y="1324"/>
                    <a:pt x="9188" y="1332"/>
                  </a:cubicBezTo>
                  <a:cubicBezTo>
                    <a:pt x="9248" y="1333"/>
                    <a:pt x="9306" y="1339"/>
                    <a:pt x="9363" y="1340"/>
                  </a:cubicBezTo>
                  <a:cubicBezTo>
                    <a:pt x="9371" y="1340"/>
                    <a:pt x="9386" y="1342"/>
                    <a:pt x="9402" y="1346"/>
                  </a:cubicBezTo>
                  <a:cubicBezTo>
                    <a:pt x="9427" y="1349"/>
                    <a:pt x="9455" y="1353"/>
                    <a:pt x="9480" y="1353"/>
                  </a:cubicBezTo>
                  <a:cubicBezTo>
                    <a:pt x="9510" y="1353"/>
                    <a:pt x="9536" y="1348"/>
                    <a:pt x="9555" y="1332"/>
                  </a:cubicBezTo>
                  <a:cubicBezTo>
                    <a:pt x="9576" y="1311"/>
                    <a:pt x="9594" y="1262"/>
                    <a:pt x="9640" y="1087"/>
                  </a:cubicBezTo>
                  <a:cubicBezTo>
                    <a:pt x="9649" y="1055"/>
                    <a:pt x="9661" y="1026"/>
                    <a:pt x="9664" y="1012"/>
                  </a:cubicBezTo>
                  <a:cubicBezTo>
                    <a:pt x="9693" y="923"/>
                    <a:pt x="9717" y="830"/>
                    <a:pt x="9742" y="734"/>
                  </a:cubicBezTo>
                  <a:cubicBezTo>
                    <a:pt x="9787" y="557"/>
                    <a:pt x="9835" y="375"/>
                    <a:pt x="9911" y="235"/>
                  </a:cubicBezTo>
                  <a:cubicBezTo>
                    <a:pt x="9979" y="230"/>
                    <a:pt x="10062" y="221"/>
                    <a:pt x="10132" y="206"/>
                  </a:cubicBezTo>
                  <a:cubicBezTo>
                    <a:pt x="10146" y="204"/>
                    <a:pt x="10165" y="202"/>
                    <a:pt x="10185" y="202"/>
                  </a:cubicBezTo>
                  <a:close/>
                  <a:moveTo>
                    <a:pt x="10284" y="0"/>
                  </a:moveTo>
                  <a:cubicBezTo>
                    <a:pt x="10216" y="0"/>
                    <a:pt x="10149" y="5"/>
                    <a:pt x="10106" y="16"/>
                  </a:cubicBezTo>
                  <a:cubicBezTo>
                    <a:pt x="10068" y="25"/>
                    <a:pt x="10030" y="25"/>
                    <a:pt x="9994" y="29"/>
                  </a:cubicBezTo>
                  <a:cubicBezTo>
                    <a:pt x="9925" y="33"/>
                    <a:pt x="9863" y="38"/>
                    <a:pt x="9805" y="75"/>
                  </a:cubicBezTo>
                  <a:cubicBezTo>
                    <a:pt x="9739" y="119"/>
                    <a:pt x="9722" y="198"/>
                    <a:pt x="9706" y="273"/>
                  </a:cubicBezTo>
                  <a:cubicBezTo>
                    <a:pt x="9698" y="302"/>
                    <a:pt x="9693" y="331"/>
                    <a:pt x="9684" y="358"/>
                  </a:cubicBezTo>
                  <a:cubicBezTo>
                    <a:pt x="9655" y="443"/>
                    <a:pt x="9626" y="539"/>
                    <a:pt x="9601" y="635"/>
                  </a:cubicBezTo>
                  <a:cubicBezTo>
                    <a:pt x="9579" y="714"/>
                    <a:pt x="9555" y="794"/>
                    <a:pt x="9533" y="865"/>
                  </a:cubicBezTo>
                  <a:cubicBezTo>
                    <a:pt x="9521" y="901"/>
                    <a:pt x="9514" y="939"/>
                    <a:pt x="9508" y="977"/>
                  </a:cubicBezTo>
                  <a:cubicBezTo>
                    <a:pt x="9499" y="1032"/>
                    <a:pt x="9488" y="1087"/>
                    <a:pt x="9464" y="1127"/>
                  </a:cubicBezTo>
                  <a:cubicBezTo>
                    <a:pt x="9361" y="1124"/>
                    <a:pt x="9259" y="1116"/>
                    <a:pt x="9153" y="1112"/>
                  </a:cubicBezTo>
                  <a:cubicBezTo>
                    <a:pt x="9024" y="1102"/>
                    <a:pt x="8896" y="1095"/>
                    <a:pt x="8755" y="1095"/>
                  </a:cubicBezTo>
                  <a:lnTo>
                    <a:pt x="8688" y="1095"/>
                  </a:lnTo>
                  <a:cubicBezTo>
                    <a:pt x="8662" y="1094"/>
                    <a:pt x="8635" y="1093"/>
                    <a:pt x="8609" y="1093"/>
                  </a:cubicBezTo>
                  <a:cubicBezTo>
                    <a:pt x="8563" y="1093"/>
                    <a:pt x="8519" y="1096"/>
                    <a:pt x="8483" y="1105"/>
                  </a:cubicBezTo>
                  <a:cubicBezTo>
                    <a:pt x="8474" y="1107"/>
                    <a:pt x="8463" y="1107"/>
                    <a:pt x="8452" y="1107"/>
                  </a:cubicBezTo>
                  <a:cubicBezTo>
                    <a:pt x="8437" y="1107"/>
                    <a:pt x="8420" y="1106"/>
                    <a:pt x="8405" y="1106"/>
                  </a:cubicBezTo>
                  <a:cubicBezTo>
                    <a:pt x="8375" y="1106"/>
                    <a:pt x="8346" y="1106"/>
                    <a:pt x="8330" y="1108"/>
                  </a:cubicBezTo>
                  <a:lnTo>
                    <a:pt x="8098" y="1116"/>
                  </a:lnTo>
                  <a:cubicBezTo>
                    <a:pt x="8054" y="1127"/>
                    <a:pt x="8006" y="1130"/>
                    <a:pt x="7955" y="1130"/>
                  </a:cubicBezTo>
                  <a:cubicBezTo>
                    <a:pt x="7901" y="1131"/>
                    <a:pt x="7843" y="1135"/>
                    <a:pt x="7787" y="1150"/>
                  </a:cubicBezTo>
                  <a:cubicBezTo>
                    <a:pt x="7679" y="1173"/>
                    <a:pt x="7567" y="1188"/>
                    <a:pt x="7457" y="1201"/>
                  </a:cubicBezTo>
                  <a:cubicBezTo>
                    <a:pt x="7326" y="1217"/>
                    <a:pt x="7191" y="1233"/>
                    <a:pt x="7061" y="1269"/>
                  </a:cubicBezTo>
                  <a:cubicBezTo>
                    <a:pt x="6972" y="1295"/>
                    <a:pt x="6882" y="1316"/>
                    <a:pt x="6791" y="1335"/>
                  </a:cubicBezTo>
                  <a:cubicBezTo>
                    <a:pt x="6669" y="1364"/>
                    <a:pt x="6544" y="1390"/>
                    <a:pt x="6426" y="1432"/>
                  </a:cubicBezTo>
                  <a:cubicBezTo>
                    <a:pt x="5995" y="1573"/>
                    <a:pt x="5625" y="1717"/>
                    <a:pt x="5290" y="1862"/>
                  </a:cubicBezTo>
                  <a:cubicBezTo>
                    <a:pt x="5161" y="1920"/>
                    <a:pt x="5011" y="1999"/>
                    <a:pt x="4847" y="2098"/>
                  </a:cubicBezTo>
                  <a:cubicBezTo>
                    <a:pt x="4757" y="2153"/>
                    <a:pt x="4669" y="2202"/>
                    <a:pt x="4581" y="2249"/>
                  </a:cubicBezTo>
                  <a:cubicBezTo>
                    <a:pt x="4443" y="2326"/>
                    <a:pt x="4299" y="2407"/>
                    <a:pt x="4165" y="2501"/>
                  </a:cubicBezTo>
                  <a:cubicBezTo>
                    <a:pt x="4086" y="2559"/>
                    <a:pt x="4005" y="2614"/>
                    <a:pt x="3924" y="2672"/>
                  </a:cubicBezTo>
                  <a:lnTo>
                    <a:pt x="3870" y="2713"/>
                  </a:lnTo>
                  <a:cubicBezTo>
                    <a:pt x="3854" y="2726"/>
                    <a:pt x="3833" y="2738"/>
                    <a:pt x="3817" y="2756"/>
                  </a:cubicBezTo>
                  <a:cubicBezTo>
                    <a:pt x="3788" y="2781"/>
                    <a:pt x="3759" y="2809"/>
                    <a:pt x="3749" y="2817"/>
                  </a:cubicBezTo>
                  <a:cubicBezTo>
                    <a:pt x="3729" y="2810"/>
                    <a:pt x="3663" y="2752"/>
                    <a:pt x="3628" y="2722"/>
                  </a:cubicBezTo>
                  <a:cubicBezTo>
                    <a:pt x="3599" y="2698"/>
                    <a:pt x="3576" y="2676"/>
                    <a:pt x="3562" y="2668"/>
                  </a:cubicBezTo>
                  <a:cubicBezTo>
                    <a:pt x="3470" y="2599"/>
                    <a:pt x="3386" y="2531"/>
                    <a:pt x="3298" y="2461"/>
                  </a:cubicBezTo>
                  <a:cubicBezTo>
                    <a:pt x="3207" y="2387"/>
                    <a:pt x="3114" y="2313"/>
                    <a:pt x="3018" y="2243"/>
                  </a:cubicBezTo>
                  <a:lnTo>
                    <a:pt x="2996" y="2227"/>
                  </a:lnTo>
                  <a:cubicBezTo>
                    <a:pt x="2932" y="2178"/>
                    <a:pt x="2820" y="2094"/>
                    <a:pt x="2707" y="2094"/>
                  </a:cubicBezTo>
                  <a:cubicBezTo>
                    <a:pt x="2686" y="2094"/>
                    <a:pt x="2665" y="2097"/>
                    <a:pt x="2644" y="2104"/>
                  </a:cubicBezTo>
                  <a:cubicBezTo>
                    <a:pt x="2582" y="2120"/>
                    <a:pt x="2531" y="2159"/>
                    <a:pt x="2486" y="2195"/>
                  </a:cubicBezTo>
                  <a:lnTo>
                    <a:pt x="2449" y="2220"/>
                  </a:lnTo>
                  <a:cubicBezTo>
                    <a:pt x="2372" y="2278"/>
                    <a:pt x="2300" y="2338"/>
                    <a:pt x="2230" y="2396"/>
                  </a:cubicBezTo>
                  <a:cubicBezTo>
                    <a:pt x="2175" y="2444"/>
                    <a:pt x="2116" y="2493"/>
                    <a:pt x="2050" y="2541"/>
                  </a:cubicBezTo>
                  <a:lnTo>
                    <a:pt x="1964" y="2634"/>
                  </a:lnTo>
                  <a:cubicBezTo>
                    <a:pt x="1751" y="2799"/>
                    <a:pt x="1525" y="3085"/>
                    <a:pt x="1405" y="3239"/>
                  </a:cubicBezTo>
                  <a:cubicBezTo>
                    <a:pt x="1369" y="3286"/>
                    <a:pt x="1331" y="3331"/>
                    <a:pt x="1293" y="3376"/>
                  </a:cubicBezTo>
                  <a:cubicBezTo>
                    <a:pt x="1245" y="3428"/>
                    <a:pt x="1198" y="3483"/>
                    <a:pt x="1155" y="3543"/>
                  </a:cubicBezTo>
                  <a:cubicBezTo>
                    <a:pt x="972" y="3806"/>
                    <a:pt x="761" y="4123"/>
                    <a:pt x="580" y="4508"/>
                  </a:cubicBezTo>
                  <a:cubicBezTo>
                    <a:pt x="565" y="4539"/>
                    <a:pt x="548" y="4574"/>
                    <a:pt x="533" y="4606"/>
                  </a:cubicBezTo>
                  <a:lnTo>
                    <a:pt x="494" y="4697"/>
                  </a:lnTo>
                  <a:cubicBezTo>
                    <a:pt x="398" y="4908"/>
                    <a:pt x="289" y="5148"/>
                    <a:pt x="289" y="5424"/>
                  </a:cubicBezTo>
                  <a:cubicBezTo>
                    <a:pt x="289" y="5445"/>
                    <a:pt x="290" y="5493"/>
                    <a:pt x="290" y="5493"/>
                  </a:cubicBezTo>
                  <a:lnTo>
                    <a:pt x="299" y="5506"/>
                  </a:lnTo>
                  <a:cubicBezTo>
                    <a:pt x="463" y="5674"/>
                    <a:pt x="676" y="5810"/>
                    <a:pt x="881" y="5939"/>
                  </a:cubicBezTo>
                  <a:lnTo>
                    <a:pt x="933" y="5971"/>
                  </a:lnTo>
                  <a:cubicBezTo>
                    <a:pt x="965" y="5987"/>
                    <a:pt x="995" y="6007"/>
                    <a:pt x="1026" y="6023"/>
                  </a:cubicBezTo>
                  <a:cubicBezTo>
                    <a:pt x="1086" y="6057"/>
                    <a:pt x="1148" y="6093"/>
                    <a:pt x="1193" y="6135"/>
                  </a:cubicBezTo>
                  <a:cubicBezTo>
                    <a:pt x="1187" y="6150"/>
                    <a:pt x="1180" y="6172"/>
                    <a:pt x="1173" y="6186"/>
                  </a:cubicBezTo>
                  <a:cubicBezTo>
                    <a:pt x="1144" y="6253"/>
                    <a:pt x="1120" y="6321"/>
                    <a:pt x="1096" y="6391"/>
                  </a:cubicBezTo>
                  <a:lnTo>
                    <a:pt x="1070" y="6460"/>
                  </a:lnTo>
                  <a:cubicBezTo>
                    <a:pt x="1004" y="6627"/>
                    <a:pt x="947" y="6807"/>
                    <a:pt x="894" y="6981"/>
                  </a:cubicBezTo>
                  <a:lnTo>
                    <a:pt x="835" y="7163"/>
                  </a:lnTo>
                  <a:cubicBezTo>
                    <a:pt x="805" y="7256"/>
                    <a:pt x="785" y="7352"/>
                    <a:pt x="766" y="7445"/>
                  </a:cubicBezTo>
                  <a:cubicBezTo>
                    <a:pt x="751" y="7514"/>
                    <a:pt x="741" y="7582"/>
                    <a:pt x="721" y="7650"/>
                  </a:cubicBezTo>
                  <a:lnTo>
                    <a:pt x="638" y="8114"/>
                  </a:lnTo>
                  <a:lnTo>
                    <a:pt x="623" y="8283"/>
                  </a:lnTo>
                  <a:cubicBezTo>
                    <a:pt x="599" y="8382"/>
                    <a:pt x="594" y="8492"/>
                    <a:pt x="591" y="8600"/>
                  </a:cubicBezTo>
                  <a:cubicBezTo>
                    <a:pt x="587" y="8703"/>
                    <a:pt x="584" y="8808"/>
                    <a:pt x="561" y="8909"/>
                  </a:cubicBezTo>
                  <a:lnTo>
                    <a:pt x="562" y="9082"/>
                  </a:lnTo>
                  <a:cubicBezTo>
                    <a:pt x="546" y="9149"/>
                    <a:pt x="543" y="9271"/>
                    <a:pt x="543" y="9338"/>
                  </a:cubicBezTo>
                  <a:cubicBezTo>
                    <a:pt x="543" y="9491"/>
                    <a:pt x="555" y="9646"/>
                    <a:pt x="567" y="9705"/>
                  </a:cubicBezTo>
                  <a:lnTo>
                    <a:pt x="568" y="9840"/>
                  </a:lnTo>
                  <a:cubicBezTo>
                    <a:pt x="583" y="9905"/>
                    <a:pt x="584" y="9971"/>
                    <a:pt x="584" y="10043"/>
                  </a:cubicBezTo>
                  <a:cubicBezTo>
                    <a:pt x="587" y="10119"/>
                    <a:pt x="587" y="10196"/>
                    <a:pt x="606" y="10272"/>
                  </a:cubicBezTo>
                  <a:cubicBezTo>
                    <a:pt x="619" y="10323"/>
                    <a:pt x="620" y="10370"/>
                    <a:pt x="626" y="10424"/>
                  </a:cubicBezTo>
                  <a:cubicBezTo>
                    <a:pt x="632" y="10484"/>
                    <a:pt x="635" y="10543"/>
                    <a:pt x="652" y="10606"/>
                  </a:cubicBezTo>
                  <a:cubicBezTo>
                    <a:pt x="674" y="10695"/>
                    <a:pt x="692" y="10789"/>
                    <a:pt x="710" y="10884"/>
                  </a:cubicBezTo>
                  <a:cubicBezTo>
                    <a:pt x="732" y="10991"/>
                    <a:pt x="754" y="11102"/>
                    <a:pt x="779" y="11202"/>
                  </a:cubicBezTo>
                  <a:cubicBezTo>
                    <a:pt x="802" y="11284"/>
                    <a:pt x="822" y="11359"/>
                    <a:pt x="841" y="11438"/>
                  </a:cubicBezTo>
                  <a:cubicBezTo>
                    <a:pt x="878" y="11582"/>
                    <a:pt x="911" y="11720"/>
                    <a:pt x="962" y="11853"/>
                  </a:cubicBezTo>
                  <a:cubicBezTo>
                    <a:pt x="972" y="11880"/>
                    <a:pt x="979" y="11912"/>
                    <a:pt x="987" y="11939"/>
                  </a:cubicBezTo>
                  <a:cubicBezTo>
                    <a:pt x="998" y="11987"/>
                    <a:pt x="1010" y="12038"/>
                    <a:pt x="1033" y="12082"/>
                  </a:cubicBezTo>
                  <a:cubicBezTo>
                    <a:pt x="1004" y="12112"/>
                    <a:pt x="921" y="12159"/>
                    <a:pt x="878" y="12185"/>
                  </a:cubicBezTo>
                  <a:cubicBezTo>
                    <a:pt x="846" y="12205"/>
                    <a:pt x="817" y="12217"/>
                    <a:pt x="801" y="12230"/>
                  </a:cubicBezTo>
                  <a:cubicBezTo>
                    <a:pt x="715" y="12293"/>
                    <a:pt x="625" y="12352"/>
                    <a:pt x="533" y="12413"/>
                  </a:cubicBezTo>
                  <a:cubicBezTo>
                    <a:pt x="441" y="12476"/>
                    <a:pt x="347" y="12537"/>
                    <a:pt x="260" y="12601"/>
                  </a:cubicBezTo>
                  <a:lnTo>
                    <a:pt x="242" y="12614"/>
                  </a:lnTo>
                  <a:cubicBezTo>
                    <a:pt x="154" y="12675"/>
                    <a:pt x="42" y="12752"/>
                    <a:pt x="10" y="12871"/>
                  </a:cubicBezTo>
                  <a:cubicBezTo>
                    <a:pt x="2" y="12896"/>
                    <a:pt x="1" y="12919"/>
                    <a:pt x="1" y="12947"/>
                  </a:cubicBezTo>
                  <a:cubicBezTo>
                    <a:pt x="1" y="13031"/>
                    <a:pt x="37" y="13114"/>
                    <a:pt x="63" y="13174"/>
                  </a:cubicBezTo>
                  <a:lnTo>
                    <a:pt x="79" y="13210"/>
                  </a:lnTo>
                  <a:lnTo>
                    <a:pt x="123" y="13318"/>
                  </a:lnTo>
                  <a:cubicBezTo>
                    <a:pt x="202" y="13508"/>
                    <a:pt x="276" y="13690"/>
                    <a:pt x="366" y="13870"/>
                  </a:cubicBezTo>
                  <a:cubicBezTo>
                    <a:pt x="543" y="14207"/>
                    <a:pt x="750" y="14542"/>
                    <a:pt x="1019" y="14921"/>
                  </a:cubicBezTo>
                  <a:cubicBezTo>
                    <a:pt x="1059" y="14979"/>
                    <a:pt x="1107" y="15033"/>
                    <a:pt x="1155" y="15087"/>
                  </a:cubicBezTo>
                  <a:cubicBezTo>
                    <a:pt x="1193" y="15131"/>
                    <a:pt x="1234" y="15173"/>
                    <a:pt x="1267" y="15218"/>
                  </a:cubicBezTo>
                  <a:cubicBezTo>
                    <a:pt x="1420" y="15420"/>
                    <a:pt x="1587" y="15594"/>
                    <a:pt x="1746" y="15714"/>
                  </a:cubicBezTo>
                  <a:lnTo>
                    <a:pt x="1856" y="15825"/>
                  </a:lnTo>
                  <a:cubicBezTo>
                    <a:pt x="1890" y="15849"/>
                    <a:pt x="1924" y="15876"/>
                    <a:pt x="1961" y="15903"/>
                  </a:cubicBezTo>
                  <a:cubicBezTo>
                    <a:pt x="2109" y="16023"/>
                    <a:pt x="2278" y="16157"/>
                    <a:pt x="2462" y="16199"/>
                  </a:cubicBezTo>
                  <a:cubicBezTo>
                    <a:pt x="2474" y="16202"/>
                    <a:pt x="2485" y="16203"/>
                    <a:pt x="2496" y="16203"/>
                  </a:cubicBezTo>
                  <a:cubicBezTo>
                    <a:pt x="2580" y="16203"/>
                    <a:pt x="2659" y="16130"/>
                    <a:pt x="2720" y="16073"/>
                  </a:cubicBezTo>
                  <a:cubicBezTo>
                    <a:pt x="2740" y="16052"/>
                    <a:pt x="2758" y="16036"/>
                    <a:pt x="2771" y="16026"/>
                  </a:cubicBezTo>
                  <a:cubicBezTo>
                    <a:pt x="2888" y="15952"/>
                    <a:pt x="2990" y="15863"/>
                    <a:pt x="3090" y="15778"/>
                  </a:cubicBezTo>
                  <a:cubicBezTo>
                    <a:pt x="3186" y="15695"/>
                    <a:pt x="3287" y="15610"/>
                    <a:pt x="3400" y="15535"/>
                  </a:cubicBezTo>
                  <a:cubicBezTo>
                    <a:pt x="3438" y="15558"/>
                    <a:pt x="3521" y="15625"/>
                    <a:pt x="3546" y="15647"/>
                  </a:cubicBezTo>
                  <a:cubicBezTo>
                    <a:pt x="3710" y="15799"/>
                    <a:pt x="3906" y="15939"/>
                    <a:pt x="4107" y="16080"/>
                  </a:cubicBezTo>
                  <a:cubicBezTo>
                    <a:pt x="4255" y="16183"/>
                    <a:pt x="4414" y="16278"/>
                    <a:pt x="4566" y="16368"/>
                  </a:cubicBezTo>
                  <a:lnTo>
                    <a:pt x="4730" y="16467"/>
                  </a:lnTo>
                  <a:cubicBezTo>
                    <a:pt x="4754" y="16481"/>
                    <a:pt x="4781" y="16491"/>
                    <a:pt x="4806" y="16503"/>
                  </a:cubicBezTo>
                  <a:cubicBezTo>
                    <a:pt x="4828" y="16512"/>
                    <a:pt x="4850" y="16523"/>
                    <a:pt x="4873" y="16534"/>
                  </a:cubicBezTo>
                  <a:cubicBezTo>
                    <a:pt x="5026" y="16627"/>
                    <a:pt x="5197" y="16717"/>
                    <a:pt x="5351" y="16785"/>
                  </a:cubicBezTo>
                  <a:cubicBezTo>
                    <a:pt x="5482" y="16845"/>
                    <a:pt x="5617" y="16896"/>
                    <a:pt x="5751" y="16948"/>
                  </a:cubicBezTo>
                  <a:cubicBezTo>
                    <a:pt x="5837" y="16981"/>
                    <a:pt x="5924" y="17015"/>
                    <a:pt x="6010" y="17051"/>
                  </a:cubicBezTo>
                  <a:cubicBezTo>
                    <a:pt x="6203" y="17130"/>
                    <a:pt x="6414" y="17186"/>
                    <a:pt x="6616" y="17239"/>
                  </a:cubicBezTo>
                  <a:cubicBezTo>
                    <a:pt x="6708" y="17262"/>
                    <a:pt x="6798" y="17284"/>
                    <a:pt x="6890" y="17311"/>
                  </a:cubicBezTo>
                  <a:cubicBezTo>
                    <a:pt x="7031" y="17352"/>
                    <a:pt x="7176" y="17374"/>
                    <a:pt x="7320" y="17396"/>
                  </a:cubicBezTo>
                  <a:cubicBezTo>
                    <a:pt x="7435" y="17412"/>
                    <a:pt x="7553" y="17428"/>
                    <a:pt x="7669" y="17455"/>
                  </a:cubicBezTo>
                  <a:cubicBezTo>
                    <a:pt x="7730" y="17470"/>
                    <a:pt x="7792" y="17476"/>
                    <a:pt x="7856" y="17477"/>
                  </a:cubicBezTo>
                  <a:cubicBezTo>
                    <a:pt x="7910" y="17479"/>
                    <a:pt x="7967" y="17483"/>
                    <a:pt x="8024" y="17493"/>
                  </a:cubicBezTo>
                  <a:lnTo>
                    <a:pt x="8515" y="17524"/>
                  </a:lnTo>
                  <a:lnTo>
                    <a:pt x="8990" y="17524"/>
                  </a:lnTo>
                  <a:cubicBezTo>
                    <a:pt x="9021" y="17644"/>
                    <a:pt x="9059" y="17768"/>
                    <a:pt x="9095" y="17878"/>
                  </a:cubicBezTo>
                  <a:lnTo>
                    <a:pt x="9133" y="18062"/>
                  </a:lnTo>
                  <a:cubicBezTo>
                    <a:pt x="9150" y="18115"/>
                    <a:pt x="9166" y="18168"/>
                    <a:pt x="9184" y="18222"/>
                  </a:cubicBezTo>
                  <a:cubicBezTo>
                    <a:pt x="9204" y="18287"/>
                    <a:pt x="9223" y="18351"/>
                    <a:pt x="9242" y="18411"/>
                  </a:cubicBezTo>
                  <a:lnTo>
                    <a:pt x="9255" y="18447"/>
                  </a:lnTo>
                  <a:cubicBezTo>
                    <a:pt x="9293" y="18569"/>
                    <a:pt x="9336" y="18698"/>
                    <a:pt x="9450" y="18765"/>
                  </a:cubicBezTo>
                  <a:cubicBezTo>
                    <a:pt x="9501" y="18794"/>
                    <a:pt x="9576" y="18803"/>
                    <a:pt x="9656" y="18803"/>
                  </a:cubicBezTo>
                  <a:cubicBezTo>
                    <a:pt x="9711" y="18803"/>
                    <a:pt x="9769" y="18799"/>
                    <a:pt x="9824" y="18794"/>
                  </a:cubicBezTo>
                  <a:cubicBezTo>
                    <a:pt x="9867" y="18793"/>
                    <a:pt x="9908" y="18787"/>
                    <a:pt x="9941" y="18787"/>
                  </a:cubicBezTo>
                  <a:cubicBezTo>
                    <a:pt x="10087" y="18786"/>
                    <a:pt x="10244" y="18767"/>
                    <a:pt x="10353" y="18742"/>
                  </a:cubicBezTo>
                  <a:lnTo>
                    <a:pt x="10555" y="18719"/>
                  </a:lnTo>
                  <a:cubicBezTo>
                    <a:pt x="10623" y="18701"/>
                    <a:pt x="10696" y="18690"/>
                    <a:pt x="10766" y="18675"/>
                  </a:cubicBezTo>
                  <a:cubicBezTo>
                    <a:pt x="10865" y="18653"/>
                    <a:pt x="10969" y="18634"/>
                    <a:pt x="11065" y="18605"/>
                  </a:cubicBezTo>
                  <a:cubicBezTo>
                    <a:pt x="11133" y="18584"/>
                    <a:pt x="11202" y="18569"/>
                    <a:pt x="11267" y="18553"/>
                  </a:cubicBezTo>
                  <a:cubicBezTo>
                    <a:pt x="11344" y="18537"/>
                    <a:pt x="11424" y="18517"/>
                    <a:pt x="11503" y="18490"/>
                  </a:cubicBezTo>
                  <a:cubicBezTo>
                    <a:pt x="12023" y="18319"/>
                    <a:pt x="12449" y="18126"/>
                    <a:pt x="12810" y="17897"/>
                  </a:cubicBezTo>
                  <a:lnTo>
                    <a:pt x="12849" y="17873"/>
                  </a:lnTo>
                  <a:cubicBezTo>
                    <a:pt x="13016" y="17768"/>
                    <a:pt x="13297" y="17593"/>
                    <a:pt x="13362" y="17442"/>
                  </a:cubicBezTo>
                  <a:cubicBezTo>
                    <a:pt x="13371" y="17419"/>
                    <a:pt x="13377" y="17396"/>
                    <a:pt x="13377" y="17367"/>
                  </a:cubicBezTo>
                  <a:cubicBezTo>
                    <a:pt x="13377" y="17291"/>
                    <a:pt x="13343" y="17210"/>
                    <a:pt x="13317" y="17146"/>
                  </a:cubicBezTo>
                  <a:cubicBezTo>
                    <a:pt x="13281" y="17057"/>
                    <a:pt x="13247" y="16970"/>
                    <a:pt x="13213" y="16882"/>
                  </a:cubicBezTo>
                  <a:cubicBezTo>
                    <a:pt x="13176" y="16787"/>
                    <a:pt x="13144" y="16693"/>
                    <a:pt x="13106" y="16603"/>
                  </a:cubicBezTo>
                  <a:cubicBezTo>
                    <a:pt x="13092" y="16571"/>
                    <a:pt x="13085" y="16535"/>
                    <a:pt x="13074" y="16503"/>
                  </a:cubicBezTo>
                  <a:cubicBezTo>
                    <a:pt x="13060" y="16448"/>
                    <a:pt x="13044" y="16390"/>
                    <a:pt x="13015" y="16343"/>
                  </a:cubicBezTo>
                  <a:cubicBezTo>
                    <a:pt x="13022" y="16337"/>
                    <a:pt x="13031" y="16334"/>
                    <a:pt x="13048" y="16327"/>
                  </a:cubicBezTo>
                  <a:cubicBezTo>
                    <a:pt x="13063" y="16320"/>
                    <a:pt x="13077" y="16314"/>
                    <a:pt x="13088" y="16305"/>
                  </a:cubicBezTo>
                  <a:cubicBezTo>
                    <a:pt x="13188" y="16243"/>
                    <a:pt x="13291" y="16176"/>
                    <a:pt x="13391" y="16109"/>
                  </a:cubicBezTo>
                  <a:cubicBezTo>
                    <a:pt x="13617" y="15958"/>
                    <a:pt x="13835" y="15789"/>
                    <a:pt x="14033" y="15618"/>
                  </a:cubicBezTo>
                  <a:cubicBezTo>
                    <a:pt x="14150" y="15522"/>
                    <a:pt x="14259" y="15427"/>
                    <a:pt x="14364" y="15333"/>
                  </a:cubicBezTo>
                  <a:lnTo>
                    <a:pt x="14550" y="15136"/>
                  </a:lnTo>
                  <a:cubicBezTo>
                    <a:pt x="14636" y="15059"/>
                    <a:pt x="14725" y="14978"/>
                    <a:pt x="14793" y="14888"/>
                  </a:cubicBezTo>
                  <a:lnTo>
                    <a:pt x="14889" y="14798"/>
                  </a:lnTo>
                  <a:cubicBezTo>
                    <a:pt x="14935" y="14737"/>
                    <a:pt x="14989" y="14678"/>
                    <a:pt x="15042" y="14619"/>
                  </a:cubicBezTo>
                  <a:cubicBezTo>
                    <a:pt x="15100" y="14553"/>
                    <a:pt x="15156" y="14489"/>
                    <a:pt x="15207" y="14420"/>
                  </a:cubicBezTo>
                  <a:cubicBezTo>
                    <a:pt x="15516" y="14002"/>
                    <a:pt x="15899" y="13480"/>
                    <a:pt x="16161" y="12878"/>
                  </a:cubicBezTo>
                  <a:cubicBezTo>
                    <a:pt x="16190" y="12817"/>
                    <a:pt x="16222" y="12751"/>
                    <a:pt x="16254" y="12682"/>
                  </a:cubicBezTo>
                  <a:cubicBezTo>
                    <a:pt x="16290" y="12609"/>
                    <a:pt x="16324" y="12537"/>
                    <a:pt x="16359" y="12463"/>
                  </a:cubicBezTo>
                  <a:cubicBezTo>
                    <a:pt x="16404" y="12355"/>
                    <a:pt x="16443" y="12243"/>
                    <a:pt x="16479" y="12136"/>
                  </a:cubicBezTo>
                  <a:cubicBezTo>
                    <a:pt x="16503" y="12061"/>
                    <a:pt x="16526" y="11987"/>
                    <a:pt x="16555" y="11910"/>
                  </a:cubicBezTo>
                  <a:lnTo>
                    <a:pt x="16577" y="11856"/>
                  </a:lnTo>
                  <a:cubicBezTo>
                    <a:pt x="16600" y="11791"/>
                    <a:pt x="16629" y="11718"/>
                    <a:pt x="16648" y="11646"/>
                  </a:cubicBezTo>
                  <a:lnTo>
                    <a:pt x="17457" y="11682"/>
                  </a:lnTo>
                  <a:cubicBezTo>
                    <a:pt x="17495" y="11685"/>
                    <a:pt x="17544" y="11687"/>
                    <a:pt x="17595" y="11687"/>
                  </a:cubicBezTo>
                  <a:cubicBezTo>
                    <a:pt x="17704" y="11687"/>
                    <a:pt x="17827" y="11675"/>
                    <a:pt x="17904" y="11628"/>
                  </a:cubicBezTo>
                  <a:cubicBezTo>
                    <a:pt x="18031" y="11553"/>
                    <a:pt x="18073" y="11348"/>
                    <a:pt x="18112" y="11166"/>
                  </a:cubicBezTo>
                  <a:cubicBezTo>
                    <a:pt x="18125" y="11111"/>
                    <a:pt x="18137" y="11054"/>
                    <a:pt x="18149" y="11009"/>
                  </a:cubicBezTo>
                  <a:cubicBezTo>
                    <a:pt x="18268" y="10593"/>
                    <a:pt x="18319" y="10087"/>
                    <a:pt x="18319" y="9379"/>
                  </a:cubicBezTo>
                  <a:cubicBezTo>
                    <a:pt x="18319" y="9306"/>
                    <a:pt x="18316" y="9152"/>
                    <a:pt x="18316" y="9152"/>
                  </a:cubicBezTo>
                  <a:lnTo>
                    <a:pt x="18311" y="9142"/>
                  </a:lnTo>
                  <a:cubicBezTo>
                    <a:pt x="18304" y="9130"/>
                    <a:pt x="18301" y="9113"/>
                    <a:pt x="18301" y="9088"/>
                  </a:cubicBezTo>
                  <a:cubicBezTo>
                    <a:pt x="18301" y="9072"/>
                    <a:pt x="18301" y="9055"/>
                    <a:pt x="18304" y="9037"/>
                  </a:cubicBezTo>
                  <a:cubicBezTo>
                    <a:pt x="18304" y="9017"/>
                    <a:pt x="18306" y="8999"/>
                    <a:pt x="18306" y="8982"/>
                  </a:cubicBezTo>
                  <a:cubicBezTo>
                    <a:pt x="18306" y="8960"/>
                    <a:pt x="18304" y="8944"/>
                    <a:pt x="18300" y="8931"/>
                  </a:cubicBezTo>
                  <a:lnTo>
                    <a:pt x="18246" y="8495"/>
                  </a:lnTo>
                  <a:cubicBezTo>
                    <a:pt x="18226" y="8414"/>
                    <a:pt x="18207" y="8331"/>
                    <a:pt x="18191" y="8248"/>
                  </a:cubicBezTo>
                  <a:cubicBezTo>
                    <a:pt x="18138" y="7998"/>
                    <a:pt x="18080" y="7739"/>
                    <a:pt x="17962" y="7547"/>
                  </a:cubicBezTo>
                  <a:cubicBezTo>
                    <a:pt x="17949" y="7525"/>
                    <a:pt x="17936" y="7509"/>
                    <a:pt x="17919" y="7495"/>
                  </a:cubicBezTo>
                  <a:cubicBezTo>
                    <a:pt x="17906" y="7480"/>
                    <a:pt x="17894" y="7469"/>
                    <a:pt x="17887" y="7455"/>
                  </a:cubicBezTo>
                  <a:lnTo>
                    <a:pt x="17878" y="7441"/>
                  </a:lnTo>
                  <a:lnTo>
                    <a:pt x="17862" y="7437"/>
                  </a:lnTo>
                  <a:cubicBezTo>
                    <a:pt x="17785" y="7418"/>
                    <a:pt x="17658" y="7410"/>
                    <a:pt x="17524" y="7410"/>
                  </a:cubicBezTo>
                  <a:cubicBezTo>
                    <a:pt x="17366" y="7410"/>
                    <a:pt x="17200" y="7422"/>
                    <a:pt x="17099" y="7444"/>
                  </a:cubicBezTo>
                  <a:cubicBezTo>
                    <a:pt x="17072" y="7450"/>
                    <a:pt x="17044" y="7452"/>
                    <a:pt x="17016" y="7452"/>
                  </a:cubicBezTo>
                  <a:cubicBezTo>
                    <a:pt x="16989" y="7452"/>
                    <a:pt x="16962" y="7450"/>
                    <a:pt x="16935" y="7448"/>
                  </a:cubicBezTo>
                  <a:cubicBezTo>
                    <a:pt x="16902" y="7447"/>
                    <a:pt x="16871" y="7445"/>
                    <a:pt x="16840" y="7445"/>
                  </a:cubicBezTo>
                  <a:cubicBezTo>
                    <a:pt x="16816" y="7445"/>
                    <a:pt x="16792" y="7447"/>
                    <a:pt x="16767" y="7451"/>
                  </a:cubicBezTo>
                  <a:cubicBezTo>
                    <a:pt x="16737" y="7367"/>
                    <a:pt x="16716" y="7274"/>
                    <a:pt x="16700" y="7184"/>
                  </a:cubicBezTo>
                  <a:cubicBezTo>
                    <a:pt x="16680" y="7102"/>
                    <a:pt x="16664" y="7016"/>
                    <a:pt x="16639" y="6935"/>
                  </a:cubicBezTo>
                  <a:cubicBezTo>
                    <a:pt x="16541" y="6640"/>
                    <a:pt x="16421" y="6292"/>
                    <a:pt x="16276" y="5958"/>
                  </a:cubicBezTo>
                  <a:cubicBezTo>
                    <a:pt x="16065" y="5481"/>
                    <a:pt x="15786" y="5001"/>
                    <a:pt x="15401" y="4456"/>
                  </a:cubicBezTo>
                  <a:cubicBezTo>
                    <a:pt x="15332" y="4356"/>
                    <a:pt x="15255" y="4261"/>
                    <a:pt x="15175" y="4167"/>
                  </a:cubicBezTo>
                  <a:cubicBezTo>
                    <a:pt x="15117" y="4097"/>
                    <a:pt x="15063" y="4029"/>
                    <a:pt x="15001" y="3949"/>
                  </a:cubicBezTo>
                  <a:lnTo>
                    <a:pt x="14956" y="3911"/>
                  </a:lnTo>
                  <a:cubicBezTo>
                    <a:pt x="14895" y="3826"/>
                    <a:pt x="14825" y="3751"/>
                    <a:pt x="14754" y="3678"/>
                  </a:cubicBezTo>
                  <a:lnTo>
                    <a:pt x="14662" y="3592"/>
                  </a:lnTo>
                  <a:cubicBezTo>
                    <a:pt x="14576" y="3479"/>
                    <a:pt x="14453" y="3360"/>
                    <a:pt x="14328" y="3265"/>
                  </a:cubicBezTo>
                  <a:lnTo>
                    <a:pt x="14245" y="3180"/>
                  </a:lnTo>
                  <a:cubicBezTo>
                    <a:pt x="14191" y="3136"/>
                    <a:pt x="14139" y="3091"/>
                    <a:pt x="14085" y="3043"/>
                  </a:cubicBezTo>
                  <a:cubicBezTo>
                    <a:pt x="14031" y="2992"/>
                    <a:pt x="13973" y="2944"/>
                    <a:pt x="13913" y="2900"/>
                  </a:cubicBezTo>
                  <a:cubicBezTo>
                    <a:pt x="13865" y="2861"/>
                    <a:pt x="13816" y="2825"/>
                    <a:pt x="13768" y="2787"/>
                  </a:cubicBezTo>
                  <a:cubicBezTo>
                    <a:pt x="13700" y="2735"/>
                    <a:pt x="13633" y="2682"/>
                    <a:pt x="13566" y="2634"/>
                  </a:cubicBezTo>
                  <a:cubicBezTo>
                    <a:pt x="13546" y="2620"/>
                    <a:pt x="13522" y="2610"/>
                    <a:pt x="13500" y="2595"/>
                  </a:cubicBezTo>
                  <a:cubicBezTo>
                    <a:pt x="13467" y="2578"/>
                    <a:pt x="13434" y="2556"/>
                    <a:pt x="13409" y="2534"/>
                  </a:cubicBezTo>
                  <a:cubicBezTo>
                    <a:pt x="13416" y="2511"/>
                    <a:pt x="13438" y="2451"/>
                    <a:pt x="13502" y="2291"/>
                  </a:cubicBezTo>
                  <a:cubicBezTo>
                    <a:pt x="13602" y="2043"/>
                    <a:pt x="13682" y="1829"/>
                    <a:pt x="13753" y="1617"/>
                  </a:cubicBezTo>
                  <a:cubicBezTo>
                    <a:pt x="13769" y="1564"/>
                    <a:pt x="13778" y="1490"/>
                    <a:pt x="13778" y="1426"/>
                  </a:cubicBezTo>
                  <a:cubicBezTo>
                    <a:pt x="13778" y="1359"/>
                    <a:pt x="13769" y="1308"/>
                    <a:pt x="13748" y="1275"/>
                  </a:cubicBezTo>
                  <a:cubicBezTo>
                    <a:pt x="13721" y="1230"/>
                    <a:pt x="13678" y="1199"/>
                    <a:pt x="13640" y="1175"/>
                  </a:cubicBezTo>
                  <a:lnTo>
                    <a:pt x="13617" y="1156"/>
                  </a:lnTo>
                  <a:cubicBezTo>
                    <a:pt x="13499" y="1071"/>
                    <a:pt x="13383" y="999"/>
                    <a:pt x="13259" y="926"/>
                  </a:cubicBezTo>
                  <a:lnTo>
                    <a:pt x="13138" y="852"/>
                  </a:lnTo>
                  <a:cubicBezTo>
                    <a:pt x="12648" y="549"/>
                    <a:pt x="12049" y="356"/>
                    <a:pt x="11520" y="182"/>
                  </a:cubicBezTo>
                  <a:lnTo>
                    <a:pt x="10995" y="68"/>
                  </a:lnTo>
                  <a:lnTo>
                    <a:pt x="10568" y="16"/>
                  </a:lnTo>
                  <a:lnTo>
                    <a:pt x="10463" y="16"/>
                  </a:lnTo>
                  <a:cubicBezTo>
                    <a:pt x="10416" y="5"/>
                    <a:pt x="10350" y="0"/>
                    <a:pt x="102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20"/>
            <p:cNvSpPr/>
            <p:nvPr/>
          </p:nvSpPr>
          <p:spPr>
            <a:xfrm>
              <a:off x="1110598" y="3312216"/>
              <a:ext cx="608968" cy="625717"/>
            </a:xfrm>
            <a:custGeom>
              <a:rect b="b" l="l" r="r" t="t"/>
              <a:pathLst>
                <a:path extrusionOk="0" h="22116" w="21524">
                  <a:moveTo>
                    <a:pt x="8917" y="2853"/>
                  </a:moveTo>
                  <a:cubicBezTo>
                    <a:pt x="9106" y="2853"/>
                    <a:pt x="9295" y="2874"/>
                    <a:pt x="9480" y="2920"/>
                  </a:cubicBezTo>
                  <a:cubicBezTo>
                    <a:pt x="9570" y="2942"/>
                    <a:pt x="9545" y="3076"/>
                    <a:pt x="9458" y="3077"/>
                  </a:cubicBezTo>
                  <a:cubicBezTo>
                    <a:pt x="8599" y="3100"/>
                    <a:pt x="7859" y="3166"/>
                    <a:pt x="7107" y="3621"/>
                  </a:cubicBezTo>
                  <a:cubicBezTo>
                    <a:pt x="7092" y="3630"/>
                    <a:pt x="7077" y="3634"/>
                    <a:pt x="7063" y="3634"/>
                  </a:cubicBezTo>
                  <a:cubicBezTo>
                    <a:pt x="6992" y="3634"/>
                    <a:pt x="6947" y="3525"/>
                    <a:pt x="7023" y="3475"/>
                  </a:cubicBezTo>
                  <a:cubicBezTo>
                    <a:pt x="7571" y="3116"/>
                    <a:pt x="8248" y="2853"/>
                    <a:pt x="8917" y="2853"/>
                  </a:cubicBezTo>
                  <a:close/>
                  <a:moveTo>
                    <a:pt x="7887" y="2620"/>
                  </a:moveTo>
                  <a:cubicBezTo>
                    <a:pt x="7959" y="2620"/>
                    <a:pt x="8031" y="2623"/>
                    <a:pt x="8103" y="2629"/>
                  </a:cubicBezTo>
                  <a:cubicBezTo>
                    <a:pt x="8170" y="2635"/>
                    <a:pt x="8168" y="2727"/>
                    <a:pt x="8103" y="2734"/>
                  </a:cubicBezTo>
                  <a:cubicBezTo>
                    <a:pt x="7217" y="2830"/>
                    <a:pt x="6418" y="3068"/>
                    <a:pt x="5736" y="3660"/>
                  </a:cubicBezTo>
                  <a:cubicBezTo>
                    <a:pt x="5727" y="3668"/>
                    <a:pt x="5718" y="3671"/>
                    <a:pt x="5709" y="3671"/>
                  </a:cubicBezTo>
                  <a:cubicBezTo>
                    <a:pt x="5676" y="3671"/>
                    <a:pt x="5647" y="3629"/>
                    <a:pt x="5676" y="3599"/>
                  </a:cubicBezTo>
                  <a:cubicBezTo>
                    <a:pt x="6276" y="3020"/>
                    <a:pt x="7050" y="2620"/>
                    <a:pt x="7887" y="2620"/>
                  </a:cubicBezTo>
                  <a:close/>
                  <a:moveTo>
                    <a:pt x="1874" y="9686"/>
                  </a:moveTo>
                  <a:cubicBezTo>
                    <a:pt x="1929" y="9686"/>
                    <a:pt x="1980" y="9727"/>
                    <a:pt x="1959" y="9793"/>
                  </a:cubicBezTo>
                  <a:cubicBezTo>
                    <a:pt x="1852" y="10108"/>
                    <a:pt x="1755" y="10392"/>
                    <a:pt x="1786" y="10730"/>
                  </a:cubicBezTo>
                  <a:cubicBezTo>
                    <a:pt x="1790" y="10768"/>
                    <a:pt x="1757" y="10789"/>
                    <a:pt x="1725" y="10789"/>
                  </a:cubicBezTo>
                  <a:cubicBezTo>
                    <a:pt x="1699" y="10789"/>
                    <a:pt x="1673" y="10776"/>
                    <a:pt x="1665" y="10746"/>
                  </a:cubicBezTo>
                  <a:cubicBezTo>
                    <a:pt x="1576" y="10406"/>
                    <a:pt x="1581" y="10015"/>
                    <a:pt x="1794" y="9724"/>
                  </a:cubicBezTo>
                  <a:cubicBezTo>
                    <a:pt x="1814" y="9698"/>
                    <a:pt x="1845" y="9686"/>
                    <a:pt x="1874" y="9686"/>
                  </a:cubicBezTo>
                  <a:close/>
                  <a:moveTo>
                    <a:pt x="1383" y="10024"/>
                  </a:moveTo>
                  <a:cubicBezTo>
                    <a:pt x="1413" y="10024"/>
                    <a:pt x="1441" y="10043"/>
                    <a:pt x="1440" y="10083"/>
                  </a:cubicBezTo>
                  <a:cubicBezTo>
                    <a:pt x="1435" y="10310"/>
                    <a:pt x="1365" y="10530"/>
                    <a:pt x="1357" y="10757"/>
                  </a:cubicBezTo>
                  <a:cubicBezTo>
                    <a:pt x="1344" y="11015"/>
                    <a:pt x="1389" y="11262"/>
                    <a:pt x="1479" y="11505"/>
                  </a:cubicBezTo>
                  <a:cubicBezTo>
                    <a:pt x="1494" y="11552"/>
                    <a:pt x="1450" y="11589"/>
                    <a:pt x="1409" y="11589"/>
                  </a:cubicBezTo>
                  <a:cubicBezTo>
                    <a:pt x="1388" y="11589"/>
                    <a:pt x="1368" y="11579"/>
                    <a:pt x="1358" y="11556"/>
                  </a:cubicBezTo>
                  <a:cubicBezTo>
                    <a:pt x="1156" y="11126"/>
                    <a:pt x="1011" y="10466"/>
                    <a:pt x="1328" y="10051"/>
                  </a:cubicBezTo>
                  <a:cubicBezTo>
                    <a:pt x="1341" y="10033"/>
                    <a:pt x="1363" y="10024"/>
                    <a:pt x="1383" y="10024"/>
                  </a:cubicBezTo>
                  <a:close/>
                  <a:moveTo>
                    <a:pt x="10330" y="6580"/>
                  </a:moveTo>
                  <a:cubicBezTo>
                    <a:pt x="10439" y="6580"/>
                    <a:pt x="10550" y="6590"/>
                    <a:pt x="10625" y="6609"/>
                  </a:cubicBezTo>
                  <a:cubicBezTo>
                    <a:pt x="10737" y="6616"/>
                    <a:pt x="10846" y="6625"/>
                    <a:pt x="10960" y="6633"/>
                  </a:cubicBezTo>
                  <a:cubicBezTo>
                    <a:pt x="11239" y="6700"/>
                    <a:pt x="11525" y="6739"/>
                    <a:pt x="11774" y="6843"/>
                  </a:cubicBezTo>
                  <a:cubicBezTo>
                    <a:pt x="11941" y="6911"/>
                    <a:pt x="12100" y="6987"/>
                    <a:pt x="12252" y="7064"/>
                  </a:cubicBezTo>
                  <a:cubicBezTo>
                    <a:pt x="13216" y="7565"/>
                    <a:pt x="13913" y="8297"/>
                    <a:pt x="14346" y="9345"/>
                  </a:cubicBezTo>
                  <a:cubicBezTo>
                    <a:pt x="14465" y="9630"/>
                    <a:pt x="14520" y="9948"/>
                    <a:pt x="14600" y="10275"/>
                  </a:cubicBezTo>
                  <a:cubicBezTo>
                    <a:pt x="14615" y="10432"/>
                    <a:pt x="14631" y="10588"/>
                    <a:pt x="14645" y="10745"/>
                  </a:cubicBezTo>
                  <a:cubicBezTo>
                    <a:pt x="14666" y="11709"/>
                    <a:pt x="14455" y="12461"/>
                    <a:pt x="14094" y="13049"/>
                  </a:cubicBezTo>
                  <a:cubicBezTo>
                    <a:pt x="14026" y="13163"/>
                    <a:pt x="13979" y="13278"/>
                    <a:pt x="13904" y="13384"/>
                  </a:cubicBezTo>
                  <a:cubicBezTo>
                    <a:pt x="13411" y="14089"/>
                    <a:pt x="12764" y="14621"/>
                    <a:pt x="11927" y="14984"/>
                  </a:cubicBezTo>
                  <a:cubicBezTo>
                    <a:pt x="11653" y="15102"/>
                    <a:pt x="11352" y="15157"/>
                    <a:pt x="11041" y="15235"/>
                  </a:cubicBezTo>
                  <a:cubicBezTo>
                    <a:pt x="10955" y="15259"/>
                    <a:pt x="10881" y="15242"/>
                    <a:pt x="10787" y="15264"/>
                  </a:cubicBezTo>
                  <a:cubicBezTo>
                    <a:pt x="10705" y="15281"/>
                    <a:pt x="10515" y="15301"/>
                    <a:pt x="10370" y="15301"/>
                  </a:cubicBezTo>
                  <a:cubicBezTo>
                    <a:pt x="10312" y="15301"/>
                    <a:pt x="10260" y="15298"/>
                    <a:pt x="10227" y="15290"/>
                  </a:cubicBezTo>
                  <a:lnTo>
                    <a:pt x="10064" y="15290"/>
                  </a:lnTo>
                  <a:cubicBezTo>
                    <a:pt x="9945" y="15281"/>
                    <a:pt x="9829" y="15269"/>
                    <a:pt x="9711" y="15264"/>
                  </a:cubicBezTo>
                  <a:cubicBezTo>
                    <a:pt x="9567" y="15235"/>
                    <a:pt x="9421" y="15210"/>
                    <a:pt x="9279" y="15182"/>
                  </a:cubicBezTo>
                  <a:cubicBezTo>
                    <a:pt x="9017" y="15101"/>
                    <a:pt x="8766" y="15031"/>
                    <a:pt x="8530" y="14928"/>
                  </a:cubicBezTo>
                  <a:cubicBezTo>
                    <a:pt x="7783" y="14602"/>
                    <a:pt x="7178" y="14090"/>
                    <a:pt x="6729" y="13432"/>
                  </a:cubicBezTo>
                  <a:cubicBezTo>
                    <a:pt x="6467" y="13054"/>
                    <a:pt x="6262" y="12629"/>
                    <a:pt x="6109" y="12162"/>
                  </a:cubicBezTo>
                  <a:cubicBezTo>
                    <a:pt x="6040" y="11959"/>
                    <a:pt x="6024" y="11735"/>
                    <a:pt x="5971" y="11515"/>
                  </a:cubicBezTo>
                  <a:cubicBezTo>
                    <a:pt x="5947" y="11415"/>
                    <a:pt x="5966" y="11303"/>
                    <a:pt x="5945" y="11207"/>
                  </a:cubicBezTo>
                  <a:lnTo>
                    <a:pt x="5945" y="11018"/>
                  </a:lnTo>
                  <a:cubicBezTo>
                    <a:pt x="5944" y="10884"/>
                    <a:pt x="5932" y="10691"/>
                    <a:pt x="5966" y="10557"/>
                  </a:cubicBezTo>
                  <a:lnTo>
                    <a:pt x="5966" y="10457"/>
                  </a:lnTo>
                  <a:cubicBezTo>
                    <a:pt x="5982" y="10339"/>
                    <a:pt x="6002" y="10223"/>
                    <a:pt x="6018" y="10105"/>
                  </a:cubicBezTo>
                  <a:cubicBezTo>
                    <a:pt x="6096" y="9809"/>
                    <a:pt x="6175" y="9528"/>
                    <a:pt x="6281" y="9274"/>
                  </a:cubicBezTo>
                  <a:cubicBezTo>
                    <a:pt x="6720" y="8240"/>
                    <a:pt x="7483" y="7417"/>
                    <a:pt x="8503" y="6969"/>
                  </a:cubicBezTo>
                  <a:cubicBezTo>
                    <a:pt x="8708" y="6879"/>
                    <a:pt x="8910" y="6827"/>
                    <a:pt x="9136" y="6751"/>
                  </a:cubicBezTo>
                  <a:cubicBezTo>
                    <a:pt x="9331" y="6690"/>
                    <a:pt x="9555" y="6668"/>
                    <a:pt x="9778" y="6616"/>
                  </a:cubicBezTo>
                  <a:cubicBezTo>
                    <a:pt x="9890" y="6610"/>
                    <a:pt x="10000" y="6603"/>
                    <a:pt x="10111" y="6598"/>
                  </a:cubicBezTo>
                  <a:cubicBezTo>
                    <a:pt x="10171" y="6585"/>
                    <a:pt x="10250" y="6580"/>
                    <a:pt x="10330" y="6580"/>
                  </a:cubicBezTo>
                  <a:close/>
                  <a:moveTo>
                    <a:pt x="6421" y="18542"/>
                  </a:moveTo>
                  <a:cubicBezTo>
                    <a:pt x="6430" y="18542"/>
                    <a:pt x="6440" y="18543"/>
                    <a:pt x="6450" y="18547"/>
                  </a:cubicBezTo>
                  <a:cubicBezTo>
                    <a:pt x="7074" y="18731"/>
                    <a:pt x="7641" y="18918"/>
                    <a:pt x="8268" y="18918"/>
                  </a:cubicBezTo>
                  <a:cubicBezTo>
                    <a:pt x="8416" y="18918"/>
                    <a:pt x="8567" y="18907"/>
                    <a:pt x="8724" y="18884"/>
                  </a:cubicBezTo>
                  <a:cubicBezTo>
                    <a:pt x="8727" y="18883"/>
                    <a:pt x="8731" y="18883"/>
                    <a:pt x="8735" y="18883"/>
                  </a:cubicBezTo>
                  <a:cubicBezTo>
                    <a:pt x="8808" y="18883"/>
                    <a:pt x="8840" y="18991"/>
                    <a:pt x="8760" y="19007"/>
                  </a:cubicBezTo>
                  <a:cubicBezTo>
                    <a:pt x="8461" y="19083"/>
                    <a:pt x="8140" y="19129"/>
                    <a:pt x="7819" y="19129"/>
                  </a:cubicBezTo>
                  <a:cubicBezTo>
                    <a:pt x="7306" y="19129"/>
                    <a:pt x="6795" y="19010"/>
                    <a:pt x="6387" y="18699"/>
                  </a:cubicBezTo>
                  <a:cubicBezTo>
                    <a:pt x="6323" y="18650"/>
                    <a:pt x="6346" y="18542"/>
                    <a:pt x="6421" y="18542"/>
                  </a:cubicBezTo>
                  <a:close/>
                  <a:moveTo>
                    <a:pt x="7910" y="19543"/>
                  </a:moveTo>
                  <a:cubicBezTo>
                    <a:pt x="7918" y="19543"/>
                    <a:pt x="7927" y="19545"/>
                    <a:pt x="7936" y="19548"/>
                  </a:cubicBezTo>
                  <a:cubicBezTo>
                    <a:pt x="8408" y="19729"/>
                    <a:pt x="8842" y="19875"/>
                    <a:pt x="9288" y="19875"/>
                  </a:cubicBezTo>
                  <a:cubicBezTo>
                    <a:pt x="9583" y="19875"/>
                    <a:pt x="9883" y="19811"/>
                    <a:pt x="10202" y="19651"/>
                  </a:cubicBezTo>
                  <a:cubicBezTo>
                    <a:pt x="10213" y="19646"/>
                    <a:pt x="10225" y="19643"/>
                    <a:pt x="10235" y="19643"/>
                  </a:cubicBezTo>
                  <a:cubicBezTo>
                    <a:pt x="10297" y="19643"/>
                    <a:pt x="10339" y="19732"/>
                    <a:pt x="10271" y="19771"/>
                  </a:cubicBezTo>
                  <a:cubicBezTo>
                    <a:pt x="9917" y="19982"/>
                    <a:pt x="9462" y="20117"/>
                    <a:pt x="9018" y="20117"/>
                  </a:cubicBezTo>
                  <a:cubicBezTo>
                    <a:pt x="8587" y="20117"/>
                    <a:pt x="8166" y="19990"/>
                    <a:pt x="7859" y="19682"/>
                  </a:cubicBezTo>
                  <a:cubicBezTo>
                    <a:pt x="7812" y="19634"/>
                    <a:pt x="7848" y="19543"/>
                    <a:pt x="7910" y="19543"/>
                  </a:cubicBezTo>
                  <a:close/>
                  <a:moveTo>
                    <a:pt x="11997" y="1"/>
                  </a:moveTo>
                  <a:cubicBezTo>
                    <a:pt x="11966" y="1"/>
                    <a:pt x="11936" y="3"/>
                    <a:pt x="11912" y="8"/>
                  </a:cubicBezTo>
                  <a:cubicBezTo>
                    <a:pt x="11826" y="27"/>
                    <a:pt x="11716" y="37"/>
                    <a:pt x="11631" y="44"/>
                  </a:cubicBezTo>
                  <a:cubicBezTo>
                    <a:pt x="11476" y="306"/>
                    <a:pt x="11419" y="688"/>
                    <a:pt x="11316" y="1001"/>
                  </a:cubicBezTo>
                  <a:cubicBezTo>
                    <a:pt x="11294" y="1066"/>
                    <a:pt x="11230" y="1335"/>
                    <a:pt x="11197" y="1363"/>
                  </a:cubicBezTo>
                  <a:cubicBezTo>
                    <a:pt x="11184" y="1373"/>
                    <a:pt x="11163" y="1377"/>
                    <a:pt x="11139" y="1377"/>
                  </a:cubicBezTo>
                  <a:cubicBezTo>
                    <a:pt x="11091" y="1377"/>
                    <a:pt x="11031" y="1364"/>
                    <a:pt x="10999" y="1363"/>
                  </a:cubicBezTo>
                  <a:cubicBezTo>
                    <a:pt x="10830" y="1357"/>
                    <a:pt x="10657" y="1338"/>
                    <a:pt x="10476" y="1338"/>
                  </a:cubicBezTo>
                  <a:cubicBezTo>
                    <a:pt x="10332" y="1338"/>
                    <a:pt x="10173" y="1333"/>
                    <a:pt x="10017" y="1333"/>
                  </a:cubicBezTo>
                  <a:cubicBezTo>
                    <a:pt x="9824" y="1333"/>
                    <a:pt x="9634" y="1341"/>
                    <a:pt x="9484" y="1375"/>
                  </a:cubicBezTo>
                  <a:cubicBezTo>
                    <a:pt x="9360" y="1404"/>
                    <a:pt x="9232" y="1386"/>
                    <a:pt x="9122" y="1411"/>
                  </a:cubicBezTo>
                  <a:cubicBezTo>
                    <a:pt x="8971" y="1447"/>
                    <a:pt x="8833" y="1430"/>
                    <a:pt x="8689" y="1465"/>
                  </a:cubicBezTo>
                  <a:cubicBezTo>
                    <a:pt x="8382" y="1542"/>
                    <a:pt x="8068" y="1568"/>
                    <a:pt x="7776" y="1662"/>
                  </a:cubicBezTo>
                  <a:cubicBezTo>
                    <a:pt x="7457" y="1767"/>
                    <a:pt x="7139" y="1844"/>
                    <a:pt x="6838" y="1971"/>
                  </a:cubicBezTo>
                  <a:cubicBezTo>
                    <a:pt x="6627" y="2059"/>
                    <a:pt x="6406" y="2161"/>
                    <a:pt x="6205" y="2250"/>
                  </a:cubicBezTo>
                  <a:cubicBezTo>
                    <a:pt x="6035" y="2327"/>
                    <a:pt x="5871" y="2392"/>
                    <a:pt x="5715" y="2487"/>
                  </a:cubicBezTo>
                  <a:cubicBezTo>
                    <a:pt x="5377" y="2692"/>
                    <a:pt x="5031" y="2884"/>
                    <a:pt x="4712" y="3108"/>
                  </a:cubicBezTo>
                  <a:cubicBezTo>
                    <a:pt x="4608" y="3182"/>
                    <a:pt x="4501" y="3266"/>
                    <a:pt x="4397" y="3342"/>
                  </a:cubicBezTo>
                  <a:cubicBezTo>
                    <a:pt x="4352" y="3375"/>
                    <a:pt x="4326" y="3427"/>
                    <a:pt x="4260" y="3442"/>
                  </a:cubicBezTo>
                  <a:cubicBezTo>
                    <a:pt x="4230" y="3403"/>
                    <a:pt x="4171" y="3388"/>
                    <a:pt x="4134" y="3352"/>
                  </a:cubicBezTo>
                  <a:cubicBezTo>
                    <a:pt x="4043" y="3266"/>
                    <a:pt x="3949" y="3193"/>
                    <a:pt x="3844" y="3116"/>
                  </a:cubicBezTo>
                  <a:cubicBezTo>
                    <a:pt x="3661" y="2981"/>
                    <a:pt x="3498" y="2801"/>
                    <a:pt x="3314" y="2664"/>
                  </a:cubicBezTo>
                  <a:cubicBezTo>
                    <a:pt x="3263" y="2631"/>
                    <a:pt x="3116" y="2518"/>
                    <a:pt x="3023" y="2518"/>
                  </a:cubicBezTo>
                  <a:cubicBezTo>
                    <a:pt x="3006" y="2518"/>
                    <a:pt x="2991" y="2522"/>
                    <a:pt x="2979" y="2530"/>
                  </a:cubicBezTo>
                  <a:cubicBezTo>
                    <a:pt x="2857" y="2568"/>
                    <a:pt x="2776" y="2683"/>
                    <a:pt x="2680" y="2756"/>
                  </a:cubicBezTo>
                  <a:cubicBezTo>
                    <a:pt x="2473" y="2911"/>
                    <a:pt x="2251" y="3097"/>
                    <a:pt x="2092" y="3305"/>
                  </a:cubicBezTo>
                  <a:cubicBezTo>
                    <a:pt x="2044" y="3352"/>
                    <a:pt x="1996" y="3397"/>
                    <a:pt x="1948" y="3442"/>
                  </a:cubicBezTo>
                  <a:cubicBezTo>
                    <a:pt x="1844" y="3580"/>
                    <a:pt x="1709" y="3701"/>
                    <a:pt x="1604" y="3840"/>
                  </a:cubicBezTo>
                  <a:cubicBezTo>
                    <a:pt x="1249" y="4314"/>
                    <a:pt x="891" y="4780"/>
                    <a:pt x="637" y="5360"/>
                  </a:cubicBezTo>
                  <a:cubicBezTo>
                    <a:pt x="513" y="5646"/>
                    <a:pt x="326" y="5935"/>
                    <a:pt x="320" y="6334"/>
                  </a:cubicBezTo>
                  <a:cubicBezTo>
                    <a:pt x="401" y="6386"/>
                    <a:pt x="458" y="6479"/>
                    <a:pt x="538" y="6532"/>
                  </a:cubicBezTo>
                  <a:cubicBezTo>
                    <a:pt x="567" y="6552"/>
                    <a:pt x="601" y="6552"/>
                    <a:pt x="630" y="6569"/>
                  </a:cubicBezTo>
                  <a:cubicBezTo>
                    <a:pt x="785" y="6667"/>
                    <a:pt x="942" y="6773"/>
                    <a:pt x="1098" y="6878"/>
                  </a:cubicBezTo>
                  <a:cubicBezTo>
                    <a:pt x="1220" y="6959"/>
                    <a:pt x="1328" y="7071"/>
                    <a:pt x="1460" y="7141"/>
                  </a:cubicBezTo>
                  <a:cubicBezTo>
                    <a:pt x="1332" y="7481"/>
                    <a:pt x="1192" y="7830"/>
                    <a:pt x="1073" y="8189"/>
                  </a:cubicBezTo>
                  <a:cubicBezTo>
                    <a:pt x="967" y="8500"/>
                    <a:pt x="922" y="8837"/>
                    <a:pt x="836" y="9163"/>
                  </a:cubicBezTo>
                  <a:cubicBezTo>
                    <a:pt x="762" y="9452"/>
                    <a:pt x="778" y="9775"/>
                    <a:pt x="713" y="10078"/>
                  </a:cubicBezTo>
                  <a:cubicBezTo>
                    <a:pt x="705" y="10204"/>
                    <a:pt x="699" y="10332"/>
                    <a:pt x="692" y="10456"/>
                  </a:cubicBezTo>
                  <a:cubicBezTo>
                    <a:pt x="684" y="10508"/>
                    <a:pt x="698" y="10594"/>
                    <a:pt x="684" y="10658"/>
                  </a:cubicBezTo>
                  <a:cubicBezTo>
                    <a:pt x="659" y="10784"/>
                    <a:pt x="654" y="11117"/>
                    <a:pt x="684" y="11244"/>
                  </a:cubicBezTo>
                  <a:cubicBezTo>
                    <a:pt x="710" y="11363"/>
                    <a:pt x="678" y="11491"/>
                    <a:pt x="704" y="11597"/>
                  </a:cubicBezTo>
                  <a:cubicBezTo>
                    <a:pt x="740" y="11755"/>
                    <a:pt x="704" y="11939"/>
                    <a:pt x="740" y="12094"/>
                  </a:cubicBezTo>
                  <a:cubicBezTo>
                    <a:pt x="763" y="12200"/>
                    <a:pt x="756" y="12317"/>
                    <a:pt x="785" y="12429"/>
                  </a:cubicBezTo>
                  <a:cubicBezTo>
                    <a:pt x="871" y="12783"/>
                    <a:pt x="900" y="13148"/>
                    <a:pt x="1011" y="13487"/>
                  </a:cubicBezTo>
                  <a:cubicBezTo>
                    <a:pt x="1070" y="13669"/>
                    <a:pt x="1117" y="13856"/>
                    <a:pt x="1184" y="14038"/>
                  </a:cubicBezTo>
                  <a:cubicBezTo>
                    <a:pt x="1216" y="14127"/>
                    <a:pt x="1267" y="14220"/>
                    <a:pt x="1281" y="14317"/>
                  </a:cubicBezTo>
                  <a:cubicBezTo>
                    <a:pt x="1229" y="14351"/>
                    <a:pt x="1207" y="14417"/>
                    <a:pt x="1157" y="14454"/>
                  </a:cubicBezTo>
                  <a:cubicBezTo>
                    <a:pt x="873" y="14652"/>
                    <a:pt x="569" y="14830"/>
                    <a:pt x="281" y="15022"/>
                  </a:cubicBezTo>
                  <a:cubicBezTo>
                    <a:pt x="175" y="15092"/>
                    <a:pt x="6" y="15159"/>
                    <a:pt x="0" y="15329"/>
                  </a:cubicBezTo>
                  <a:cubicBezTo>
                    <a:pt x="29" y="15413"/>
                    <a:pt x="55" y="15499"/>
                    <a:pt x="82" y="15583"/>
                  </a:cubicBezTo>
                  <a:cubicBezTo>
                    <a:pt x="160" y="15768"/>
                    <a:pt x="249" y="15960"/>
                    <a:pt x="336" y="16135"/>
                  </a:cubicBezTo>
                  <a:cubicBezTo>
                    <a:pt x="358" y="16175"/>
                    <a:pt x="361" y="16216"/>
                    <a:pt x="383" y="16252"/>
                  </a:cubicBezTo>
                  <a:cubicBezTo>
                    <a:pt x="531" y="16497"/>
                    <a:pt x="654" y="16754"/>
                    <a:pt x="806" y="16994"/>
                  </a:cubicBezTo>
                  <a:cubicBezTo>
                    <a:pt x="1112" y="17476"/>
                    <a:pt x="1469" y="17921"/>
                    <a:pt x="1863" y="18312"/>
                  </a:cubicBezTo>
                  <a:cubicBezTo>
                    <a:pt x="2062" y="18510"/>
                    <a:pt x="2265" y="18695"/>
                    <a:pt x="2505" y="18855"/>
                  </a:cubicBezTo>
                  <a:cubicBezTo>
                    <a:pt x="2590" y="18913"/>
                    <a:pt x="2681" y="19006"/>
                    <a:pt x="2812" y="19019"/>
                  </a:cubicBezTo>
                  <a:cubicBezTo>
                    <a:pt x="2873" y="18957"/>
                    <a:pt x="2965" y="18942"/>
                    <a:pt x="3039" y="18891"/>
                  </a:cubicBezTo>
                  <a:cubicBezTo>
                    <a:pt x="3106" y="18846"/>
                    <a:pt x="3161" y="18760"/>
                    <a:pt x="3228" y="18709"/>
                  </a:cubicBezTo>
                  <a:cubicBezTo>
                    <a:pt x="3396" y="18583"/>
                    <a:pt x="3559" y="18453"/>
                    <a:pt x="3734" y="18331"/>
                  </a:cubicBezTo>
                  <a:cubicBezTo>
                    <a:pt x="3799" y="18286"/>
                    <a:pt x="3868" y="18196"/>
                    <a:pt x="3942" y="18169"/>
                  </a:cubicBezTo>
                  <a:lnTo>
                    <a:pt x="3942" y="18177"/>
                  </a:lnTo>
                  <a:cubicBezTo>
                    <a:pt x="4013" y="18200"/>
                    <a:pt x="4065" y="18288"/>
                    <a:pt x="4123" y="18330"/>
                  </a:cubicBezTo>
                  <a:cubicBezTo>
                    <a:pt x="4164" y="18360"/>
                    <a:pt x="4206" y="18392"/>
                    <a:pt x="4244" y="18426"/>
                  </a:cubicBezTo>
                  <a:cubicBezTo>
                    <a:pt x="4320" y="18488"/>
                    <a:pt x="4397" y="18554"/>
                    <a:pt x="4477" y="18610"/>
                  </a:cubicBezTo>
                  <a:cubicBezTo>
                    <a:pt x="4829" y="18868"/>
                    <a:pt x="5199" y="19100"/>
                    <a:pt x="5577" y="19333"/>
                  </a:cubicBezTo>
                  <a:cubicBezTo>
                    <a:pt x="5691" y="19400"/>
                    <a:pt x="5810" y="19436"/>
                    <a:pt x="5923" y="19506"/>
                  </a:cubicBezTo>
                  <a:cubicBezTo>
                    <a:pt x="6416" y="19806"/>
                    <a:pt x="7028" y="19999"/>
                    <a:pt x="7619" y="20192"/>
                  </a:cubicBezTo>
                  <a:cubicBezTo>
                    <a:pt x="7838" y="20246"/>
                    <a:pt x="8059" y="20300"/>
                    <a:pt x="8279" y="20357"/>
                  </a:cubicBezTo>
                  <a:cubicBezTo>
                    <a:pt x="8533" y="20429"/>
                    <a:pt x="8802" y="20431"/>
                    <a:pt x="9064" y="20490"/>
                  </a:cubicBezTo>
                  <a:cubicBezTo>
                    <a:pt x="9176" y="20517"/>
                    <a:pt x="9296" y="20505"/>
                    <a:pt x="9398" y="20530"/>
                  </a:cubicBezTo>
                  <a:cubicBezTo>
                    <a:pt x="9472" y="20531"/>
                    <a:pt x="9549" y="20534"/>
                    <a:pt x="9624" y="20537"/>
                  </a:cubicBezTo>
                  <a:cubicBezTo>
                    <a:pt x="9657" y="20544"/>
                    <a:pt x="9693" y="20546"/>
                    <a:pt x="9729" y="20546"/>
                  </a:cubicBezTo>
                  <a:cubicBezTo>
                    <a:pt x="9766" y="20546"/>
                    <a:pt x="9805" y="20544"/>
                    <a:pt x="9843" y="20544"/>
                  </a:cubicBezTo>
                  <a:cubicBezTo>
                    <a:pt x="9885" y="20544"/>
                    <a:pt x="9927" y="20547"/>
                    <a:pt x="9968" y="20556"/>
                  </a:cubicBezTo>
                  <a:cubicBezTo>
                    <a:pt x="10041" y="20572"/>
                    <a:pt x="10125" y="20577"/>
                    <a:pt x="10214" y="20577"/>
                  </a:cubicBezTo>
                  <a:cubicBezTo>
                    <a:pt x="10392" y="20577"/>
                    <a:pt x="10587" y="20556"/>
                    <a:pt x="10737" y="20556"/>
                  </a:cubicBezTo>
                  <a:cubicBezTo>
                    <a:pt x="10731" y="20726"/>
                    <a:pt x="10808" y="20873"/>
                    <a:pt x="10855" y="21009"/>
                  </a:cubicBezTo>
                  <a:cubicBezTo>
                    <a:pt x="10932" y="21243"/>
                    <a:pt x="10968" y="21501"/>
                    <a:pt x="11044" y="21732"/>
                  </a:cubicBezTo>
                  <a:cubicBezTo>
                    <a:pt x="11083" y="21853"/>
                    <a:pt x="11102" y="22052"/>
                    <a:pt x="11217" y="22094"/>
                  </a:cubicBezTo>
                  <a:cubicBezTo>
                    <a:pt x="11240" y="22110"/>
                    <a:pt x="11280" y="22115"/>
                    <a:pt x="11325" y="22115"/>
                  </a:cubicBezTo>
                  <a:cubicBezTo>
                    <a:pt x="11411" y="22115"/>
                    <a:pt x="11517" y="22097"/>
                    <a:pt x="11579" y="22097"/>
                  </a:cubicBezTo>
                  <a:cubicBezTo>
                    <a:pt x="11886" y="22093"/>
                    <a:pt x="12246" y="22039"/>
                    <a:pt x="12510" y="21970"/>
                  </a:cubicBezTo>
                  <a:cubicBezTo>
                    <a:pt x="12764" y="21904"/>
                    <a:pt x="13002" y="21885"/>
                    <a:pt x="13242" y="21806"/>
                  </a:cubicBezTo>
                  <a:cubicBezTo>
                    <a:pt x="14171" y="21504"/>
                    <a:pt x="14997" y="21200"/>
                    <a:pt x="15618" y="20588"/>
                  </a:cubicBezTo>
                  <a:cubicBezTo>
                    <a:pt x="15608" y="20386"/>
                    <a:pt x="15518" y="20221"/>
                    <a:pt x="15454" y="20073"/>
                  </a:cubicBezTo>
                  <a:cubicBezTo>
                    <a:pt x="15372" y="19881"/>
                    <a:pt x="15323" y="19697"/>
                    <a:pt x="15256" y="19493"/>
                  </a:cubicBezTo>
                  <a:cubicBezTo>
                    <a:pt x="15227" y="19407"/>
                    <a:pt x="15186" y="19324"/>
                    <a:pt x="15182" y="19214"/>
                  </a:cubicBezTo>
                  <a:cubicBezTo>
                    <a:pt x="15323" y="19146"/>
                    <a:pt x="15446" y="19054"/>
                    <a:pt x="15571" y="18970"/>
                  </a:cubicBezTo>
                  <a:cubicBezTo>
                    <a:pt x="15888" y="18759"/>
                    <a:pt x="16175" y="18533"/>
                    <a:pt x="16473" y="18310"/>
                  </a:cubicBezTo>
                  <a:cubicBezTo>
                    <a:pt x="16579" y="18234"/>
                    <a:pt x="16660" y="18116"/>
                    <a:pt x="16762" y="18039"/>
                  </a:cubicBezTo>
                  <a:cubicBezTo>
                    <a:pt x="16928" y="17916"/>
                    <a:pt x="17097" y="17753"/>
                    <a:pt x="17222" y="17587"/>
                  </a:cubicBezTo>
                  <a:lnTo>
                    <a:pt x="17466" y="17343"/>
                  </a:lnTo>
                  <a:cubicBezTo>
                    <a:pt x="17592" y="17178"/>
                    <a:pt x="17731" y="17026"/>
                    <a:pt x="17857" y="16854"/>
                  </a:cubicBezTo>
                  <a:cubicBezTo>
                    <a:pt x="18055" y="16584"/>
                    <a:pt x="18267" y="16313"/>
                    <a:pt x="18453" y="16024"/>
                  </a:cubicBezTo>
                  <a:cubicBezTo>
                    <a:pt x="18545" y="15873"/>
                    <a:pt x="18613" y="15714"/>
                    <a:pt x="18708" y="15562"/>
                  </a:cubicBezTo>
                  <a:cubicBezTo>
                    <a:pt x="18834" y="15354"/>
                    <a:pt x="18958" y="15115"/>
                    <a:pt x="19059" y="14884"/>
                  </a:cubicBezTo>
                  <a:cubicBezTo>
                    <a:pt x="19134" y="14711"/>
                    <a:pt x="19183" y="14547"/>
                    <a:pt x="19257" y="14369"/>
                  </a:cubicBezTo>
                  <a:cubicBezTo>
                    <a:pt x="19363" y="14114"/>
                    <a:pt x="19468" y="13834"/>
                    <a:pt x="19538" y="13547"/>
                  </a:cubicBezTo>
                  <a:cubicBezTo>
                    <a:pt x="19581" y="13547"/>
                    <a:pt x="19605" y="13533"/>
                    <a:pt x="19628" y="13531"/>
                  </a:cubicBezTo>
                  <a:cubicBezTo>
                    <a:pt x="19647" y="13524"/>
                    <a:pt x="19668" y="13522"/>
                    <a:pt x="19690" y="13522"/>
                  </a:cubicBezTo>
                  <a:cubicBezTo>
                    <a:pt x="19745" y="13522"/>
                    <a:pt x="19803" y="13537"/>
                    <a:pt x="19843" y="13538"/>
                  </a:cubicBezTo>
                  <a:cubicBezTo>
                    <a:pt x="20026" y="13545"/>
                    <a:pt x="20214" y="13531"/>
                    <a:pt x="20377" y="13567"/>
                  </a:cubicBezTo>
                  <a:cubicBezTo>
                    <a:pt x="20413" y="13575"/>
                    <a:pt x="20450" y="13577"/>
                    <a:pt x="20486" y="13577"/>
                  </a:cubicBezTo>
                  <a:cubicBezTo>
                    <a:pt x="20508" y="13577"/>
                    <a:pt x="20530" y="13576"/>
                    <a:pt x="20551" y="13576"/>
                  </a:cubicBezTo>
                  <a:cubicBezTo>
                    <a:pt x="20581" y="13576"/>
                    <a:pt x="20610" y="13577"/>
                    <a:pt x="20638" y="13583"/>
                  </a:cubicBezTo>
                  <a:cubicBezTo>
                    <a:pt x="20668" y="13589"/>
                    <a:pt x="20720" y="13592"/>
                    <a:pt x="20779" y="13592"/>
                  </a:cubicBezTo>
                  <a:cubicBezTo>
                    <a:pt x="20905" y="13592"/>
                    <a:pt x="21060" y="13579"/>
                    <a:pt x="21092" y="13558"/>
                  </a:cubicBezTo>
                  <a:cubicBezTo>
                    <a:pt x="21173" y="13529"/>
                    <a:pt x="21169" y="13454"/>
                    <a:pt x="21198" y="13376"/>
                  </a:cubicBezTo>
                  <a:cubicBezTo>
                    <a:pt x="21268" y="13195"/>
                    <a:pt x="21290" y="12988"/>
                    <a:pt x="21343" y="12780"/>
                  </a:cubicBezTo>
                  <a:cubicBezTo>
                    <a:pt x="21380" y="12644"/>
                    <a:pt x="21391" y="12478"/>
                    <a:pt x="21426" y="12337"/>
                  </a:cubicBezTo>
                  <a:cubicBezTo>
                    <a:pt x="21428" y="12289"/>
                    <a:pt x="21431" y="12240"/>
                    <a:pt x="21434" y="12193"/>
                  </a:cubicBezTo>
                  <a:cubicBezTo>
                    <a:pt x="21470" y="12042"/>
                    <a:pt x="21453" y="11853"/>
                    <a:pt x="21487" y="11694"/>
                  </a:cubicBezTo>
                  <a:lnTo>
                    <a:pt x="21487" y="11531"/>
                  </a:lnTo>
                  <a:cubicBezTo>
                    <a:pt x="21524" y="11364"/>
                    <a:pt x="21500" y="11146"/>
                    <a:pt x="21496" y="10980"/>
                  </a:cubicBezTo>
                  <a:cubicBezTo>
                    <a:pt x="21487" y="10537"/>
                    <a:pt x="21466" y="10128"/>
                    <a:pt x="21370" y="9766"/>
                  </a:cubicBezTo>
                  <a:cubicBezTo>
                    <a:pt x="21304" y="9524"/>
                    <a:pt x="21266" y="9298"/>
                    <a:pt x="21181" y="9089"/>
                  </a:cubicBezTo>
                  <a:cubicBezTo>
                    <a:pt x="21147" y="9010"/>
                    <a:pt x="21133" y="8871"/>
                    <a:pt x="21028" y="8864"/>
                  </a:cubicBezTo>
                  <a:cubicBezTo>
                    <a:pt x="20983" y="8837"/>
                    <a:pt x="20853" y="8848"/>
                    <a:pt x="20791" y="8837"/>
                  </a:cubicBezTo>
                  <a:cubicBezTo>
                    <a:pt x="20784" y="8836"/>
                    <a:pt x="20771" y="8836"/>
                    <a:pt x="20755" y="8836"/>
                  </a:cubicBezTo>
                  <a:cubicBezTo>
                    <a:pt x="20650" y="8836"/>
                    <a:pt x="20389" y="8857"/>
                    <a:pt x="20314" y="8874"/>
                  </a:cubicBezTo>
                  <a:lnTo>
                    <a:pt x="20052" y="8874"/>
                  </a:lnTo>
                  <a:cubicBezTo>
                    <a:pt x="20025" y="8880"/>
                    <a:pt x="19965" y="8883"/>
                    <a:pt x="19900" y="8883"/>
                  </a:cubicBezTo>
                  <a:cubicBezTo>
                    <a:pt x="19801" y="8883"/>
                    <a:pt x="19690" y="8875"/>
                    <a:pt x="19664" y="8855"/>
                  </a:cubicBezTo>
                  <a:cubicBezTo>
                    <a:pt x="19635" y="8808"/>
                    <a:pt x="19645" y="8740"/>
                    <a:pt x="19628" y="8682"/>
                  </a:cubicBezTo>
                  <a:cubicBezTo>
                    <a:pt x="19581" y="8525"/>
                    <a:pt x="19554" y="8362"/>
                    <a:pt x="19501" y="8204"/>
                  </a:cubicBezTo>
                  <a:cubicBezTo>
                    <a:pt x="19352" y="7764"/>
                    <a:pt x="19202" y="7337"/>
                    <a:pt x="19023" y="6931"/>
                  </a:cubicBezTo>
                  <a:cubicBezTo>
                    <a:pt x="18741" y="6292"/>
                    <a:pt x="18348" y="5685"/>
                    <a:pt x="17956" y="5150"/>
                  </a:cubicBezTo>
                  <a:cubicBezTo>
                    <a:pt x="17781" y="4909"/>
                    <a:pt x="17566" y="4698"/>
                    <a:pt x="17387" y="4464"/>
                  </a:cubicBezTo>
                  <a:cubicBezTo>
                    <a:pt x="17344" y="4420"/>
                    <a:pt x="17299" y="4378"/>
                    <a:pt x="17254" y="4336"/>
                  </a:cubicBezTo>
                  <a:cubicBezTo>
                    <a:pt x="17153" y="4205"/>
                    <a:pt x="17024" y="4073"/>
                    <a:pt x="16892" y="3974"/>
                  </a:cubicBezTo>
                  <a:lnTo>
                    <a:pt x="16665" y="3747"/>
                  </a:lnTo>
                  <a:cubicBezTo>
                    <a:pt x="16537" y="3651"/>
                    <a:pt x="16418" y="3544"/>
                    <a:pt x="16296" y="3441"/>
                  </a:cubicBezTo>
                  <a:cubicBezTo>
                    <a:pt x="16237" y="3393"/>
                    <a:pt x="16182" y="3347"/>
                    <a:pt x="16122" y="3304"/>
                  </a:cubicBezTo>
                  <a:cubicBezTo>
                    <a:pt x="15999" y="3215"/>
                    <a:pt x="15875" y="3121"/>
                    <a:pt x="15752" y="3033"/>
                  </a:cubicBezTo>
                  <a:cubicBezTo>
                    <a:pt x="15699" y="2997"/>
                    <a:pt x="15601" y="2974"/>
                    <a:pt x="15589" y="2897"/>
                  </a:cubicBezTo>
                  <a:cubicBezTo>
                    <a:pt x="15618" y="2859"/>
                    <a:pt x="15614" y="2801"/>
                    <a:pt x="15634" y="2753"/>
                  </a:cubicBezTo>
                  <a:cubicBezTo>
                    <a:pt x="15673" y="2654"/>
                    <a:pt x="15708" y="2545"/>
                    <a:pt x="15752" y="2437"/>
                  </a:cubicBezTo>
                  <a:cubicBezTo>
                    <a:pt x="15817" y="2279"/>
                    <a:pt x="15874" y="2119"/>
                    <a:pt x="15942" y="1959"/>
                  </a:cubicBezTo>
                  <a:cubicBezTo>
                    <a:pt x="16008" y="1803"/>
                    <a:pt x="16088" y="1641"/>
                    <a:pt x="16077" y="1436"/>
                  </a:cubicBezTo>
                  <a:cubicBezTo>
                    <a:pt x="16032" y="1404"/>
                    <a:pt x="15996" y="1350"/>
                    <a:pt x="15949" y="1316"/>
                  </a:cubicBezTo>
                  <a:cubicBezTo>
                    <a:pt x="15553" y="1036"/>
                    <a:pt x="15081" y="808"/>
                    <a:pt x="14615" y="604"/>
                  </a:cubicBezTo>
                  <a:cubicBezTo>
                    <a:pt x="14480" y="546"/>
                    <a:pt x="14353" y="514"/>
                    <a:pt x="14216" y="460"/>
                  </a:cubicBezTo>
                  <a:cubicBezTo>
                    <a:pt x="13898" y="329"/>
                    <a:pt x="13542" y="242"/>
                    <a:pt x="13186" y="143"/>
                  </a:cubicBezTo>
                  <a:cubicBezTo>
                    <a:pt x="12995" y="89"/>
                    <a:pt x="12806" y="98"/>
                    <a:pt x="12598" y="53"/>
                  </a:cubicBezTo>
                  <a:cubicBezTo>
                    <a:pt x="12517" y="33"/>
                    <a:pt x="12402" y="37"/>
                    <a:pt x="12319" y="17"/>
                  </a:cubicBezTo>
                  <a:lnTo>
                    <a:pt x="12155" y="17"/>
                  </a:lnTo>
                  <a:cubicBezTo>
                    <a:pt x="12120" y="8"/>
                    <a:pt x="12056" y="1"/>
                    <a:pt x="1199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20"/>
            <p:cNvSpPr/>
            <p:nvPr/>
          </p:nvSpPr>
          <p:spPr>
            <a:xfrm>
              <a:off x="1277264" y="3497017"/>
              <a:ext cx="248917" cy="249512"/>
            </a:xfrm>
            <a:custGeom>
              <a:rect b="b" l="l" r="r" t="t"/>
              <a:pathLst>
                <a:path extrusionOk="0" h="8819" w="8798">
                  <a:moveTo>
                    <a:pt x="4401" y="234"/>
                  </a:moveTo>
                  <a:cubicBezTo>
                    <a:pt x="4508" y="234"/>
                    <a:pt x="4616" y="242"/>
                    <a:pt x="4692" y="258"/>
                  </a:cubicBezTo>
                  <a:lnTo>
                    <a:pt x="4965" y="274"/>
                  </a:lnTo>
                  <a:cubicBezTo>
                    <a:pt x="5057" y="298"/>
                    <a:pt x="5152" y="314"/>
                    <a:pt x="5245" y="334"/>
                  </a:cubicBezTo>
                  <a:cubicBezTo>
                    <a:pt x="5435" y="370"/>
                    <a:pt x="5615" y="404"/>
                    <a:pt x="5780" y="471"/>
                  </a:cubicBezTo>
                  <a:cubicBezTo>
                    <a:pt x="5932" y="536"/>
                    <a:pt x="6081" y="601"/>
                    <a:pt x="6219" y="668"/>
                  </a:cubicBezTo>
                  <a:cubicBezTo>
                    <a:pt x="7216" y="1174"/>
                    <a:pt x="7863" y="1869"/>
                    <a:pt x="8282" y="2884"/>
                  </a:cubicBezTo>
                  <a:cubicBezTo>
                    <a:pt x="8365" y="3086"/>
                    <a:pt x="8413" y="3301"/>
                    <a:pt x="8465" y="3530"/>
                  </a:cubicBezTo>
                  <a:cubicBezTo>
                    <a:pt x="8485" y="3612"/>
                    <a:pt x="8501" y="3697"/>
                    <a:pt x="8523" y="3772"/>
                  </a:cubicBezTo>
                  <a:lnTo>
                    <a:pt x="8567" y="4268"/>
                  </a:lnTo>
                  <a:cubicBezTo>
                    <a:pt x="8561" y="6106"/>
                    <a:pt x="7623" y="7558"/>
                    <a:pt x="5996" y="8252"/>
                  </a:cubicBezTo>
                  <a:cubicBezTo>
                    <a:pt x="5764" y="8351"/>
                    <a:pt x="5514" y="8422"/>
                    <a:pt x="5208" y="8503"/>
                  </a:cubicBezTo>
                  <a:cubicBezTo>
                    <a:pt x="5150" y="8518"/>
                    <a:pt x="5090" y="8525"/>
                    <a:pt x="5032" y="8532"/>
                  </a:cubicBezTo>
                  <a:cubicBezTo>
                    <a:pt x="4977" y="8538"/>
                    <a:pt x="4920" y="8546"/>
                    <a:pt x="4880" y="8556"/>
                  </a:cubicBezTo>
                  <a:lnTo>
                    <a:pt x="4768" y="8556"/>
                  </a:lnTo>
                  <a:cubicBezTo>
                    <a:pt x="4694" y="8573"/>
                    <a:pt x="4557" y="8584"/>
                    <a:pt x="4423" y="8584"/>
                  </a:cubicBezTo>
                  <a:cubicBezTo>
                    <a:pt x="4321" y="8584"/>
                    <a:pt x="4222" y="8577"/>
                    <a:pt x="4156" y="8563"/>
                  </a:cubicBezTo>
                  <a:lnTo>
                    <a:pt x="4025" y="8569"/>
                  </a:lnTo>
                  <a:lnTo>
                    <a:pt x="3642" y="8514"/>
                  </a:lnTo>
                  <a:lnTo>
                    <a:pt x="3536" y="8489"/>
                  </a:lnTo>
                  <a:cubicBezTo>
                    <a:pt x="3243" y="8415"/>
                    <a:pt x="2963" y="8343"/>
                    <a:pt x="2708" y="8230"/>
                  </a:cubicBezTo>
                  <a:cubicBezTo>
                    <a:pt x="1975" y="7907"/>
                    <a:pt x="1377" y="7401"/>
                    <a:pt x="945" y="6744"/>
                  </a:cubicBezTo>
                  <a:cubicBezTo>
                    <a:pt x="724" y="6417"/>
                    <a:pt x="547" y="6048"/>
                    <a:pt x="415" y="5646"/>
                  </a:cubicBezTo>
                  <a:cubicBezTo>
                    <a:pt x="371" y="5511"/>
                    <a:pt x="345" y="5373"/>
                    <a:pt x="317" y="5225"/>
                  </a:cubicBezTo>
                  <a:cubicBezTo>
                    <a:pt x="301" y="5132"/>
                    <a:pt x="285" y="5037"/>
                    <a:pt x="264" y="4944"/>
                  </a:cubicBezTo>
                  <a:cubicBezTo>
                    <a:pt x="250" y="4899"/>
                    <a:pt x="249" y="4848"/>
                    <a:pt x="249" y="4796"/>
                  </a:cubicBezTo>
                  <a:cubicBezTo>
                    <a:pt x="249" y="4744"/>
                    <a:pt x="248" y="4690"/>
                    <a:pt x="236" y="4651"/>
                  </a:cubicBezTo>
                  <a:lnTo>
                    <a:pt x="234" y="4296"/>
                  </a:lnTo>
                  <a:cubicBezTo>
                    <a:pt x="234" y="4220"/>
                    <a:pt x="236" y="4129"/>
                    <a:pt x="255" y="4054"/>
                  </a:cubicBezTo>
                  <a:cubicBezTo>
                    <a:pt x="269" y="3980"/>
                    <a:pt x="274" y="3912"/>
                    <a:pt x="277" y="3849"/>
                  </a:cubicBezTo>
                  <a:cubicBezTo>
                    <a:pt x="278" y="3784"/>
                    <a:pt x="284" y="3721"/>
                    <a:pt x="301" y="3640"/>
                  </a:cubicBezTo>
                  <a:cubicBezTo>
                    <a:pt x="377" y="3345"/>
                    <a:pt x="453" y="3066"/>
                    <a:pt x="557" y="2814"/>
                  </a:cubicBezTo>
                  <a:cubicBezTo>
                    <a:pt x="986" y="1802"/>
                    <a:pt x="1747" y="1016"/>
                    <a:pt x="2702" y="600"/>
                  </a:cubicBezTo>
                  <a:cubicBezTo>
                    <a:pt x="2830" y="545"/>
                    <a:pt x="2953" y="503"/>
                    <a:pt x="3087" y="463"/>
                  </a:cubicBezTo>
                  <a:cubicBezTo>
                    <a:pt x="3139" y="447"/>
                    <a:pt x="3193" y="430"/>
                    <a:pt x="3247" y="412"/>
                  </a:cubicBezTo>
                  <a:cubicBezTo>
                    <a:pt x="3357" y="375"/>
                    <a:pt x="3480" y="350"/>
                    <a:pt x="3610" y="324"/>
                  </a:cubicBezTo>
                  <a:cubicBezTo>
                    <a:pt x="3685" y="309"/>
                    <a:pt x="3760" y="295"/>
                    <a:pt x="3821" y="277"/>
                  </a:cubicBezTo>
                  <a:lnTo>
                    <a:pt x="4118" y="258"/>
                  </a:lnTo>
                  <a:cubicBezTo>
                    <a:pt x="4189" y="242"/>
                    <a:pt x="4294" y="234"/>
                    <a:pt x="4401" y="234"/>
                  </a:cubicBezTo>
                  <a:close/>
                  <a:moveTo>
                    <a:pt x="4439" y="1"/>
                  </a:moveTo>
                  <a:cubicBezTo>
                    <a:pt x="4356" y="1"/>
                    <a:pt x="4275" y="7"/>
                    <a:pt x="4212" y="20"/>
                  </a:cubicBezTo>
                  <a:lnTo>
                    <a:pt x="3871" y="40"/>
                  </a:lnTo>
                  <a:cubicBezTo>
                    <a:pt x="3785" y="59"/>
                    <a:pt x="3696" y="77"/>
                    <a:pt x="3609" y="91"/>
                  </a:cubicBezTo>
                  <a:cubicBezTo>
                    <a:pt x="3475" y="114"/>
                    <a:pt x="3346" y="138"/>
                    <a:pt x="3224" y="175"/>
                  </a:cubicBezTo>
                  <a:lnTo>
                    <a:pt x="3061" y="229"/>
                  </a:lnTo>
                  <a:cubicBezTo>
                    <a:pt x="2897" y="280"/>
                    <a:pt x="2742" y="327"/>
                    <a:pt x="2585" y="394"/>
                  </a:cubicBezTo>
                  <a:cubicBezTo>
                    <a:pt x="1575" y="840"/>
                    <a:pt x="797" y="1647"/>
                    <a:pt x="339" y="2724"/>
                  </a:cubicBezTo>
                  <a:cubicBezTo>
                    <a:pt x="229" y="2981"/>
                    <a:pt x="153" y="3268"/>
                    <a:pt x="76" y="3566"/>
                  </a:cubicBezTo>
                  <a:lnTo>
                    <a:pt x="22" y="3926"/>
                  </a:lnTo>
                  <a:lnTo>
                    <a:pt x="22" y="4017"/>
                  </a:lnTo>
                  <a:cubicBezTo>
                    <a:pt x="8" y="4084"/>
                    <a:pt x="0" y="4172"/>
                    <a:pt x="0" y="4290"/>
                  </a:cubicBezTo>
                  <a:cubicBezTo>
                    <a:pt x="0" y="4341"/>
                    <a:pt x="0" y="4390"/>
                    <a:pt x="2" y="4434"/>
                  </a:cubicBezTo>
                  <a:lnTo>
                    <a:pt x="3" y="4685"/>
                  </a:lnTo>
                  <a:cubicBezTo>
                    <a:pt x="12" y="4729"/>
                    <a:pt x="12" y="4774"/>
                    <a:pt x="12" y="4824"/>
                  </a:cubicBezTo>
                  <a:cubicBezTo>
                    <a:pt x="15" y="4877"/>
                    <a:pt x="15" y="4935"/>
                    <a:pt x="29" y="4992"/>
                  </a:cubicBezTo>
                  <a:cubicBezTo>
                    <a:pt x="48" y="5078"/>
                    <a:pt x="66" y="5167"/>
                    <a:pt x="80" y="5254"/>
                  </a:cubicBezTo>
                  <a:cubicBezTo>
                    <a:pt x="102" y="5383"/>
                    <a:pt x="125" y="5519"/>
                    <a:pt x="165" y="5648"/>
                  </a:cubicBezTo>
                  <a:cubicBezTo>
                    <a:pt x="323" y="6129"/>
                    <a:pt x="535" y="6564"/>
                    <a:pt x="800" y="6946"/>
                  </a:cubicBezTo>
                  <a:cubicBezTo>
                    <a:pt x="1259" y="7611"/>
                    <a:pt x="1872" y="8118"/>
                    <a:pt x="2613" y="8441"/>
                  </a:cubicBezTo>
                  <a:cubicBezTo>
                    <a:pt x="2815" y="8531"/>
                    <a:pt x="3020" y="8592"/>
                    <a:pt x="3240" y="8659"/>
                  </a:cubicBezTo>
                  <a:lnTo>
                    <a:pt x="3371" y="8698"/>
                  </a:lnTo>
                  <a:lnTo>
                    <a:pt x="3811" y="8781"/>
                  </a:lnTo>
                  <a:lnTo>
                    <a:pt x="4166" y="8807"/>
                  </a:lnTo>
                  <a:lnTo>
                    <a:pt x="4318" y="8804"/>
                  </a:lnTo>
                  <a:cubicBezTo>
                    <a:pt x="4361" y="8815"/>
                    <a:pt x="4422" y="8819"/>
                    <a:pt x="4491" y="8819"/>
                  </a:cubicBezTo>
                  <a:cubicBezTo>
                    <a:pt x="4641" y="8819"/>
                    <a:pt x="4824" y="8799"/>
                    <a:pt x="4907" y="8780"/>
                  </a:cubicBezTo>
                  <a:cubicBezTo>
                    <a:pt x="4947" y="8771"/>
                    <a:pt x="4984" y="8771"/>
                    <a:pt x="5021" y="8767"/>
                  </a:cubicBezTo>
                  <a:cubicBezTo>
                    <a:pt x="5064" y="8767"/>
                    <a:pt x="5111" y="8765"/>
                    <a:pt x="5159" y="8752"/>
                  </a:cubicBezTo>
                  <a:cubicBezTo>
                    <a:pt x="5237" y="8730"/>
                    <a:pt x="5316" y="8713"/>
                    <a:pt x="5391" y="8694"/>
                  </a:cubicBezTo>
                  <a:cubicBezTo>
                    <a:pt x="5627" y="8636"/>
                    <a:pt x="5845" y="8583"/>
                    <a:pt x="6052" y="8496"/>
                  </a:cubicBezTo>
                  <a:cubicBezTo>
                    <a:pt x="6889" y="8133"/>
                    <a:pt x="7542" y="7603"/>
                    <a:pt x="8049" y="6878"/>
                  </a:cubicBezTo>
                  <a:cubicBezTo>
                    <a:pt x="8093" y="6817"/>
                    <a:pt x="8128" y="6750"/>
                    <a:pt x="8164" y="6682"/>
                  </a:cubicBezTo>
                  <a:cubicBezTo>
                    <a:pt x="8187" y="6637"/>
                    <a:pt x="8211" y="6590"/>
                    <a:pt x="8240" y="6544"/>
                  </a:cubicBezTo>
                  <a:cubicBezTo>
                    <a:pt x="8610" y="5933"/>
                    <a:pt x="8798" y="5190"/>
                    <a:pt x="8798" y="4331"/>
                  </a:cubicBezTo>
                  <a:lnTo>
                    <a:pt x="8798" y="4209"/>
                  </a:lnTo>
                  <a:lnTo>
                    <a:pt x="8753" y="3733"/>
                  </a:lnTo>
                  <a:cubicBezTo>
                    <a:pt x="8731" y="3650"/>
                    <a:pt x="8714" y="3573"/>
                    <a:pt x="8695" y="3493"/>
                  </a:cubicBezTo>
                  <a:cubicBezTo>
                    <a:pt x="8639" y="3246"/>
                    <a:pt x="8587" y="3015"/>
                    <a:pt x="8496" y="2795"/>
                  </a:cubicBezTo>
                  <a:cubicBezTo>
                    <a:pt x="8072" y="1778"/>
                    <a:pt x="7383" y="1022"/>
                    <a:pt x="6390" y="500"/>
                  </a:cubicBezTo>
                  <a:cubicBezTo>
                    <a:pt x="6232" y="414"/>
                    <a:pt x="6066" y="335"/>
                    <a:pt x="5893" y="266"/>
                  </a:cubicBezTo>
                  <a:cubicBezTo>
                    <a:pt x="5717" y="194"/>
                    <a:pt x="5518" y="151"/>
                    <a:pt x="5326" y="113"/>
                  </a:cubicBezTo>
                  <a:cubicBezTo>
                    <a:pt x="5243" y="93"/>
                    <a:pt x="5159" y="77"/>
                    <a:pt x="5069" y="55"/>
                  </a:cubicBezTo>
                  <a:lnTo>
                    <a:pt x="4742" y="29"/>
                  </a:lnTo>
                  <a:cubicBezTo>
                    <a:pt x="4664" y="11"/>
                    <a:pt x="4550" y="1"/>
                    <a:pt x="44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20"/>
            <p:cNvSpPr/>
            <p:nvPr/>
          </p:nvSpPr>
          <p:spPr>
            <a:xfrm>
              <a:off x="1331556" y="3865092"/>
              <a:ext cx="71523" cy="16183"/>
            </a:xfrm>
            <a:custGeom>
              <a:rect b="b" l="l" r="r" t="t"/>
              <a:pathLst>
                <a:path extrusionOk="0" h="572" w="2528">
                  <a:moveTo>
                    <a:pt x="99" y="1"/>
                  </a:moveTo>
                  <a:cubicBezTo>
                    <a:pt x="37" y="1"/>
                    <a:pt x="1" y="91"/>
                    <a:pt x="47" y="139"/>
                  </a:cubicBezTo>
                  <a:cubicBezTo>
                    <a:pt x="355" y="445"/>
                    <a:pt x="777" y="572"/>
                    <a:pt x="1209" y="572"/>
                  </a:cubicBezTo>
                  <a:cubicBezTo>
                    <a:pt x="1652" y="572"/>
                    <a:pt x="2106" y="438"/>
                    <a:pt x="2459" y="229"/>
                  </a:cubicBezTo>
                  <a:cubicBezTo>
                    <a:pt x="2527" y="189"/>
                    <a:pt x="2489" y="99"/>
                    <a:pt x="2425" y="99"/>
                  </a:cubicBezTo>
                  <a:cubicBezTo>
                    <a:pt x="2414" y="99"/>
                    <a:pt x="2402" y="102"/>
                    <a:pt x="2389" y="108"/>
                  </a:cubicBezTo>
                  <a:cubicBezTo>
                    <a:pt x="2070" y="269"/>
                    <a:pt x="1770" y="333"/>
                    <a:pt x="1475" y="333"/>
                  </a:cubicBezTo>
                  <a:cubicBezTo>
                    <a:pt x="1031" y="333"/>
                    <a:pt x="597" y="187"/>
                    <a:pt x="126" y="6"/>
                  </a:cubicBezTo>
                  <a:cubicBezTo>
                    <a:pt x="116" y="3"/>
                    <a:pt x="108" y="1"/>
                    <a:pt x="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20"/>
            <p:cNvSpPr/>
            <p:nvPr/>
          </p:nvSpPr>
          <p:spPr>
            <a:xfrm>
              <a:off x="1289430" y="3836744"/>
              <a:ext cx="71269" cy="16693"/>
            </a:xfrm>
            <a:custGeom>
              <a:rect b="b" l="l" r="r" t="t"/>
              <a:pathLst>
                <a:path extrusionOk="0" h="590" w="2519">
                  <a:moveTo>
                    <a:pt x="102" y="1"/>
                  </a:moveTo>
                  <a:cubicBezTo>
                    <a:pt x="25" y="1"/>
                    <a:pt x="1" y="109"/>
                    <a:pt x="65" y="159"/>
                  </a:cubicBezTo>
                  <a:cubicBezTo>
                    <a:pt x="474" y="471"/>
                    <a:pt x="986" y="590"/>
                    <a:pt x="1501" y="590"/>
                  </a:cubicBezTo>
                  <a:cubicBezTo>
                    <a:pt x="1820" y="590"/>
                    <a:pt x="2140" y="544"/>
                    <a:pt x="2437" y="470"/>
                  </a:cubicBezTo>
                  <a:cubicBezTo>
                    <a:pt x="2518" y="449"/>
                    <a:pt x="2486" y="342"/>
                    <a:pt x="2412" y="342"/>
                  </a:cubicBezTo>
                  <a:cubicBezTo>
                    <a:pt x="2409" y="342"/>
                    <a:pt x="2406" y="342"/>
                    <a:pt x="2403" y="342"/>
                  </a:cubicBezTo>
                  <a:cubicBezTo>
                    <a:pt x="2245" y="366"/>
                    <a:pt x="2093" y="376"/>
                    <a:pt x="1944" y="376"/>
                  </a:cubicBezTo>
                  <a:cubicBezTo>
                    <a:pt x="1318" y="376"/>
                    <a:pt x="750" y="191"/>
                    <a:pt x="130" y="5"/>
                  </a:cubicBezTo>
                  <a:cubicBezTo>
                    <a:pt x="120" y="2"/>
                    <a:pt x="111"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20"/>
            <p:cNvSpPr/>
            <p:nvPr/>
          </p:nvSpPr>
          <p:spPr>
            <a:xfrm>
              <a:off x="1139173" y="3595812"/>
              <a:ext cx="13694" cy="44278"/>
            </a:xfrm>
            <a:custGeom>
              <a:rect b="b" l="l" r="r" t="t"/>
              <a:pathLst>
                <a:path extrusionOk="0" h="1565" w="484">
                  <a:moveTo>
                    <a:pt x="373" y="1"/>
                  </a:moveTo>
                  <a:cubicBezTo>
                    <a:pt x="352" y="1"/>
                    <a:pt x="331" y="10"/>
                    <a:pt x="318" y="27"/>
                  </a:cubicBezTo>
                  <a:cubicBezTo>
                    <a:pt x="1" y="440"/>
                    <a:pt x="149" y="1100"/>
                    <a:pt x="348" y="1531"/>
                  </a:cubicBezTo>
                  <a:cubicBezTo>
                    <a:pt x="358" y="1555"/>
                    <a:pt x="378" y="1565"/>
                    <a:pt x="399" y="1565"/>
                  </a:cubicBezTo>
                  <a:cubicBezTo>
                    <a:pt x="439" y="1565"/>
                    <a:pt x="483" y="1528"/>
                    <a:pt x="466" y="1481"/>
                  </a:cubicBezTo>
                  <a:cubicBezTo>
                    <a:pt x="379" y="1238"/>
                    <a:pt x="334" y="991"/>
                    <a:pt x="345" y="733"/>
                  </a:cubicBezTo>
                  <a:cubicBezTo>
                    <a:pt x="354" y="506"/>
                    <a:pt x="422" y="286"/>
                    <a:pt x="430" y="59"/>
                  </a:cubicBezTo>
                  <a:cubicBezTo>
                    <a:pt x="431" y="20"/>
                    <a:pt x="403" y="1"/>
                    <a:pt x="3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20"/>
            <p:cNvSpPr/>
            <p:nvPr/>
          </p:nvSpPr>
          <p:spPr>
            <a:xfrm>
              <a:off x="1155214" y="3586221"/>
              <a:ext cx="11487" cy="31235"/>
            </a:xfrm>
            <a:custGeom>
              <a:rect b="b" l="l" r="r" t="t"/>
              <a:pathLst>
                <a:path extrusionOk="0" h="1104" w="406">
                  <a:moveTo>
                    <a:pt x="298" y="0"/>
                  </a:moveTo>
                  <a:cubicBezTo>
                    <a:pt x="269" y="0"/>
                    <a:pt x="239" y="12"/>
                    <a:pt x="220" y="38"/>
                  </a:cubicBezTo>
                  <a:cubicBezTo>
                    <a:pt x="4" y="330"/>
                    <a:pt x="1" y="721"/>
                    <a:pt x="91" y="1061"/>
                  </a:cubicBezTo>
                  <a:cubicBezTo>
                    <a:pt x="98" y="1090"/>
                    <a:pt x="124" y="1104"/>
                    <a:pt x="150" y="1104"/>
                  </a:cubicBezTo>
                  <a:cubicBezTo>
                    <a:pt x="182" y="1104"/>
                    <a:pt x="213" y="1084"/>
                    <a:pt x="210" y="1045"/>
                  </a:cubicBezTo>
                  <a:cubicBezTo>
                    <a:pt x="179" y="707"/>
                    <a:pt x="277" y="422"/>
                    <a:pt x="383" y="108"/>
                  </a:cubicBezTo>
                  <a:cubicBezTo>
                    <a:pt x="406" y="41"/>
                    <a:pt x="353" y="0"/>
                    <a:pt x="2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20"/>
            <p:cNvSpPr/>
            <p:nvPr/>
          </p:nvSpPr>
          <p:spPr>
            <a:xfrm>
              <a:off x="1270305" y="3386283"/>
              <a:ext cx="71439" cy="29764"/>
            </a:xfrm>
            <a:custGeom>
              <a:rect b="b" l="l" r="r" t="t"/>
              <a:pathLst>
                <a:path extrusionOk="0" h="1052" w="2525">
                  <a:moveTo>
                    <a:pt x="2243" y="1"/>
                  </a:moveTo>
                  <a:cubicBezTo>
                    <a:pt x="1407" y="1"/>
                    <a:pt x="631" y="401"/>
                    <a:pt x="31" y="981"/>
                  </a:cubicBezTo>
                  <a:cubicBezTo>
                    <a:pt x="1" y="1011"/>
                    <a:pt x="29" y="1052"/>
                    <a:pt x="63" y="1052"/>
                  </a:cubicBezTo>
                  <a:cubicBezTo>
                    <a:pt x="72" y="1052"/>
                    <a:pt x="82" y="1048"/>
                    <a:pt x="91" y="1041"/>
                  </a:cubicBezTo>
                  <a:cubicBezTo>
                    <a:pt x="774" y="450"/>
                    <a:pt x="1574" y="210"/>
                    <a:pt x="2458" y="113"/>
                  </a:cubicBezTo>
                  <a:cubicBezTo>
                    <a:pt x="2523" y="106"/>
                    <a:pt x="2525" y="16"/>
                    <a:pt x="2458" y="10"/>
                  </a:cubicBezTo>
                  <a:cubicBezTo>
                    <a:pt x="2386" y="4"/>
                    <a:pt x="2314" y="1"/>
                    <a:pt x="22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20"/>
            <p:cNvSpPr/>
            <p:nvPr/>
          </p:nvSpPr>
          <p:spPr>
            <a:xfrm>
              <a:off x="1307084" y="3392932"/>
              <a:ext cx="74240" cy="22096"/>
            </a:xfrm>
            <a:custGeom>
              <a:rect b="b" l="l" r="r" t="t"/>
              <a:pathLst>
                <a:path extrusionOk="0" h="781" w="2624">
                  <a:moveTo>
                    <a:pt x="1971" y="0"/>
                  </a:moveTo>
                  <a:cubicBezTo>
                    <a:pt x="1301" y="0"/>
                    <a:pt x="626" y="263"/>
                    <a:pt x="76" y="622"/>
                  </a:cubicBezTo>
                  <a:cubicBezTo>
                    <a:pt x="0" y="671"/>
                    <a:pt x="46" y="780"/>
                    <a:pt x="117" y="780"/>
                  </a:cubicBezTo>
                  <a:cubicBezTo>
                    <a:pt x="130" y="780"/>
                    <a:pt x="145" y="777"/>
                    <a:pt x="159" y="768"/>
                  </a:cubicBezTo>
                  <a:cubicBezTo>
                    <a:pt x="914" y="313"/>
                    <a:pt x="1654" y="247"/>
                    <a:pt x="2513" y="224"/>
                  </a:cubicBezTo>
                  <a:cubicBezTo>
                    <a:pt x="2600" y="223"/>
                    <a:pt x="2623" y="89"/>
                    <a:pt x="2535" y="67"/>
                  </a:cubicBezTo>
                  <a:cubicBezTo>
                    <a:pt x="2349" y="21"/>
                    <a:pt x="2160" y="0"/>
                    <a:pt x="19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20"/>
            <p:cNvSpPr/>
            <p:nvPr/>
          </p:nvSpPr>
          <p:spPr>
            <a:xfrm>
              <a:off x="1104883" y="3306699"/>
              <a:ext cx="619860" cy="636666"/>
            </a:xfrm>
            <a:custGeom>
              <a:rect b="b" l="l" r="r" t="t"/>
              <a:pathLst>
                <a:path extrusionOk="0" h="22503" w="21909">
                  <a:moveTo>
                    <a:pt x="12186" y="244"/>
                  </a:moveTo>
                  <a:cubicBezTo>
                    <a:pt x="12242" y="244"/>
                    <a:pt x="12309" y="252"/>
                    <a:pt x="12355" y="263"/>
                  </a:cubicBezTo>
                  <a:lnTo>
                    <a:pt x="12508" y="261"/>
                  </a:lnTo>
                  <a:cubicBezTo>
                    <a:pt x="12552" y="270"/>
                    <a:pt x="12604" y="276"/>
                    <a:pt x="12653" y="280"/>
                  </a:cubicBezTo>
                  <a:cubicBezTo>
                    <a:pt x="12701" y="286"/>
                    <a:pt x="12746" y="290"/>
                    <a:pt x="12784" y="297"/>
                  </a:cubicBezTo>
                  <a:cubicBezTo>
                    <a:pt x="12885" y="321"/>
                    <a:pt x="12979" y="329"/>
                    <a:pt x="13069" y="340"/>
                  </a:cubicBezTo>
                  <a:cubicBezTo>
                    <a:pt x="13175" y="350"/>
                    <a:pt x="13273" y="360"/>
                    <a:pt x="13372" y="388"/>
                  </a:cubicBezTo>
                  <a:lnTo>
                    <a:pt x="13598" y="449"/>
                  </a:lnTo>
                  <a:cubicBezTo>
                    <a:pt x="13880" y="526"/>
                    <a:pt x="14149" y="600"/>
                    <a:pt x="14395" y="700"/>
                  </a:cubicBezTo>
                  <a:cubicBezTo>
                    <a:pt x="14461" y="725"/>
                    <a:pt x="14523" y="748"/>
                    <a:pt x="14586" y="770"/>
                  </a:cubicBezTo>
                  <a:cubicBezTo>
                    <a:pt x="14654" y="793"/>
                    <a:pt x="14722" y="815"/>
                    <a:pt x="14791" y="844"/>
                  </a:cubicBezTo>
                  <a:cubicBezTo>
                    <a:pt x="15183" y="1017"/>
                    <a:pt x="15691" y="1251"/>
                    <a:pt x="16119" y="1555"/>
                  </a:cubicBezTo>
                  <a:cubicBezTo>
                    <a:pt x="16141" y="1570"/>
                    <a:pt x="16157" y="1587"/>
                    <a:pt x="16178" y="1609"/>
                  </a:cubicBezTo>
                  <a:cubicBezTo>
                    <a:pt x="16194" y="1623"/>
                    <a:pt x="16210" y="1639"/>
                    <a:pt x="16229" y="1654"/>
                  </a:cubicBezTo>
                  <a:lnTo>
                    <a:pt x="16229" y="1674"/>
                  </a:lnTo>
                  <a:cubicBezTo>
                    <a:pt x="16229" y="1831"/>
                    <a:pt x="16170" y="1962"/>
                    <a:pt x="16115" y="2089"/>
                  </a:cubicBezTo>
                  <a:lnTo>
                    <a:pt x="16093" y="2139"/>
                  </a:lnTo>
                  <a:cubicBezTo>
                    <a:pt x="16056" y="2228"/>
                    <a:pt x="16024" y="2315"/>
                    <a:pt x="15989" y="2403"/>
                  </a:cubicBezTo>
                  <a:cubicBezTo>
                    <a:pt x="15960" y="2478"/>
                    <a:pt x="15933" y="2548"/>
                    <a:pt x="15904" y="2619"/>
                  </a:cubicBezTo>
                  <a:cubicBezTo>
                    <a:pt x="15881" y="2675"/>
                    <a:pt x="15861" y="2733"/>
                    <a:pt x="15843" y="2786"/>
                  </a:cubicBezTo>
                  <a:cubicBezTo>
                    <a:pt x="15823" y="2837"/>
                    <a:pt x="15807" y="2887"/>
                    <a:pt x="15788" y="2936"/>
                  </a:cubicBezTo>
                  <a:cubicBezTo>
                    <a:pt x="15779" y="2959"/>
                    <a:pt x="15773" y="2983"/>
                    <a:pt x="15766" y="3006"/>
                  </a:cubicBezTo>
                  <a:cubicBezTo>
                    <a:pt x="15762" y="3032"/>
                    <a:pt x="15757" y="3057"/>
                    <a:pt x="15747" y="3071"/>
                  </a:cubicBezTo>
                  <a:lnTo>
                    <a:pt x="15734" y="3086"/>
                  </a:lnTo>
                  <a:lnTo>
                    <a:pt x="15740" y="3106"/>
                  </a:lnTo>
                  <a:cubicBezTo>
                    <a:pt x="15752" y="3185"/>
                    <a:pt x="15823" y="3224"/>
                    <a:pt x="15875" y="3250"/>
                  </a:cubicBezTo>
                  <a:cubicBezTo>
                    <a:pt x="15893" y="3258"/>
                    <a:pt x="15907" y="3266"/>
                    <a:pt x="15922" y="3274"/>
                  </a:cubicBezTo>
                  <a:cubicBezTo>
                    <a:pt x="15990" y="3324"/>
                    <a:pt x="16063" y="3377"/>
                    <a:pt x="16133" y="3431"/>
                  </a:cubicBezTo>
                  <a:cubicBezTo>
                    <a:pt x="16185" y="3468"/>
                    <a:pt x="16237" y="3506"/>
                    <a:pt x="16290" y="3548"/>
                  </a:cubicBezTo>
                  <a:cubicBezTo>
                    <a:pt x="16345" y="3588"/>
                    <a:pt x="16402" y="3630"/>
                    <a:pt x="16454" y="3672"/>
                  </a:cubicBezTo>
                  <a:cubicBezTo>
                    <a:pt x="16498" y="3708"/>
                    <a:pt x="16540" y="3746"/>
                    <a:pt x="16583" y="3782"/>
                  </a:cubicBezTo>
                  <a:cubicBezTo>
                    <a:pt x="16665" y="3852"/>
                    <a:pt x="16746" y="3925"/>
                    <a:pt x="16826" y="3984"/>
                  </a:cubicBezTo>
                  <a:lnTo>
                    <a:pt x="17059" y="4217"/>
                  </a:lnTo>
                  <a:cubicBezTo>
                    <a:pt x="17188" y="4313"/>
                    <a:pt x="17313" y="4438"/>
                    <a:pt x="17415" y="4573"/>
                  </a:cubicBezTo>
                  <a:lnTo>
                    <a:pt x="17544" y="4695"/>
                  </a:lnTo>
                  <a:cubicBezTo>
                    <a:pt x="17630" y="4807"/>
                    <a:pt x="17726" y="4915"/>
                    <a:pt x="17819" y="5023"/>
                  </a:cubicBezTo>
                  <a:cubicBezTo>
                    <a:pt x="17918" y="5136"/>
                    <a:pt x="18023" y="5257"/>
                    <a:pt x="18113" y="5379"/>
                  </a:cubicBezTo>
                  <a:cubicBezTo>
                    <a:pt x="18584" y="6023"/>
                    <a:pt x="18934" y="6603"/>
                    <a:pt x="19173" y="7153"/>
                  </a:cubicBezTo>
                  <a:cubicBezTo>
                    <a:pt x="19363" y="7584"/>
                    <a:pt x="19522" y="8036"/>
                    <a:pt x="19651" y="8422"/>
                  </a:cubicBezTo>
                  <a:cubicBezTo>
                    <a:pt x="19680" y="8506"/>
                    <a:pt x="19698" y="8595"/>
                    <a:pt x="19719" y="8681"/>
                  </a:cubicBezTo>
                  <a:cubicBezTo>
                    <a:pt x="19735" y="8755"/>
                    <a:pt x="19753" y="8826"/>
                    <a:pt x="19775" y="8899"/>
                  </a:cubicBezTo>
                  <a:cubicBezTo>
                    <a:pt x="19782" y="8920"/>
                    <a:pt x="19783" y="8942"/>
                    <a:pt x="19786" y="8964"/>
                  </a:cubicBezTo>
                  <a:cubicBezTo>
                    <a:pt x="19789" y="9003"/>
                    <a:pt x="19794" y="9045"/>
                    <a:pt x="19830" y="9095"/>
                  </a:cubicBezTo>
                  <a:cubicBezTo>
                    <a:pt x="19867" y="9124"/>
                    <a:pt x="19983" y="9132"/>
                    <a:pt x="20084" y="9132"/>
                  </a:cubicBezTo>
                  <a:cubicBezTo>
                    <a:pt x="20160" y="9132"/>
                    <a:pt x="20227" y="9128"/>
                    <a:pt x="20247" y="9124"/>
                  </a:cubicBezTo>
                  <a:lnTo>
                    <a:pt x="20519" y="9123"/>
                  </a:lnTo>
                  <a:cubicBezTo>
                    <a:pt x="20594" y="9105"/>
                    <a:pt x="20854" y="9085"/>
                    <a:pt x="20949" y="9085"/>
                  </a:cubicBezTo>
                  <a:cubicBezTo>
                    <a:pt x="20963" y="9085"/>
                    <a:pt x="20973" y="9085"/>
                    <a:pt x="20978" y="9086"/>
                  </a:cubicBezTo>
                  <a:cubicBezTo>
                    <a:pt x="21003" y="9091"/>
                    <a:pt x="21034" y="9091"/>
                    <a:pt x="21070" y="9093"/>
                  </a:cubicBezTo>
                  <a:cubicBezTo>
                    <a:pt x="21109" y="9093"/>
                    <a:pt x="21181" y="9095"/>
                    <a:pt x="21218" y="9115"/>
                  </a:cubicBezTo>
                  <a:cubicBezTo>
                    <a:pt x="21265" y="9117"/>
                    <a:pt x="21287" y="9168"/>
                    <a:pt x="21310" y="9246"/>
                  </a:cubicBezTo>
                  <a:cubicBezTo>
                    <a:pt x="21317" y="9269"/>
                    <a:pt x="21324" y="9291"/>
                    <a:pt x="21332" y="9312"/>
                  </a:cubicBezTo>
                  <a:cubicBezTo>
                    <a:pt x="21391" y="9453"/>
                    <a:pt x="21428" y="9599"/>
                    <a:pt x="21465" y="9762"/>
                  </a:cubicBezTo>
                  <a:cubicBezTo>
                    <a:pt x="21483" y="9835"/>
                    <a:pt x="21499" y="9908"/>
                    <a:pt x="21521" y="9983"/>
                  </a:cubicBezTo>
                  <a:cubicBezTo>
                    <a:pt x="21609" y="10322"/>
                    <a:pt x="21636" y="10707"/>
                    <a:pt x="21644" y="11183"/>
                  </a:cubicBezTo>
                  <a:cubicBezTo>
                    <a:pt x="21644" y="11221"/>
                    <a:pt x="21646" y="11264"/>
                    <a:pt x="21650" y="11311"/>
                  </a:cubicBezTo>
                  <a:cubicBezTo>
                    <a:pt x="21652" y="11372"/>
                    <a:pt x="21655" y="11437"/>
                    <a:pt x="21655" y="11501"/>
                  </a:cubicBezTo>
                  <a:cubicBezTo>
                    <a:pt x="21655" y="11591"/>
                    <a:pt x="21650" y="11664"/>
                    <a:pt x="21636" y="11734"/>
                  </a:cubicBezTo>
                  <a:lnTo>
                    <a:pt x="21637" y="11886"/>
                  </a:lnTo>
                  <a:cubicBezTo>
                    <a:pt x="21617" y="11968"/>
                    <a:pt x="21614" y="12059"/>
                    <a:pt x="21608" y="12144"/>
                  </a:cubicBezTo>
                  <a:cubicBezTo>
                    <a:pt x="21602" y="12230"/>
                    <a:pt x="21599" y="12311"/>
                    <a:pt x="21579" y="12388"/>
                  </a:cubicBezTo>
                  <a:lnTo>
                    <a:pt x="21572" y="12525"/>
                  </a:lnTo>
                  <a:cubicBezTo>
                    <a:pt x="21557" y="12592"/>
                    <a:pt x="21545" y="12663"/>
                    <a:pt x="21534" y="12735"/>
                  </a:cubicBezTo>
                  <a:cubicBezTo>
                    <a:pt x="21521" y="12817"/>
                    <a:pt x="21509" y="12895"/>
                    <a:pt x="21490" y="12968"/>
                  </a:cubicBezTo>
                  <a:cubicBezTo>
                    <a:pt x="21468" y="13051"/>
                    <a:pt x="21451" y="13132"/>
                    <a:pt x="21435" y="13215"/>
                  </a:cubicBezTo>
                  <a:cubicBezTo>
                    <a:pt x="21412" y="13336"/>
                    <a:pt x="21388" y="13455"/>
                    <a:pt x="21349" y="13560"/>
                  </a:cubicBezTo>
                  <a:cubicBezTo>
                    <a:pt x="21340" y="13582"/>
                    <a:pt x="21335" y="13601"/>
                    <a:pt x="21330" y="13619"/>
                  </a:cubicBezTo>
                  <a:cubicBezTo>
                    <a:pt x="21313" y="13675"/>
                    <a:pt x="21306" y="13702"/>
                    <a:pt x="21259" y="13718"/>
                  </a:cubicBezTo>
                  <a:cubicBezTo>
                    <a:pt x="21230" y="13734"/>
                    <a:pt x="21076" y="13747"/>
                    <a:pt x="20958" y="13747"/>
                  </a:cubicBezTo>
                  <a:cubicBezTo>
                    <a:pt x="20911" y="13747"/>
                    <a:pt x="20869" y="13745"/>
                    <a:pt x="20843" y="13740"/>
                  </a:cubicBezTo>
                  <a:cubicBezTo>
                    <a:pt x="20800" y="13731"/>
                    <a:pt x="20753" y="13731"/>
                    <a:pt x="20712" y="13731"/>
                  </a:cubicBezTo>
                  <a:cubicBezTo>
                    <a:pt x="20669" y="13731"/>
                    <a:pt x="20622" y="13731"/>
                    <a:pt x="20583" y="13721"/>
                  </a:cubicBezTo>
                  <a:cubicBezTo>
                    <a:pt x="20462" y="13696"/>
                    <a:pt x="20329" y="13696"/>
                    <a:pt x="20199" y="13696"/>
                  </a:cubicBezTo>
                  <a:cubicBezTo>
                    <a:pt x="20147" y="13696"/>
                    <a:pt x="20094" y="13696"/>
                    <a:pt x="20041" y="13695"/>
                  </a:cubicBezTo>
                  <a:cubicBezTo>
                    <a:pt x="20025" y="13695"/>
                    <a:pt x="20004" y="13692"/>
                    <a:pt x="19983" y="13689"/>
                  </a:cubicBezTo>
                  <a:cubicBezTo>
                    <a:pt x="19954" y="13684"/>
                    <a:pt x="19920" y="13680"/>
                    <a:pt x="19884" y="13680"/>
                  </a:cubicBezTo>
                  <a:cubicBezTo>
                    <a:pt x="19855" y="13680"/>
                    <a:pt x="19825" y="13683"/>
                    <a:pt x="19794" y="13691"/>
                  </a:cubicBezTo>
                  <a:cubicBezTo>
                    <a:pt x="19775" y="13698"/>
                    <a:pt x="19757" y="13704"/>
                    <a:pt x="19732" y="13704"/>
                  </a:cubicBezTo>
                  <a:lnTo>
                    <a:pt x="19695" y="13704"/>
                  </a:lnTo>
                  <a:lnTo>
                    <a:pt x="19684" y="13740"/>
                  </a:lnTo>
                  <a:cubicBezTo>
                    <a:pt x="19615" y="14044"/>
                    <a:pt x="19498" y="14336"/>
                    <a:pt x="19407" y="14556"/>
                  </a:cubicBezTo>
                  <a:cubicBezTo>
                    <a:pt x="19375" y="14637"/>
                    <a:pt x="19346" y="14716"/>
                    <a:pt x="19317" y="14793"/>
                  </a:cubicBezTo>
                  <a:cubicBezTo>
                    <a:pt x="19283" y="14884"/>
                    <a:pt x="19248" y="14976"/>
                    <a:pt x="19209" y="15070"/>
                  </a:cubicBezTo>
                  <a:cubicBezTo>
                    <a:pt x="19113" y="15291"/>
                    <a:pt x="18989" y="15531"/>
                    <a:pt x="18860" y="15742"/>
                  </a:cubicBezTo>
                  <a:cubicBezTo>
                    <a:pt x="18816" y="15818"/>
                    <a:pt x="18779" y="15892"/>
                    <a:pt x="18739" y="15965"/>
                  </a:cubicBezTo>
                  <a:cubicBezTo>
                    <a:pt x="18696" y="16046"/>
                    <a:pt x="18657" y="16125"/>
                    <a:pt x="18609" y="16200"/>
                  </a:cubicBezTo>
                  <a:cubicBezTo>
                    <a:pt x="18475" y="16414"/>
                    <a:pt x="18322" y="16617"/>
                    <a:pt x="18172" y="16815"/>
                  </a:cubicBezTo>
                  <a:cubicBezTo>
                    <a:pt x="18120" y="16886"/>
                    <a:pt x="18068" y="16959"/>
                    <a:pt x="18015" y="17027"/>
                  </a:cubicBezTo>
                  <a:cubicBezTo>
                    <a:pt x="17947" y="17120"/>
                    <a:pt x="17877" y="17203"/>
                    <a:pt x="17806" y="17291"/>
                  </a:cubicBezTo>
                  <a:cubicBezTo>
                    <a:pt x="17744" y="17366"/>
                    <a:pt x="17684" y="17440"/>
                    <a:pt x="17630" y="17512"/>
                  </a:cubicBezTo>
                  <a:lnTo>
                    <a:pt x="17383" y="17760"/>
                  </a:lnTo>
                  <a:cubicBezTo>
                    <a:pt x="17268" y="17911"/>
                    <a:pt x="17102" y="18071"/>
                    <a:pt x="16929" y="18204"/>
                  </a:cubicBezTo>
                  <a:cubicBezTo>
                    <a:pt x="16877" y="18243"/>
                    <a:pt x="16830" y="18292"/>
                    <a:pt x="16781" y="18342"/>
                  </a:cubicBezTo>
                  <a:cubicBezTo>
                    <a:pt x="16733" y="18393"/>
                    <a:pt x="16689" y="18438"/>
                    <a:pt x="16639" y="18473"/>
                  </a:cubicBezTo>
                  <a:lnTo>
                    <a:pt x="16463" y="18606"/>
                  </a:lnTo>
                  <a:cubicBezTo>
                    <a:pt x="16230" y="18781"/>
                    <a:pt x="15992" y="18963"/>
                    <a:pt x="15740" y="19130"/>
                  </a:cubicBezTo>
                  <a:lnTo>
                    <a:pt x="15654" y="19191"/>
                  </a:lnTo>
                  <a:cubicBezTo>
                    <a:pt x="15561" y="19256"/>
                    <a:pt x="15464" y="19322"/>
                    <a:pt x="15358" y="19373"/>
                  </a:cubicBezTo>
                  <a:lnTo>
                    <a:pt x="15329" y="19384"/>
                  </a:lnTo>
                  <a:lnTo>
                    <a:pt x="15329" y="19418"/>
                  </a:lnTo>
                  <a:cubicBezTo>
                    <a:pt x="15334" y="19511"/>
                    <a:pt x="15362" y="19591"/>
                    <a:pt x="15387" y="19659"/>
                  </a:cubicBezTo>
                  <a:lnTo>
                    <a:pt x="15407" y="19710"/>
                  </a:lnTo>
                  <a:cubicBezTo>
                    <a:pt x="15427" y="19769"/>
                    <a:pt x="15443" y="19825"/>
                    <a:pt x="15461" y="19883"/>
                  </a:cubicBezTo>
                  <a:cubicBezTo>
                    <a:pt x="15504" y="20021"/>
                    <a:pt x="15547" y="20155"/>
                    <a:pt x="15605" y="20293"/>
                  </a:cubicBezTo>
                  <a:lnTo>
                    <a:pt x="15638" y="20368"/>
                  </a:lnTo>
                  <a:cubicBezTo>
                    <a:pt x="15692" y="20492"/>
                    <a:pt x="15750" y="20618"/>
                    <a:pt x="15762" y="20770"/>
                  </a:cubicBezTo>
                  <a:cubicBezTo>
                    <a:pt x="15154" y="21364"/>
                    <a:pt x="14341" y="21662"/>
                    <a:pt x="13421" y="21963"/>
                  </a:cubicBezTo>
                  <a:cubicBezTo>
                    <a:pt x="13290" y="22007"/>
                    <a:pt x="13156" y="22030"/>
                    <a:pt x="13018" y="22055"/>
                  </a:cubicBezTo>
                  <a:cubicBezTo>
                    <a:pt x="12912" y="22077"/>
                    <a:pt x="12803" y="22094"/>
                    <a:pt x="12691" y="22123"/>
                  </a:cubicBezTo>
                  <a:cubicBezTo>
                    <a:pt x="12419" y="22196"/>
                    <a:pt x="12059" y="22245"/>
                    <a:pt x="11772" y="22251"/>
                  </a:cubicBezTo>
                  <a:cubicBezTo>
                    <a:pt x="11746" y="22251"/>
                    <a:pt x="11710" y="22253"/>
                    <a:pt x="11672" y="22258"/>
                  </a:cubicBezTo>
                  <a:cubicBezTo>
                    <a:pt x="11644" y="22259"/>
                    <a:pt x="11607" y="22261"/>
                    <a:pt x="11569" y="22261"/>
                  </a:cubicBezTo>
                  <a:cubicBezTo>
                    <a:pt x="11515" y="22261"/>
                    <a:pt x="11460" y="22257"/>
                    <a:pt x="11429" y="22238"/>
                  </a:cubicBezTo>
                  <a:cubicBezTo>
                    <a:pt x="11367" y="22216"/>
                    <a:pt x="11338" y="22103"/>
                    <a:pt x="11314" y="22006"/>
                  </a:cubicBezTo>
                  <a:cubicBezTo>
                    <a:pt x="11307" y="21969"/>
                    <a:pt x="11297" y="21936"/>
                    <a:pt x="11288" y="21907"/>
                  </a:cubicBezTo>
                  <a:cubicBezTo>
                    <a:pt x="11252" y="21795"/>
                    <a:pt x="11223" y="21678"/>
                    <a:pt x="11198" y="21555"/>
                  </a:cubicBezTo>
                  <a:cubicBezTo>
                    <a:pt x="11169" y="21431"/>
                    <a:pt x="11140" y="21303"/>
                    <a:pt x="11099" y="21183"/>
                  </a:cubicBezTo>
                  <a:cubicBezTo>
                    <a:pt x="11086" y="21151"/>
                    <a:pt x="11076" y="21117"/>
                    <a:pt x="11061" y="21082"/>
                  </a:cubicBezTo>
                  <a:cubicBezTo>
                    <a:pt x="11024" y="20982"/>
                    <a:pt x="10986" y="20877"/>
                    <a:pt x="10986" y="20749"/>
                  </a:cubicBezTo>
                  <a:lnTo>
                    <a:pt x="10986" y="20698"/>
                  </a:lnTo>
                  <a:lnTo>
                    <a:pt x="10938" y="20698"/>
                  </a:lnTo>
                  <a:cubicBezTo>
                    <a:pt x="10864" y="20698"/>
                    <a:pt x="10779" y="20704"/>
                    <a:pt x="10695" y="20707"/>
                  </a:cubicBezTo>
                  <a:cubicBezTo>
                    <a:pt x="10605" y="20712"/>
                    <a:pt x="10508" y="20718"/>
                    <a:pt x="10416" y="20718"/>
                  </a:cubicBezTo>
                  <a:cubicBezTo>
                    <a:pt x="10330" y="20718"/>
                    <a:pt x="10248" y="20713"/>
                    <a:pt x="10180" y="20698"/>
                  </a:cubicBezTo>
                  <a:cubicBezTo>
                    <a:pt x="10141" y="20690"/>
                    <a:pt x="10101" y="20687"/>
                    <a:pt x="10062" y="20687"/>
                  </a:cubicBezTo>
                  <a:cubicBezTo>
                    <a:pt x="10036" y="20687"/>
                    <a:pt x="10011" y="20688"/>
                    <a:pt x="9985" y="20690"/>
                  </a:cubicBezTo>
                  <a:cubicBezTo>
                    <a:pt x="9974" y="20690"/>
                    <a:pt x="9962" y="20690"/>
                    <a:pt x="9950" y="20690"/>
                  </a:cubicBezTo>
                  <a:cubicBezTo>
                    <a:pt x="9908" y="20690"/>
                    <a:pt x="9868" y="20689"/>
                    <a:pt x="9827" y="20681"/>
                  </a:cubicBezTo>
                  <a:lnTo>
                    <a:pt x="9609" y="20674"/>
                  </a:lnTo>
                  <a:cubicBezTo>
                    <a:pt x="9557" y="20661"/>
                    <a:pt x="9498" y="20659"/>
                    <a:pt x="9442" y="20653"/>
                  </a:cubicBezTo>
                  <a:cubicBezTo>
                    <a:pt x="9388" y="20652"/>
                    <a:pt x="9330" y="20648"/>
                    <a:pt x="9277" y="20637"/>
                  </a:cubicBezTo>
                  <a:cubicBezTo>
                    <a:pt x="9155" y="20608"/>
                    <a:pt x="9030" y="20591"/>
                    <a:pt x="8911" y="20576"/>
                  </a:cubicBezTo>
                  <a:cubicBezTo>
                    <a:pt x="8766" y="20557"/>
                    <a:pt x="8630" y="20539"/>
                    <a:pt x="8494" y="20501"/>
                  </a:cubicBezTo>
                  <a:lnTo>
                    <a:pt x="7838" y="20341"/>
                  </a:lnTo>
                  <a:lnTo>
                    <a:pt x="7739" y="20307"/>
                  </a:lnTo>
                  <a:cubicBezTo>
                    <a:pt x="7185" y="20126"/>
                    <a:pt x="6611" y="19940"/>
                    <a:pt x="6147" y="19659"/>
                  </a:cubicBezTo>
                  <a:cubicBezTo>
                    <a:pt x="6089" y="19623"/>
                    <a:pt x="6029" y="19598"/>
                    <a:pt x="5971" y="19570"/>
                  </a:cubicBezTo>
                  <a:cubicBezTo>
                    <a:pt x="5916" y="19544"/>
                    <a:pt x="5858" y="19519"/>
                    <a:pt x="5806" y="19486"/>
                  </a:cubicBezTo>
                  <a:cubicBezTo>
                    <a:pt x="5449" y="19268"/>
                    <a:pt x="5068" y="19032"/>
                    <a:pt x="4708" y="18766"/>
                  </a:cubicBezTo>
                  <a:cubicBezTo>
                    <a:pt x="4642" y="18720"/>
                    <a:pt x="4584" y="18670"/>
                    <a:pt x="4520" y="18621"/>
                  </a:cubicBezTo>
                  <a:cubicBezTo>
                    <a:pt x="4501" y="18605"/>
                    <a:pt x="4481" y="18589"/>
                    <a:pt x="4461" y="18570"/>
                  </a:cubicBezTo>
                  <a:cubicBezTo>
                    <a:pt x="4424" y="18541"/>
                    <a:pt x="4392" y="18512"/>
                    <a:pt x="4356" y="18487"/>
                  </a:cubicBezTo>
                  <a:cubicBezTo>
                    <a:pt x="4336" y="18473"/>
                    <a:pt x="4317" y="18451"/>
                    <a:pt x="4298" y="18432"/>
                  </a:cubicBezTo>
                  <a:cubicBezTo>
                    <a:pt x="4266" y="18400"/>
                    <a:pt x="4232" y="18364"/>
                    <a:pt x="4192" y="18342"/>
                  </a:cubicBezTo>
                  <a:lnTo>
                    <a:pt x="4192" y="18294"/>
                  </a:lnTo>
                  <a:lnTo>
                    <a:pt x="4126" y="18317"/>
                  </a:lnTo>
                  <a:cubicBezTo>
                    <a:pt x="4072" y="18339"/>
                    <a:pt x="4023" y="18384"/>
                    <a:pt x="3978" y="18425"/>
                  </a:cubicBezTo>
                  <a:cubicBezTo>
                    <a:pt x="3953" y="18448"/>
                    <a:pt x="3930" y="18470"/>
                    <a:pt x="3908" y="18484"/>
                  </a:cubicBezTo>
                  <a:cubicBezTo>
                    <a:pt x="3793" y="18567"/>
                    <a:pt x="3683" y="18650"/>
                    <a:pt x="3575" y="18734"/>
                  </a:cubicBezTo>
                  <a:cubicBezTo>
                    <a:pt x="3517" y="18778"/>
                    <a:pt x="3462" y="18823"/>
                    <a:pt x="3401" y="18865"/>
                  </a:cubicBezTo>
                  <a:cubicBezTo>
                    <a:pt x="3369" y="18890"/>
                    <a:pt x="3335" y="18925"/>
                    <a:pt x="3305" y="18957"/>
                  </a:cubicBezTo>
                  <a:cubicBezTo>
                    <a:pt x="3274" y="18990"/>
                    <a:pt x="3245" y="19025"/>
                    <a:pt x="3212" y="19042"/>
                  </a:cubicBezTo>
                  <a:cubicBezTo>
                    <a:pt x="3187" y="19064"/>
                    <a:pt x="3152" y="19076"/>
                    <a:pt x="3123" y="19090"/>
                  </a:cubicBezTo>
                  <a:cubicBezTo>
                    <a:pt x="3079" y="19111"/>
                    <a:pt x="3037" y="19128"/>
                    <a:pt x="2999" y="19159"/>
                  </a:cubicBezTo>
                  <a:cubicBezTo>
                    <a:pt x="2921" y="19147"/>
                    <a:pt x="2858" y="19098"/>
                    <a:pt x="2796" y="19053"/>
                  </a:cubicBezTo>
                  <a:cubicBezTo>
                    <a:pt x="2774" y="19035"/>
                    <a:pt x="2757" y="19021"/>
                    <a:pt x="2735" y="19006"/>
                  </a:cubicBezTo>
                  <a:cubicBezTo>
                    <a:pt x="2473" y="18835"/>
                    <a:pt x="2258" y="18628"/>
                    <a:pt x="2100" y="18471"/>
                  </a:cubicBezTo>
                  <a:cubicBezTo>
                    <a:pt x="1700" y="18071"/>
                    <a:pt x="1346" y="17629"/>
                    <a:pt x="1050" y="17158"/>
                  </a:cubicBezTo>
                  <a:cubicBezTo>
                    <a:pt x="968" y="17029"/>
                    <a:pt x="893" y="16895"/>
                    <a:pt x="823" y="16760"/>
                  </a:cubicBezTo>
                  <a:cubicBezTo>
                    <a:pt x="758" y="16646"/>
                    <a:pt x="695" y="16532"/>
                    <a:pt x="627" y="16418"/>
                  </a:cubicBezTo>
                  <a:cubicBezTo>
                    <a:pt x="617" y="16404"/>
                    <a:pt x="612" y="16386"/>
                    <a:pt x="606" y="16366"/>
                  </a:cubicBezTo>
                  <a:cubicBezTo>
                    <a:pt x="599" y="16345"/>
                    <a:pt x="592" y="16327"/>
                    <a:pt x="583" y="16305"/>
                  </a:cubicBezTo>
                  <a:cubicBezTo>
                    <a:pt x="505" y="16145"/>
                    <a:pt x="416" y="15956"/>
                    <a:pt x="332" y="15761"/>
                  </a:cubicBezTo>
                  <a:lnTo>
                    <a:pt x="253" y="15521"/>
                  </a:lnTo>
                  <a:cubicBezTo>
                    <a:pt x="256" y="15408"/>
                    <a:pt x="358" y="15348"/>
                    <a:pt x="452" y="15291"/>
                  </a:cubicBezTo>
                  <a:cubicBezTo>
                    <a:pt x="474" y="15280"/>
                    <a:pt x="496" y="15268"/>
                    <a:pt x="513" y="15254"/>
                  </a:cubicBezTo>
                  <a:cubicBezTo>
                    <a:pt x="631" y="15175"/>
                    <a:pt x="753" y="15098"/>
                    <a:pt x="875" y="15021"/>
                  </a:cubicBezTo>
                  <a:cubicBezTo>
                    <a:pt x="1044" y="14913"/>
                    <a:pt x="1223" y="14801"/>
                    <a:pt x="1390" y="14684"/>
                  </a:cubicBezTo>
                  <a:cubicBezTo>
                    <a:pt x="1421" y="14662"/>
                    <a:pt x="1442" y="14633"/>
                    <a:pt x="1460" y="14607"/>
                  </a:cubicBezTo>
                  <a:cubicBezTo>
                    <a:pt x="1477" y="14583"/>
                    <a:pt x="1493" y="14562"/>
                    <a:pt x="1514" y="14548"/>
                  </a:cubicBezTo>
                  <a:lnTo>
                    <a:pt x="1538" y="14532"/>
                  </a:lnTo>
                  <a:lnTo>
                    <a:pt x="1532" y="14502"/>
                  </a:lnTo>
                  <a:cubicBezTo>
                    <a:pt x="1521" y="14426"/>
                    <a:pt x="1493" y="14358"/>
                    <a:pt x="1464" y="14291"/>
                  </a:cubicBezTo>
                  <a:cubicBezTo>
                    <a:pt x="1451" y="14265"/>
                    <a:pt x="1442" y="14237"/>
                    <a:pt x="1434" y="14213"/>
                  </a:cubicBezTo>
                  <a:cubicBezTo>
                    <a:pt x="1393" y="14105"/>
                    <a:pt x="1362" y="13995"/>
                    <a:pt x="1327" y="13886"/>
                  </a:cubicBezTo>
                  <a:cubicBezTo>
                    <a:pt x="1306" y="13811"/>
                    <a:pt x="1284" y="13736"/>
                    <a:pt x="1261" y="13663"/>
                  </a:cubicBezTo>
                  <a:cubicBezTo>
                    <a:pt x="1198" y="13470"/>
                    <a:pt x="1162" y="13269"/>
                    <a:pt x="1124" y="13057"/>
                  </a:cubicBezTo>
                  <a:cubicBezTo>
                    <a:pt x="1099" y="12907"/>
                    <a:pt x="1072" y="12757"/>
                    <a:pt x="1035" y="12612"/>
                  </a:cubicBezTo>
                  <a:cubicBezTo>
                    <a:pt x="1022" y="12557"/>
                    <a:pt x="1019" y="12498"/>
                    <a:pt x="1013" y="12445"/>
                  </a:cubicBezTo>
                  <a:cubicBezTo>
                    <a:pt x="1008" y="12387"/>
                    <a:pt x="1005" y="12330"/>
                    <a:pt x="990" y="12279"/>
                  </a:cubicBezTo>
                  <a:cubicBezTo>
                    <a:pt x="973" y="12205"/>
                    <a:pt x="973" y="12126"/>
                    <a:pt x="973" y="12039"/>
                  </a:cubicBezTo>
                  <a:cubicBezTo>
                    <a:pt x="973" y="11952"/>
                    <a:pt x="973" y="11865"/>
                    <a:pt x="954" y="11780"/>
                  </a:cubicBezTo>
                  <a:cubicBezTo>
                    <a:pt x="948" y="11756"/>
                    <a:pt x="947" y="11726"/>
                    <a:pt x="947" y="11689"/>
                  </a:cubicBezTo>
                  <a:lnTo>
                    <a:pt x="948" y="11561"/>
                  </a:lnTo>
                  <a:cubicBezTo>
                    <a:pt x="948" y="11508"/>
                    <a:pt x="942" y="11468"/>
                    <a:pt x="935" y="11430"/>
                  </a:cubicBezTo>
                  <a:cubicBezTo>
                    <a:pt x="922" y="11376"/>
                    <a:pt x="915" y="11267"/>
                    <a:pt x="915" y="11148"/>
                  </a:cubicBezTo>
                  <a:cubicBezTo>
                    <a:pt x="915" y="11029"/>
                    <a:pt x="922" y="10921"/>
                    <a:pt x="935" y="10863"/>
                  </a:cubicBezTo>
                  <a:cubicBezTo>
                    <a:pt x="941" y="10841"/>
                    <a:pt x="942" y="10816"/>
                    <a:pt x="942" y="10781"/>
                  </a:cubicBezTo>
                  <a:lnTo>
                    <a:pt x="941" y="10707"/>
                  </a:lnTo>
                  <a:cubicBezTo>
                    <a:pt x="941" y="10694"/>
                    <a:pt x="941" y="10675"/>
                    <a:pt x="947" y="10653"/>
                  </a:cubicBezTo>
                  <a:lnTo>
                    <a:pt x="963" y="10283"/>
                  </a:lnTo>
                  <a:cubicBezTo>
                    <a:pt x="995" y="10137"/>
                    <a:pt x="1009" y="9983"/>
                    <a:pt x="1022" y="9836"/>
                  </a:cubicBezTo>
                  <a:cubicBezTo>
                    <a:pt x="1037" y="9672"/>
                    <a:pt x="1051" y="9519"/>
                    <a:pt x="1089" y="9373"/>
                  </a:cubicBezTo>
                  <a:cubicBezTo>
                    <a:pt x="1122" y="9246"/>
                    <a:pt x="1150" y="9115"/>
                    <a:pt x="1179" y="8986"/>
                  </a:cubicBezTo>
                  <a:cubicBezTo>
                    <a:pt x="1218" y="8791"/>
                    <a:pt x="1261" y="8588"/>
                    <a:pt x="1325" y="8403"/>
                  </a:cubicBezTo>
                  <a:cubicBezTo>
                    <a:pt x="1407" y="8148"/>
                    <a:pt x="1503" y="7897"/>
                    <a:pt x="1596" y="7654"/>
                  </a:cubicBezTo>
                  <a:cubicBezTo>
                    <a:pt x="1634" y="7554"/>
                    <a:pt x="1726" y="7315"/>
                    <a:pt x="1726" y="7315"/>
                  </a:cubicBezTo>
                  <a:lnTo>
                    <a:pt x="1688" y="7295"/>
                  </a:lnTo>
                  <a:cubicBezTo>
                    <a:pt x="1612" y="7257"/>
                    <a:pt x="1544" y="7199"/>
                    <a:pt x="1477" y="7147"/>
                  </a:cubicBezTo>
                  <a:cubicBezTo>
                    <a:pt x="1429" y="7106"/>
                    <a:pt x="1380" y="7068"/>
                    <a:pt x="1332" y="7033"/>
                  </a:cubicBezTo>
                  <a:lnTo>
                    <a:pt x="1249" y="6981"/>
                  </a:lnTo>
                  <a:cubicBezTo>
                    <a:pt x="1121" y="6895"/>
                    <a:pt x="992" y="6806"/>
                    <a:pt x="859" y="6727"/>
                  </a:cubicBezTo>
                  <a:cubicBezTo>
                    <a:pt x="839" y="6713"/>
                    <a:pt x="820" y="6706"/>
                    <a:pt x="804" y="6703"/>
                  </a:cubicBezTo>
                  <a:cubicBezTo>
                    <a:pt x="790" y="6702"/>
                    <a:pt x="781" y="6696"/>
                    <a:pt x="772" y="6690"/>
                  </a:cubicBezTo>
                  <a:cubicBezTo>
                    <a:pt x="739" y="6667"/>
                    <a:pt x="707" y="6636"/>
                    <a:pt x="675" y="6600"/>
                  </a:cubicBezTo>
                  <a:cubicBezTo>
                    <a:pt x="644" y="6568"/>
                    <a:pt x="614" y="6535"/>
                    <a:pt x="577" y="6507"/>
                  </a:cubicBezTo>
                  <a:cubicBezTo>
                    <a:pt x="586" y="6212"/>
                    <a:pt x="699" y="5976"/>
                    <a:pt x="806" y="5750"/>
                  </a:cubicBezTo>
                  <a:cubicBezTo>
                    <a:pt x="835" y="5691"/>
                    <a:pt x="861" y="5635"/>
                    <a:pt x="888" y="5576"/>
                  </a:cubicBezTo>
                  <a:cubicBezTo>
                    <a:pt x="1124" y="5033"/>
                    <a:pt x="1464" y="4579"/>
                    <a:pt x="1793" y="4140"/>
                  </a:cubicBezTo>
                  <a:lnTo>
                    <a:pt x="1848" y="4066"/>
                  </a:lnTo>
                  <a:cubicBezTo>
                    <a:pt x="1900" y="3998"/>
                    <a:pt x="1960" y="3935"/>
                    <a:pt x="2017" y="3870"/>
                  </a:cubicBezTo>
                  <a:cubicBezTo>
                    <a:pt x="2076" y="3804"/>
                    <a:pt x="2136" y="3739"/>
                    <a:pt x="2184" y="3675"/>
                  </a:cubicBezTo>
                  <a:lnTo>
                    <a:pt x="2335" y="3532"/>
                  </a:lnTo>
                  <a:cubicBezTo>
                    <a:pt x="2502" y="3311"/>
                    <a:pt x="2744" y="3118"/>
                    <a:pt x="2914" y="2990"/>
                  </a:cubicBezTo>
                  <a:cubicBezTo>
                    <a:pt x="2946" y="2967"/>
                    <a:pt x="2976" y="2936"/>
                    <a:pt x="3007" y="2907"/>
                  </a:cubicBezTo>
                  <a:cubicBezTo>
                    <a:pt x="3065" y="2852"/>
                    <a:pt x="3125" y="2794"/>
                    <a:pt x="3209" y="2765"/>
                  </a:cubicBezTo>
                  <a:cubicBezTo>
                    <a:pt x="3212" y="2763"/>
                    <a:pt x="3218" y="2761"/>
                    <a:pt x="3227" y="2761"/>
                  </a:cubicBezTo>
                  <a:cubicBezTo>
                    <a:pt x="3257" y="2761"/>
                    <a:pt x="3328" y="2783"/>
                    <a:pt x="3488" y="2900"/>
                  </a:cubicBezTo>
                  <a:cubicBezTo>
                    <a:pt x="3581" y="2968"/>
                    <a:pt x="3670" y="3048"/>
                    <a:pt x="3756" y="3127"/>
                  </a:cubicBezTo>
                  <a:cubicBezTo>
                    <a:pt x="3840" y="3202"/>
                    <a:pt x="3929" y="3284"/>
                    <a:pt x="4022" y="3352"/>
                  </a:cubicBezTo>
                  <a:cubicBezTo>
                    <a:pt x="4128" y="3429"/>
                    <a:pt x="4218" y="3500"/>
                    <a:pt x="4302" y="3580"/>
                  </a:cubicBezTo>
                  <a:cubicBezTo>
                    <a:pt x="4324" y="3602"/>
                    <a:pt x="4350" y="3617"/>
                    <a:pt x="4372" y="3628"/>
                  </a:cubicBezTo>
                  <a:cubicBezTo>
                    <a:pt x="4394" y="3641"/>
                    <a:pt x="4411" y="3652"/>
                    <a:pt x="4426" y="3668"/>
                  </a:cubicBezTo>
                  <a:lnTo>
                    <a:pt x="4443" y="3689"/>
                  </a:lnTo>
                  <a:lnTo>
                    <a:pt x="4472" y="3684"/>
                  </a:lnTo>
                  <a:cubicBezTo>
                    <a:pt x="4530" y="3672"/>
                    <a:pt x="4564" y="3637"/>
                    <a:pt x="4592" y="3608"/>
                  </a:cubicBezTo>
                  <a:cubicBezTo>
                    <a:pt x="4605" y="3595"/>
                    <a:pt x="4613" y="3585"/>
                    <a:pt x="4625" y="3577"/>
                  </a:cubicBezTo>
                  <a:lnTo>
                    <a:pt x="4751" y="3481"/>
                  </a:lnTo>
                  <a:cubicBezTo>
                    <a:pt x="4817" y="3433"/>
                    <a:pt x="4879" y="3384"/>
                    <a:pt x="4940" y="3342"/>
                  </a:cubicBezTo>
                  <a:cubicBezTo>
                    <a:pt x="5175" y="3178"/>
                    <a:pt x="5429" y="3025"/>
                    <a:pt x="5675" y="2880"/>
                  </a:cubicBezTo>
                  <a:cubicBezTo>
                    <a:pt x="5763" y="2827"/>
                    <a:pt x="5851" y="2773"/>
                    <a:pt x="5941" y="2721"/>
                  </a:cubicBezTo>
                  <a:cubicBezTo>
                    <a:pt x="6067" y="2645"/>
                    <a:pt x="6202" y="2584"/>
                    <a:pt x="6341" y="2525"/>
                  </a:cubicBezTo>
                  <a:lnTo>
                    <a:pt x="6642" y="2391"/>
                  </a:lnTo>
                  <a:cubicBezTo>
                    <a:pt x="6778" y="2328"/>
                    <a:pt x="6916" y="2266"/>
                    <a:pt x="7053" y="2209"/>
                  </a:cubicBezTo>
                  <a:cubicBezTo>
                    <a:pt x="7254" y="2125"/>
                    <a:pt x="7457" y="2065"/>
                    <a:pt x="7672" y="2000"/>
                  </a:cubicBezTo>
                  <a:cubicBezTo>
                    <a:pt x="7777" y="1969"/>
                    <a:pt x="7883" y="1934"/>
                    <a:pt x="7991" y="1901"/>
                  </a:cubicBezTo>
                  <a:cubicBezTo>
                    <a:pt x="8155" y="1847"/>
                    <a:pt x="8337" y="1817"/>
                    <a:pt x="8511" y="1782"/>
                  </a:cubicBezTo>
                  <a:cubicBezTo>
                    <a:pt x="8641" y="1760"/>
                    <a:pt x="8770" y="1737"/>
                    <a:pt x="8897" y="1703"/>
                  </a:cubicBezTo>
                  <a:cubicBezTo>
                    <a:pt x="8966" y="1687"/>
                    <a:pt x="9035" y="1682"/>
                    <a:pt x="9107" y="1679"/>
                  </a:cubicBezTo>
                  <a:cubicBezTo>
                    <a:pt x="9180" y="1673"/>
                    <a:pt x="9253" y="1668"/>
                    <a:pt x="9330" y="1652"/>
                  </a:cubicBezTo>
                  <a:cubicBezTo>
                    <a:pt x="9381" y="1639"/>
                    <a:pt x="9434" y="1638"/>
                    <a:pt x="9496" y="1636"/>
                  </a:cubicBezTo>
                  <a:cubicBezTo>
                    <a:pt x="9557" y="1635"/>
                    <a:pt x="9623" y="1631"/>
                    <a:pt x="9692" y="1616"/>
                  </a:cubicBezTo>
                  <a:cubicBezTo>
                    <a:pt x="9838" y="1583"/>
                    <a:pt x="10027" y="1575"/>
                    <a:pt x="10217" y="1575"/>
                  </a:cubicBezTo>
                  <a:cubicBezTo>
                    <a:pt x="10297" y="1575"/>
                    <a:pt x="10377" y="1577"/>
                    <a:pt x="10455" y="1578"/>
                  </a:cubicBezTo>
                  <a:cubicBezTo>
                    <a:pt x="10531" y="1578"/>
                    <a:pt x="10605" y="1580"/>
                    <a:pt x="10675" y="1580"/>
                  </a:cubicBezTo>
                  <a:cubicBezTo>
                    <a:pt x="10782" y="1580"/>
                    <a:pt x="10887" y="1587"/>
                    <a:pt x="10990" y="1594"/>
                  </a:cubicBezTo>
                  <a:cubicBezTo>
                    <a:pt x="11060" y="1600"/>
                    <a:pt x="11127" y="1603"/>
                    <a:pt x="11197" y="1607"/>
                  </a:cubicBezTo>
                  <a:cubicBezTo>
                    <a:pt x="11211" y="1609"/>
                    <a:pt x="11227" y="1613"/>
                    <a:pt x="11247" y="1615"/>
                  </a:cubicBezTo>
                  <a:cubicBezTo>
                    <a:pt x="11279" y="1618"/>
                    <a:pt x="11312" y="1623"/>
                    <a:pt x="11343" y="1623"/>
                  </a:cubicBezTo>
                  <a:cubicBezTo>
                    <a:pt x="11376" y="1623"/>
                    <a:pt x="11407" y="1617"/>
                    <a:pt x="11429" y="1599"/>
                  </a:cubicBezTo>
                  <a:cubicBezTo>
                    <a:pt x="11454" y="1574"/>
                    <a:pt x="11476" y="1514"/>
                    <a:pt x="11534" y="1305"/>
                  </a:cubicBezTo>
                  <a:cubicBezTo>
                    <a:pt x="11547" y="1266"/>
                    <a:pt x="11556" y="1231"/>
                    <a:pt x="11560" y="1215"/>
                  </a:cubicBezTo>
                  <a:cubicBezTo>
                    <a:pt x="11596" y="1109"/>
                    <a:pt x="11625" y="994"/>
                    <a:pt x="11656" y="880"/>
                  </a:cubicBezTo>
                  <a:cubicBezTo>
                    <a:pt x="11710" y="670"/>
                    <a:pt x="11768" y="452"/>
                    <a:pt x="11860" y="286"/>
                  </a:cubicBezTo>
                  <a:cubicBezTo>
                    <a:pt x="11938" y="278"/>
                    <a:pt x="12041" y="270"/>
                    <a:pt x="12121" y="249"/>
                  </a:cubicBezTo>
                  <a:cubicBezTo>
                    <a:pt x="12139" y="245"/>
                    <a:pt x="12162" y="244"/>
                    <a:pt x="12186" y="244"/>
                  </a:cubicBezTo>
                  <a:close/>
                  <a:moveTo>
                    <a:pt x="12307" y="0"/>
                  </a:moveTo>
                  <a:cubicBezTo>
                    <a:pt x="12223" y="0"/>
                    <a:pt x="12138" y="7"/>
                    <a:pt x="12083" y="20"/>
                  </a:cubicBezTo>
                  <a:cubicBezTo>
                    <a:pt x="12037" y="30"/>
                    <a:pt x="11992" y="33"/>
                    <a:pt x="11948" y="34"/>
                  </a:cubicBezTo>
                  <a:cubicBezTo>
                    <a:pt x="11867" y="40"/>
                    <a:pt x="11790" y="44"/>
                    <a:pt x="11723" y="89"/>
                  </a:cubicBezTo>
                  <a:cubicBezTo>
                    <a:pt x="11647" y="142"/>
                    <a:pt x="11625" y="238"/>
                    <a:pt x="11604" y="329"/>
                  </a:cubicBezTo>
                  <a:cubicBezTo>
                    <a:pt x="11596" y="366"/>
                    <a:pt x="11589" y="398"/>
                    <a:pt x="11578" y="430"/>
                  </a:cubicBezTo>
                  <a:cubicBezTo>
                    <a:pt x="11546" y="529"/>
                    <a:pt x="11511" y="643"/>
                    <a:pt x="11480" y="760"/>
                  </a:cubicBezTo>
                  <a:cubicBezTo>
                    <a:pt x="11454" y="856"/>
                    <a:pt x="11426" y="949"/>
                    <a:pt x="11397" y="1037"/>
                  </a:cubicBezTo>
                  <a:cubicBezTo>
                    <a:pt x="11383" y="1078"/>
                    <a:pt x="11375" y="1128"/>
                    <a:pt x="11367" y="1173"/>
                  </a:cubicBezTo>
                  <a:cubicBezTo>
                    <a:pt x="11354" y="1240"/>
                    <a:pt x="11343" y="1302"/>
                    <a:pt x="11314" y="1347"/>
                  </a:cubicBezTo>
                  <a:cubicBezTo>
                    <a:pt x="11192" y="1346"/>
                    <a:pt x="11070" y="1338"/>
                    <a:pt x="10944" y="1331"/>
                  </a:cubicBezTo>
                  <a:cubicBezTo>
                    <a:pt x="10791" y="1321"/>
                    <a:pt x="10632" y="1311"/>
                    <a:pt x="10467" y="1311"/>
                  </a:cubicBezTo>
                  <a:lnTo>
                    <a:pt x="10390" y="1311"/>
                  </a:lnTo>
                  <a:cubicBezTo>
                    <a:pt x="10358" y="1310"/>
                    <a:pt x="10325" y="1309"/>
                    <a:pt x="10293" y="1309"/>
                  </a:cubicBezTo>
                  <a:cubicBezTo>
                    <a:pt x="10239" y="1309"/>
                    <a:pt x="10186" y="1312"/>
                    <a:pt x="10142" y="1324"/>
                  </a:cubicBezTo>
                  <a:cubicBezTo>
                    <a:pt x="10128" y="1326"/>
                    <a:pt x="10111" y="1327"/>
                    <a:pt x="10093" y="1327"/>
                  </a:cubicBezTo>
                  <a:cubicBezTo>
                    <a:pt x="10079" y="1327"/>
                    <a:pt x="10064" y="1327"/>
                    <a:pt x="10049" y="1325"/>
                  </a:cubicBezTo>
                  <a:cubicBezTo>
                    <a:pt x="10013" y="1325"/>
                    <a:pt x="9980" y="1325"/>
                    <a:pt x="9961" y="1331"/>
                  </a:cubicBezTo>
                  <a:lnTo>
                    <a:pt x="9680" y="1340"/>
                  </a:lnTo>
                  <a:cubicBezTo>
                    <a:pt x="9628" y="1353"/>
                    <a:pt x="9573" y="1354"/>
                    <a:pt x="9513" y="1356"/>
                  </a:cubicBezTo>
                  <a:cubicBezTo>
                    <a:pt x="9446" y="1357"/>
                    <a:pt x="9376" y="1362"/>
                    <a:pt x="9309" y="1376"/>
                  </a:cubicBezTo>
                  <a:cubicBezTo>
                    <a:pt x="9180" y="1407"/>
                    <a:pt x="9045" y="1423"/>
                    <a:pt x="8915" y="1437"/>
                  </a:cubicBezTo>
                  <a:cubicBezTo>
                    <a:pt x="8757" y="1458"/>
                    <a:pt x="8597" y="1478"/>
                    <a:pt x="8441" y="1522"/>
                  </a:cubicBezTo>
                  <a:cubicBezTo>
                    <a:pt x="8335" y="1551"/>
                    <a:pt x="8228" y="1574"/>
                    <a:pt x="8117" y="1597"/>
                  </a:cubicBezTo>
                  <a:cubicBezTo>
                    <a:pt x="7973" y="1631"/>
                    <a:pt x="7824" y="1666"/>
                    <a:pt x="7680" y="1711"/>
                  </a:cubicBezTo>
                  <a:cubicBezTo>
                    <a:pt x="7165" y="1884"/>
                    <a:pt x="6721" y="2051"/>
                    <a:pt x="6320" y="2227"/>
                  </a:cubicBezTo>
                  <a:cubicBezTo>
                    <a:pt x="6168" y="2295"/>
                    <a:pt x="5987" y="2392"/>
                    <a:pt x="5791" y="2512"/>
                  </a:cubicBezTo>
                  <a:cubicBezTo>
                    <a:pt x="5686" y="2574"/>
                    <a:pt x="5580" y="2634"/>
                    <a:pt x="5475" y="2692"/>
                  </a:cubicBezTo>
                  <a:cubicBezTo>
                    <a:pt x="5308" y="2785"/>
                    <a:pt x="5135" y="2880"/>
                    <a:pt x="4975" y="2993"/>
                  </a:cubicBezTo>
                  <a:cubicBezTo>
                    <a:pt x="4879" y="3061"/>
                    <a:pt x="4785" y="3130"/>
                    <a:pt x="4686" y="3199"/>
                  </a:cubicBezTo>
                  <a:lnTo>
                    <a:pt x="4625" y="3244"/>
                  </a:lnTo>
                  <a:cubicBezTo>
                    <a:pt x="4603" y="3260"/>
                    <a:pt x="4581" y="3281"/>
                    <a:pt x="4562" y="3298"/>
                  </a:cubicBezTo>
                  <a:cubicBezTo>
                    <a:pt x="4530" y="3330"/>
                    <a:pt x="4494" y="3361"/>
                    <a:pt x="4477" y="3374"/>
                  </a:cubicBezTo>
                  <a:cubicBezTo>
                    <a:pt x="4455" y="3364"/>
                    <a:pt x="4378" y="3295"/>
                    <a:pt x="4334" y="3259"/>
                  </a:cubicBezTo>
                  <a:cubicBezTo>
                    <a:pt x="4302" y="3230"/>
                    <a:pt x="4273" y="3204"/>
                    <a:pt x="4257" y="3192"/>
                  </a:cubicBezTo>
                  <a:cubicBezTo>
                    <a:pt x="4147" y="3114"/>
                    <a:pt x="4045" y="3028"/>
                    <a:pt x="3939" y="2945"/>
                  </a:cubicBezTo>
                  <a:cubicBezTo>
                    <a:pt x="3833" y="2855"/>
                    <a:pt x="3721" y="2768"/>
                    <a:pt x="3607" y="2683"/>
                  </a:cubicBezTo>
                  <a:lnTo>
                    <a:pt x="3581" y="2663"/>
                  </a:lnTo>
                  <a:cubicBezTo>
                    <a:pt x="3504" y="2606"/>
                    <a:pt x="3366" y="2502"/>
                    <a:pt x="3228" y="2502"/>
                  </a:cubicBezTo>
                  <a:cubicBezTo>
                    <a:pt x="3205" y="2502"/>
                    <a:pt x="3182" y="2505"/>
                    <a:pt x="3159" y="2512"/>
                  </a:cubicBezTo>
                  <a:cubicBezTo>
                    <a:pt x="3085" y="2533"/>
                    <a:pt x="3026" y="2581"/>
                    <a:pt x="2972" y="2622"/>
                  </a:cubicBezTo>
                  <a:lnTo>
                    <a:pt x="2927" y="2656"/>
                  </a:lnTo>
                  <a:cubicBezTo>
                    <a:pt x="2834" y="2722"/>
                    <a:pt x="2751" y="2794"/>
                    <a:pt x="2665" y="2866"/>
                  </a:cubicBezTo>
                  <a:cubicBezTo>
                    <a:pt x="2597" y="2925"/>
                    <a:pt x="2528" y="2981"/>
                    <a:pt x="2451" y="3041"/>
                  </a:cubicBezTo>
                  <a:lnTo>
                    <a:pt x="2347" y="3153"/>
                  </a:lnTo>
                  <a:cubicBezTo>
                    <a:pt x="2091" y="3348"/>
                    <a:pt x="1819" y="3689"/>
                    <a:pt x="1681" y="3877"/>
                  </a:cubicBezTo>
                  <a:cubicBezTo>
                    <a:pt x="1636" y="3931"/>
                    <a:pt x="1591" y="3987"/>
                    <a:pt x="1544" y="4040"/>
                  </a:cubicBezTo>
                  <a:cubicBezTo>
                    <a:pt x="1486" y="4105"/>
                    <a:pt x="1429" y="4171"/>
                    <a:pt x="1380" y="4242"/>
                  </a:cubicBezTo>
                  <a:cubicBezTo>
                    <a:pt x="1138" y="4583"/>
                    <a:pt x="861" y="4999"/>
                    <a:pt x="634" y="5514"/>
                  </a:cubicBezTo>
                  <a:lnTo>
                    <a:pt x="586" y="5622"/>
                  </a:lnTo>
                  <a:cubicBezTo>
                    <a:pt x="471" y="5872"/>
                    <a:pt x="339" y="6160"/>
                    <a:pt x="339" y="6492"/>
                  </a:cubicBezTo>
                  <a:cubicBezTo>
                    <a:pt x="339" y="6514"/>
                    <a:pt x="340" y="6574"/>
                    <a:pt x="340" y="6574"/>
                  </a:cubicBezTo>
                  <a:lnTo>
                    <a:pt x="353" y="6588"/>
                  </a:lnTo>
                  <a:cubicBezTo>
                    <a:pt x="550" y="6792"/>
                    <a:pt x="804" y="6952"/>
                    <a:pt x="1048" y="7105"/>
                  </a:cubicBezTo>
                  <a:lnTo>
                    <a:pt x="1114" y="7144"/>
                  </a:lnTo>
                  <a:cubicBezTo>
                    <a:pt x="1150" y="7166"/>
                    <a:pt x="1186" y="7187"/>
                    <a:pt x="1224" y="7209"/>
                  </a:cubicBezTo>
                  <a:cubicBezTo>
                    <a:pt x="1296" y="7250"/>
                    <a:pt x="1370" y="7292"/>
                    <a:pt x="1426" y="7339"/>
                  </a:cubicBezTo>
                  <a:cubicBezTo>
                    <a:pt x="1421" y="7359"/>
                    <a:pt x="1412" y="7384"/>
                    <a:pt x="1405" y="7401"/>
                  </a:cubicBezTo>
                  <a:cubicBezTo>
                    <a:pt x="1371" y="7483"/>
                    <a:pt x="1339" y="7564"/>
                    <a:pt x="1307" y="7648"/>
                  </a:cubicBezTo>
                  <a:lnTo>
                    <a:pt x="1277" y="7730"/>
                  </a:lnTo>
                  <a:cubicBezTo>
                    <a:pt x="1200" y="7932"/>
                    <a:pt x="1131" y="8146"/>
                    <a:pt x="1064" y="8356"/>
                  </a:cubicBezTo>
                  <a:lnTo>
                    <a:pt x="995" y="8572"/>
                  </a:lnTo>
                  <a:cubicBezTo>
                    <a:pt x="963" y="8682"/>
                    <a:pt x="936" y="8798"/>
                    <a:pt x="913" y="8909"/>
                  </a:cubicBezTo>
                  <a:cubicBezTo>
                    <a:pt x="897" y="8993"/>
                    <a:pt x="883" y="9075"/>
                    <a:pt x="859" y="9157"/>
                  </a:cubicBezTo>
                  <a:lnTo>
                    <a:pt x="759" y="9713"/>
                  </a:lnTo>
                  <a:lnTo>
                    <a:pt x="742" y="9915"/>
                  </a:lnTo>
                  <a:cubicBezTo>
                    <a:pt x="714" y="10033"/>
                    <a:pt x="710" y="10164"/>
                    <a:pt x="704" y="10293"/>
                  </a:cubicBezTo>
                  <a:cubicBezTo>
                    <a:pt x="702" y="10414"/>
                    <a:pt x="696" y="10542"/>
                    <a:pt x="672" y="10665"/>
                  </a:cubicBezTo>
                  <a:lnTo>
                    <a:pt x="672" y="10870"/>
                  </a:lnTo>
                  <a:cubicBezTo>
                    <a:pt x="651" y="10949"/>
                    <a:pt x="650" y="11097"/>
                    <a:pt x="650" y="11177"/>
                  </a:cubicBezTo>
                  <a:cubicBezTo>
                    <a:pt x="650" y="11359"/>
                    <a:pt x="663" y="11543"/>
                    <a:pt x="679" y="11616"/>
                  </a:cubicBezTo>
                  <a:lnTo>
                    <a:pt x="681" y="11779"/>
                  </a:lnTo>
                  <a:cubicBezTo>
                    <a:pt x="696" y="11856"/>
                    <a:pt x="701" y="11937"/>
                    <a:pt x="702" y="12020"/>
                  </a:cubicBezTo>
                  <a:cubicBezTo>
                    <a:pt x="702" y="12112"/>
                    <a:pt x="704" y="12205"/>
                    <a:pt x="726" y="12295"/>
                  </a:cubicBezTo>
                  <a:cubicBezTo>
                    <a:pt x="740" y="12353"/>
                    <a:pt x="746" y="12416"/>
                    <a:pt x="749" y="12477"/>
                  </a:cubicBezTo>
                  <a:cubicBezTo>
                    <a:pt x="755" y="12546"/>
                    <a:pt x="762" y="12621"/>
                    <a:pt x="781" y="12692"/>
                  </a:cubicBezTo>
                  <a:cubicBezTo>
                    <a:pt x="806" y="12798"/>
                    <a:pt x="827" y="12913"/>
                    <a:pt x="849" y="13026"/>
                  </a:cubicBezTo>
                  <a:cubicBezTo>
                    <a:pt x="872" y="13153"/>
                    <a:pt x="900" y="13284"/>
                    <a:pt x="933" y="13406"/>
                  </a:cubicBezTo>
                  <a:cubicBezTo>
                    <a:pt x="958" y="13502"/>
                    <a:pt x="984" y="13595"/>
                    <a:pt x="1008" y="13688"/>
                  </a:cubicBezTo>
                  <a:cubicBezTo>
                    <a:pt x="1051" y="13859"/>
                    <a:pt x="1091" y="14025"/>
                    <a:pt x="1152" y="14185"/>
                  </a:cubicBezTo>
                  <a:cubicBezTo>
                    <a:pt x="1163" y="14218"/>
                    <a:pt x="1173" y="14255"/>
                    <a:pt x="1181" y="14291"/>
                  </a:cubicBezTo>
                  <a:cubicBezTo>
                    <a:pt x="1195" y="14349"/>
                    <a:pt x="1211" y="14409"/>
                    <a:pt x="1240" y="14458"/>
                  </a:cubicBezTo>
                  <a:cubicBezTo>
                    <a:pt x="1204" y="14496"/>
                    <a:pt x="1104" y="14550"/>
                    <a:pt x="1053" y="14582"/>
                  </a:cubicBezTo>
                  <a:cubicBezTo>
                    <a:pt x="1015" y="14601"/>
                    <a:pt x="981" y="14620"/>
                    <a:pt x="960" y="14634"/>
                  </a:cubicBezTo>
                  <a:cubicBezTo>
                    <a:pt x="856" y="14708"/>
                    <a:pt x="747" y="14780"/>
                    <a:pt x="640" y="14854"/>
                  </a:cubicBezTo>
                  <a:cubicBezTo>
                    <a:pt x="529" y="14928"/>
                    <a:pt x="419" y="15004"/>
                    <a:pt x="313" y="15079"/>
                  </a:cubicBezTo>
                  <a:lnTo>
                    <a:pt x="291" y="15092"/>
                  </a:lnTo>
                  <a:cubicBezTo>
                    <a:pt x="186" y="15168"/>
                    <a:pt x="51" y="15259"/>
                    <a:pt x="13" y="15403"/>
                  </a:cubicBezTo>
                  <a:cubicBezTo>
                    <a:pt x="6" y="15432"/>
                    <a:pt x="0" y="15460"/>
                    <a:pt x="0" y="15488"/>
                  </a:cubicBezTo>
                  <a:cubicBezTo>
                    <a:pt x="0" y="15594"/>
                    <a:pt x="47" y="15691"/>
                    <a:pt x="77" y="15761"/>
                  </a:cubicBezTo>
                  <a:lnTo>
                    <a:pt x="97" y="15805"/>
                  </a:lnTo>
                  <a:lnTo>
                    <a:pt x="148" y="15933"/>
                  </a:lnTo>
                  <a:cubicBezTo>
                    <a:pt x="244" y="16162"/>
                    <a:pt x="332" y="16380"/>
                    <a:pt x="442" y="16593"/>
                  </a:cubicBezTo>
                  <a:cubicBezTo>
                    <a:pt x="653" y="16998"/>
                    <a:pt x="899" y="17397"/>
                    <a:pt x="1221" y="17855"/>
                  </a:cubicBezTo>
                  <a:cubicBezTo>
                    <a:pt x="1269" y="17923"/>
                    <a:pt x="1327" y="17985"/>
                    <a:pt x="1386" y="18051"/>
                  </a:cubicBezTo>
                  <a:cubicBezTo>
                    <a:pt x="1432" y="18103"/>
                    <a:pt x="1482" y="18154"/>
                    <a:pt x="1522" y="18208"/>
                  </a:cubicBezTo>
                  <a:cubicBezTo>
                    <a:pt x="1704" y="18451"/>
                    <a:pt x="1902" y="18656"/>
                    <a:pt x="2094" y="18803"/>
                  </a:cubicBezTo>
                  <a:lnTo>
                    <a:pt x="2225" y="18932"/>
                  </a:lnTo>
                  <a:cubicBezTo>
                    <a:pt x="2264" y="18963"/>
                    <a:pt x="2303" y="18993"/>
                    <a:pt x="2347" y="19028"/>
                  </a:cubicBezTo>
                  <a:cubicBezTo>
                    <a:pt x="2527" y="19172"/>
                    <a:pt x="2726" y="19332"/>
                    <a:pt x="2947" y="19384"/>
                  </a:cubicBezTo>
                  <a:cubicBezTo>
                    <a:pt x="2960" y="19387"/>
                    <a:pt x="2972" y="19388"/>
                    <a:pt x="2984" y="19388"/>
                  </a:cubicBezTo>
                  <a:cubicBezTo>
                    <a:pt x="3085" y="19388"/>
                    <a:pt x="3183" y="19300"/>
                    <a:pt x="3255" y="19231"/>
                  </a:cubicBezTo>
                  <a:cubicBezTo>
                    <a:pt x="3279" y="19210"/>
                    <a:pt x="3300" y="19192"/>
                    <a:pt x="3318" y="19179"/>
                  </a:cubicBezTo>
                  <a:cubicBezTo>
                    <a:pt x="3456" y="19089"/>
                    <a:pt x="3581" y="18983"/>
                    <a:pt x="3700" y="18880"/>
                  </a:cubicBezTo>
                  <a:cubicBezTo>
                    <a:pt x="3815" y="18781"/>
                    <a:pt x="3936" y="18678"/>
                    <a:pt x="4071" y="18587"/>
                  </a:cubicBezTo>
                  <a:cubicBezTo>
                    <a:pt x="4116" y="18618"/>
                    <a:pt x="4216" y="18698"/>
                    <a:pt x="4244" y="18721"/>
                  </a:cubicBezTo>
                  <a:cubicBezTo>
                    <a:pt x="4288" y="18762"/>
                    <a:pt x="4334" y="18800"/>
                    <a:pt x="4381" y="18842"/>
                  </a:cubicBezTo>
                  <a:cubicBezTo>
                    <a:pt x="4548" y="18980"/>
                    <a:pt x="4730" y="19108"/>
                    <a:pt x="4919" y="19242"/>
                  </a:cubicBezTo>
                  <a:cubicBezTo>
                    <a:pt x="5095" y="19365"/>
                    <a:pt x="5284" y="19477"/>
                    <a:pt x="5467" y="19588"/>
                  </a:cubicBezTo>
                  <a:lnTo>
                    <a:pt x="5662" y="19707"/>
                  </a:lnTo>
                  <a:cubicBezTo>
                    <a:pt x="5694" y="19723"/>
                    <a:pt x="5724" y="19737"/>
                    <a:pt x="5755" y="19751"/>
                  </a:cubicBezTo>
                  <a:cubicBezTo>
                    <a:pt x="5779" y="19759"/>
                    <a:pt x="5807" y="19772"/>
                    <a:pt x="5833" y="19788"/>
                  </a:cubicBezTo>
                  <a:cubicBezTo>
                    <a:pt x="6016" y="19899"/>
                    <a:pt x="6220" y="20006"/>
                    <a:pt x="6407" y="20088"/>
                  </a:cubicBezTo>
                  <a:cubicBezTo>
                    <a:pt x="6564" y="20158"/>
                    <a:pt x="6723" y="20219"/>
                    <a:pt x="6883" y="20283"/>
                  </a:cubicBezTo>
                  <a:cubicBezTo>
                    <a:pt x="6989" y="20322"/>
                    <a:pt x="7092" y="20364"/>
                    <a:pt x="7194" y="20406"/>
                  </a:cubicBezTo>
                  <a:cubicBezTo>
                    <a:pt x="7422" y="20499"/>
                    <a:pt x="7677" y="20565"/>
                    <a:pt x="7921" y="20627"/>
                  </a:cubicBezTo>
                  <a:cubicBezTo>
                    <a:pt x="8029" y="20653"/>
                    <a:pt x="8139" y="20682"/>
                    <a:pt x="8247" y="20713"/>
                  </a:cubicBezTo>
                  <a:cubicBezTo>
                    <a:pt x="8414" y="20761"/>
                    <a:pt x="8591" y="20787"/>
                    <a:pt x="8760" y="20812"/>
                  </a:cubicBezTo>
                  <a:cubicBezTo>
                    <a:pt x="8897" y="20834"/>
                    <a:pt x="9040" y="20851"/>
                    <a:pt x="9179" y="20886"/>
                  </a:cubicBezTo>
                  <a:cubicBezTo>
                    <a:pt x="9253" y="20902"/>
                    <a:pt x="9327" y="20908"/>
                    <a:pt x="9400" y="20909"/>
                  </a:cubicBezTo>
                  <a:cubicBezTo>
                    <a:pt x="9468" y="20915"/>
                    <a:pt x="9530" y="20917"/>
                    <a:pt x="9602" y="20931"/>
                  </a:cubicBezTo>
                  <a:lnTo>
                    <a:pt x="10190" y="20967"/>
                  </a:lnTo>
                  <a:lnTo>
                    <a:pt x="10758" y="20967"/>
                  </a:lnTo>
                  <a:cubicBezTo>
                    <a:pt x="10794" y="21111"/>
                    <a:pt x="10842" y="21260"/>
                    <a:pt x="10885" y="21391"/>
                  </a:cubicBezTo>
                  <a:lnTo>
                    <a:pt x="10931" y="21613"/>
                  </a:lnTo>
                  <a:cubicBezTo>
                    <a:pt x="10952" y="21673"/>
                    <a:pt x="10970" y="21737"/>
                    <a:pt x="10990" y="21803"/>
                  </a:cubicBezTo>
                  <a:cubicBezTo>
                    <a:pt x="11012" y="21880"/>
                    <a:pt x="11035" y="21960"/>
                    <a:pt x="11057" y="22029"/>
                  </a:cubicBezTo>
                  <a:lnTo>
                    <a:pt x="11072" y="22072"/>
                  </a:lnTo>
                  <a:cubicBezTo>
                    <a:pt x="11120" y="22221"/>
                    <a:pt x="11170" y="22372"/>
                    <a:pt x="11307" y="22452"/>
                  </a:cubicBezTo>
                  <a:cubicBezTo>
                    <a:pt x="11368" y="22491"/>
                    <a:pt x="11456" y="22502"/>
                    <a:pt x="11553" y="22502"/>
                  </a:cubicBezTo>
                  <a:cubicBezTo>
                    <a:pt x="11618" y="22502"/>
                    <a:pt x="11687" y="22497"/>
                    <a:pt x="11753" y="22491"/>
                  </a:cubicBezTo>
                  <a:cubicBezTo>
                    <a:pt x="11804" y="22488"/>
                    <a:pt x="11852" y="22484"/>
                    <a:pt x="11892" y="22484"/>
                  </a:cubicBezTo>
                  <a:cubicBezTo>
                    <a:pt x="12066" y="22481"/>
                    <a:pt x="12252" y="22459"/>
                    <a:pt x="12384" y="22429"/>
                  </a:cubicBezTo>
                  <a:lnTo>
                    <a:pt x="12624" y="22400"/>
                  </a:lnTo>
                  <a:cubicBezTo>
                    <a:pt x="12707" y="22379"/>
                    <a:pt x="12792" y="22363"/>
                    <a:pt x="12876" y="22347"/>
                  </a:cubicBezTo>
                  <a:cubicBezTo>
                    <a:pt x="12997" y="22324"/>
                    <a:pt x="13119" y="22299"/>
                    <a:pt x="13231" y="22266"/>
                  </a:cubicBezTo>
                  <a:cubicBezTo>
                    <a:pt x="13315" y="22240"/>
                    <a:pt x="13395" y="22219"/>
                    <a:pt x="13475" y="22203"/>
                  </a:cubicBezTo>
                  <a:cubicBezTo>
                    <a:pt x="13568" y="22181"/>
                    <a:pt x="13662" y="22160"/>
                    <a:pt x="13757" y="22129"/>
                  </a:cubicBezTo>
                  <a:cubicBezTo>
                    <a:pt x="14376" y="21924"/>
                    <a:pt x="14889" y="21691"/>
                    <a:pt x="15320" y="21418"/>
                  </a:cubicBezTo>
                  <a:lnTo>
                    <a:pt x="15366" y="21389"/>
                  </a:lnTo>
                  <a:cubicBezTo>
                    <a:pt x="15568" y="21265"/>
                    <a:pt x="15903" y="21055"/>
                    <a:pt x="15978" y="20873"/>
                  </a:cubicBezTo>
                  <a:cubicBezTo>
                    <a:pt x="15992" y="20848"/>
                    <a:pt x="15996" y="20815"/>
                    <a:pt x="15996" y="20783"/>
                  </a:cubicBezTo>
                  <a:cubicBezTo>
                    <a:pt x="15996" y="20691"/>
                    <a:pt x="15957" y="20598"/>
                    <a:pt x="15926" y="20518"/>
                  </a:cubicBezTo>
                  <a:cubicBezTo>
                    <a:pt x="15883" y="20413"/>
                    <a:pt x="15843" y="20307"/>
                    <a:pt x="15803" y="20203"/>
                  </a:cubicBezTo>
                  <a:cubicBezTo>
                    <a:pt x="15759" y="20089"/>
                    <a:pt x="15720" y="19977"/>
                    <a:pt x="15673" y="19868"/>
                  </a:cubicBezTo>
                  <a:cubicBezTo>
                    <a:pt x="15657" y="19832"/>
                    <a:pt x="15648" y="19790"/>
                    <a:pt x="15635" y="19748"/>
                  </a:cubicBezTo>
                  <a:cubicBezTo>
                    <a:pt x="15619" y="19681"/>
                    <a:pt x="15599" y="19614"/>
                    <a:pt x="15567" y="19557"/>
                  </a:cubicBezTo>
                  <a:cubicBezTo>
                    <a:pt x="15574" y="19550"/>
                    <a:pt x="15586" y="19544"/>
                    <a:pt x="15606" y="19535"/>
                  </a:cubicBezTo>
                  <a:cubicBezTo>
                    <a:pt x="15622" y="19528"/>
                    <a:pt x="15640" y="19521"/>
                    <a:pt x="15654" y="19512"/>
                  </a:cubicBezTo>
                  <a:cubicBezTo>
                    <a:pt x="15775" y="19438"/>
                    <a:pt x="15896" y="19355"/>
                    <a:pt x="16015" y="19278"/>
                  </a:cubicBezTo>
                  <a:cubicBezTo>
                    <a:pt x="16444" y="18990"/>
                    <a:pt x="16844" y="18648"/>
                    <a:pt x="17181" y="18349"/>
                  </a:cubicBezTo>
                  <a:lnTo>
                    <a:pt x="17402" y="18116"/>
                  </a:lnTo>
                  <a:cubicBezTo>
                    <a:pt x="17505" y="18023"/>
                    <a:pt x="17613" y="17926"/>
                    <a:pt x="17691" y="17817"/>
                  </a:cubicBezTo>
                  <a:lnTo>
                    <a:pt x="17806" y="17711"/>
                  </a:lnTo>
                  <a:cubicBezTo>
                    <a:pt x="17860" y="17637"/>
                    <a:pt x="17924" y="17565"/>
                    <a:pt x="17985" y="17497"/>
                  </a:cubicBezTo>
                  <a:cubicBezTo>
                    <a:pt x="18055" y="17420"/>
                    <a:pt x="18123" y="17340"/>
                    <a:pt x="18187" y="17260"/>
                  </a:cubicBezTo>
                  <a:cubicBezTo>
                    <a:pt x="18552" y="16757"/>
                    <a:pt x="19013" y="16133"/>
                    <a:pt x="19328" y="15415"/>
                  </a:cubicBezTo>
                  <a:cubicBezTo>
                    <a:pt x="19362" y="15339"/>
                    <a:pt x="19399" y="15262"/>
                    <a:pt x="19442" y="15181"/>
                  </a:cubicBezTo>
                  <a:cubicBezTo>
                    <a:pt x="19485" y="15095"/>
                    <a:pt x="19526" y="15006"/>
                    <a:pt x="19565" y="14918"/>
                  </a:cubicBezTo>
                  <a:cubicBezTo>
                    <a:pt x="19619" y="14788"/>
                    <a:pt x="19664" y="14655"/>
                    <a:pt x="19708" y="14525"/>
                  </a:cubicBezTo>
                  <a:cubicBezTo>
                    <a:pt x="19737" y="14437"/>
                    <a:pt x="19766" y="14349"/>
                    <a:pt x="19799" y="14258"/>
                  </a:cubicBezTo>
                  <a:lnTo>
                    <a:pt x="19823" y="14192"/>
                  </a:lnTo>
                  <a:cubicBezTo>
                    <a:pt x="19853" y="14114"/>
                    <a:pt x="19888" y="14025"/>
                    <a:pt x="19908" y="13936"/>
                  </a:cubicBezTo>
                  <a:lnTo>
                    <a:pt x="20877" y="13980"/>
                  </a:lnTo>
                  <a:cubicBezTo>
                    <a:pt x="20926" y="13985"/>
                    <a:pt x="20988" y="13989"/>
                    <a:pt x="21053" y="13989"/>
                  </a:cubicBezTo>
                  <a:cubicBezTo>
                    <a:pt x="21181" y="13989"/>
                    <a:pt x="21323" y="13974"/>
                    <a:pt x="21413" y="13919"/>
                  </a:cubicBezTo>
                  <a:cubicBezTo>
                    <a:pt x="21564" y="13827"/>
                    <a:pt x="21617" y="13580"/>
                    <a:pt x="21662" y="13362"/>
                  </a:cubicBezTo>
                  <a:cubicBezTo>
                    <a:pt x="21676" y="13295"/>
                    <a:pt x="21691" y="13233"/>
                    <a:pt x="21705" y="13177"/>
                  </a:cubicBezTo>
                  <a:cubicBezTo>
                    <a:pt x="21844" y="12679"/>
                    <a:pt x="21909" y="12077"/>
                    <a:pt x="21909" y="11228"/>
                  </a:cubicBezTo>
                  <a:cubicBezTo>
                    <a:pt x="21909" y="11142"/>
                    <a:pt x="21907" y="10956"/>
                    <a:pt x="21907" y="10956"/>
                  </a:cubicBezTo>
                  <a:lnTo>
                    <a:pt x="21900" y="10943"/>
                  </a:lnTo>
                  <a:cubicBezTo>
                    <a:pt x="21893" y="10930"/>
                    <a:pt x="21887" y="10909"/>
                    <a:pt x="21887" y="10877"/>
                  </a:cubicBezTo>
                  <a:cubicBezTo>
                    <a:pt x="21887" y="10857"/>
                    <a:pt x="21889" y="10840"/>
                    <a:pt x="21889" y="10818"/>
                  </a:cubicBezTo>
                  <a:cubicBezTo>
                    <a:pt x="21891" y="10796"/>
                    <a:pt x="21891" y="10771"/>
                    <a:pt x="21891" y="10749"/>
                  </a:cubicBezTo>
                  <a:cubicBezTo>
                    <a:pt x="21891" y="10726"/>
                    <a:pt x="21891" y="10704"/>
                    <a:pt x="21886" y="10690"/>
                  </a:cubicBezTo>
                  <a:lnTo>
                    <a:pt x="21820" y="10168"/>
                  </a:lnTo>
                  <a:cubicBezTo>
                    <a:pt x="21797" y="10072"/>
                    <a:pt x="21775" y="9972"/>
                    <a:pt x="21753" y="9874"/>
                  </a:cubicBezTo>
                  <a:cubicBezTo>
                    <a:pt x="21691" y="9575"/>
                    <a:pt x="21624" y="9264"/>
                    <a:pt x="21480" y="9034"/>
                  </a:cubicBezTo>
                  <a:cubicBezTo>
                    <a:pt x="21465" y="9011"/>
                    <a:pt x="21448" y="8990"/>
                    <a:pt x="21428" y="8973"/>
                  </a:cubicBezTo>
                  <a:cubicBezTo>
                    <a:pt x="21415" y="8958"/>
                    <a:pt x="21402" y="8944"/>
                    <a:pt x="21390" y="8928"/>
                  </a:cubicBezTo>
                  <a:lnTo>
                    <a:pt x="21380" y="8912"/>
                  </a:lnTo>
                  <a:lnTo>
                    <a:pt x="21361" y="8906"/>
                  </a:lnTo>
                  <a:cubicBezTo>
                    <a:pt x="21266" y="8885"/>
                    <a:pt x="21109" y="8875"/>
                    <a:pt x="20946" y="8875"/>
                  </a:cubicBezTo>
                  <a:cubicBezTo>
                    <a:pt x="20759" y="8875"/>
                    <a:pt x="20564" y="8888"/>
                    <a:pt x="20445" y="8915"/>
                  </a:cubicBezTo>
                  <a:cubicBezTo>
                    <a:pt x="20413" y="8921"/>
                    <a:pt x="20381" y="8924"/>
                    <a:pt x="20347" y="8924"/>
                  </a:cubicBezTo>
                  <a:cubicBezTo>
                    <a:pt x="20316" y="8924"/>
                    <a:pt x="20284" y="8922"/>
                    <a:pt x="20250" y="8920"/>
                  </a:cubicBezTo>
                  <a:cubicBezTo>
                    <a:pt x="20215" y="8917"/>
                    <a:pt x="20180" y="8915"/>
                    <a:pt x="20145" y="8915"/>
                  </a:cubicBezTo>
                  <a:cubicBezTo>
                    <a:pt x="20113" y="8915"/>
                    <a:pt x="20082" y="8917"/>
                    <a:pt x="20052" y="8922"/>
                  </a:cubicBezTo>
                  <a:cubicBezTo>
                    <a:pt x="20016" y="8822"/>
                    <a:pt x="19991" y="8710"/>
                    <a:pt x="19969" y="8602"/>
                  </a:cubicBezTo>
                  <a:cubicBezTo>
                    <a:pt x="19949" y="8505"/>
                    <a:pt x="19926" y="8400"/>
                    <a:pt x="19895" y="8305"/>
                  </a:cubicBezTo>
                  <a:cubicBezTo>
                    <a:pt x="19778" y="7952"/>
                    <a:pt x="19634" y="7536"/>
                    <a:pt x="19459" y="7135"/>
                  </a:cubicBezTo>
                  <a:cubicBezTo>
                    <a:pt x="19209" y="6564"/>
                    <a:pt x="18878" y="5992"/>
                    <a:pt x="18417" y="5338"/>
                  </a:cubicBezTo>
                  <a:cubicBezTo>
                    <a:pt x="18332" y="5219"/>
                    <a:pt x="18241" y="5105"/>
                    <a:pt x="18149" y="4993"/>
                  </a:cubicBezTo>
                  <a:cubicBezTo>
                    <a:pt x="18079" y="4909"/>
                    <a:pt x="18011" y="4826"/>
                    <a:pt x="17938" y="4732"/>
                  </a:cubicBezTo>
                  <a:lnTo>
                    <a:pt x="17885" y="4684"/>
                  </a:lnTo>
                  <a:cubicBezTo>
                    <a:pt x="17807" y="4586"/>
                    <a:pt x="17728" y="4493"/>
                    <a:pt x="17642" y="4406"/>
                  </a:cubicBezTo>
                  <a:lnTo>
                    <a:pt x="17531" y="4306"/>
                  </a:lnTo>
                  <a:cubicBezTo>
                    <a:pt x="17428" y="4169"/>
                    <a:pt x="17283" y="4028"/>
                    <a:pt x="17130" y="3913"/>
                  </a:cubicBezTo>
                  <a:lnTo>
                    <a:pt x="17033" y="3809"/>
                  </a:lnTo>
                  <a:cubicBezTo>
                    <a:pt x="16966" y="3756"/>
                    <a:pt x="16905" y="3702"/>
                    <a:pt x="16842" y="3647"/>
                  </a:cubicBezTo>
                  <a:cubicBezTo>
                    <a:pt x="16784" y="3595"/>
                    <a:pt x="16727" y="3542"/>
                    <a:pt x="16666" y="3496"/>
                  </a:cubicBezTo>
                  <a:cubicBezTo>
                    <a:pt x="16657" y="3489"/>
                    <a:pt x="16646" y="3481"/>
                    <a:pt x="16637" y="3474"/>
                  </a:cubicBezTo>
                  <a:cubicBezTo>
                    <a:pt x="16577" y="3431"/>
                    <a:pt x="16519" y="3384"/>
                    <a:pt x="16463" y="3339"/>
                  </a:cubicBezTo>
                  <a:cubicBezTo>
                    <a:pt x="16384" y="3278"/>
                    <a:pt x="16303" y="3215"/>
                    <a:pt x="16221" y="3157"/>
                  </a:cubicBezTo>
                  <a:cubicBezTo>
                    <a:pt x="16197" y="3141"/>
                    <a:pt x="16170" y="3125"/>
                    <a:pt x="16144" y="3111"/>
                  </a:cubicBezTo>
                  <a:cubicBezTo>
                    <a:pt x="16105" y="3086"/>
                    <a:pt x="16063" y="3064"/>
                    <a:pt x="16038" y="3035"/>
                  </a:cubicBezTo>
                  <a:cubicBezTo>
                    <a:pt x="16045" y="3010"/>
                    <a:pt x="16069" y="2936"/>
                    <a:pt x="16149" y="2743"/>
                  </a:cubicBezTo>
                  <a:cubicBezTo>
                    <a:pt x="16268" y="2446"/>
                    <a:pt x="16365" y="2190"/>
                    <a:pt x="16448" y="1936"/>
                  </a:cubicBezTo>
                  <a:cubicBezTo>
                    <a:pt x="16468" y="1875"/>
                    <a:pt x="16482" y="1785"/>
                    <a:pt x="16482" y="1706"/>
                  </a:cubicBezTo>
                  <a:cubicBezTo>
                    <a:pt x="16482" y="1629"/>
                    <a:pt x="16468" y="1568"/>
                    <a:pt x="16442" y="1524"/>
                  </a:cubicBezTo>
                  <a:cubicBezTo>
                    <a:pt x="16412" y="1472"/>
                    <a:pt x="16359" y="1436"/>
                    <a:pt x="16316" y="1405"/>
                  </a:cubicBezTo>
                  <a:lnTo>
                    <a:pt x="16285" y="1385"/>
                  </a:lnTo>
                  <a:cubicBezTo>
                    <a:pt x="16147" y="1282"/>
                    <a:pt x="16005" y="1196"/>
                    <a:pt x="15856" y="1107"/>
                  </a:cubicBezTo>
                  <a:lnTo>
                    <a:pt x="15712" y="1021"/>
                  </a:lnTo>
                  <a:cubicBezTo>
                    <a:pt x="15125" y="658"/>
                    <a:pt x="14411" y="425"/>
                    <a:pt x="13774" y="220"/>
                  </a:cubicBezTo>
                  <a:lnTo>
                    <a:pt x="13148" y="84"/>
                  </a:lnTo>
                  <a:lnTo>
                    <a:pt x="12636" y="18"/>
                  </a:lnTo>
                  <a:lnTo>
                    <a:pt x="12512" y="20"/>
                  </a:lnTo>
                  <a:cubicBezTo>
                    <a:pt x="12459" y="6"/>
                    <a:pt x="12383" y="0"/>
                    <a:pt x="123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20"/>
            <p:cNvSpPr/>
            <p:nvPr/>
          </p:nvSpPr>
          <p:spPr>
            <a:xfrm>
              <a:off x="463114" y="3690532"/>
              <a:ext cx="882811" cy="880265"/>
            </a:xfrm>
            <a:custGeom>
              <a:rect b="b" l="l" r="r" t="t"/>
              <a:pathLst>
                <a:path extrusionOk="0" h="31113" w="31203">
                  <a:moveTo>
                    <a:pt x="18514" y="6223"/>
                  </a:moveTo>
                  <a:cubicBezTo>
                    <a:pt x="18604" y="6223"/>
                    <a:pt x="18659" y="6351"/>
                    <a:pt x="18564" y="6387"/>
                  </a:cubicBezTo>
                  <a:cubicBezTo>
                    <a:pt x="18225" y="6514"/>
                    <a:pt x="18040" y="6780"/>
                    <a:pt x="17936" y="7111"/>
                  </a:cubicBezTo>
                  <a:cubicBezTo>
                    <a:pt x="17923" y="7148"/>
                    <a:pt x="17892" y="7165"/>
                    <a:pt x="17861" y="7165"/>
                  </a:cubicBezTo>
                  <a:cubicBezTo>
                    <a:pt x="17819" y="7165"/>
                    <a:pt x="17776" y="7133"/>
                    <a:pt x="17780" y="7081"/>
                  </a:cubicBezTo>
                  <a:cubicBezTo>
                    <a:pt x="17812" y="6689"/>
                    <a:pt x="18122" y="6361"/>
                    <a:pt x="18481" y="6229"/>
                  </a:cubicBezTo>
                  <a:cubicBezTo>
                    <a:pt x="18492" y="6225"/>
                    <a:pt x="18504" y="6223"/>
                    <a:pt x="18514" y="6223"/>
                  </a:cubicBezTo>
                  <a:close/>
                  <a:moveTo>
                    <a:pt x="19710" y="6906"/>
                  </a:moveTo>
                  <a:cubicBezTo>
                    <a:pt x="19758" y="6906"/>
                    <a:pt x="19773" y="6983"/>
                    <a:pt x="19721" y="6990"/>
                  </a:cubicBezTo>
                  <a:cubicBezTo>
                    <a:pt x="19055" y="7073"/>
                    <a:pt x="18524" y="7467"/>
                    <a:pt x="18194" y="8046"/>
                  </a:cubicBezTo>
                  <a:cubicBezTo>
                    <a:pt x="18185" y="8063"/>
                    <a:pt x="18169" y="8070"/>
                    <a:pt x="18152" y="8070"/>
                  </a:cubicBezTo>
                  <a:cubicBezTo>
                    <a:pt x="18115" y="8070"/>
                    <a:pt x="18074" y="8035"/>
                    <a:pt x="18094" y="7995"/>
                  </a:cubicBezTo>
                  <a:cubicBezTo>
                    <a:pt x="18399" y="7363"/>
                    <a:pt x="19004" y="6970"/>
                    <a:pt x="19705" y="6906"/>
                  </a:cubicBezTo>
                  <a:cubicBezTo>
                    <a:pt x="19707" y="6906"/>
                    <a:pt x="19709" y="6906"/>
                    <a:pt x="19710" y="6906"/>
                  </a:cubicBezTo>
                  <a:close/>
                  <a:moveTo>
                    <a:pt x="5480" y="7792"/>
                  </a:moveTo>
                  <a:cubicBezTo>
                    <a:pt x="5532" y="7792"/>
                    <a:pt x="5557" y="7864"/>
                    <a:pt x="5508" y="7889"/>
                  </a:cubicBezTo>
                  <a:cubicBezTo>
                    <a:pt x="5000" y="8133"/>
                    <a:pt x="4509" y="8332"/>
                    <a:pt x="4058" y="8681"/>
                  </a:cubicBezTo>
                  <a:cubicBezTo>
                    <a:pt x="4045" y="8692"/>
                    <a:pt x="4031" y="8697"/>
                    <a:pt x="4018" y="8697"/>
                  </a:cubicBezTo>
                  <a:cubicBezTo>
                    <a:pt x="3967" y="8697"/>
                    <a:pt x="3923" y="8627"/>
                    <a:pt x="3974" y="8585"/>
                  </a:cubicBezTo>
                  <a:cubicBezTo>
                    <a:pt x="4404" y="8222"/>
                    <a:pt x="4906" y="7887"/>
                    <a:pt x="5471" y="7793"/>
                  </a:cubicBezTo>
                  <a:cubicBezTo>
                    <a:pt x="5474" y="7793"/>
                    <a:pt x="5477" y="7792"/>
                    <a:pt x="5480" y="7792"/>
                  </a:cubicBezTo>
                  <a:close/>
                  <a:moveTo>
                    <a:pt x="4849" y="8656"/>
                  </a:moveTo>
                  <a:cubicBezTo>
                    <a:pt x="4892" y="8656"/>
                    <a:pt x="4918" y="8719"/>
                    <a:pt x="4882" y="8747"/>
                  </a:cubicBezTo>
                  <a:cubicBezTo>
                    <a:pt x="4272" y="9229"/>
                    <a:pt x="3657" y="9610"/>
                    <a:pt x="3183" y="10244"/>
                  </a:cubicBezTo>
                  <a:cubicBezTo>
                    <a:pt x="3166" y="10267"/>
                    <a:pt x="3144" y="10276"/>
                    <a:pt x="3122" y="10276"/>
                  </a:cubicBezTo>
                  <a:cubicBezTo>
                    <a:pt x="3068" y="10276"/>
                    <a:pt x="3018" y="10221"/>
                    <a:pt x="3055" y="10163"/>
                  </a:cubicBezTo>
                  <a:cubicBezTo>
                    <a:pt x="3474" y="9522"/>
                    <a:pt x="4076" y="8862"/>
                    <a:pt x="4836" y="8658"/>
                  </a:cubicBezTo>
                  <a:cubicBezTo>
                    <a:pt x="4841" y="8657"/>
                    <a:pt x="4845" y="8656"/>
                    <a:pt x="4849" y="8656"/>
                  </a:cubicBezTo>
                  <a:close/>
                  <a:moveTo>
                    <a:pt x="4745" y="9744"/>
                  </a:moveTo>
                  <a:cubicBezTo>
                    <a:pt x="4803" y="9744"/>
                    <a:pt x="4838" y="9824"/>
                    <a:pt x="4776" y="9856"/>
                  </a:cubicBezTo>
                  <a:cubicBezTo>
                    <a:pt x="4026" y="10250"/>
                    <a:pt x="3365" y="10701"/>
                    <a:pt x="2821" y="11359"/>
                  </a:cubicBezTo>
                  <a:cubicBezTo>
                    <a:pt x="2809" y="11374"/>
                    <a:pt x="2793" y="11381"/>
                    <a:pt x="2777" y="11381"/>
                  </a:cubicBezTo>
                  <a:cubicBezTo>
                    <a:pt x="2735" y="11381"/>
                    <a:pt x="2695" y="11339"/>
                    <a:pt x="2728" y="11297"/>
                  </a:cubicBezTo>
                  <a:cubicBezTo>
                    <a:pt x="3251" y="10627"/>
                    <a:pt x="3917" y="10052"/>
                    <a:pt x="4723" y="9748"/>
                  </a:cubicBezTo>
                  <a:cubicBezTo>
                    <a:pt x="4730" y="9746"/>
                    <a:pt x="4738" y="9744"/>
                    <a:pt x="4745" y="9744"/>
                  </a:cubicBezTo>
                  <a:close/>
                  <a:moveTo>
                    <a:pt x="4504" y="10515"/>
                  </a:moveTo>
                  <a:cubicBezTo>
                    <a:pt x="4561" y="10515"/>
                    <a:pt x="4576" y="10602"/>
                    <a:pt x="4526" y="10630"/>
                  </a:cubicBezTo>
                  <a:cubicBezTo>
                    <a:pt x="3693" y="11137"/>
                    <a:pt x="2982" y="11701"/>
                    <a:pt x="2502" y="12570"/>
                  </a:cubicBezTo>
                  <a:cubicBezTo>
                    <a:pt x="2491" y="12591"/>
                    <a:pt x="2473" y="12599"/>
                    <a:pt x="2453" y="12599"/>
                  </a:cubicBezTo>
                  <a:cubicBezTo>
                    <a:pt x="2411" y="12599"/>
                    <a:pt x="2365" y="12559"/>
                    <a:pt x="2386" y="12512"/>
                  </a:cubicBezTo>
                  <a:cubicBezTo>
                    <a:pt x="2808" y="11621"/>
                    <a:pt x="3523" y="10819"/>
                    <a:pt x="4486" y="10518"/>
                  </a:cubicBezTo>
                  <a:cubicBezTo>
                    <a:pt x="4492" y="10516"/>
                    <a:pt x="4499" y="10515"/>
                    <a:pt x="4504" y="10515"/>
                  </a:cubicBezTo>
                  <a:close/>
                  <a:moveTo>
                    <a:pt x="28080" y="15891"/>
                  </a:moveTo>
                  <a:cubicBezTo>
                    <a:pt x="28151" y="15891"/>
                    <a:pt x="28210" y="15986"/>
                    <a:pt x="28142" y="16045"/>
                  </a:cubicBezTo>
                  <a:cubicBezTo>
                    <a:pt x="28029" y="16151"/>
                    <a:pt x="27914" y="16287"/>
                    <a:pt x="27774" y="16362"/>
                  </a:cubicBezTo>
                  <a:cubicBezTo>
                    <a:pt x="27763" y="16367"/>
                    <a:pt x="27753" y="16370"/>
                    <a:pt x="27742" y="16370"/>
                  </a:cubicBezTo>
                  <a:cubicBezTo>
                    <a:pt x="27687" y="16370"/>
                    <a:pt x="27644" y="16305"/>
                    <a:pt x="27677" y="16255"/>
                  </a:cubicBezTo>
                  <a:cubicBezTo>
                    <a:pt x="27761" y="16124"/>
                    <a:pt x="27906" y="16021"/>
                    <a:pt x="28023" y="15914"/>
                  </a:cubicBezTo>
                  <a:cubicBezTo>
                    <a:pt x="28041" y="15898"/>
                    <a:pt x="28061" y="15891"/>
                    <a:pt x="28080" y="15891"/>
                  </a:cubicBezTo>
                  <a:close/>
                  <a:moveTo>
                    <a:pt x="27832" y="18355"/>
                  </a:moveTo>
                  <a:cubicBezTo>
                    <a:pt x="27851" y="18355"/>
                    <a:pt x="27872" y="18373"/>
                    <a:pt x="27866" y="18399"/>
                  </a:cubicBezTo>
                  <a:cubicBezTo>
                    <a:pt x="27697" y="19104"/>
                    <a:pt x="27254" y="19974"/>
                    <a:pt x="26543" y="20273"/>
                  </a:cubicBezTo>
                  <a:cubicBezTo>
                    <a:pt x="26536" y="20276"/>
                    <a:pt x="26529" y="20278"/>
                    <a:pt x="26522" y="20278"/>
                  </a:cubicBezTo>
                  <a:cubicBezTo>
                    <a:pt x="26480" y="20278"/>
                    <a:pt x="26451" y="20224"/>
                    <a:pt x="26485" y="20187"/>
                  </a:cubicBezTo>
                  <a:cubicBezTo>
                    <a:pt x="26752" y="19917"/>
                    <a:pt x="27050" y="19697"/>
                    <a:pt x="27287" y="19392"/>
                  </a:cubicBezTo>
                  <a:cubicBezTo>
                    <a:pt x="27523" y="19088"/>
                    <a:pt x="27691" y="18742"/>
                    <a:pt x="27803" y="18379"/>
                  </a:cubicBezTo>
                  <a:cubicBezTo>
                    <a:pt x="27808" y="18362"/>
                    <a:pt x="27819" y="18355"/>
                    <a:pt x="27832" y="18355"/>
                  </a:cubicBezTo>
                  <a:close/>
                  <a:moveTo>
                    <a:pt x="27561" y="19621"/>
                  </a:moveTo>
                  <a:cubicBezTo>
                    <a:pt x="27597" y="19621"/>
                    <a:pt x="27634" y="19643"/>
                    <a:pt x="27624" y="19686"/>
                  </a:cubicBezTo>
                  <a:cubicBezTo>
                    <a:pt x="27514" y="20240"/>
                    <a:pt x="26895" y="20836"/>
                    <a:pt x="26328" y="20901"/>
                  </a:cubicBezTo>
                  <a:cubicBezTo>
                    <a:pt x="26324" y="20902"/>
                    <a:pt x="26321" y="20902"/>
                    <a:pt x="26317" y="20902"/>
                  </a:cubicBezTo>
                  <a:cubicBezTo>
                    <a:pt x="26227" y="20902"/>
                    <a:pt x="26194" y="20792"/>
                    <a:pt x="26272" y="20743"/>
                  </a:cubicBezTo>
                  <a:cubicBezTo>
                    <a:pt x="26509" y="20593"/>
                    <a:pt x="26761" y="20480"/>
                    <a:pt x="26976" y="20296"/>
                  </a:cubicBezTo>
                  <a:cubicBezTo>
                    <a:pt x="27194" y="20107"/>
                    <a:pt x="27328" y="19870"/>
                    <a:pt x="27505" y="19645"/>
                  </a:cubicBezTo>
                  <a:cubicBezTo>
                    <a:pt x="27517" y="19629"/>
                    <a:pt x="27539" y="19621"/>
                    <a:pt x="27561" y="19621"/>
                  </a:cubicBezTo>
                  <a:close/>
                  <a:moveTo>
                    <a:pt x="3934" y="21201"/>
                  </a:moveTo>
                  <a:cubicBezTo>
                    <a:pt x="3964" y="21201"/>
                    <a:pt x="3993" y="21219"/>
                    <a:pt x="4000" y="21258"/>
                  </a:cubicBezTo>
                  <a:cubicBezTo>
                    <a:pt x="4032" y="21417"/>
                    <a:pt x="3977" y="21617"/>
                    <a:pt x="3955" y="21779"/>
                  </a:cubicBezTo>
                  <a:cubicBezTo>
                    <a:pt x="3950" y="21834"/>
                    <a:pt x="3907" y="21860"/>
                    <a:pt x="3865" y="21860"/>
                  </a:cubicBezTo>
                  <a:cubicBezTo>
                    <a:pt x="3818" y="21860"/>
                    <a:pt x="3773" y="21829"/>
                    <a:pt x="3779" y="21769"/>
                  </a:cubicBezTo>
                  <a:cubicBezTo>
                    <a:pt x="3799" y="21609"/>
                    <a:pt x="3792" y="21399"/>
                    <a:pt x="3857" y="21249"/>
                  </a:cubicBezTo>
                  <a:cubicBezTo>
                    <a:pt x="3872" y="21218"/>
                    <a:pt x="3904" y="21201"/>
                    <a:pt x="3934" y="21201"/>
                  </a:cubicBezTo>
                  <a:close/>
                  <a:moveTo>
                    <a:pt x="14977" y="9671"/>
                  </a:moveTo>
                  <a:cubicBezTo>
                    <a:pt x="15387" y="9687"/>
                    <a:pt x="15795" y="9657"/>
                    <a:pt x="16169" y="9730"/>
                  </a:cubicBezTo>
                  <a:cubicBezTo>
                    <a:pt x="18005" y="10079"/>
                    <a:pt x="19422" y="10932"/>
                    <a:pt x="20468" y="12475"/>
                  </a:cubicBezTo>
                  <a:cubicBezTo>
                    <a:pt x="20640" y="12729"/>
                    <a:pt x="20775" y="13012"/>
                    <a:pt x="20906" y="13306"/>
                  </a:cubicBezTo>
                  <a:cubicBezTo>
                    <a:pt x="20966" y="13436"/>
                    <a:pt x="21024" y="13565"/>
                    <a:pt x="21086" y="13697"/>
                  </a:cubicBezTo>
                  <a:cubicBezTo>
                    <a:pt x="21153" y="13914"/>
                    <a:pt x="21217" y="14126"/>
                    <a:pt x="21284" y="14340"/>
                  </a:cubicBezTo>
                  <a:cubicBezTo>
                    <a:pt x="21585" y="15675"/>
                    <a:pt x="21509" y="16780"/>
                    <a:pt x="21176" y="17703"/>
                  </a:cubicBezTo>
                  <a:cubicBezTo>
                    <a:pt x="21115" y="17880"/>
                    <a:pt x="21080" y="18056"/>
                    <a:pt x="21009" y="18223"/>
                  </a:cubicBezTo>
                  <a:cubicBezTo>
                    <a:pt x="20521" y="19347"/>
                    <a:pt x="19778" y="20269"/>
                    <a:pt x="18713" y="21016"/>
                  </a:cubicBezTo>
                  <a:cubicBezTo>
                    <a:pt x="18369" y="21258"/>
                    <a:pt x="17965" y="21422"/>
                    <a:pt x="17553" y="21621"/>
                  </a:cubicBezTo>
                  <a:cubicBezTo>
                    <a:pt x="17440" y="21676"/>
                    <a:pt x="17332" y="21676"/>
                    <a:pt x="17212" y="21733"/>
                  </a:cubicBezTo>
                  <a:cubicBezTo>
                    <a:pt x="17061" y="21799"/>
                    <a:pt x="16621" y="21931"/>
                    <a:pt x="16444" y="21931"/>
                  </a:cubicBezTo>
                  <a:cubicBezTo>
                    <a:pt x="16442" y="21931"/>
                    <a:pt x="16440" y="21931"/>
                    <a:pt x="16438" y="21931"/>
                  </a:cubicBezTo>
                  <a:cubicBezTo>
                    <a:pt x="16364" y="21945"/>
                    <a:pt x="16288" y="21960"/>
                    <a:pt x="16213" y="21976"/>
                  </a:cubicBezTo>
                  <a:cubicBezTo>
                    <a:pt x="16046" y="21998"/>
                    <a:pt x="15881" y="22019"/>
                    <a:pt x="15716" y="22037"/>
                  </a:cubicBezTo>
                  <a:cubicBezTo>
                    <a:pt x="15505" y="22043"/>
                    <a:pt x="15297" y="22044"/>
                    <a:pt x="15087" y="22050"/>
                  </a:cubicBezTo>
                  <a:cubicBezTo>
                    <a:pt x="14702" y="22014"/>
                    <a:pt x="14331" y="21989"/>
                    <a:pt x="13972" y="21912"/>
                  </a:cubicBezTo>
                  <a:cubicBezTo>
                    <a:pt x="12587" y="21618"/>
                    <a:pt x="11416" y="20878"/>
                    <a:pt x="10519" y="19786"/>
                  </a:cubicBezTo>
                  <a:cubicBezTo>
                    <a:pt x="10259" y="19472"/>
                    <a:pt x="10025" y="19128"/>
                    <a:pt x="9813" y="18757"/>
                  </a:cubicBezTo>
                  <a:cubicBezTo>
                    <a:pt x="9660" y="18491"/>
                    <a:pt x="9573" y="18181"/>
                    <a:pt x="9440" y="17890"/>
                  </a:cubicBezTo>
                  <a:cubicBezTo>
                    <a:pt x="9378" y="17757"/>
                    <a:pt x="9371" y="17595"/>
                    <a:pt x="9313" y="17469"/>
                  </a:cubicBezTo>
                  <a:cubicBezTo>
                    <a:pt x="9297" y="17383"/>
                    <a:pt x="9276" y="17294"/>
                    <a:pt x="9260" y="17205"/>
                  </a:cubicBezTo>
                  <a:cubicBezTo>
                    <a:pt x="9217" y="17021"/>
                    <a:pt x="9147" y="16753"/>
                    <a:pt x="9153" y="16560"/>
                  </a:cubicBezTo>
                  <a:cubicBezTo>
                    <a:pt x="9144" y="16515"/>
                    <a:pt x="9132" y="16467"/>
                    <a:pt x="9124" y="16422"/>
                  </a:cubicBezTo>
                  <a:cubicBezTo>
                    <a:pt x="9116" y="16255"/>
                    <a:pt x="9108" y="16083"/>
                    <a:pt x="9100" y="15917"/>
                  </a:cubicBezTo>
                  <a:cubicBezTo>
                    <a:pt x="9122" y="15481"/>
                    <a:pt x="9147" y="15070"/>
                    <a:pt x="9224" y="14684"/>
                  </a:cubicBezTo>
                  <a:cubicBezTo>
                    <a:pt x="9539" y="13120"/>
                    <a:pt x="10367" y="11759"/>
                    <a:pt x="11658" y="10840"/>
                  </a:cubicBezTo>
                  <a:cubicBezTo>
                    <a:pt x="11915" y="10657"/>
                    <a:pt x="12181" y="10525"/>
                    <a:pt x="12475" y="10359"/>
                  </a:cubicBezTo>
                  <a:cubicBezTo>
                    <a:pt x="12729" y="10214"/>
                    <a:pt x="13035" y="10119"/>
                    <a:pt x="13327" y="9987"/>
                  </a:cubicBezTo>
                  <a:cubicBezTo>
                    <a:pt x="13479" y="9946"/>
                    <a:pt x="13635" y="9905"/>
                    <a:pt x="13788" y="9866"/>
                  </a:cubicBezTo>
                  <a:cubicBezTo>
                    <a:pt x="13974" y="9784"/>
                    <a:pt x="14305" y="9730"/>
                    <a:pt x="14500" y="9730"/>
                  </a:cubicBezTo>
                  <a:cubicBezTo>
                    <a:pt x="14502" y="9730"/>
                    <a:pt x="14505" y="9730"/>
                    <a:pt x="14507" y="9730"/>
                  </a:cubicBezTo>
                  <a:cubicBezTo>
                    <a:pt x="14664" y="9711"/>
                    <a:pt x="14823" y="9692"/>
                    <a:pt x="14977" y="9671"/>
                  </a:cubicBezTo>
                  <a:close/>
                  <a:moveTo>
                    <a:pt x="26684" y="21254"/>
                  </a:moveTo>
                  <a:cubicBezTo>
                    <a:pt x="26741" y="21254"/>
                    <a:pt x="26794" y="21320"/>
                    <a:pt x="26759" y="21385"/>
                  </a:cubicBezTo>
                  <a:cubicBezTo>
                    <a:pt x="26482" y="21939"/>
                    <a:pt x="25889" y="22470"/>
                    <a:pt x="25236" y="22470"/>
                  </a:cubicBezTo>
                  <a:cubicBezTo>
                    <a:pt x="25183" y="22470"/>
                    <a:pt x="25130" y="22467"/>
                    <a:pt x="25077" y="22460"/>
                  </a:cubicBezTo>
                  <a:cubicBezTo>
                    <a:pt x="24971" y="22445"/>
                    <a:pt x="24970" y="22314"/>
                    <a:pt x="25064" y="22282"/>
                  </a:cubicBezTo>
                  <a:cubicBezTo>
                    <a:pt x="25698" y="22080"/>
                    <a:pt x="26236" y="21881"/>
                    <a:pt x="26615" y="21294"/>
                  </a:cubicBezTo>
                  <a:cubicBezTo>
                    <a:pt x="26635" y="21265"/>
                    <a:pt x="26660" y="21254"/>
                    <a:pt x="26684" y="21254"/>
                  </a:cubicBezTo>
                  <a:close/>
                  <a:moveTo>
                    <a:pt x="5080" y="21620"/>
                  </a:moveTo>
                  <a:cubicBezTo>
                    <a:pt x="5127" y="21620"/>
                    <a:pt x="5169" y="21667"/>
                    <a:pt x="5153" y="21717"/>
                  </a:cubicBezTo>
                  <a:cubicBezTo>
                    <a:pt x="5074" y="21957"/>
                    <a:pt x="4949" y="22171"/>
                    <a:pt x="4909" y="22426"/>
                  </a:cubicBezTo>
                  <a:cubicBezTo>
                    <a:pt x="4869" y="22681"/>
                    <a:pt x="4894" y="22931"/>
                    <a:pt x="4967" y="23175"/>
                  </a:cubicBezTo>
                  <a:cubicBezTo>
                    <a:pt x="4982" y="23229"/>
                    <a:pt x="4933" y="23266"/>
                    <a:pt x="4888" y="23266"/>
                  </a:cubicBezTo>
                  <a:cubicBezTo>
                    <a:pt x="4862" y="23266"/>
                    <a:pt x="4837" y="23254"/>
                    <a:pt x="4827" y="23225"/>
                  </a:cubicBezTo>
                  <a:cubicBezTo>
                    <a:pt x="4653" y="22743"/>
                    <a:pt x="4622" y="22021"/>
                    <a:pt x="5031" y="21640"/>
                  </a:cubicBezTo>
                  <a:cubicBezTo>
                    <a:pt x="5046" y="21626"/>
                    <a:pt x="5063" y="21620"/>
                    <a:pt x="5080" y="21620"/>
                  </a:cubicBezTo>
                  <a:close/>
                  <a:moveTo>
                    <a:pt x="5916" y="22598"/>
                  </a:moveTo>
                  <a:cubicBezTo>
                    <a:pt x="5952" y="22598"/>
                    <a:pt x="5982" y="22639"/>
                    <a:pt x="5960" y="22678"/>
                  </a:cubicBezTo>
                  <a:cubicBezTo>
                    <a:pt x="5807" y="22951"/>
                    <a:pt x="5627" y="23187"/>
                    <a:pt x="5553" y="23502"/>
                  </a:cubicBezTo>
                  <a:cubicBezTo>
                    <a:pt x="5515" y="23662"/>
                    <a:pt x="5500" y="23827"/>
                    <a:pt x="5512" y="23986"/>
                  </a:cubicBezTo>
                  <a:cubicBezTo>
                    <a:pt x="5518" y="24162"/>
                    <a:pt x="5548" y="24340"/>
                    <a:pt x="5605" y="24510"/>
                  </a:cubicBezTo>
                  <a:cubicBezTo>
                    <a:pt x="5611" y="24529"/>
                    <a:pt x="5593" y="24543"/>
                    <a:pt x="5576" y="24543"/>
                  </a:cubicBezTo>
                  <a:cubicBezTo>
                    <a:pt x="5567" y="24543"/>
                    <a:pt x="5557" y="24539"/>
                    <a:pt x="5553" y="24529"/>
                  </a:cubicBezTo>
                  <a:cubicBezTo>
                    <a:pt x="5497" y="24388"/>
                    <a:pt x="5457" y="24226"/>
                    <a:pt x="5438" y="24059"/>
                  </a:cubicBezTo>
                  <a:cubicBezTo>
                    <a:pt x="5370" y="23531"/>
                    <a:pt x="5476" y="22935"/>
                    <a:pt x="5883" y="22610"/>
                  </a:cubicBezTo>
                  <a:cubicBezTo>
                    <a:pt x="5893" y="22601"/>
                    <a:pt x="5905" y="22598"/>
                    <a:pt x="5916" y="22598"/>
                  </a:cubicBezTo>
                  <a:close/>
                  <a:moveTo>
                    <a:pt x="16126" y="1"/>
                  </a:moveTo>
                  <a:cubicBezTo>
                    <a:pt x="15897" y="1"/>
                    <a:pt x="15676" y="49"/>
                    <a:pt x="15433" y="49"/>
                  </a:cubicBezTo>
                  <a:cubicBezTo>
                    <a:pt x="15419" y="49"/>
                    <a:pt x="15404" y="48"/>
                    <a:pt x="15390" y="48"/>
                  </a:cubicBezTo>
                  <a:cubicBezTo>
                    <a:pt x="15385" y="48"/>
                    <a:pt x="15380" y="48"/>
                    <a:pt x="15375" y="48"/>
                  </a:cubicBezTo>
                  <a:cubicBezTo>
                    <a:pt x="15262" y="48"/>
                    <a:pt x="15120" y="77"/>
                    <a:pt x="15004" y="77"/>
                  </a:cubicBezTo>
                  <a:cubicBezTo>
                    <a:pt x="14999" y="77"/>
                    <a:pt x="14994" y="77"/>
                    <a:pt x="14989" y="77"/>
                  </a:cubicBezTo>
                  <a:cubicBezTo>
                    <a:pt x="14913" y="93"/>
                    <a:pt x="14837" y="108"/>
                    <a:pt x="14763" y="124"/>
                  </a:cubicBezTo>
                  <a:cubicBezTo>
                    <a:pt x="14760" y="124"/>
                    <a:pt x="14757" y="124"/>
                    <a:pt x="14754" y="124"/>
                  </a:cubicBezTo>
                  <a:cubicBezTo>
                    <a:pt x="14672" y="124"/>
                    <a:pt x="14508" y="141"/>
                    <a:pt x="14422" y="182"/>
                  </a:cubicBezTo>
                  <a:cubicBezTo>
                    <a:pt x="14307" y="233"/>
                    <a:pt x="14155" y="281"/>
                    <a:pt x="14044" y="311"/>
                  </a:cubicBezTo>
                  <a:cubicBezTo>
                    <a:pt x="13901" y="720"/>
                    <a:pt x="13930" y="1271"/>
                    <a:pt x="13876" y="1735"/>
                  </a:cubicBezTo>
                  <a:lnTo>
                    <a:pt x="13876" y="1736"/>
                  </a:lnTo>
                  <a:cubicBezTo>
                    <a:pt x="13866" y="1833"/>
                    <a:pt x="13852" y="2225"/>
                    <a:pt x="13815" y="2270"/>
                  </a:cubicBezTo>
                  <a:cubicBezTo>
                    <a:pt x="13776" y="2325"/>
                    <a:pt x="13612" y="2316"/>
                    <a:pt x="13542" y="2328"/>
                  </a:cubicBezTo>
                  <a:cubicBezTo>
                    <a:pt x="13302" y="2368"/>
                    <a:pt x="13058" y="2389"/>
                    <a:pt x="12803" y="2441"/>
                  </a:cubicBezTo>
                  <a:cubicBezTo>
                    <a:pt x="12358" y="2531"/>
                    <a:pt x="11793" y="2614"/>
                    <a:pt x="11429" y="2776"/>
                  </a:cubicBezTo>
                  <a:cubicBezTo>
                    <a:pt x="11267" y="2850"/>
                    <a:pt x="11085" y="2861"/>
                    <a:pt x="10939" y="2928"/>
                  </a:cubicBezTo>
                  <a:cubicBezTo>
                    <a:pt x="10737" y="3018"/>
                    <a:pt x="10541" y="3036"/>
                    <a:pt x="10351" y="3126"/>
                  </a:cubicBezTo>
                  <a:cubicBezTo>
                    <a:pt x="9948" y="3321"/>
                    <a:pt x="9518" y="3450"/>
                    <a:pt x="9137" y="3664"/>
                  </a:cubicBezTo>
                  <a:cubicBezTo>
                    <a:pt x="8725" y="3898"/>
                    <a:pt x="8301" y="4100"/>
                    <a:pt x="7918" y="4360"/>
                  </a:cubicBezTo>
                  <a:cubicBezTo>
                    <a:pt x="7651" y="4542"/>
                    <a:pt x="7374" y="4747"/>
                    <a:pt x="7119" y="4933"/>
                  </a:cubicBezTo>
                  <a:cubicBezTo>
                    <a:pt x="6906" y="5083"/>
                    <a:pt x="6696" y="5221"/>
                    <a:pt x="6507" y="5400"/>
                  </a:cubicBezTo>
                  <a:cubicBezTo>
                    <a:pt x="6095" y="5784"/>
                    <a:pt x="5671" y="6149"/>
                    <a:pt x="5291" y="6554"/>
                  </a:cubicBezTo>
                  <a:cubicBezTo>
                    <a:pt x="5163" y="6688"/>
                    <a:pt x="5044" y="6832"/>
                    <a:pt x="4917" y="6970"/>
                  </a:cubicBezTo>
                  <a:cubicBezTo>
                    <a:pt x="4865" y="7030"/>
                    <a:pt x="4843" y="7111"/>
                    <a:pt x="4757" y="7146"/>
                  </a:cubicBezTo>
                  <a:cubicBezTo>
                    <a:pt x="4704" y="7101"/>
                    <a:pt x="4616" y="7095"/>
                    <a:pt x="4557" y="7057"/>
                  </a:cubicBezTo>
                  <a:cubicBezTo>
                    <a:pt x="4406" y="6961"/>
                    <a:pt x="4253" y="6890"/>
                    <a:pt x="4087" y="6813"/>
                  </a:cubicBezTo>
                  <a:cubicBezTo>
                    <a:pt x="3788" y="6678"/>
                    <a:pt x="3514" y="6471"/>
                    <a:pt x="3216" y="6338"/>
                  </a:cubicBezTo>
                  <a:cubicBezTo>
                    <a:pt x="3147" y="6305"/>
                    <a:pt x="2948" y="6212"/>
                    <a:pt x="2814" y="6212"/>
                  </a:cubicBezTo>
                  <a:cubicBezTo>
                    <a:pt x="2771" y="6212"/>
                    <a:pt x="2735" y="6221"/>
                    <a:pt x="2712" y="6245"/>
                  </a:cubicBezTo>
                  <a:cubicBezTo>
                    <a:pt x="2553" y="6336"/>
                    <a:pt x="2472" y="6519"/>
                    <a:pt x="2363" y="6644"/>
                  </a:cubicBezTo>
                  <a:cubicBezTo>
                    <a:pt x="2119" y="6922"/>
                    <a:pt x="1863" y="7245"/>
                    <a:pt x="1704" y="7581"/>
                  </a:cubicBezTo>
                  <a:cubicBezTo>
                    <a:pt x="1650" y="7656"/>
                    <a:pt x="1594" y="7733"/>
                    <a:pt x="1541" y="7809"/>
                  </a:cubicBezTo>
                  <a:cubicBezTo>
                    <a:pt x="1434" y="8034"/>
                    <a:pt x="1283" y="8238"/>
                    <a:pt x="1178" y="8460"/>
                  </a:cubicBezTo>
                  <a:cubicBezTo>
                    <a:pt x="820" y="9224"/>
                    <a:pt x="454" y="9972"/>
                    <a:pt x="265" y="10851"/>
                  </a:cubicBezTo>
                  <a:cubicBezTo>
                    <a:pt x="173" y="11287"/>
                    <a:pt x="0" y="11742"/>
                    <a:pt x="105" y="12299"/>
                  </a:cubicBezTo>
                  <a:cubicBezTo>
                    <a:pt x="234" y="12349"/>
                    <a:pt x="341" y="12461"/>
                    <a:pt x="464" y="12512"/>
                  </a:cubicBezTo>
                  <a:cubicBezTo>
                    <a:pt x="509" y="12530"/>
                    <a:pt x="554" y="12520"/>
                    <a:pt x="599" y="12537"/>
                  </a:cubicBezTo>
                  <a:cubicBezTo>
                    <a:pt x="846" y="12627"/>
                    <a:pt x="1097" y="12730"/>
                    <a:pt x="1341" y="12829"/>
                  </a:cubicBezTo>
                  <a:cubicBezTo>
                    <a:pt x="1533" y="12908"/>
                    <a:pt x="1717" y="13033"/>
                    <a:pt x="1918" y="13091"/>
                  </a:cubicBezTo>
                  <a:cubicBezTo>
                    <a:pt x="1839" y="13603"/>
                    <a:pt x="1741" y="14129"/>
                    <a:pt x="1678" y="14661"/>
                  </a:cubicBezTo>
                  <a:cubicBezTo>
                    <a:pt x="1620" y="15128"/>
                    <a:pt x="1653" y="15608"/>
                    <a:pt x="1630" y="16087"/>
                  </a:cubicBezTo>
                  <a:cubicBezTo>
                    <a:pt x="1608" y="16511"/>
                    <a:pt x="1723" y="16954"/>
                    <a:pt x="1714" y="17395"/>
                  </a:cubicBezTo>
                  <a:cubicBezTo>
                    <a:pt x="1744" y="17570"/>
                    <a:pt x="1773" y="17749"/>
                    <a:pt x="1797" y="17928"/>
                  </a:cubicBezTo>
                  <a:cubicBezTo>
                    <a:pt x="1797" y="18001"/>
                    <a:pt x="1842" y="18117"/>
                    <a:pt x="1842" y="18207"/>
                  </a:cubicBezTo>
                  <a:cubicBezTo>
                    <a:pt x="1841" y="18393"/>
                    <a:pt x="1934" y="18857"/>
                    <a:pt x="2010" y="19024"/>
                  </a:cubicBezTo>
                  <a:cubicBezTo>
                    <a:pt x="2082" y="19183"/>
                    <a:pt x="2072" y="19370"/>
                    <a:pt x="2138" y="19510"/>
                  </a:cubicBezTo>
                  <a:cubicBezTo>
                    <a:pt x="2231" y="19719"/>
                    <a:pt x="2235" y="19984"/>
                    <a:pt x="2328" y="20189"/>
                  </a:cubicBezTo>
                  <a:cubicBezTo>
                    <a:pt x="2393" y="20327"/>
                    <a:pt x="2417" y="20497"/>
                    <a:pt x="2486" y="20643"/>
                  </a:cubicBezTo>
                  <a:cubicBezTo>
                    <a:pt x="2707" y="21111"/>
                    <a:pt x="2856" y="21614"/>
                    <a:pt x="3104" y="22048"/>
                  </a:cubicBezTo>
                  <a:cubicBezTo>
                    <a:pt x="3238" y="22285"/>
                    <a:pt x="3354" y="22534"/>
                    <a:pt x="3503" y="22767"/>
                  </a:cubicBezTo>
                  <a:cubicBezTo>
                    <a:pt x="3571" y="22879"/>
                    <a:pt x="3670" y="22995"/>
                    <a:pt x="3721" y="23129"/>
                  </a:cubicBezTo>
                  <a:cubicBezTo>
                    <a:pt x="3655" y="23188"/>
                    <a:pt x="3644" y="23289"/>
                    <a:pt x="3584" y="23354"/>
                  </a:cubicBezTo>
                  <a:cubicBezTo>
                    <a:pt x="3245" y="23715"/>
                    <a:pt x="2873" y="24048"/>
                    <a:pt x="2526" y="24396"/>
                  </a:cubicBezTo>
                  <a:cubicBezTo>
                    <a:pt x="2399" y="24526"/>
                    <a:pt x="2181" y="24667"/>
                    <a:pt x="2225" y="24904"/>
                  </a:cubicBezTo>
                  <a:cubicBezTo>
                    <a:pt x="2286" y="25014"/>
                    <a:pt x="2348" y="25123"/>
                    <a:pt x="2412" y="25234"/>
                  </a:cubicBezTo>
                  <a:cubicBezTo>
                    <a:pt x="2575" y="25469"/>
                    <a:pt x="2750" y="25711"/>
                    <a:pt x="2921" y="25929"/>
                  </a:cubicBezTo>
                  <a:cubicBezTo>
                    <a:pt x="2959" y="25980"/>
                    <a:pt x="2974" y="26034"/>
                    <a:pt x="3017" y="26080"/>
                  </a:cubicBezTo>
                  <a:cubicBezTo>
                    <a:pt x="3093" y="26161"/>
                    <a:pt x="3168" y="26244"/>
                    <a:pt x="3238" y="26330"/>
                  </a:cubicBezTo>
                  <a:cubicBezTo>
                    <a:pt x="3430" y="26550"/>
                    <a:pt x="3616" y="26778"/>
                    <a:pt x="3820" y="26989"/>
                  </a:cubicBezTo>
                  <a:cubicBezTo>
                    <a:pt x="4379" y="27572"/>
                    <a:pt x="5008" y="28086"/>
                    <a:pt x="5666" y="28523"/>
                  </a:cubicBezTo>
                  <a:cubicBezTo>
                    <a:pt x="5999" y="28742"/>
                    <a:pt x="6333" y="28938"/>
                    <a:pt x="6716" y="29091"/>
                  </a:cubicBezTo>
                  <a:cubicBezTo>
                    <a:pt x="6838" y="29144"/>
                    <a:pt x="6975" y="29232"/>
                    <a:pt x="7138" y="29232"/>
                  </a:cubicBezTo>
                  <a:cubicBezTo>
                    <a:pt x="7155" y="29232"/>
                    <a:pt x="7172" y="29231"/>
                    <a:pt x="7190" y="29229"/>
                  </a:cubicBezTo>
                  <a:cubicBezTo>
                    <a:pt x="7257" y="29125"/>
                    <a:pt x="7379" y="29079"/>
                    <a:pt x="7468" y="28989"/>
                  </a:cubicBezTo>
                  <a:cubicBezTo>
                    <a:pt x="7549" y="28905"/>
                    <a:pt x="7598" y="28771"/>
                    <a:pt x="7678" y="28681"/>
                  </a:cubicBezTo>
                  <a:cubicBezTo>
                    <a:pt x="7880" y="28457"/>
                    <a:pt x="8065" y="28232"/>
                    <a:pt x="8274" y="28009"/>
                  </a:cubicBezTo>
                  <a:cubicBezTo>
                    <a:pt x="8352" y="27928"/>
                    <a:pt x="8424" y="27783"/>
                    <a:pt x="8519" y="27723"/>
                  </a:cubicBezTo>
                  <a:cubicBezTo>
                    <a:pt x="8519" y="27727"/>
                    <a:pt x="8519" y="27732"/>
                    <a:pt x="8520" y="27736"/>
                  </a:cubicBezTo>
                  <a:cubicBezTo>
                    <a:pt x="8625" y="27749"/>
                    <a:pt x="8722" y="27855"/>
                    <a:pt x="8814" y="27896"/>
                  </a:cubicBezTo>
                  <a:cubicBezTo>
                    <a:pt x="9009" y="27988"/>
                    <a:pt x="9192" y="28098"/>
                    <a:pt x="9384" y="28185"/>
                  </a:cubicBezTo>
                  <a:cubicBezTo>
                    <a:pt x="9948" y="28447"/>
                    <a:pt x="10529" y="28662"/>
                    <a:pt x="11126" y="28876"/>
                  </a:cubicBezTo>
                  <a:cubicBezTo>
                    <a:pt x="11299" y="28938"/>
                    <a:pt x="11474" y="28953"/>
                    <a:pt x="11653" y="29014"/>
                  </a:cubicBezTo>
                  <a:cubicBezTo>
                    <a:pt x="12425" y="29292"/>
                    <a:pt x="13333" y="29385"/>
                    <a:pt x="14211" y="29485"/>
                  </a:cubicBezTo>
                  <a:cubicBezTo>
                    <a:pt x="14531" y="29498"/>
                    <a:pt x="14853" y="29508"/>
                    <a:pt x="15175" y="29521"/>
                  </a:cubicBezTo>
                  <a:cubicBezTo>
                    <a:pt x="15231" y="29525"/>
                    <a:pt x="15288" y="29527"/>
                    <a:pt x="15345" y="29527"/>
                  </a:cubicBezTo>
                  <a:cubicBezTo>
                    <a:pt x="15641" y="29527"/>
                    <a:pt x="15939" y="29484"/>
                    <a:pt x="16239" y="29484"/>
                  </a:cubicBezTo>
                  <a:cubicBezTo>
                    <a:pt x="16262" y="29484"/>
                    <a:pt x="16285" y="29485"/>
                    <a:pt x="16307" y="29485"/>
                  </a:cubicBezTo>
                  <a:cubicBezTo>
                    <a:pt x="16316" y="29485"/>
                    <a:pt x="16324" y="29486"/>
                    <a:pt x="16333" y="29486"/>
                  </a:cubicBezTo>
                  <a:cubicBezTo>
                    <a:pt x="16484" y="29486"/>
                    <a:pt x="16632" y="29440"/>
                    <a:pt x="16772" y="29440"/>
                  </a:cubicBezTo>
                  <a:cubicBezTo>
                    <a:pt x="16776" y="29440"/>
                    <a:pt x="16780" y="29440"/>
                    <a:pt x="16784" y="29440"/>
                  </a:cubicBezTo>
                  <a:cubicBezTo>
                    <a:pt x="16889" y="29423"/>
                    <a:pt x="16995" y="29407"/>
                    <a:pt x="17100" y="29389"/>
                  </a:cubicBezTo>
                  <a:cubicBezTo>
                    <a:pt x="17248" y="29389"/>
                    <a:pt x="17413" y="29314"/>
                    <a:pt x="17579" y="29314"/>
                  </a:cubicBezTo>
                  <a:cubicBezTo>
                    <a:pt x="17581" y="29314"/>
                    <a:pt x="17582" y="29314"/>
                    <a:pt x="17584" y="29314"/>
                  </a:cubicBezTo>
                  <a:cubicBezTo>
                    <a:pt x="17589" y="29314"/>
                    <a:pt x="17595" y="29314"/>
                    <a:pt x="17601" y="29314"/>
                  </a:cubicBezTo>
                  <a:cubicBezTo>
                    <a:pt x="17915" y="29314"/>
                    <a:pt x="18342" y="29157"/>
                    <a:pt x="18649" y="29094"/>
                  </a:cubicBezTo>
                  <a:cubicBezTo>
                    <a:pt x="18693" y="29331"/>
                    <a:pt x="18841" y="29513"/>
                    <a:pt x="18945" y="29690"/>
                  </a:cubicBezTo>
                  <a:cubicBezTo>
                    <a:pt x="19119" y="29997"/>
                    <a:pt x="19244" y="30343"/>
                    <a:pt x="19413" y="30642"/>
                  </a:cubicBezTo>
                  <a:cubicBezTo>
                    <a:pt x="19504" y="30799"/>
                    <a:pt x="19586" y="31073"/>
                    <a:pt x="19754" y="31095"/>
                  </a:cubicBezTo>
                  <a:cubicBezTo>
                    <a:pt x="19778" y="31107"/>
                    <a:pt x="19809" y="31112"/>
                    <a:pt x="19842" y="31112"/>
                  </a:cubicBezTo>
                  <a:cubicBezTo>
                    <a:pt x="19974" y="31112"/>
                    <a:pt x="20163" y="31034"/>
                    <a:pt x="20272" y="31007"/>
                  </a:cubicBezTo>
                  <a:cubicBezTo>
                    <a:pt x="20695" y="30916"/>
                    <a:pt x="21184" y="30737"/>
                    <a:pt x="21531" y="30565"/>
                  </a:cubicBezTo>
                  <a:cubicBezTo>
                    <a:pt x="21864" y="30400"/>
                    <a:pt x="22191" y="30307"/>
                    <a:pt x="22504" y="30129"/>
                  </a:cubicBezTo>
                  <a:cubicBezTo>
                    <a:pt x="23706" y="29441"/>
                    <a:pt x="24773" y="28781"/>
                    <a:pt x="25458" y="27754"/>
                  </a:cubicBezTo>
                  <a:cubicBezTo>
                    <a:pt x="25390" y="27479"/>
                    <a:pt x="25217" y="27271"/>
                    <a:pt x="25086" y="27082"/>
                  </a:cubicBezTo>
                  <a:cubicBezTo>
                    <a:pt x="24919" y="26840"/>
                    <a:pt x="24797" y="26598"/>
                    <a:pt x="24642" y="26333"/>
                  </a:cubicBezTo>
                  <a:cubicBezTo>
                    <a:pt x="24580" y="26223"/>
                    <a:pt x="24499" y="26119"/>
                    <a:pt x="24462" y="25965"/>
                  </a:cubicBezTo>
                  <a:cubicBezTo>
                    <a:pt x="24637" y="25830"/>
                    <a:pt x="24782" y="25664"/>
                    <a:pt x="24930" y="25515"/>
                  </a:cubicBezTo>
                  <a:cubicBezTo>
                    <a:pt x="25311" y="25129"/>
                    <a:pt x="25649" y="24735"/>
                    <a:pt x="26002" y="24337"/>
                  </a:cubicBezTo>
                  <a:cubicBezTo>
                    <a:pt x="26124" y="24199"/>
                    <a:pt x="26205" y="24013"/>
                    <a:pt x="26325" y="23877"/>
                  </a:cubicBezTo>
                  <a:cubicBezTo>
                    <a:pt x="26519" y="23656"/>
                    <a:pt x="26710" y="23380"/>
                    <a:pt x="26838" y="23116"/>
                  </a:cubicBezTo>
                  <a:cubicBezTo>
                    <a:pt x="26928" y="22979"/>
                    <a:pt x="27018" y="22842"/>
                    <a:pt x="27108" y="22707"/>
                  </a:cubicBezTo>
                  <a:cubicBezTo>
                    <a:pt x="27236" y="22440"/>
                    <a:pt x="27383" y="22191"/>
                    <a:pt x="27508" y="21918"/>
                  </a:cubicBezTo>
                  <a:cubicBezTo>
                    <a:pt x="27710" y="21481"/>
                    <a:pt x="27930" y="21047"/>
                    <a:pt x="28098" y="20589"/>
                  </a:cubicBezTo>
                  <a:cubicBezTo>
                    <a:pt x="28189" y="20355"/>
                    <a:pt x="28234" y="20115"/>
                    <a:pt x="28318" y="19876"/>
                  </a:cubicBezTo>
                  <a:cubicBezTo>
                    <a:pt x="28437" y="19549"/>
                    <a:pt x="28540" y="19181"/>
                    <a:pt x="28615" y="18834"/>
                  </a:cubicBezTo>
                  <a:cubicBezTo>
                    <a:pt x="28670" y="18572"/>
                    <a:pt x="28693" y="18326"/>
                    <a:pt x="28744" y="18057"/>
                  </a:cubicBezTo>
                  <a:cubicBezTo>
                    <a:pt x="28818" y="17672"/>
                    <a:pt x="28885" y="17255"/>
                    <a:pt x="28897" y="16835"/>
                  </a:cubicBezTo>
                  <a:cubicBezTo>
                    <a:pt x="28958" y="16820"/>
                    <a:pt x="28987" y="16798"/>
                    <a:pt x="29019" y="16782"/>
                  </a:cubicBezTo>
                  <a:cubicBezTo>
                    <a:pt x="29103" y="16736"/>
                    <a:pt x="29244" y="16746"/>
                    <a:pt x="29321" y="16734"/>
                  </a:cubicBezTo>
                  <a:cubicBezTo>
                    <a:pt x="29574" y="16692"/>
                    <a:pt x="29826" y="16619"/>
                    <a:pt x="30056" y="16619"/>
                  </a:cubicBezTo>
                  <a:cubicBezTo>
                    <a:pt x="30061" y="16619"/>
                    <a:pt x="30065" y="16620"/>
                    <a:pt x="30070" y="16620"/>
                  </a:cubicBezTo>
                  <a:cubicBezTo>
                    <a:pt x="30199" y="16620"/>
                    <a:pt x="30327" y="16569"/>
                    <a:pt x="30441" y="16569"/>
                  </a:cubicBezTo>
                  <a:cubicBezTo>
                    <a:pt x="30442" y="16569"/>
                    <a:pt x="30444" y="16569"/>
                    <a:pt x="30446" y="16569"/>
                  </a:cubicBezTo>
                  <a:cubicBezTo>
                    <a:pt x="30587" y="16569"/>
                    <a:pt x="31007" y="16462"/>
                    <a:pt x="31061" y="16401"/>
                  </a:cubicBezTo>
                  <a:cubicBezTo>
                    <a:pt x="31165" y="16340"/>
                    <a:pt x="31143" y="16239"/>
                    <a:pt x="31159" y="16121"/>
                  </a:cubicBezTo>
                  <a:cubicBezTo>
                    <a:pt x="31202" y="15848"/>
                    <a:pt x="31173" y="15554"/>
                    <a:pt x="31189" y="15250"/>
                  </a:cubicBezTo>
                  <a:cubicBezTo>
                    <a:pt x="31202" y="15052"/>
                    <a:pt x="31171" y="14820"/>
                    <a:pt x="31175" y="14610"/>
                  </a:cubicBezTo>
                  <a:cubicBezTo>
                    <a:pt x="31166" y="14543"/>
                    <a:pt x="31156" y="14474"/>
                    <a:pt x="31146" y="14407"/>
                  </a:cubicBezTo>
                  <a:cubicBezTo>
                    <a:pt x="31152" y="14187"/>
                    <a:pt x="31077" y="13928"/>
                    <a:pt x="31079" y="13697"/>
                  </a:cubicBezTo>
                  <a:cubicBezTo>
                    <a:pt x="31064" y="13623"/>
                    <a:pt x="31048" y="13547"/>
                    <a:pt x="31034" y="13472"/>
                  </a:cubicBezTo>
                  <a:cubicBezTo>
                    <a:pt x="31035" y="13231"/>
                    <a:pt x="30941" y="12931"/>
                    <a:pt x="30888" y="12701"/>
                  </a:cubicBezTo>
                  <a:cubicBezTo>
                    <a:pt x="30750" y="12091"/>
                    <a:pt x="30603" y="11528"/>
                    <a:pt x="30366" y="11054"/>
                  </a:cubicBezTo>
                  <a:cubicBezTo>
                    <a:pt x="30204" y="10730"/>
                    <a:pt x="30089" y="10429"/>
                    <a:pt x="29910" y="10167"/>
                  </a:cubicBezTo>
                  <a:cubicBezTo>
                    <a:pt x="29844" y="10068"/>
                    <a:pt x="29786" y="9894"/>
                    <a:pt x="29654" y="9894"/>
                  </a:cubicBezTo>
                  <a:cubicBezTo>
                    <a:pt x="29647" y="9894"/>
                    <a:pt x="29639" y="9894"/>
                    <a:pt x="29631" y="9895"/>
                  </a:cubicBezTo>
                  <a:cubicBezTo>
                    <a:pt x="29618" y="9890"/>
                    <a:pt x="29600" y="9888"/>
                    <a:pt x="29580" y="9888"/>
                  </a:cubicBezTo>
                  <a:cubicBezTo>
                    <a:pt x="29497" y="9888"/>
                    <a:pt x="29369" y="9921"/>
                    <a:pt x="29296" y="9924"/>
                  </a:cubicBezTo>
                  <a:cubicBezTo>
                    <a:pt x="29218" y="9930"/>
                    <a:pt x="28758" y="10061"/>
                    <a:pt x="28641" y="10112"/>
                  </a:cubicBezTo>
                  <a:cubicBezTo>
                    <a:pt x="28520" y="10138"/>
                    <a:pt x="28398" y="10163"/>
                    <a:pt x="28277" y="10189"/>
                  </a:cubicBezTo>
                  <a:cubicBezTo>
                    <a:pt x="28203" y="10220"/>
                    <a:pt x="27928" y="10281"/>
                    <a:pt x="27795" y="10281"/>
                  </a:cubicBezTo>
                  <a:cubicBezTo>
                    <a:pt x="27766" y="10281"/>
                    <a:pt x="27744" y="10278"/>
                    <a:pt x="27732" y="10272"/>
                  </a:cubicBezTo>
                  <a:cubicBezTo>
                    <a:pt x="27688" y="10227"/>
                    <a:pt x="27677" y="10153"/>
                    <a:pt x="27649" y="10089"/>
                  </a:cubicBezTo>
                  <a:cubicBezTo>
                    <a:pt x="27645" y="10073"/>
                    <a:pt x="27640" y="10060"/>
                    <a:pt x="27633" y="10045"/>
                  </a:cubicBezTo>
                  <a:cubicBezTo>
                    <a:pt x="27523" y="9842"/>
                    <a:pt x="27437" y="9619"/>
                    <a:pt x="27321" y="9416"/>
                  </a:cubicBezTo>
                  <a:cubicBezTo>
                    <a:pt x="26991" y="8847"/>
                    <a:pt x="26656" y="8295"/>
                    <a:pt x="26290" y="7778"/>
                  </a:cubicBezTo>
                  <a:cubicBezTo>
                    <a:pt x="25715" y="6970"/>
                    <a:pt x="24999" y="6239"/>
                    <a:pt x="24296" y="5606"/>
                  </a:cubicBezTo>
                  <a:cubicBezTo>
                    <a:pt x="23985" y="5326"/>
                    <a:pt x="23625" y="5093"/>
                    <a:pt x="23308" y="4814"/>
                  </a:cubicBezTo>
                  <a:lnTo>
                    <a:pt x="23087" y="4679"/>
                  </a:lnTo>
                  <a:cubicBezTo>
                    <a:pt x="22909" y="4522"/>
                    <a:pt x="22691" y="4378"/>
                    <a:pt x="22479" y="4279"/>
                  </a:cubicBezTo>
                  <a:cubicBezTo>
                    <a:pt x="22355" y="4195"/>
                    <a:pt x="22229" y="4112"/>
                    <a:pt x="22101" y="4027"/>
                  </a:cubicBezTo>
                  <a:cubicBezTo>
                    <a:pt x="21847" y="3908"/>
                    <a:pt x="21605" y="3757"/>
                    <a:pt x="21354" y="3633"/>
                  </a:cubicBezTo>
                  <a:cubicBezTo>
                    <a:pt x="21310" y="3610"/>
                    <a:pt x="21265" y="3588"/>
                    <a:pt x="21220" y="3567"/>
                  </a:cubicBezTo>
                  <a:cubicBezTo>
                    <a:pt x="21022" y="3476"/>
                    <a:pt x="20826" y="3382"/>
                    <a:pt x="20625" y="3295"/>
                  </a:cubicBezTo>
                  <a:cubicBezTo>
                    <a:pt x="20542" y="3258"/>
                    <a:pt x="20399" y="3255"/>
                    <a:pt x="20361" y="3154"/>
                  </a:cubicBezTo>
                  <a:cubicBezTo>
                    <a:pt x="20390" y="3091"/>
                    <a:pt x="20369" y="3010"/>
                    <a:pt x="20383" y="2938"/>
                  </a:cubicBezTo>
                  <a:cubicBezTo>
                    <a:pt x="20412" y="2790"/>
                    <a:pt x="20426" y="2629"/>
                    <a:pt x="20457" y="2464"/>
                  </a:cubicBezTo>
                  <a:cubicBezTo>
                    <a:pt x="20502" y="2230"/>
                    <a:pt x="20532" y="1989"/>
                    <a:pt x="20583" y="1745"/>
                  </a:cubicBezTo>
                  <a:cubicBezTo>
                    <a:pt x="20630" y="1511"/>
                    <a:pt x="20698" y="1259"/>
                    <a:pt x="20622" y="976"/>
                  </a:cubicBezTo>
                  <a:cubicBezTo>
                    <a:pt x="20551" y="944"/>
                    <a:pt x="20486" y="880"/>
                    <a:pt x="20412" y="849"/>
                  </a:cubicBezTo>
                  <a:cubicBezTo>
                    <a:pt x="19776" y="571"/>
                    <a:pt x="19057" y="387"/>
                    <a:pt x="18349" y="239"/>
                  </a:cubicBezTo>
                  <a:cubicBezTo>
                    <a:pt x="18145" y="195"/>
                    <a:pt x="17957" y="191"/>
                    <a:pt x="17752" y="150"/>
                  </a:cubicBezTo>
                  <a:cubicBezTo>
                    <a:pt x="17274" y="58"/>
                    <a:pt x="16752" y="42"/>
                    <a:pt x="16232" y="4"/>
                  </a:cubicBezTo>
                  <a:cubicBezTo>
                    <a:pt x="16196" y="2"/>
                    <a:pt x="16161" y="1"/>
                    <a:pt x="161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20"/>
            <p:cNvSpPr/>
            <p:nvPr/>
          </p:nvSpPr>
          <p:spPr>
            <a:xfrm>
              <a:off x="720427" y="3963717"/>
              <a:ext cx="356457" cy="350657"/>
            </a:xfrm>
            <a:custGeom>
              <a:rect b="b" l="l" r="r" t="t"/>
              <a:pathLst>
                <a:path extrusionOk="0" h="12394" w="12599">
                  <a:moveTo>
                    <a:pt x="6405" y="220"/>
                  </a:moveTo>
                  <a:cubicBezTo>
                    <a:pt x="6607" y="220"/>
                    <a:pt x="6804" y="228"/>
                    <a:pt x="6993" y="263"/>
                  </a:cubicBezTo>
                  <a:cubicBezTo>
                    <a:pt x="8817" y="607"/>
                    <a:pt x="10171" y="1402"/>
                    <a:pt x="11209" y="2935"/>
                  </a:cubicBezTo>
                  <a:cubicBezTo>
                    <a:pt x="11449" y="3287"/>
                    <a:pt x="11607" y="3701"/>
                    <a:pt x="11807" y="4121"/>
                  </a:cubicBezTo>
                  <a:cubicBezTo>
                    <a:pt x="11876" y="4347"/>
                    <a:pt x="11943" y="4573"/>
                    <a:pt x="12013" y="4799"/>
                  </a:cubicBezTo>
                  <a:cubicBezTo>
                    <a:pt x="12599" y="7695"/>
                    <a:pt x="11399" y="9870"/>
                    <a:pt x="9546" y="11151"/>
                  </a:cubicBezTo>
                  <a:cubicBezTo>
                    <a:pt x="9239" y="11365"/>
                    <a:pt x="8887" y="11548"/>
                    <a:pt x="8512" y="11731"/>
                  </a:cubicBezTo>
                  <a:cubicBezTo>
                    <a:pt x="8361" y="11805"/>
                    <a:pt x="8198" y="11836"/>
                    <a:pt x="8051" y="11905"/>
                  </a:cubicBezTo>
                  <a:cubicBezTo>
                    <a:pt x="8005" y="11914"/>
                    <a:pt x="7958" y="11924"/>
                    <a:pt x="7913" y="11934"/>
                  </a:cubicBezTo>
                  <a:cubicBezTo>
                    <a:pt x="7729" y="12018"/>
                    <a:pt x="7278" y="12125"/>
                    <a:pt x="7057" y="12125"/>
                  </a:cubicBezTo>
                  <a:cubicBezTo>
                    <a:pt x="7054" y="12125"/>
                    <a:pt x="7051" y="12125"/>
                    <a:pt x="7048" y="12125"/>
                  </a:cubicBezTo>
                  <a:cubicBezTo>
                    <a:pt x="6984" y="12138"/>
                    <a:pt x="6921" y="12151"/>
                    <a:pt x="6859" y="12164"/>
                  </a:cubicBezTo>
                  <a:cubicBezTo>
                    <a:pt x="6673" y="12176"/>
                    <a:pt x="6488" y="12187"/>
                    <a:pt x="6302" y="12201"/>
                  </a:cubicBezTo>
                  <a:cubicBezTo>
                    <a:pt x="5809" y="12174"/>
                    <a:pt x="5354" y="12161"/>
                    <a:pt x="4912" y="12067"/>
                  </a:cubicBezTo>
                  <a:cubicBezTo>
                    <a:pt x="3218" y="11700"/>
                    <a:pt x="1847" y="10664"/>
                    <a:pt x="939" y="9096"/>
                  </a:cubicBezTo>
                  <a:cubicBezTo>
                    <a:pt x="771" y="8809"/>
                    <a:pt x="673" y="8479"/>
                    <a:pt x="523" y="8160"/>
                  </a:cubicBezTo>
                  <a:cubicBezTo>
                    <a:pt x="462" y="8025"/>
                    <a:pt x="456" y="7866"/>
                    <a:pt x="398" y="7740"/>
                  </a:cubicBezTo>
                  <a:cubicBezTo>
                    <a:pt x="382" y="7666"/>
                    <a:pt x="367" y="7589"/>
                    <a:pt x="350" y="7513"/>
                  </a:cubicBezTo>
                  <a:cubicBezTo>
                    <a:pt x="306" y="7302"/>
                    <a:pt x="247" y="7077"/>
                    <a:pt x="248" y="6891"/>
                  </a:cubicBezTo>
                  <a:cubicBezTo>
                    <a:pt x="251" y="6682"/>
                    <a:pt x="188" y="6517"/>
                    <a:pt x="197" y="6324"/>
                  </a:cubicBezTo>
                  <a:cubicBezTo>
                    <a:pt x="222" y="5878"/>
                    <a:pt x="239" y="5460"/>
                    <a:pt x="319" y="5066"/>
                  </a:cubicBezTo>
                  <a:cubicBezTo>
                    <a:pt x="625" y="3544"/>
                    <a:pt x="1436" y="2217"/>
                    <a:pt x="2695" y="1328"/>
                  </a:cubicBezTo>
                  <a:cubicBezTo>
                    <a:pt x="2922" y="1168"/>
                    <a:pt x="3153" y="1052"/>
                    <a:pt x="3407" y="907"/>
                  </a:cubicBezTo>
                  <a:cubicBezTo>
                    <a:pt x="3639" y="774"/>
                    <a:pt x="3925" y="673"/>
                    <a:pt x="4185" y="550"/>
                  </a:cubicBezTo>
                  <a:cubicBezTo>
                    <a:pt x="4318" y="514"/>
                    <a:pt x="4450" y="478"/>
                    <a:pt x="4581" y="443"/>
                  </a:cubicBezTo>
                  <a:cubicBezTo>
                    <a:pt x="4776" y="356"/>
                    <a:pt x="5167" y="276"/>
                    <a:pt x="5386" y="276"/>
                  </a:cubicBezTo>
                  <a:cubicBezTo>
                    <a:pt x="5390" y="276"/>
                    <a:pt x="5394" y="276"/>
                    <a:pt x="5398" y="276"/>
                  </a:cubicBezTo>
                  <a:cubicBezTo>
                    <a:pt x="5529" y="258"/>
                    <a:pt x="5661" y="239"/>
                    <a:pt x="5792" y="222"/>
                  </a:cubicBezTo>
                  <a:cubicBezTo>
                    <a:pt x="5851" y="224"/>
                    <a:pt x="5910" y="224"/>
                    <a:pt x="5968" y="224"/>
                  </a:cubicBezTo>
                  <a:cubicBezTo>
                    <a:pt x="6115" y="224"/>
                    <a:pt x="6262" y="220"/>
                    <a:pt x="6405" y="220"/>
                  </a:cubicBezTo>
                  <a:close/>
                  <a:moveTo>
                    <a:pt x="5885" y="15"/>
                  </a:moveTo>
                  <a:cubicBezTo>
                    <a:pt x="5726" y="36"/>
                    <a:pt x="5569" y="55"/>
                    <a:pt x="5412" y="74"/>
                  </a:cubicBezTo>
                  <a:cubicBezTo>
                    <a:pt x="5408" y="73"/>
                    <a:pt x="5403" y="73"/>
                    <a:pt x="5398" y="73"/>
                  </a:cubicBezTo>
                  <a:cubicBezTo>
                    <a:pt x="5202" y="73"/>
                    <a:pt x="4877" y="129"/>
                    <a:pt x="4693" y="209"/>
                  </a:cubicBezTo>
                  <a:cubicBezTo>
                    <a:pt x="4540" y="248"/>
                    <a:pt x="4384" y="289"/>
                    <a:pt x="4232" y="328"/>
                  </a:cubicBezTo>
                  <a:cubicBezTo>
                    <a:pt x="3940" y="463"/>
                    <a:pt x="3633" y="558"/>
                    <a:pt x="3378" y="702"/>
                  </a:cubicBezTo>
                  <a:cubicBezTo>
                    <a:pt x="3083" y="869"/>
                    <a:pt x="2819" y="1001"/>
                    <a:pt x="2560" y="1184"/>
                  </a:cubicBezTo>
                  <a:cubicBezTo>
                    <a:pt x="1270" y="2100"/>
                    <a:pt x="443" y="3464"/>
                    <a:pt x="129" y="5027"/>
                  </a:cubicBezTo>
                  <a:cubicBezTo>
                    <a:pt x="50" y="5412"/>
                    <a:pt x="26" y="5822"/>
                    <a:pt x="1" y="6258"/>
                  </a:cubicBezTo>
                  <a:cubicBezTo>
                    <a:pt x="11" y="6427"/>
                    <a:pt x="18" y="6597"/>
                    <a:pt x="27" y="6764"/>
                  </a:cubicBezTo>
                  <a:cubicBezTo>
                    <a:pt x="36" y="6809"/>
                    <a:pt x="45" y="6856"/>
                    <a:pt x="56" y="6903"/>
                  </a:cubicBezTo>
                  <a:cubicBezTo>
                    <a:pt x="52" y="7094"/>
                    <a:pt x="122" y="7363"/>
                    <a:pt x="164" y="7549"/>
                  </a:cubicBezTo>
                  <a:cubicBezTo>
                    <a:pt x="181" y="7637"/>
                    <a:pt x="200" y="7725"/>
                    <a:pt x="218" y="7813"/>
                  </a:cubicBezTo>
                  <a:cubicBezTo>
                    <a:pt x="276" y="7938"/>
                    <a:pt x="282" y="8098"/>
                    <a:pt x="343" y="8233"/>
                  </a:cubicBezTo>
                  <a:cubicBezTo>
                    <a:pt x="478" y="8521"/>
                    <a:pt x="565" y="8830"/>
                    <a:pt x="718" y="9099"/>
                  </a:cubicBezTo>
                  <a:cubicBezTo>
                    <a:pt x="1666" y="10757"/>
                    <a:pt x="3092" y="11878"/>
                    <a:pt x="4877" y="12256"/>
                  </a:cubicBezTo>
                  <a:cubicBezTo>
                    <a:pt x="5236" y="12333"/>
                    <a:pt x="5610" y="12358"/>
                    <a:pt x="5994" y="12394"/>
                  </a:cubicBezTo>
                  <a:lnTo>
                    <a:pt x="6621" y="12384"/>
                  </a:lnTo>
                  <a:cubicBezTo>
                    <a:pt x="6786" y="12362"/>
                    <a:pt x="6953" y="12342"/>
                    <a:pt x="7118" y="12320"/>
                  </a:cubicBezTo>
                  <a:cubicBezTo>
                    <a:pt x="7193" y="12304"/>
                    <a:pt x="7269" y="12289"/>
                    <a:pt x="7343" y="12272"/>
                  </a:cubicBezTo>
                  <a:cubicBezTo>
                    <a:pt x="7346" y="12272"/>
                    <a:pt x="7349" y="12272"/>
                    <a:pt x="7352" y="12272"/>
                  </a:cubicBezTo>
                  <a:cubicBezTo>
                    <a:pt x="7529" y="12272"/>
                    <a:pt x="7963" y="12143"/>
                    <a:pt x="8114" y="12074"/>
                  </a:cubicBezTo>
                  <a:cubicBezTo>
                    <a:pt x="8236" y="12020"/>
                    <a:pt x="8343" y="12020"/>
                    <a:pt x="8458" y="11964"/>
                  </a:cubicBezTo>
                  <a:cubicBezTo>
                    <a:pt x="8868" y="11761"/>
                    <a:pt x="9274" y="11600"/>
                    <a:pt x="9617" y="11359"/>
                  </a:cubicBezTo>
                  <a:cubicBezTo>
                    <a:pt x="10680" y="10611"/>
                    <a:pt x="11426" y="9691"/>
                    <a:pt x="11913" y="8567"/>
                  </a:cubicBezTo>
                  <a:cubicBezTo>
                    <a:pt x="11985" y="8399"/>
                    <a:pt x="12017" y="8226"/>
                    <a:pt x="12081" y="8047"/>
                  </a:cubicBezTo>
                  <a:cubicBezTo>
                    <a:pt x="12414" y="7124"/>
                    <a:pt x="12490" y="6017"/>
                    <a:pt x="12189" y="4682"/>
                  </a:cubicBezTo>
                  <a:cubicBezTo>
                    <a:pt x="12124" y="4469"/>
                    <a:pt x="12058" y="4256"/>
                    <a:pt x="11991" y="4041"/>
                  </a:cubicBezTo>
                  <a:cubicBezTo>
                    <a:pt x="11785" y="3607"/>
                    <a:pt x="11618" y="3182"/>
                    <a:pt x="11373" y="2819"/>
                  </a:cubicBezTo>
                  <a:cubicBezTo>
                    <a:pt x="10327" y="1273"/>
                    <a:pt x="8912" y="423"/>
                    <a:pt x="7074" y="72"/>
                  </a:cubicBezTo>
                  <a:cubicBezTo>
                    <a:pt x="6700" y="1"/>
                    <a:pt x="6292" y="30"/>
                    <a:pt x="5885"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20"/>
            <p:cNvSpPr/>
            <p:nvPr/>
          </p:nvSpPr>
          <p:spPr>
            <a:xfrm>
              <a:off x="456890" y="3684478"/>
              <a:ext cx="896731" cy="892402"/>
            </a:xfrm>
            <a:custGeom>
              <a:rect b="b" l="l" r="r" t="t"/>
              <a:pathLst>
                <a:path extrusionOk="0" h="31542" w="31695">
                  <a:moveTo>
                    <a:pt x="16339" y="218"/>
                  </a:moveTo>
                  <a:cubicBezTo>
                    <a:pt x="16375" y="218"/>
                    <a:pt x="16411" y="219"/>
                    <a:pt x="16447" y="221"/>
                  </a:cubicBezTo>
                  <a:cubicBezTo>
                    <a:pt x="16971" y="259"/>
                    <a:pt x="17491" y="277"/>
                    <a:pt x="17971" y="367"/>
                  </a:cubicBezTo>
                  <a:cubicBezTo>
                    <a:pt x="18176" y="407"/>
                    <a:pt x="18364" y="412"/>
                    <a:pt x="18566" y="454"/>
                  </a:cubicBezTo>
                  <a:cubicBezTo>
                    <a:pt x="19274" y="604"/>
                    <a:pt x="19995" y="787"/>
                    <a:pt x="20629" y="1065"/>
                  </a:cubicBezTo>
                  <a:cubicBezTo>
                    <a:pt x="20701" y="1098"/>
                    <a:pt x="20767" y="1159"/>
                    <a:pt x="20838" y="1193"/>
                  </a:cubicBezTo>
                  <a:cubicBezTo>
                    <a:pt x="20915" y="1476"/>
                    <a:pt x="20847" y="1726"/>
                    <a:pt x="20800" y="1960"/>
                  </a:cubicBezTo>
                  <a:cubicBezTo>
                    <a:pt x="20751" y="2204"/>
                    <a:pt x="20719" y="2446"/>
                    <a:pt x="20674" y="2683"/>
                  </a:cubicBezTo>
                  <a:cubicBezTo>
                    <a:pt x="20642" y="2844"/>
                    <a:pt x="20629" y="3006"/>
                    <a:pt x="20601" y="3157"/>
                  </a:cubicBezTo>
                  <a:cubicBezTo>
                    <a:pt x="20587" y="3229"/>
                    <a:pt x="20605" y="3309"/>
                    <a:pt x="20578" y="3371"/>
                  </a:cubicBezTo>
                  <a:cubicBezTo>
                    <a:pt x="20617" y="3472"/>
                    <a:pt x="20760" y="3477"/>
                    <a:pt x="20844" y="3513"/>
                  </a:cubicBezTo>
                  <a:cubicBezTo>
                    <a:pt x="21042" y="3599"/>
                    <a:pt x="21238" y="3695"/>
                    <a:pt x="21436" y="3783"/>
                  </a:cubicBezTo>
                  <a:cubicBezTo>
                    <a:pt x="21738" y="3920"/>
                    <a:pt x="22017" y="4102"/>
                    <a:pt x="22318" y="4246"/>
                  </a:cubicBezTo>
                  <a:cubicBezTo>
                    <a:pt x="22443" y="4329"/>
                    <a:pt x="22570" y="4413"/>
                    <a:pt x="22696" y="4494"/>
                  </a:cubicBezTo>
                  <a:cubicBezTo>
                    <a:pt x="22908" y="4596"/>
                    <a:pt x="23125" y="4740"/>
                    <a:pt x="23302" y="4894"/>
                  </a:cubicBezTo>
                  <a:cubicBezTo>
                    <a:pt x="23377" y="4939"/>
                    <a:pt x="23452" y="4984"/>
                    <a:pt x="23528" y="5032"/>
                  </a:cubicBezTo>
                  <a:cubicBezTo>
                    <a:pt x="23845" y="5310"/>
                    <a:pt x="24202" y="5541"/>
                    <a:pt x="24516" y="5825"/>
                  </a:cubicBezTo>
                  <a:cubicBezTo>
                    <a:pt x="25217" y="6457"/>
                    <a:pt x="25934" y="7190"/>
                    <a:pt x="26508" y="7997"/>
                  </a:cubicBezTo>
                  <a:cubicBezTo>
                    <a:pt x="26876" y="8513"/>
                    <a:pt x="27208" y="9063"/>
                    <a:pt x="27539" y="9632"/>
                  </a:cubicBezTo>
                  <a:cubicBezTo>
                    <a:pt x="27657" y="9836"/>
                    <a:pt x="27743" y="10058"/>
                    <a:pt x="27852" y="10262"/>
                  </a:cubicBezTo>
                  <a:cubicBezTo>
                    <a:pt x="27892" y="10338"/>
                    <a:pt x="27898" y="10435"/>
                    <a:pt x="27952" y="10492"/>
                  </a:cubicBezTo>
                  <a:cubicBezTo>
                    <a:pt x="27964" y="10498"/>
                    <a:pt x="27985" y="10500"/>
                    <a:pt x="28012" y="10500"/>
                  </a:cubicBezTo>
                  <a:cubicBezTo>
                    <a:pt x="28145" y="10500"/>
                    <a:pt x="28425" y="10437"/>
                    <a:pt x="28497" y="10406"/>
                  </a:cubicBezTo>
                  <a:cubicBezTo>
                    <a:pt x="28619" y="10381"/>
                    <a:pt x="28740" y="10355"/>
                    <a:pt x="28862" y="10332"/>
                  </a:cubicBezTo>
                  <a:cubicBezTo>
                    <a:pt x="28977" y="10281"/>
                    <a:pt x="29436" y="10149"/>
                    <a:pt x="29518" y="10144"/>
                  </a:cubicBezTo>
                  <a:cubicBezTo>
                    <a:pt x="29591" y="10142"/>
                    <a:pt x="29720" y="10108"/>
                    <a:pt x="29802" y="10108"/>
                  </a:cubicBezTo>
                  <a:cubicBezTo>
                    <a:pt x="29822" y="10108"/>
                    <a:pt x="29839" y="10110"/>
                    <a:pt x="29852" y="10115"/>
                  </a:cubicBezTo>
                  <a:cubicBezTo>
                    <a:pt x="29860" y="10114"/>
                    <a:pt x="29868" y="10113"/>
                    <a:pt x="29876" y="10113"/>
                  </a:cubicBezTo>
                  <a:cubicBezTo>
                    <a:pt x="30008" y="10113"/>
                    <a:pt x="30065" y="10289"/>
                    <a:pt x="30131" y="10386"/>
                  </a:cubicBezTo>
                  <a:cubicBezTo>
                    <a:pt x="30313" y="10650"/>
                    <a:pt x="30427" y="10953"/>
                    <a:pt x="30589" y="11275"/>
                  </a:cubicBezTo>
                  <a:cubicBezTo>
                    <a:pt x="30825" y="11748"/>
                    <a:pt x="30972" y="12312"/>
                    <a:pt x="31110" y="12923"/>
                  </a:cubicBezTo>
                  <a:cubicBezTo>
                    <a:pt x="31164" y="13152"/>
                    <a:pt x="31257" y="13450"/>
                    <a:pt x="31255" y="13692"/>
                  </a:cubicBezTo>
                  <a:cubicBezTo>
                    <a:pt x="31273" y="13766"/>
                    <a:pt x="31286" y="13843"/>
                    <a:pt x="31303" y="13919"/>
                  </a:cubicBezTo>
                  <a:cubicBezTo>
                    <a:pt x="31299" y="14150"/>
                    <a:pt x="31373" y="14406"/>
                    <a:pt x="31370" y="14627"/>
                  </a:cubicBezTo>
                  <a:cubicBezTo>
                    <a:pt x="31379" y="14693"/>
                    <a:pt x="31391" y="14762"/>
                    <a:pt x="31399" y="14830"/>
                  </a:cubicBezTo>
                  <a:cubicBezTo>
                    <a:pt x="31393" y="15037"/>
                    <a:pt x="31424" y="15269"/>
                    <a:pt x="31412" y="15470"/>
                  </a:cubicBezTo>
                  <a:cubicBezTo>
                    <a:pt x="31395" y="15772"/>
                    <a:pt x="31422" y="16067"/>
                    <a:pt x="31380" y="16339"/>
                  </a:cubicBezTo>
                  <a:cubicBezTo>
                    <a:pt x="31363" y="16458"/>
                    <a:pt x="31385" y="16560"/>
                    <a:pt x="31281" y="16621"/>
                  </a:cubicBezTo>
                  <a:cubicBezTo>
                    <a:pt x="31226" y="16679"/>
                    <a:pt x="30794" y="16789"/>
                    <a:pt x="30661" y="16789"/>
                  </a:cubicBezTo>
                  <a:cubicBezTo>
                    <a:pt x="30659" y="16788"/>
                    <a:pt x="30658" y="16788"/>
                    <a:pt x="30656" y="16788"/>
                  </a:cubicBezTo>
                  <a:cubicBezTo>
                    <a:pt x="30545" y="16788"/>
                    <a:pt x="30422" y="16838"/>
                    <a:pt x="30298" y="16838"/>
                  </a:cubicBezTo>
                  <a:cubicBezTo>
                    <a:pt x="30296" y="16838"/>
                    <a:pt x="30295" y="16838"/>
                    <a:pt x="30293" y="16838"/>
                  </a:cubicBezTo>
                  <a:cubicBezTo>
                    <a:pt x="30290" y="16838"/>
                    <a:pt x="30288" y="16838"/>
                    <a:pt x="30286" y="16838"/>
                  </a:cubicBezTo>
                  <a:cubicBezTo>
                    <a:pt x="30052" y="16838"/>
                    <a:pt x="29797" y="16910"/>
                    <a:pt x="29544" y="16953"/>
                  </a:cubicBezTo>
                  <a:cubicBezTo>
                    <a:pt x="29466" y="16964"/>
                    <a:pt x="29327" y="16956"/>
                    <a:pt x="29240" y="17001"/>
                  </a:cubicBezTo>
                  <a:cubicBezTo>
                    <a:pt x="29211" y="17018"/>
                    <a:pt x="29181" y="17040"/>
                    <a:pt x="29120" y="17052"/>
                  </a:cubicBezTo>
                  <a:cubicBezTo>
                    <a:pt x="29105" y="17470"/>
                    <a:pt x="29040" y="17891"/>
                    <a:pt x="28965" y="18277"/>
                  </a:cubicBezTo>
                  <a:cubicBezTo>
                    <a:pt x="28915" y="18545"/>
                    <a:pt x="28891" y="18789"/>
                    <a:pt x="28837" y="19051"/>
                  </a:cubicBezTo>
                  <a:cubicBezTo>
                    <a:pt x="28762" y="19400"/>
                    <a:pt x="28657" y="19768"/>
                    <a:pt x="28541" y="20095"/>
                  </a:cubicBezTo>
                  <a:cubicBezTo>
                    <a:pt x="28455" y="20335"/>
                    <a:pt x="28410" y="20573"/>
                    <a:pt x="28321" y="20809"/>
                  </a:cubicBezTo>
                  <a:cubicBezTo>
                    <a:pt x="28148" y="21267"/>
                    <a:pt x="27929" y="21701"/>
                    <a:pt x="27730" y="22136"/>
                  </a:cubicBezTo>
                  <a:cubicBezTo>
                    <a:pt x="27605" y="22408"/>
                    <a:pt x="27458" y="22656"/>
                    <a:pt x="27328" y="22925"/>
                  </a:cubicBezTo>
                  <a:cubicBezTo>
                    <a:pt x="27240" y="23062"/>
                    <a:pt x="27148" y="23199"/>
                    <a:pt x="27059" y="23335"/>
                  </a:cubicBezTo>
                  <a:cubicBezTo>
                    <a:pt x="26933" y="23600"/>
                    <a:pt x="26741" y="23875"/>
                    <a:pt x="26548" y="24094"/>
                  </a:cubicBezTo>
                  <a:cubicBezTo>
                    <a:pt x="26427" y="24232"/>
                    <a:pt x="26345" y="24416"/>
                    <a:pt x="26222" y="24554"/>
                  </a:cubicBezTo>
                  <a:cubicBezTo>
                    <a:pt x="25869" y="24952"/>
                    <a:pt x="25533" y="25346"/>
                    <a:pt x="25153" y="25730"/>
                  </a:cubicBezTo>
                  <a:cubicBezTo>
                    <a:pt x="25004" y="25881"/>
                    <a:pt x="24858" y="26048"/>
                    <a:pt x="24682" y="26181"/>
                  </a:cubicBezTo>
                  <a:cubicBezTo>
                    <a:pt x="24719" y="26333"/>
                    <a:pt x="24799" y="26441"/>
                    <a:pt x="24862" y="26550"/>
                  </a:cubicBezTo>
                  <a:cubicBezTo>
                    <a:pt x="25015" y="26813"/>
                    <a:pt x="25137" y="27054"/>
                    <a:pt x="25304" y="27299"/>
                  </a:cubicBezTo>
                  <a:cubicBezTo>
                    <a:pt x="25435" y="27488"/>
                    <a:pt x="25607" y="27693"/>
                    <a:pt x="25678" y="27969"/>
                  </a:cubicBezTo>
                  <a:cubicBezTo>
                    <a:pt x="24993" y="28998"/>
                    <a:pt x="23928" y="29657"/>
                    <a:pt x="22721" y="30346"/>
                  </a:cubicBezTo>
                  <a:cubicBezTo>
                    <a:pt x="22413" y="30522"/>
                    <a:pt x="22084" y="30617"/>
                    <a:pt x="21751" y="30782"/>
                  </a:cubicBezTo>
                  <a:cubicBezTo>
                    <a:pt x="21404" y="30955"/>
                    <a:pt x="20917" y="31131"/>
                    <a:pt x="20494" y="31224"/>
                  </a:cubicBezTo>
                  <a:cubicBezTo>
                    <a:pt x="20380" y="31248"/>
                    <a:pt x="20181" y="31330"/>
                    <a:pt x="20047" y="31330"/>
                  </a:cubicBezTo>
                  <a:cubicBezTo>
                    <a:pt x="20019" y="31330"/>
                    <a:pt x="19994" y="31326"/>
                    <a:pt x="19973" y="31317"/>
                  </a:cubicBezTo>
                  <a:cubicBezTo>
                    <a:pt x="19803" y="31294"/>
                    <a:pt x="19721" y="31019"/>
                    <a:pt x="19631" y="30862"/>
                  </a:cubicBezTo>
                  <a:cubicBezTo>
                    <a:pt x="19461" y="30564"/>
                    <a:pt x="19338" y="30217"/>
                    <a:pt x="19162" y="29910"/>
                  </a:cubicBezTo>
                  <a:cubicBezTo>
                    <a:pt x="19060" y="29734"/>
                    <a:pt x="18910" y="29552"/>
                    <a:pt x="18868" y="29315"/>
                  </a:cubicBezTo>
                  <a:cubicBezTo>
                    <a:pt x="18558" y="29379"/>
                    <a:pt x="18124" y="29536"/>
                    <a:pt x="17808" y="29536"/>
                  </a:cubicBezTo>
                  <a:cubicBezTo>
                    <a:pt x="17805" y="29536"/>
                    <a:pt x="17802" y="29536"/>
                    <a:pt x="17799" y="29536"/>
                  </a:cubicBezTo>
                  <a:cubicBezTo>
                    <a:pt x="17796" y="29536"/>
                    <a:pt x="17793" y="29536"/>
                    <a:pt x="17790" y="29536"/>
                  </a:cubicBezTo>
                  <a:cubicBezTo>
                    <a:pt x="17626" y="29536"/>
                    <a:pt x="17465" y="29609"/>
                    <a:pt x="17321" y="29609"/>
                  </a:cubicBezTo>
                  <a:cubicBezTo>
                    <a:pt x="17320" y="29609"/>
                    <a:pt x="17318" y="29609"/>
                    <a:pt x="17317" y="29609"/>
                  </a:cubicBezTo>
                  <a:cubicBezTo>
                    <a:pt x="17211" y="29626"/>
                    <a:pt x="17106" y="29642"/>
                    <a:pt x="17000" y="29661"/>
                  </a:cubicBezTo>
                  <a:cubicBezTo>
                    <a:pt x="16996" y="29661"/>
                    <a:pt x="16992" y="29661"/>
                    <a:pt x="16988" y="29661"/>
                  </a:cubicBezTo>
                  <a:cubicBezTo>
                    <a:pt x="16847" y="29661"/>
                    <a:pt x="16696" y="29707"/>
                    <a:pt x="16544" y="29707"/>
                  </a:cubicBezTo>
                  <a:cubicBezTo>
                    <a:pt x="16537" y="29707"/>
                    <a:pt x="16531" y="29707"/>
                    <a:pt x="16524" y="29706"/>
                  </a:cubicBezTo>
                  <a:cubicBezTo>
                    <a:pt x="16502" y="29706"/>
                    <a:pt x="16479" y="29706"/>
                    <a:pt x="16456" y="29706"/>
                  </a:cubicBezTo>
                  <a:cubicBezTo>
                    <a:pt x="16155" y="29706"/>
                    <a:pt x="15859" y="29748"/>
                    <a:pt x="15563" y="29748"/>
                  </a:cubicBezTo>
                  <a:cubicBezTo>
                    <a:pt x="15506" y="29748"/>
                    <a:pt x="15449" y="29746"/>
                    <a:pt x="15392" y="29743"/>
                  </a:cubicBezTo>
                  <a:cubicBezTo>
                    <a:pt x="15070" y="29730"/>
                    <a:pt x="14749" y="29718"/>
                    <a:pt x="14429" y="29705"/>
                  </a:cubicBezTo>
                  <a:cubicBezTo>
                    <a:pt x="13550" y="29605"/>
                    <a:pt x="12644" y="29512"/>
                    <a:pt x="11870" y="29235"/>
                  </a:cubicBezTo>
                  <a:cubicBezTo>
                    <a:pt x="11693" y="29173"/>
                    <a:pt x="11517" y="29158"/>
                    <a:pt x="11343" y="29096"/>
                  </a:cubicBezTo>
                  <a:cubicBezTo>
                    <a:pt x="10747" y="28882"/>
                    <a:pt x="10166" y="28665"/>
                    <a:pt x="9604" y="28405"/>
                  </a:cubicBezTo>
                  <a:cubicBezTo>
                    <a:pt x="9413" y="28316"/>
                    <a:pt x="9226" y="28207"/>
                    <a:pt x="9032" y="28116"/>
                  </a:cubicBezTo>
                  <a:cubicBezTo>
                    <a:pt x="8941" y="28072"/>
                    <a:pt x="8843" y="27968"/>
                    <a:pt x="8739" y="27954"/>
                  </a:cubicBezTo>
                  <a:cubicBezTo>
                    <a:pt x="8739" y="27950"/>
                    <a:pt x="8737" y="27946"/>
                    <a:pt x="8737" y="27941"/>
                  </a:cubicBezTo>
                  <a:cubicBezTo>
                    <a:pt x="8640" y="28001"/>
                    <a:pt x="8572" y="28145"/>
                    <a:pt x="8494" y="28228"/>
                  </a:cubicBezTo>
                  <a:cubicBezTo>
                    <a:pt x="8287" y="28449"/>
                    <a:pt x="8100" y="28674"/>
                    <a:pt x="7901" y="28899"/>
                  </a:cubicBezTo>
                  <a:cubicBezTo>
                    <a:pt x="7821" y="28988"/>
                    <a:pt x="7770" y="29122"/>
                    <a:pt x="7688" y="29205"/>
                  </a:cubicBezTo>
                  <a:cubicBezTo>
                    <a:pt x="7599" y="29295"/>
                    <a:pt x="7477" y="29343"/>
                    <a:pt x="7410" y="29445"/>
                  </a:cubicBezTo>
                  <a:cubicBezTo>
                    <a:pt x="7393" y="29447"/>
                    <a:pt x="7376" y="29448"/>
                    <a:pt x="7359" y="29448"/>
                  </a:cubicBezTo>
                  <a:cubicBezTo>
                    <a:pt x="7198" y="29448"/>
                    <a:pt x="7061" y="29358"/>
                    <a:pt x="6936" y="29307"/>
                  </a:cubicBezTo>
                  <a:cubicBezTo>
                    <a:pt x="6558" y="29154"/>
                    <a:pt x="6222" y="28956"/>
                    <a:pt x="5889" y="28737"/>
                  </a:cubicBezTo>
                  <a:cubicBezTo>
                    <a:pt x="5228" y="28300"/>
                    <a:pt x="4602" y="27787"/>
                    <a:pt x="4041" y="27203"/>
                  </a:cubicBezTo>
                  <a:cubicBezTo>
                    <a:pt x="3761" y="26912"/>
                    <a:pt x="3513" y="26589"/>
                    <a:pt x="3237" y="26294"/>
                  </a:cubicBezTo>
                  <a:cubicBezTo>
                    <a:pt x="3195" y="26248"/>
                    <a:pt x="3180" y="26194"/>
                    <a:pt x="3141" y="26143"/>
                  </a:cubicBezTo>
                  <a:cubicBezTo>
                    <a:pt x="2970" y="25925"/>
                    <a:pt x="2794" y="25683"/>
                    <a:pt x="2632" y="25448"/>
                  </a:cubicBezTo>
                  <a:cubicBezTo>
                    <a:pt x="2570" y="25339"/>
                    <a:pt x="2509" y="25228"/>
                    <a:pt x="2446" y="25119"/>
                  </a:cubicBezTo>
                  <a:cubicBezTo>
                    <a:pt x="2403" y="24884"/>
                    <a:pt x="2621" y="24740"/>
                    <a:pt x="2749" y="24612"/>
                  </a:cubicBezTo>
                  <a:cubicBezTo>
                    <a:pt x="3093" y="24263"/>
                    <a:pt x="3468" y="23929"/>
                    <a:pt x="3804" y="23569"/>
                  </a:cubicBezTo>
                  <a:cubicBezTo>
                    <a:pt x="3864" y="23504"/>
                    <a:pt x="3877" y="23404"/>
                    <a:pt x="3941" y="23344"/>
                  </a:cubicBezTo>
                  <a:cubicBezTo>
                    <a:pt x="3891" y="23213"/>
                    <a:pt x="3794" y="23096"/>
                    <a:pt x="3723" y="22982"/>
                  </a:cubicBezTo>
                  <a:cubicBezTo>
                    <a:pt x="3577" y="22749"/>
                    <a:pt x="3461" y="22502"/>
                    <a:pt x="3326" y="22264"/>
                  </a:cubicBezTo>
                  <a:cubicBezTo>
                    <a:pt x="3077" y="21828"/>
                    <a:pt x="2932" y="21326"/>
                    <a:pt x="2711" y="20858"/>
                  </a:cubicBezTo>
                  <a:cubicBezTo>
                    <a:pt x="2641" y="20711"/>
                    <a:pt x="2616" y="20544"/>
                    <a:pt x="2552" y="20406"/>
                  </a:cubicBezTo>
                  <a:cubicBezTo>
                    <a:pt x="2458" y="20199"/>
                    <a:pt x="2453" y="19935"/>
                    <a:pt x="2359" y="19724"/>
                  </a:cubicBezTo>
                  <a:cubicBezTo>
                    <a:pt x="2296" y="19584"/>
                    <a:pt x="2305" y="19395"/>
                    <a:pt x="2234" y="19238"/>
                  </a:cubicBezTo>
                  <a:cubicBezTo>
                    <a:pt x="2158" y="19070"/>
                    <a:pt x="2064" y="18606"/>
                    <a:pt x="2067" y="18421"/>
                  </a:cubicBezTo>
                  <a:cubicBezTo>
                    <a:pt x="2068" y="18331"/>
                    <a:pt x="2022" y="18215"/>
                    <a:pt x="2023" y="18141"/>
                  </a:cubicBezTo>
                  <a:cubicBezTo>
                    <a:pt x="1996" y="17963"/>
                    <a:pt x="1966" y="17784"/>
                    <a:pt x="1940" y="17609"/>
                  </a:cubicBezTo>
                  <a:cubicBezTo>
                    <a:pt x="1949" y="17168"/>
                    <a:pt x="1833" y="16725"/>
                    <a:pt x="1854" y="16301"/>
                  </a:cubicBezTo>
                  <a:cubicBezTo>
                    <a:pt x="1878" y="15822"/>
                    <a:pt x="1847" y="15342"/>
                    <a:pt x="1901" y="14877"/>
                  </a:cubicBezTo>
                  <a:cubicBezTo>
                    <a:pt x="1965" y="14345"/>
                    <a:pt x="2061" y="13820"/>
                    <a:pt x="2141" y="13306"/>
                  </a:cubicBezTo>
                  <a:cubicBezTo>
                    <a:pt x="1940" y="13248"/>
                    <a:pt x="1756" y="13123"/>
                    <a:pt x="1564" y="13045"/>
                  </a:cubicBezTo>
                  <a:cubicBezTo>
                    <a:pt x="1317" y="12944"/>
                    <a:pt x="1069" y="12841"/>
                    <a:pt x="822" y="12752"/>
                  </a:cubicBezTo>
                  <a:cubicBezTo>
                    <a:pt x="777" y="12737"/>
                    <a:pt x="731" y="12747"/>
                    <a:pt x="686" y="12729"/>
                  </a:cubicBezTo>
                  <a:cubicBezTo>
                    <a:pt x="561" y="12675"/>
                    <a:pt x="454" y="12563"/>
                    <a:pt x="328" y="12514"/>
                  </a:cubicBezTo>
                  <a:cubicBezTo>
                    <a:pt x="220" y="11960"/>
                    <a:pt x="395" y="11502"/>
                    <a:pt x="488" y="11066"/>
                  </a:cubicBezTo>
                  <a:cubicBezTo>
                    <a:pt x="675" y="10189"/>
                    <a:pt x="1040" y="9439"/>
                    <a:pt x="1398" y="8677"/>
                  </a:cubicBezTo>
                  <a:cubicBezTo>
                    <a:pt x="1504" y="8455"/>
                    <a:pt x="1654" y="8251"/>
                    <a:pt x="1761" y="8027"/>
                  </a:cubicBezTo>
                  <a:cubicBezTo>
                    <a:pt x="1817" y="7950"/>
                    <a:pt x="1870" y="7875"/>
                    <a:pt x="1923" y="7796"/>
                  </a:cubicBezTo>
                  <a:cubicBezTo>
                    <a:pt x="2081" y="7462"/>
                    <a:pt x="2337" y="7139"/>
                    <a:pt x="2583" y="6863"/>
                  </a:cubicBezTo>
                  <a:cubicBezTo>
                    <a:pt x="2693" y="6736"/>
                    <a:pt x="2773" y="6552"/>
                    <a:pt x="2933" y="6463"/>
                  </a:cubicBezTo>
                  <a:cubicBezTo>
                    <a:pt x="2957" y="6439"/>
                    <a:pt x="2993" y="6430"/>
                    <a:pt x="3036" y="6430"/>
                  </a:cubicBezTo>
                  <a:cubicBezTo>
                    <a:pt x="3170" y="6430"/>
                    <a:pt x="3367" y="6524"/>
                    <a:pt x="3438" y="6555"/>
                  </a:cubicBezTo>
                  <a:cubicBezTo>
                    <a:pt x="3737" y="6690"/>
                    <a:pt x="4009" y="6895"/>
                    <a:pt x="4307" y="7031"/>
                  </a:cubicBezTo>
                  <a:cubicBezTo>
                    <a:pt x="4473" y="7107"/>
                    <a:pt x="4626" y="7178"/>
                    <a:pt x="4777" y="7274"/>
                  </a:cubicBezTo>
                  <a:cubicBezTo>
                    <a:pt x="4838" y="7315"/>
                    <a:pt x="4922" y="7318"/>
                    <a:pt x="4979" y="7364"/>
                  </a:cubicBezTo>
                  <a:cubicBezTo>
                    <a:pt x="5063" y="7328"/>
                    <a:pt x="5085" y="7245"/>
                    <a:pt x="5137" y="7187"/>
                  </a:cubicBezTo>
                  <a:cubicBezTo>
                    <a:pt x="5264" y="7047"/>
                    <a:pt x="5386" y="6903"/>
                    <a:pt x="5511" y="6770"/>
                  </a:cubicBezTo>
                  <a:cubicBezTo>
                    <a:pt x="5891" y="6366"/>
                    <a:pt x="6314" y="5999"/>
                    <a:pt x="6727" y="5615"/>
                  </a:cubicBezTo>
                  <a:cubicBezTo>
                    <a:pt x="6916" y="5441"/>
                    <a:pt x="7125" y="5301"/>
                    <a:pt x="7337" y="5149"/>
                  </a:cubicBezTo>
                  <a:cubicBezTo>
                    <a:pt x="7593" y="4967"/>
                    <a:pt x="7868" y="4759"/>
                    <a:pt x="8137" y="4577"/>
                  </a:cubicBezTo>
                  <a:cubicBezTo>
                    <a:pt x="8521" y="4318"/>
                    <a:pt x="8944" y="4116"/>
                    <a:pt x="9357" y="3882"/>
                  </a:cubicBezTo>
                  <a:cubicBezTo>
                    <a:pt x="9735" y="3666"/>
                    <a:pt x="10166" y="3538"/>
                    <a:pt x="10568" y="3344"/>
                  </a:cubicBezTo>
                  <a:cubicBezTo>
                    <a:pt x="10760" y="3251"/>
                    <a:pt x="10956" y="3237"/>
                    <a:pt x="11155" y="3144"/>
                  </a:cubicBezTo>
                  <a:cubicBezTo>
                    <a:pt x="11302" y="3077"/>
                    <a:pt x="11484" y="3064"/>
                    <a:pt x="11648" y="2990"/>
                  </a:cubicBezTo>
                  <a:cubicBezTo>
                    <a:pt x="12010" y="2828"/>
                    <a:pt x="12574" y="2745"/>
                    <a:pt x="13020" y="2655"/>
                  </a:cubicBezTo>
                  <a:cubicBezTo>
                    <a:pt x="13275" y="2603"/>
                    <a:pt x="13518" y="2582"/>
                    <a:pt x="13756" y="2542"/>
                  </a:cubicBezTo>
                  <a:cubicBezTo>
                    <a:pt x="13829" y="2530"/>
                    <a:pt x="13990" y="2539"/>
                    <a:pt x="14032" y="2487"/>
                  </a:cubicBezTo>
                  <a:cubicBezTo>
                    <a:pt x="14069" y="2440"/>
                    <a:pt x="14082" y="2045"/>
                    <a:pt x="14092" y="1950"/>
                  </a:cubicBezTo>
                  <a:cubicBezTo>
                    <a:pt x="14147" y="1486"/>
                    <a:pt x="14118" y="934"/>
                    <a:pt x="14258" y="527"/>
                  </a:cubicBezTo>
                  <a:cubicBezTo>
                    <a:pt x="14370" y="495"/>
                    <a:pt x="14522" y="447"/>
                    <a:pt x="14637" y="396"/>
                  </a:cubicBezTo>
                  <a:cubicBezTo>
                    <a:pt x="14726" y="358"/>
                    <a:pt x="14888" y="339"/>
                    <a:pt x="14970" y="339"/>
                  </a:cubicBezTo>
                  <a:cubicBezTo>
                    <a:pt x="14973" y="339"/>
                    <a:pt x="14976" y="339"/>
                    <a:pt x="14979" y="339"/>
                  </a:cubicBezTo>
                  <a:cubicBezTo>
                    <a:pt x="15053" y="323"/>
                    <a:pt x="15130" y="309"/>
                    <a:pt x="15204" y="293"/>
                  </a:cubicBezTo>
                  <a:cubicBezTo>
                    <a:pt x="15207" y="293"/>
                    <a:pt x="15209" y="293"/>
                    <a:pt x="15212" y="293"/>
                  </a:cubicBezTo>
                  <a:cubicBezTo>
                    <a:pt x="15327" y="293"/>
                    <a:pt x="15470" y="263"/>
                    <a:pt x="15583" y="263"/>
                  </a:cubicBezTo>
                  <a:cubicBezTo>
                    <a:pt x="15590" y="263"/>
                    <a:pt x="15597" y="263"/>
                    <a:pt x="15604" y="264"/>
                  </a:cubicBezTo>
                  <a:cubicBezTo>
                    <a:pt x="15619" y="264"/>
                    <a:pt x="15634" y="264"/>
                    <a:pt x="15649" y="264"/>
                  </a:cubicBezTo>
                  <a:cubicBezTo>
                    <a:pt x="15892" y="264"/>
                    <a:pt x="16110" y="218"/>
                    <a:pt x="16339" y="218"/>
                  </a:cubicBezTo>
                  <a:close/>
                  <a:moveTo>
                    <a:pt x="16052" y="0"/>
                  </a:moveTo>
                  <a:cubicBezTo>
                    <a:pt x="15812" y="18"/>
                    <a:pt x="15571" y="38"/>
                    <a:pt x="15331" y="56"/>
                  </a:cubicBezTo>
                  <a:cubicBezTo>
                    <a:pt x="15267" y="69"/>
                    <a:pt x="15204" y="82"/>
                    <a:pt x="15142" y="95"/>
                  </a:cubicBezTo>
                  <a:cubicBezTo>
                    <a:pt x="15135" y="95"/>
                    <a:pt x="15128" y="94"/>
                    <a:pt x="15121" y="94"/>
                  </a:cubicBezTo>
                  <a:cubicBezTo>
                    <a:pt x="14968" y="94"/>
                    <a:pt x="14704" y="153"/>
                    <a:pt x="14576" y="211"/>
                  </a:cubicBezTo>
                  <a:cubicBezTo>
                    <a:pt x="14403" y="287"/>
                    <a:pt x="14226" y="285"/>
                    <a:pt x="14117" y="396"/>
                  </a:cubicBezTo>
                  <a:cubicBezTo>
                    <a:pt x="14011" y="503"/>
                    <a:pt x="14053" y="708"/>
                    <a:pt x="14031" y="873"/>
                  </a:cubicBezTo>
                  <a:cubicBezTo>
                    <a:pt x="13995" y="1145"/>
                    <a:pt x="13986" y="1478"/>
                    <a:pt x="13952" y="1767"/>
                  </a:cubicBezTo>
                  <a:cubicBezTo>
                    <a:pt x="13935" y="1924"/>
                    <a:pt x="13974" y="2109"/>
                    <a:pt x="13920" y="2244"/>
                  </a:cubicBezTo>
                  <a:cubicBezTo>
                    <a:pt x="13922" y="2254"/>
                    <a:pt x="13923" y="2261"/>
                    <a:pt x="13925" y="2270"/>
                  </a:cubicBezTo>
                  <a:cubicBezTo>
                    <a:pt x="13523" y="2350"/>
                    <a:pt x="13121" y="2382"/>
                    <a:pt x="12685" y="2473"/>
                  </a:cubicBezTo>
                  <a:cubicBezTo>
                    <a:pt x="12542" y="2503"/>
                    <a:pt x="12360" y="2526"/>
                    <a:pt x="12246" y="2577"/>
                  </a:cubicBezTo>
                  <a:cubicBezTo>
                    <a:pt x="12168" y="2612"/>
                    <a:pt x="12048" y="2614"/>
                    <a:pt x="11984" y="2644"/>
                  </a:cubicBezTo>
                  <a:cubicBezTo>
                    <a:pt x="11859" y="2676"/>
                    <a:pt x="11735" y="2705"/>
                    <a:pt x="11610" y="2735"/>
                  </a:cubicBezTo>
                  <a:cubicBezTo>
                    <a:pt x="11458" y="2803"/>
                    <a:pt x="11268" y="2817"/>
                    <a:pt x="11104" y="2891"/>
                  </a:cubicBezTo>
                  <a:cubicBezTo>
                    <a:pt x="10719" y="3068"/>
                    <a:pt x="10305" y="3151"/>
                    <a:pt x="9940" y="3340"/>
                  </a:cubicBezTo>
                  <a:cubicBezTo>
                    <a:pt x="9611" y="3509"/>
                    <a:pt x="9256" y="3638"/>
                    <a:pt x="8938" y="3821"/>
                  </a:cubicBezTo>
                  <a:cubicBezTo>
                    <a:pt x="8330" y="4173"/>
                    <a:pt x="7749" y="4537"/>
                    <a:pt x="7200" y="4926"/>
                  </a:cubicBezTo>
                  <a:cubicBezTo>
                    <a:pt x="6978" y="5085"/>
                    <a:pt x="6748" y="5282"/>
                    <a:pt x="6552" y="5467"/>
                  </a:cubicBezTo>
                  <a:cubicBezTo>
                    <a:pt x="6218" y="5777"/>
                    <a:pt x="5863" y="6041"/>
                    <a:pt x="5558" y="6366"/>
                  </a:cubicBezTo>
                  <a:cubicBezTo>
                    <a:pt x="5418" y="6514"/>
                    <a:pt x="5280" y="6668"/>
                    <a:pt x="5140" y="6819"/>
                  </a:cubicBezTo>
                  <a:cubicBezTo>
                    <a:pt x="5073" y="6892"/>
                    <a:pt x="5020" y="7005"/>
                    <a:pt x="4928" y="7059"/>
                  </a:cubicBezTo>
                  <a:cubicBezTo>
                    <a:pt x="4926" y="7059"/>
                    <a:pt x="4924" y="7060"/>
                    <a:pt x="4922" y="7060"/>
                  </a:cubicBezTo>
                  <a:cubicBezTo>
                    <a:pt x="4855" y="7060"/>
                    <a:pt x="4614" y="6901"/>
                    <a:pt x="4533" y="6864"/>
                  </a:cubicBezTo>
                  <a:cubicBezTo>
                    <a:pt x="4175" y="6703"/>
                    <a:pt x="3845" y="6508"/>
                    <a:pt x="3483" y="6347"/>
                  </a:cubicBezTo>
                  <a:cubicBezTo>
                    <a:pt x="3395" y="6308"/>
                    <a:pt x="3198" y="6201"/>
                    <a:pt x="3022" y="6201"/>
                  </a:cubicBezTo>
                  <a:cubicBezTo>
                    <a:pt x="2968" y="6201"/>
                    <a:pt x="2917" y="6210"/>
                    <a:pt x="2871" y="6235"/>
                  </a:cubicBezTo>
                  <a:cubicBezTo>
                    <a:pt x="2757" y="6296"/>
                    <a:pt x="2685" y="6402"/>
                    <a:pt x="2606" y="6486"/>
                  </a:cubicBezTo>
                  <a:cubicBezTo>
                    <a:pt x="2408" y="6700"/>
                    <a:pt x="2253" y="6931"/>
                    <a:pt x="2061" y="7149"/>
                  </a:cubicBezTo>
                  <a:cubicBezTo>
                    <a:pt x="2023" y="7215"/>
                    <a:pt x="1984" y="7279"/>
                    <a:pt x="1945" y="7344"/>
                  </a:cubicBezTo>
                  <a:cubicBezTo>
                    <a:pt x="1674" y="7652"/>
                    <a:pt x="1410" y="8149"/>
                    <a:pt x="1232" y="8525"/>
                  </a:cubicBezTo>
                  <a:cubicBezTo>
                    <a:pt x="1141" y="8721"/>
                    <a:pt x="1010" y="8913"/>
                    <a:pt x="923" y="9113"/>
                  </a:cubicBezTo>
                  <a:cubicBezTo>
                    <a:pt x="648" y="9743"/>
                    <a:pt x="408" y="10375"/>
                    <a:pt x="254" y="11086"/>
                  </a:cubicBezTo>
                  <a:cubicBezTo>
                    <a:pt x="156" y="11524"/>
                    <a:pt x="1" y="12043"/>
                    <a:pt x="145" y="12588"/>
                  </a:cubicBezTo>
                  <a:cubicBezTo>
                    <a:pt x="495" y="12832"/>
                    <a:pt x="937" y="12987"/>
                    <a:pt x="1346" y="13141"/>
                  </a:cubicBezTo>
                  <a:cubicBezTo>
                    <a:pt x="1519" y="13206"/>
                    <a:pt x="1719" y="13248"/>
                    <a:pt x="1872" y="13347"/>
                  </a:cubicBezTo>
                  <a:cubicBezTo>
                    <a:pt x="1884" y="13356"/>
                    <a:pt x="1870" y="13452"/>
                    <a:pt x="1863" y="13493"/>
                  </a:cubicBezTo>
                  <a:cubicBezTo>
                    <a:pt x="1833" y="13650"/>
                    <a:pt x="1809" y="13809"/>
                    <a:pt x="1780" y="13981"/>
                  </a:cubicBezTo>
                  <a:cubicBezTo>
                    <a:pt x="1715" y="14381"/>
                    <a:pt x="1679" y="14810"/>
                    <a:pt x="1631" y="15231"/>
                  </a:cubicBezTo>
                  <a:cubicBezTo>
                    <a:pt x="1600" y="15511"/>
                    <a:pt x="1625" y="15798"/>
                    <a:pt x="1607" y="16075"/>
                  </a:cubicBezTo>
                  <a:cubicBezTo>
                    <a:pt x="1615" y="16339"/>
                    <a:pt x="1620" y="16605"/>
                    <a:pt x="1628" y="16870"/>
                  </a:cubicBezTo>
                  <a:cubicBezTo>
                    <a:pt x="1638" y="16969"/>
                    <a:pt x="1651" y="17066"/>
                    <a:pt x="1661" y="17165"/>
                  </a:cubicBezTo>
                  <a:cubicBezTo>
                    <a:pt x="1649" y="17495"/>
                    <a:pt x="1780" y="17870"/>
                    <a:pt x="1773" y="18218"/>
                  </a:cubicBezTo>
                  <a:cubicBezTo>
                    <a:pt x="1792" y="18317"/>
                    <a:pt x="1814" y="18418"/>
                    <a:pt x="1834" y="18519"/>
                  </a:cubicBezTo>
                  <a:cubicBezTo>
                    <a:pt x="1828" y="18728"/>
                    <a:pt x="1974" y="19352"/>
                    <a:pt x="2057" y="19535"/>
                  </a:cubicBezTo>
                  <a:cubicBezTo>
                    <a:pt x="2071" y="19606"/>
                    <a:pt x="2086" y="19676"/>
                    <a:pt x="2100" y="19749"/>
                  </a:cubicBezTo>
                  <a:cubicBezTo>
                    <a:pt x="2199" y="19965"/>
                    <a:pt x="2205" y="20228"/>
                    <a:pt x="2311" y="20452"/>
                  </a:cubicBezTo>
                  <a:cubicBezTo>
                    <a:pt x="2388" y="20618"/>
                    <a:pt x="2416" y="20817"/>
                    <a:pt x="2500" y="20990"/>
                  </a:cubicBezTo>
                  <a:cubicBezTo>
                    <a:pt x="2650" y="21297"/>
                    <a:pt x="2766" y="21649"/>
                    <a:pt x="2917" y="21940"/>
                  </a:cubicBezTo>
                  <a:cubicBezTo>
                    <a:pt x="3103" y="22297"/>
                    <a:pt x="3244" y="22645"/>
                    <a:pt x="3441" y="22959"/>
                  </a:cubicBezTo>
                  <a:cubicBezTo>
                    <a:pt x="3518" y="23081"/>
                    <a:pt x="3563" y="23242"/>
                    <a:pt x="3663" y="23332"/>
                  </a:cubicBezTo>
                  <a:cubicBezTo>
                    <a:pt x="3646" y="23440"/>
                    <a:pt x="3380" y="23635"/>
                    <a:pt x="3297" y="23722"/>
                  </a:cubicBezTo>
                  <a:cubicBezTo>
                    <a:pt x="3045" y="23990"/>
                    <a:pt x="2770" y="24259"/>
                    <a:pt x="2519" y="24523"/>
                  </a:cubicBezTo>
                  <a:cubicBezTo>
                    <a:pt x="2395" y="24654"/>
                    <a:pt x="2228" y="24820"/>
                    <a:pt x="2216" y="25018"/>
                  </a:cubicBezTo>
                  <a:cubicBezTo>
                    <a:pt x="2203" y="25221"/>
                    <a:pt x="2363" y="25403"/>
                    <a:pt x="2436" y="25510"/>
                  </a:cubicBezTo>
                  <a:cubicBezTo>
                    <a:pt x="2672" y="25862"/>
                    <a:pt x="2887" y="26195"/>
                    <a:pt x="3140" y="26506"/>
                  </a:cubicBezTo>
                  <a:cubicBezTo>
                    <a:pt x="3595" y="27066"/>
                    <a:pt x="4072" y="27556"/>
                    <a:pt x="4579" y="28031"/>
                  </a:cubicBezTo>
                  <a:cubicBezTo>
                    <a:pt x="4736" y="28178"/>
                    <a:pt x="4932" y="28295"/>
                    <a:pt x="5095" y="28436"/>
                  </a:cubicBezTo>
                  <a:cubicBezTo>
                    <a:pt x="5380" y="28687"/>
                    <a:pt x="5713" y="28927"/>
                    <a:pt x="6055" y="29090"/>
                  </a:cubicBezTo>
                  <a:cubicBezTo>
                    <a:pt x="6125" y="29138"/>
                    <a:pt x="6196" y="29183"/>
                    <a:pt x="6267" y="29231"/>
                  </a:cubicBezTo>
                  <a:cubicBezTo>
                    <a:pt x="6580" y="29378"/>
                    <a:pt x="6990" y="29634"/>
                    <a:pt x="7373" y="29645"/>
                  </a:cubicBezTo>
                  <a:cubicBezTo>
                    <a:pt x="7375" y="29645"/>
                    <a:pt x="7376" y="29645"/>
                    <a:pt x="7377" y="29645"/>
                  </a:cubicBezTo>
                  <a:cubicBezTo>
                    <a:pt x="7554" y="29645"/>
                    <a:pt x="7700" y="29355"/>
                    <a:pt x="7782" y="29272"/>
                  </a:cubicBezTo>
                  <a:cubicBezTo>
                    <a:pt x="8119" y="28937"/>
                    <a:pt x="8352" y="28533"/>
                    <a:pt x="8689" y="28207"/>
                  </a:cubicBezTo>
                  <a:cubicBezTo>
                    <a:pt x="8690" y="28207"/>
                    <a:pt x="8691" y="28207"/>
                    <a:pt x="8692" y="28207"/>
                  </a:cubicBezTo>
                  <a:cubicBezTo>
                    <a:pt x="8722" y="28207"/>
                    <a:pt x="8975" y="28334"/>
                    <a:pt x="9022" y="28362"/>
                  </a:cubicBezTo>
                  <a:cubicBezTo>
                    <a:pt x="9357" y="28564"/>
                    <a:pt x="9738" y="28731"/>
                    <a:pt x="10100" y="28886"/>
                  </a:cubicBezTo>
                  <a:cubicBezTo>
                    <a:pt x="10476" y="29051"/>
                    <a:pt x="10872" y="29177"/>
                    <a:pt x="11263" y="29315"/>
                  </a:cubicBezTo>
                  <a:cubicBezTo>
                    <a:pt x="11351" y="29347"/>
                    <a:pt x="11436" y="29349"/>
                    <a:pt x="11524" y="29379"/>
                  </a:cubicBezTo>
                  <a:cubicBezTo>
                    <a:pt x="11799" y="29478"/>
                    <a:pt x="12110" y="29568"/>
                    <a:pt x="12403" y="29632"/>
                  </a:cubicBezTo>
                  <a:cubicBezTo>
                    <a:pt x="12794" y="29715"/>
                    <a:pt x="13191" y="29772"/>
                    <a:pt x="13586" y="29846"/>
                  </a:cubicBezTo>
                  <a:cubicBezTo>
                    <a:pt x="14082" y="29940"/>
                    <a:pt x="14608" y="29936"/>
                    <a:pt x="15132" y="29974"/>
                  </a:cubicBezTo>
                  <a:cubicBezTo>
                    <a:pt x="15213" y="29980"/>
                    <a:pt x="15294" y="29982"/>
                    <a:pt x="15375" y="29982"/>
                  </a:cubicBezTo>
                  <a:cubicBezTo>
                    <a:pt x="15700" y="29982"/>
                    <a:pt x="16027" y="29945"/>
                    <a:pt x="16360" y="29945"/>
                  </a:cubicBezTo>
                  <a:cubicBezTo>
                    <a:pt x="16398" y="29945"/>
                    <a:pt x="16437" y="29945"/>
                    <a:pt x="16475" y="29946"/>
                  </a:cubicBezTo>
                  <a:cubicBezTo>
                    <a:pt x="16483" y="29947"/>
                    <a:pt x="16492" y="29947"/>
                    <a:pt x="16501" y="29947"/>
                  </a:cubicBezTo>
                  <a:cubicBezTo>
                    <a:pt x="16688" y="29947"/>
                    <a:pt x="16874" y="29889"/>
                    <a:pt x="17053" y="29889"/>
                  </a:cubicBezTo>
                  <a:cubicBezTo>
                    <a:pt x="17057" y="29889"/>
                    <a:pt x="17061" y="29889"/>
                    <a:pt x="17065" y="29890"/>
                  </a:cubicBezTo>
                  <a:cubicBezTo>
                    <a:pt x="17341" y="29850"/>
                    <a:pt x="17616" y="29812"/>
                    <a:pt x="17892" y="29772"/>
                  </a:cubicBezTo>
                  <a:cubicBezTo>
                    <a:pt x="18173" y="29714"/>
                    <a:pt x="18454" y="29655"/>
                    <a:pt x="18734" y="29599"/>
                  </a:cubicBezTo>
                  <a:cubicBezTo>
                    <a:pt x="18829" y="29804"/>
                    <a:pt x="18947" y="30012"/>
                    <a:pt x="19054" y="30202"/>
                  </a:cubicBezTo>
                  <a:lnTo>
                    <a:pt x="19179" y="30491"/>
                  </a:lnTo>
                  <a:cubicBezTo>
                    <a:pt x="19275" y="30664"/>
                    <a:pt x="19380" y="30868"/>
                    <a:pt x="19474" y="31034"/>
                  </a:cubicBezTo>
                  <a:cubicBezTo>
                    <a:pt x="19592" y="31240"/>
                    <a:pt x="19697" y="31451"/>
                    <a:pt x="19900" y="31522"/>
                  </a:cubicBezTo>
                  <a:cubicBezTo>
                    <a:pt x="19934" y="31535"/>
                    <a:pt x="19974" y="31541"/>
                    <a:pt x="20020" y="31541"/>
                  </a:cubicBezTo>
                  <a:cubicBezTo>
                    <a:pt x="20218" y="31541"/>
                    <a:pt x="20505" y="31433"/>
                    <a:pt x="20683" y="31393"/>
                  </a:cubicBezTo>
                  <a:cubicBezTo>
                    <a:pt x="20906" y="31343"/>
                    <a:pt x="21155" y="31266"/>
                    <a:pt x="21345" y="31179"/>
                  </a:cubicBezTo>
                  <a:cubicBezTo>
                    <a:pt x="21452" y="31144"/>
                    <a:pt x="21558" y="31109"/>
                    <a:pt x="21665" y="31073"/>
                  </a:cubicBezTo>
                  <a:cubicBezTo>
                    <a:pt x="21929" y="30948"/>
                    <a:pt x="22225" y="30845"/>
                    <a:pt x="22469" y="30711"/>
                  </a:cubicBezTo>
                  <a:cubicBezTo>
                    <a:pt x="22705" y="30583"/>
                    <a:pt x="22932" y="30505"/>
                    <a:pt x="23160" y="30374"/>
                  </a:cubicBezTo>
                  <a:cubicBezTo>
                    <a:pt x="23896" y="29951"/>
                    <a:pt x="24560" y="29485"/>
                    <a:pt x="25118" y="28949"/>
                  </a:cubicBezTo>
                  <a:cubicBezTo>
                    <a:pt x="25331" y="28745"/>
                    <a:pt x="25806" y="28312"/>
                    <a:pt x="25860" y="28036"/>
                  </a:cubicBezTo>
                  <a:cubicBezTo>
                    <a:pt x="25889" y="27889"/>
                    <a:pt x="25758" y="27707"/>
                    <a:pt x="25694" y="27611"/>
                  </a:cubicBezTo>
                  <a:cubicBezTo>
                    <a:pt x="25508" y="27334"/>
                    <a:pt x="25338" y="27046"/>
                    <a:pt x="25156" y="26778"/>
                  </a:cubicBezTo>
                  <a:cubicBezTo>
                    <a:pt x="25067" y="26647"/>
                    <a:pt x="25014" y="26461"/>
                    <a:pt x="24900" y="26359"/>
                  </a:cubicBezTo>
                  <a:cubicBezTo>
                    <a:pt x="24902" y="26272"/>
                    <a:pt x="24985" y="26252"/>
                    <a:pt x="25038" y="26200"/>
                  </a:cubicBezTo>
                  <a:cubicBezTo>
                    <a:pt x="25185" y="26059"/>
                    <a:pt x="25329" y="25916"/>
                    <a:pt x="25475" y="25768"/>
                  </a:cubicBezTo>
                  <a:cubicBezTo>
                    <a:pt x="25967" y="25269"/>
                    <a:pt x="26405" y="24711"/>
                    <a:pt x="26819" y="24154"/>
                  </a:cubicBezTo>
                  <a:cubicBezTo>
                    <a:pt x="26901" y="24023"/>
                    <a:pt x="26985" y="23892"/>
                    <a:pt x="27067" y="23764"/>
                  </a:cubicBezTo>
                  <a:cubicBezTo>
                    <a:pt x="27183" y="23607"/>
                    <a:pt x="27299" y="23444"/>
                    <a:pt x="27384" y="23266"/>
                  </a:cubicBezTo>
                  <a:cubicBezTo>
                    <a:pt x="27423" y="23209"/>
                    <a:pt x="27465" y="23154"/>
                    <a:pt x="27504" y="23097"/>
                  </a:cubicBezTo>
                  <a:cubicBezTo>
                    <a:pt x="27625" y="22844"/>
                    <a:pt x="27788" y="22611"/>
                    <a:pt x="27903" y="22358"/>
                  </a:cubicBezTo>
                  <a:cubicBezTo>
                    <a:pt x="28321" y="21447"/>
                    <a:pt x="28737" y="20519"/>
                    <a:pt x="28961" y="19480"/>
                  </a:cubicBezTo>
                  <a:cubicBezTo>
                    <a:pt x="29013" y="19237"/>
                    <a:pt x="29092" y="18974"/>
                    <a:pt x="29146" y="18722"/>
                  </a:cubicBezTo>
                  <a:cubicBezTo>
                    <a:pt x="29215" y="18395"/>
                    <a:pt x="29231" y="18077"/>
                    <a:pt x="29284" y="17738"/>
                  </a:cubicBezTo>
                  <a:cubicBezTo>
                    <a:pt x="29310" y="17574"/>
                    <a:pt x="29349" y="17389"/>
                    <a:pt x="29346" y="17214"/>
                  </a:cubicBezTo>
                  <a:cubicBezTo>
                    <a:pt x="29819" y="17137"/>
                    <a:pt x="30293" y="17063"/>
                    <a:pt x="30767" y="16986"/>
                  </a:cubicBezTo>
                  <a:cubicBezTo>
                    <a:pt x="31001" y="16960"/>
                    <a:pt x="31318" y="16896"/>
                    <a:pt x="31456" y="16767"/>
                  </a:cubicBezTo>
                  <a:cubicBezTo>
                    <a:pt x="31670" y="16565"/>
                    <a:pt x="31604" y="16037"/>
                    <a:pt x="31629" y="15697"/>
                  </a:cubicBezTo>
                  <a:cubicBezTo>
                    <a:pt x="31694" y="14772"/>
                    <a:pt x="31523" y="13708"/>
                    <a:pt x="31276" y="12585"/>
                  </a:cubicBezTo>
                  <a:cubicBezTo>
                    <a:pt x="31201" y="12508"/>
                    <a:pt x="31222" y="12319"/>
                    <a:pt x="31172" y="12213"/>
                  </a:cubicBezTo>
                  <a:cubicBezTo>
                    <a:pt x="31094" y="11980"/>
                    <a:pt x="31015" y="11748"/>
                    <a:pt x="30935" y="11515"/>
                  </a:cubicBezTo>
                  <a:cubicBezTo>
                    <a:pt x="30693" y="11006"/>
                    <a:pt x="30492" y="10412"/>
                    <a:pt x="30150" y="10051"/>
                  </a:cubicBezTo>
                  <a:cubicBezTo>
                    <a:pt x="30105" y="10005"/>
                    <a:pt x="30040" y="9974"/>
                    <a:pt x="29995" y="9926"/>
                  </a:cubicBezTo>
                  <a:cubicBezTo>
                    <a:pt x="29989" y="9926"/>
                    <a:pt x="29984" y="9926"/>
                    <a:pt x="29978" y="9926"/>
                  </a:cubicBezTo>
                  <a:cubicBezTo>
                    <a:pt x="29684" y="9926"/>
                    <a:pt x="29033" y="10068"/>
                    <a:pt x="28753" y="10195"/>
                  </a:cubicBezTo>
                  <a:cubicBezTo>
                    <a:pt x="28568" y="10279"/>
                    <a:pt x="28323" y="10250"/>
                    <a:pt x="28156" y="10345"/>
                  </a:cubicBezTo>
                  <a:cubicBezTo>
                    <a:pt x="27980" y="10080"/>
                    <a:pt x="27887" y="9752"/>
                    <a:pt x="27728" y="9475"/>
                  </a:cubicBezTo>
                  <a:cubicBezTo>
                    <a:pt x="27430" y="8958"/>
                    <a:pt x="27125" y="8450"/>
                    <a:pt x="26792" y="7978"/>
                  </a:cubicBezTo>
                  <a:cubicBezTo>
                    <a:pt x="26215" y="7161"/>
                    <a:pt x="25530" y="6437"/>
                    <a:pt x="24835" y="5787"/>
                  </a:cubicBezTo>
                  <a:cubicBezTo>
                    <a:pt x="24573" y="5541"/>
                    <a:pt x="24281" y="5329"/>
                    <a:pt x="24012" y="5090"/>
                  </a:cubicBezTo>
                  <a:cubicBezTo>
                    <a:pt x="23977" y="5070"/>
                    <a:pt x="23942" y="5053"/>
                    <a:pt x="23909" y="5032"/>
                  </a:cubicBezTo>
                  <a:cubicBezTo>
                    <a:pt x="23781" y="4919"/>
                    <a:pt x="23644" y="4814"/>
                    <a:pt x="23505" y="4721"/>
                  </a:cubicBezTo>
                  <a:cubicBezTo>
                    <a:pt x="23439" y="4682"/>
                    <a:pt x="23375" y="4643"/>
                    <a:pt x="23310" y="4603"/>
                  </a:cubicBezTo>
                  <a:cubicBezTo>
                    <a:pt x="23119" y="4436"/>
                    <a:pt x="22874" y="4285"/>
                    <a:pt x="22647" y="4176"/>
                  </a:cubicBezTo>
                  <a:cubicBezTo>
                    <a:pt x="22596" y="4138"/>
                    <a:pt x="22544" y="4102"/>
                    <a:pt x="22493" y="4064"/>
                  </a:cubicBezTo>
                  <a:cubicBezTo>
                    <a:pt x="22270" y="3958"/>
                    <a:pt x="22065" y="3814"/>
                    <a:pt x="21844" y="3712"/>
                  </a:cubicBezTo>
                  <a:cubicBezTo>
                    <a:pt x="21620" y="3609"/>
                    <a:pt x="21401" y="3490"/>
                    <a:pt x="21175" y="3391"/>
                  </a:cubicBezTo>
                  <a:cubicBezTo>
                    <a:pt x="21069" y="3346"/>
                    <a:pt x="20931" y="3323"/>
                    <a:pt x="20844" y="3250"/>
                  </a:cubicBezTo>
                  <a:cubicBezTo>
                    <a:pt x="20826" y="3235"/>
                    <a:pt x="20902" y="2828"/>
                    <a:pt x="20915" y="2763"/>
                  </a:cubicBezTo>
                  <a:cubicBezTo>
                    <a:pt x="20989" y="2360"/>
                    <a:pt x="21053" y="1965"/>
                    <a:pt x="21100" y="1557"/>
                  </a:cubicBezTo>
                  <a:cubicBezTo>
                    <a:pt x="21117" y="1421"/>
                    <a:pt x="21090" y="1145"/>
                    <a:pt x="20995" y="1041"/>
                  </a:cubicBezTo>
                  <a:cubicBezTo>
                    <a:pt x="20933" y="974"/>
                    <a:pt x="20841" y="945"/>
                    <a:pt x="20757" y="906"/>
                  </a:cubicBezTo>
                  <a:cubicBezTo>
                    <a:pt x="20464" y="774"/>
                    <a:pt x="20175" y="679"/>
                    <a:pt x="19861" y="567"/>
                  </a:cubicBezTo>
                  <a:cubicBezTo>
                    <a:pt x="18973" y="243"/>
                    <a:pt x="17987" y="127"/>
                    <a:pt x="16956" y="11"/>
                  </a:cubicBezTo>
                  <a:lnTo>
                    <a:pt x="1605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20"/>
            <p:cNvSpPr/>
            <p:nvPr/>
          </p:nvSpPr>
          <p:spPr>
            <a:xfrm>
              <a:off x="530024" y="3987963"/>
              <a:ext cx="62555" cy="58962"/>
            </a:xfrm>
            <a:custGeom>
              <a:rect b="b" l="l" r="r" t="t"/>
              <a:pathLst>
                <a:path extrusionOk="0" h="2084" w="2211">
                  <a:moveTo>
                    <a:pt x="2139" y="0"/>
                  </a:moveTo>
                  <a:cubicBezTo>
                    <a:pt x="2133" y="0"/>
                    <a:pt x="2127" y="1"/>
                    <a:pt x="2121" y="3"/>
                  </a:cubicBezTo>
                  <a:cubicBezTo>
                    <a:pt x="1158" y="304"/>
                    <a:pt x="441" y="1105"/>
                    <a:pt x="21" y="1998"/>
                  </a:cubicBezTo>
                  <a:cubicBezTo>
                    <a:pt x="0" y="2044"/>
                    <a:pt x="46" y="2084"/>
                    <a:pt x="88" y="2084"/>
                  </a:cubicBezTo>
                  <a:cubicBezTo>
                    <a:pt x="108" y="2084"/>
                    <a:pt x="126" y="2075"/>
                    <a:pt x="137" y="2055"/>
                  </a:cubicBezTo>
                  <a:cubicBezTo>
                    <a:pt x="617" y="1185"/>
                    <a:pt x="1328" y="624"/>
                    <a:pt x="2161" y="117"/>
                  </a:cubicBezTo>
                  <a:cubicBezTo>
                    <a:pt x="2210" y="88"/>
                    <a:pt x="2194" y="0"/>
                    <a:pt x="21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20"/>
            <p:cNvSpPr/>
            <p:nvPr/>
          </p:nvSpPr>
          <p:spPr>
            <a:xfrm>
              <a:off x="539360" y="3966207"/>
              <a:ext cx="60687" cy="46315"/>
            </a:xfrm>
            <a:custGeom>
              <a:rect b="b" l="l" r="r" t="t"/>
              <a:pathLst>
                <a:path extrusionOk="0" h="1637" w="2145">
                  <a:moveTo>
                    <a:pt x="2050" y="1"/>
                  </a:moveTo>
                  <a:cubicBezTo>
                    <a:pt x="2043" y="1"/>
                    <a:pt x="2035" y="2"/>
                    <a:pt x="2028" y="4"/>
                  </a:cubicBezTo>
                  <a:cubicBezTo>
                    <a:pt x="1224" y="308"/>
                    <a:pt x="559" y="883"/>
                    <a:pt x="33" y="1553"/>
                  </a:cubicBezTo>
                  <a:cubicBezTo>
                    <a:pt x="0" y="1595"/>
                    <a:pt x="40" y="1637"/>
                    <a:pt x="82" y="1637"/>
                  </a:cubicBezTo>
                  <a:cubicBezTo>
                    <a:pt x="98" y="1637"/>
                    <a:pt x="115" y="1630"/>
                    <a:pt x="127" y="1615"/>
                  </a:cubicBezTo>
                  <a:cubicBezTo>
                    <a:pt x="671" y="957"/>
                    <a:pt x="1333" y="508"/>
                    <a:pt x="2081" y="114"/>
                  </a:cubicBezTo>
                  <a:cubicBezTo>
                    <a:pt x="2145" y="81"/>
                    <a:pt x="2108" y="1"/>
                    <a:pt x="20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20"/>
            <p:cNvSpPr/>
            <p:nvPr/>
          </p:nvSpPr>
          <p:spPr>
            <a:xfrm>
              <a:off x="548442" y="3935397"/>
              <a:ext cx="53784" cy="45834"/>
            </a:xfrm>
            <a:custGeom>
              <a:rect b="b" l="l" r="r" t="t"/>
              <a:pathLst>
                <a:path extrusionOk="0" h="1620" w="1901">
                  <a:moveTo>
                    <a:pt x="1830" y="0"/>
                  </a:moveTo>
                  <a:cubicBezTo>
                    <a:pt x="1827" y="0"/>
                    <a:pt x="1823" y="1"/>
                    <a:pt x="1819" y="2"/>
                  </a:cubicBezTo>
                  <a:cubicBezTo>
                    <a:pt x="1055" y="207"/>
                    <a:pt x="456" y="867"/>
                    <a:pt x="37" y="1506"/>
                  </a:cubicBezTo>
                  <a:cubicBezTo>
                    <a:pt x="0" y="1564"/>
                    <a:pt x="49" y="1620"/>
                    <a:pt x="102" y="1620"/>
                  </a:cubicBezTo>
                  <a:cubicBezTo>
                    <a:pt x="123" y="1620"/>
                    <a:pt x="146" y="1610"/>
                    <a:pt x="163" y="1588"/>
                  </a:cubicBezTo>
                  <a:cubicBezTo>
                    <a:pt x="639" y="954"/>
                    <a:pt x="1256" y="572"/>
                    <a:pt x="1864" y="90"/>
                  </a:cubicBezTo>
                  <a:cubicBezTo>
                    <a:pt x="1901" y="62"/>
                    <a:pt x="1873" y="0"/>
                    <a:pt x="18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20"/>
            <p:cNvSpPr/>
            <p:nvPr/>
          </p:nvSpPr>
          <p:spPr>
            <a:xfrm>
              <a:off x="573961" y="3910981"/>
              <a:ext cx="46343" cy="25661"/>
            </a:xfrm>
            <a:custGeom>
              <a:rect b="b" l="l" r="r" t="t"/>
              <a:pathLst>
                <a:path extrusionOk="0" h="907" w="1638">
                  <a:moveTo>
                    <a:pt x="1562" y="0"/>
                  </a:moveTo>
                  <a:cubicBezTo>
                    <a:pt x="1559" y="0"/>
                    <a:pt x="1556" y="1"/>
                    <a:pt x="1553" y="1"/>
                  </a:cubicBezTo>
                  <a:cubicBezTo>
                    <a:pt x="988" y="94"/>
                    <a:pt x="485" y="430"/>
                    <a:pt x="53" y="793"/>
                  </a:cubicBezTo>
                  <a:cubicBezTo>
                    <a:pt x="1" y="838"/>
                    <a:pt x="46" y="907"/>
                    <a:pt x="100" y="907"/>
                  </a:cubicBezTo>
                  <a:cubicBezTo>
                    <a:pt x="113" y="907"/>
                    <a:pt x="127" y="902"/>
                    <a:pt x="140" y="892"/>
                  </a:cubicBezTo>
                  <a:cubicBezTo>
                    <a:pt x="591" y="539"/>
                    <a:pt x="1082" y="341"/>
                    <a:pt x="1587" y="97"/>
                  </a:cubicBezTo>
                  <a:cubicBezTo>
                    <a:pt x="1638" y="73"/>
                    <a:pt x="1612" y="0"/>
                    <a:pt x="15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20"/>
            <p:cNvSpPr/>
            <p:nvPr/>
          </p:nvSpPr>
          <p:spPr>
            <a:xfrm>
              <a:off x="613824" y="4329840"/>
              <a:ext cx="18560" cy="55085"/>
            </a:xfrm>
            <a:custGeom>
              <a:rect b="b" l="l" r="r" t="t"/>
              <a:pathLst>
                <a:path extrusionOk="0" h="1947" w="656">
                  <a:moveTo>
                    <a:pt x="588" y="1"/>
                  </a:moveTo>
                  <a:cubicBezTo>
                    <a:pt x="577" y="1"/>
                    <a:pt x="565" y="4"/>
                    <a:pt x="554" y="13"/>
                  </a:cubicBezTo>
                  <a:cubicBezTo>
                    <a:pt x="21" y="444"/>
                    <a:pt x="0" y="1343"/>
                    <a:pt x="226" y="1930"/>
                  </a:cubicBezTo>
                  <a:cubicBezTo>
                    <a:pt x="231" y="1942"/>
                    <a:pt x="241" y="1946"/>
                    <a:pt x="251" y="1946"/>
                  </a:cubicBezTo>
                  <a:cubicBezTo>
                    <a:pt x="268" y="1946"/>
                    <a:pt x="286" y="1933"/>
                    <a:pt x="280" y="1914"/>
                  </a:cubicBezTo>
                  <a:cubicBezTo>
                    <a:pt x="173" y="1584"/>
                    <a:pt x="147" y="1246"/>
                    <a:pt x="226" y="905"/>
                  </a:cubicBezTo>
                  <a:cubicBezTo>
                    <a:pt x="300" y="591"/>
                    <a:pt x="480" y="356"/>
                    <a:pt x="633" y="81"/>
                  </a:cubicBezTo>
                  <a:cubicBezTo>
                    <a:pt x="655" y="42"/>
                    <a:pt x="625" y="1"/>
                    <a:pt x="5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20"/>
            <p:cNvSpPr/>
            <p:nvPr/>
          </p:nvSpPr>
          <p:spPr>
            <a:xfrm>
              <a:off x="593878" y="4302227"/>
              <a:ext cx="15533" cy="46569"/>
            </a:xfrm>
            <a:custGeom>
              <a:rect b="b" l="l" r="r" t="t"/>
              <a:pathLst>
                <a:path extrusionOk="0" h="1646" w="549">
                  <a:moveTo>
                    <a:pt x="457" y="0"/>
                  </a:moveTo>
                  <a:cubicBezTo>
                    <a:pt x="441" y="0"/>
                    <a:pt x="424" y="6"/>
                    <a:pt x="410" y="19"/>
                  </a:cubicBezTo>
                  <a:cubicBezTo>
                    <a:pt x="0" y="403"/>
                    <a:pt x="31" y="1122"/>
                    <a:pt x="205" y="1605"/>
                  </a:cubicBezTo>
                  <a:cubicBezTo>
                    <a:pt x="215" y="1633"/>
                    <a:pt x="239" y="1645"/>
                    <a:pt x="264" y="1645"/>
                  </a:cubicBezTo>
                  <a:cubicBezTo>
                    <a:pt x="310" y="1645"/>
                    <a:pt x="361" y="1607"/>
                    <a:pt x="345" y="1556"/>
                  </a:cubicBezTo>
                  <a:cubicBezTo>
                    <a:pt x="272" y="1311"/>
                    <a:pt x="247" y="1061"/>
                    <a:pt x="287" y="807"/>
                  </a:cubicBezTo>
                  <a:cubicBezTo>
                    <a:pt x="329" y="552"/>
                    <a:pt x="452" y="340"/>
                    <a:pt x="531" y="99"/>
                  </a:cubicBezTo>
                  <a:cubicBezTo>
                    <a:pt x="548" y="47"/>
                    <a:pt x="504" y="0"/>
                    <a:pt x="4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20"/>
            <p:cNvSpPr/>
            <p:nvPr/>
          </p:nvSpPr>
          <p:spPr>
            <a:xfrm>
              <a:off x="569830" y="4290316"/>
              <a:ext cx="7413" cy="18673"/>
            </a:xfrm>
            <a:custGeom>
              <a:rect b="b" l="l" r="r" t="t"/>
              <a:pathLst>
                <a:path extrusionOk="0" h="660" w="262">
                  <a:moveTo>
                    <a:pt x="161" y="0"/>
                  </a:moveTo>
                  <a:cubicBezTo>
                    <a:pt x="131" y="0"/>
                    <a:pt x="100" y="17"/>
                    <a:pt x="85" y="49"/>
                  </a:cubicBezTo>
                  <a:cubicBezTo>
                    <a:pt x="17" y="199"/>
                    <a:pt x="27" y="406"/>
                    <a:pt x="7" y="569"/>
                  </a:cubicBezTo>
                  <a:cubicBezTo>
                    <a:pt x="0" y="628"/>
                    <a:pt x="46" y="660"/>
                    <a:pt x="93" y="660"/>
                  </a:cubicBezTo>
                  <a:cubicBezTo>
                    <a:pt x="136" y="660"/>
                    <a:pt x="179" y="634"/>
                    <a:pt x="184" y="579"/>
                  </a:cubicBezTo>
                  <a:cubicBezTo>
                    <a:pt x="205" y="418"/>
                    <a:pt x="261" y="220"/>
                    <a:pt x="228" y="58"/>
                  </a:cubicBezTo>
                  <a:cubicBezTo>
                    <a:pt x="221" y="18"/>
                    <a:pt x="191" y="0"/>
                    <a:pt x="1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20"/>
            <p:cNvSpPr/>
            <p:nvPr/>
          </p:nvSpPr>
          <p:spPr>
            <a:xfrm>
              <a:off x="1211458" y="4209798"/>
              <a:ext cx="40232" cy="54322"/>
            </a:xfrm>
            <a:custGeom>
              <a:rect b="b" l="l" r="r" t="t"/>
              <a:pathLst>
                <a:path extrusionOk="0" h="1920" w="1422">
                  <a:moveTo>
                    <a:pt x="1381" y="0"/>
                  </a:moveTo>
                  <a:cubicBezTo>
                    <a:pt x="1370" y="0"/>
                    <a:pt x="1359" y="7"/>
                    <a:pt x="1354" y="22"/>
                  </a:cubicBezTo>
                  <a:cubicBezTo>
                    <a:pt x="1240" y="387"/>
                    <a:pt x="1072" y="730"/>
                    <a:pt x="838" y="1034"/>
                  </a:cubicBezTo>
                  <a:cubicBezTo>
                    <a:pt x="599" y="1341"/>
                    <a:pt x="303" y="1562"/>
                    <a:pt x="36" y="1832"/>
                  </a:cubicBezTo>
                  <a:cubicBezTo>
                    <a:pt x="0" y="1867"/>
                    <a:pt x="28" y="1920"/>
                    <a:pt x="72" y="1920"/>
                  </a:cubicBezTo>
                  <a:cubicBezTo>
                    <a:pt x="79" y="1920"/>
                    <a:pt x="87" y="1918"/>
                    <a:pt x="95" y="1915"/>
                  </a:cubicBezTo>
                  <a:cubicBezTo>
                    <a:pt x="801" y="1617"/>
                    <a:pt x="1246" y="750"/>
                    <a:pt x="1415" y="44"/>
                  </a:cubicBezTo>
                  <a:cubicBezTo>
                    <a:pt x="1421" y="18"/>
                    <a:pt x="1401" y="0"/>
                    <a:pt x="13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20"/>
            <p:cNvSpPr/>
            <p:nvPr/>
          </p:nvSpPr>
          <p:spPr>
            <a:xfrm>
              <a:off x="1204130" y="4245587"/>
              <a:ext cx="40741" cy="36299"/>
            </a:xfrm>
            <a:custGeom>
              <a:rect b="b" l="l" r="r" t="t"/>
              <a:pathLst>
                <a:path extrusionOk="0" h="1283" w="1440">
                  <a:moveTo>
                    <a:pt x="1369" y="0"/>
                  </a:moveTo>
                  <a:cubicBezTo>
                    <a:pt x="1346" y="0"/>
                    <a:pt x="1324" y="9"/>
                    <a:pt x="1310" y="26"/>
                  </a:cubicBezTo>
                  <a:cubicBezTo>
                    <a:pt x="1134" y="250"/>
                    <a:pt x="1002" y="488"/>
                    <a:pt x="784" y="676"/>
                  </a:cubicBezTo>
                  <a:cubicBezTo>
                    <a:pt x="567" y="861"/>
                    <a:pt x="317" y="974"/>
                    <a:pt x="79" y="1125"/>
                  </a:cubicBezTo>
                  <a:cubicBezTo>
                    <a:pt x="1" y="1173"/>
                    <a:pt x="35" y="1283"/>
                    <a:pt x="121" y="1283"/>
                  </a:cubicBezTo>
                  <a:cubicBezTo>
                    <a:pt x="125" y="1283"/>
                    <a:pt x="129" y="1283"/>
                    <a:pt x="133" y="1282"/>
                  </a:cubicBezTo>
                  <a:cubicBezTo>
                    <a:pt x="703" y="1220"/>
                    <a:pt x="1322" y="624"/>
                    <a:pt x="1431" y="67"/>
                  </a:cubicBezTo>
                  <a:cubicBezTo>
                    <a:pt x="1440" y="23"/>
                    <a:pt x="1405" y="0"/>
                    <a:pt x="13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20"/>
            <p:cNvSpPr/>
            <p:nvPr/>
          </p:nvSpPr>
          <p:spPr>
            <a:xfrm>
              <a:off x="1169586" y="4291816"/>
              <a:ext cx="51577" cy="34460"/>
            </a:xfrm>
            <a:custGeom>
              <a:rect b="b" l="l" r="r" t="t"/>
              <a:pathLst>
                <a:path extrusionOk="0" h="1218" w="1823">
                  <a:moveTo>
                    <a:pt x="1713" y="1"/>
                  </a:moveTo>
                  <a:cubicBezTo>
                    <a:pt x="1690" y="1"/>
                    <a:pt x="1666" y="12"/>
                    <a:pt x="1649" y="39"/>
                  </a:cubicBezTo>
                  <a:cubicBezTo>
                    <a:pt x="1269" y="627"/>
                    <a:pt x="728" y="826"/>
                    <a:pt x="95" y="1029"/>
                  </a:cubicBezTo>
                  <a:cubicBezTo>
                    <a:pt x="0" y="1061"/>
                    <a:pt x="4" y="1191"/>
                    <a:pt x="108" y="1207"/>
                  </a:cubicBezTo>
                  <a:cubicBezTo>
                    <a:pt x="160" y="1214"/>
                    <a:pt x="212" y="1217"/>
                    <a:pt x="264" y="1217"/>
                  </a:cubicBezTo>
                  <a:cubicBezTo>
                    <a:pt x="917" y="1217"/>
                    <a:pt x="1512" y="687"/>
                    <a:pt x="1788" y="132"/>
                  </a:cubicBezTo>
                  <a:cubicBezTo>
                    <a:pt x="1822" y="66"/>
                    <a:pt x="1769" y="1"/>
                    <a:pt x="17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20"/>
            <p:cNvSpPr/>
            <p:nvPr/>
          </p:nvSpPr>
          <p:spPr>
            <a:xfrm>
              <a:off x="1245238" y="4140088"/>
              <a:ext cx="15957" cy="13552"/>
            </a:xfrm>
            <a:custGeom>
              <a:rect b="b" l="l" r="r" t="t"/>
              <a:pathLst>
                <a:path extrusionOk="0" h="479" w="564">
                  <a:moveTo>
                    <a:pt x="435" y="0"/>
                  </a:moveTo>
                  <a:cubicBezTo>
                    <a:pt x="416" y="0"/>
                    <a:pt x="397" y="7"/>
                    <a:pt x="379" y="23"/>
                  </a:cubicBezTo>
                  <a:cubicBezTo>
                    <a:pt x="264" y="131"/>
                    <a:pt x="119" y="232"/>
                    <a:pt x="35" y="363"/>
                  </a:cubicBezTo>
                  <a:cubicBezTo>
                    <a:pt x="1" y="414"/>
                    <a:pt x="43" y="478"/>
                    <a:pt x="97" y="478"/>
                  </a:cubicBezTo>
                  <a:cubicBezTo>
                    <a:pt x="108" y="478"/>
                    <a:pt x="119" y="476"/>
                    <a:pt x="131" y="469"/>
                  </a:cubicBezTo>
                  <a:cubicBezTo>
                    <a:pt x="269" y="395"/>
                    <a:pt x="384" y="261"/>
                    <a:pt x="497" y="155"/>
                  </a:cubicBezTo>
                  <a:cubicBezTo>
                    <a:pt x="564" y="96"/>
                    <a:pt x="504" y="0"/>
                    <a:pt x="4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20"/>
            <p:cNvSpPr/>
            <p:nvPr/>
          </p:nvSpPr>
          <p:spPr>
            <a:xfrm>
              <a:off x="974487" y="3885887"/>
              <a:ext cx="48041" cy="32932"/>
            </a:xfrm>
            <a:custGeom>
              <a:rect b="b" l="l" r="r" t="t"/>
              <a:pathLst>
                <a:path extrusionOk="0" h="1164" w="1698">
                  <a:moveTo>
                    <a:pt x="1634" y="1"/>
                  </a:moveTo>
                  <a:cubicBezTo>
                    <a:pt x="1632" y="1"/>
                    <a:pt x="1630" y="1"/>
                    <a:pt x="1629" y="1"/>
                  </a:cubicBezTo>
                  <a:cubicBezTo>
                    <a:pt x="932" y="67"/>
                    <a:pt x="326" y="458"/>
                    <a:pt x="19" y="1090"/>
                  </a:cubicBezTo>
                  <a:cubicBezTo>
                    <a:pt x="0" y="1129"/>
                    <a:pt x="40" y="1163"/>
                    <a:pt x="77" y="1163"/>
                  </a:cubicBezTo>
                  <a:cubicBezTo>
                    <a:pt x="94" y="1163"/>
                    <a:pt x="110" y="1156"/>
                    <a:pt x="119" y="1140"/>
                  </a:cubicBezTo>
                  <a:cubicBezTo>
                    <a:pt x="449" y="562"/>
                    <a:pt x="983" y="168"/>
                    <a:pt x="1646" y="83"/>
                  </a:cubicBezTo>
                  <a:cubicBezTo>
                    <a:pt x="1698" y="76"/>
                    <a:pt x="1684" y="1"/>
                    <a:pt x="16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20"/>
            <p:cNvSpPr/>
            <p:nvPr/>
          </p:nvSpPr>
          <p:spPr>
            <a:xfrm>
              <a:off x="965999" y="3866563"/>
              <a:ext cx="24954" cy="26652"/>
            </a:xfrm>
            <a:custGeom>
              <a:rect b="b" l="l" r="r" t="t"/>
              <a:pathLst>
                <a:path extrusionOk="0" h="942" w="882">
                  <a:moveTo>
                    <a:pt x="739" y="1"/>
                  </a:moveTo>
                  <a:cubicBezTo>
                    <a:pt x="728" y="1"/>
                    <a:pt x="717" y="3"/>
                    <a:pt x="706" y="7"/>
                  </a:cubicBezTo>
                  <a:cubicBezTo>
                    <a:pt x="348" y="139"/>
                    <a:pt x="40" y="467"/>
                    <a:pt x="5" y="859"/>
                  </a:cubicBezTo>
                  <a:cubicBezTo>
                    <a:pt x="1" y="910"/>
                    <a:pt x="44" y="941"/>
                    <a:pt x="87" y="941"/>
                  </a:cubicBezTo>
                  <a:cubicBezTo>
                    <a:pt x="117" y="941"/>
                    <a:pt x="148" y="925"/>
                    <a:pt x="159" y="889"/>
                  </a:cubicBezTo>
                  <a:cubicBezTo>
                    <a:pt x="262" y="558"/>
                    <a:pt x="450" y="292"/>
                    <a:pt x="786" y="165"/>
                  </a:cubicBezTo>
                  <a:cubicBezTo>
                    <a:pt x="882" y="129"/>
                    <a:pt x="827" y="1"/>
                    <a:pt x="7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20"/>
            <p:cNvSpPr/>
            <p:nvPr/>
          </p:nvSpPr>
          <p:spPr>
            <a:xfrm>
              <a:off x="588814" y="3714297"/>
              <a:ext cx="70816" cy="32876"/>
            </a:xfrm>
            <a:custGeom>
              <a:rect b="b" l="l" r="r" t="t"/>
              <a:pathLst>
                <a:path extrusionOk="0" h="1162" w="2503">
                  <a:moveTo>
                    <a:pt x="1443" y="0"/>
                  </a:moveTo>
                  <a:cubicBezTo>
                    <a:pt x="1411" y="0"/>
                    <a:pt x="1381" y="3"/>
                    <a:pt x="1355" y="8"/>
                  </a:cubicBezTo>
                  <a:cubicBezTo>
                    <a:pt x="1297" y="19"/>
                    <a:pt x="1237" y="22"/>
                    <a:pt x="1176" y="22"/>
                  </a:cubicBezTo>
                  <a:cubicBezTo>
                    <a:pt x="1100" y="22"/>
                    <a:pt x="1023" y="17"/>
                    <a:pt x="947" y="17"/>
                  </a:cubicBezTo>
                  <a:cubicBezTo>
                    <a:pt x="884" y="17"/>
                    <a:pt x="821" y="21"/>
                    <a:pt x="761" y="32"/>
                  </a:cubicBezTo>
                  <a:cubicBezTo>
                    <a:pt x="535" y="78"/>
                    <a:pt x="266" y="111"/>
                    <a:pt x="48" y="134"/>
                  </a:cubicBezTo>
                  <a:cubicBezTo>
                    <a:pt x="41" y="346"/>
                    <a:pt x="0" y="570"/>
                    <a:pt x="48" y="767"/>
                  </a:cubicBezTo>
                  <a:cubicBezTo>
                    <a:pt x="85" y="898"/>
                    <a:pt x="121" y="1027"/>
                    <a:pt x="155" y="1158"/>
                  </a:cubicBezTo>
                  <a:cubicBezTo>
                    <a:pt x="240" y="1160"/>
                    <a:pt x="325" y="1161"/>
                    <a:pt x="409" y="1161"/>
                  </a:cubicBezTo>
                  <a:cubicBezTo>
                    <a:pt x="1037" y="1161"/>
                    <a:pt x="1621" y="1101"/>
                    <a:pt x="2260" y="1101"/>
                  </a:cubicBezTo>
                  <a:cubicBezTo>
                    <a:pt x="2308" y="1101"/>
                    <a:pt x="2357" y="1102"/>
                    <a:pt x="2405" y="1103"/>
                  </a:cubicBezTo>
                  <a:lnTo>
                    <a:pt x="2405" y="1091"/>
                  </a:lnTo>
                  <a:cubicBezTo>
                    <a:pt x="2379" y="1049"/>
                    <a:pt x="2407" y="969"/>
                    <a:pt x="2396" y="909"/>
                  </a:cubicBezTo>
                  <a:cubicBezTo>
                    <a:pt x="2346" y="626"/>
                    <a:pt x="2476" y="328"/>
                    <a:pt x="2503" y="83"/>
                  </a:cubicBezTo>
                  <a:cubicBezTo>
                    <a:pt x="2322" y="78"/>
                    <a:pt x="2123" y="70"/>
                    <a:pt x="1962" y="32"/>
                  </a:cubicBezTo>
                  <a:lnTo>
                    <a:pt x="1678" y="27"/>
                  </a:lnTo>
                  <a:cubicBezTo>
                    <a:pt x="1626" y="15"/>
                    <a:pt x="1528" y="0"/>
                    <a:pt x="1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20"/>
            <p:cNvSpPr/>
            <p:nvPr/>
          </p:nvSpPr>
          <p:spPr>
            <a:xfrm>
              <a:off x="534296" y="3723153"/>
              <a:ext cx="37601" cy="32310"/>
            </a:xfrm>
            <a:custGeom>
              <a:rect b="b" l="l" r="r" t="t"/>
              <a:pathLst>
                <a:path extrusionOk="0" h="1142" w="1329">
                  <a:moveTo>
                    <a:pt x="1270" y="0"/>
                  </a:moveTo>
                  <a:lnTo>
                    <a:pt x="1270" y="0"/>
                  </a:lnTo>
                  <a:cubicBezTo>
                    <a:pt x="1150" y="7"/>
                    <a:pt x="1039" y="55"/>
                    <a:pt x="931" y="83"/>
                  </a:cubicBezTo>
                  <a:cubicBezTo>
                    <a:pt x="827" y="109"/>
                    <a:pt x="687" y="123"/>
                    <a:pt x="543" y="123"/>
                  </a:cubicBezTo>
                  <a:cubicBezTo>
                    <a:pt x="338" y="123"/>
                    <a:pt x="126" y="95"/>
                    <a:pt x="2" y="38"/>
                  </a:cubicBezTo>
                  <a:cubicBezTo>
                    <a:pt x="2" y="60"/>
                    <a:pt x="1" y="81"/>
                    <a:pt x="1" y="103"/>
                  </a:cubicBezTo>
                  <a:cubicBezTo>
                    <a:pt x="42" y="167"/>
                    <a:pt x="7" y="262"/>
                    <a:pt x="23" y="349"/>
                  </a:cubicBezTo>
                  <a:cubicBezTo>
                    <a:pt x="72" y="598"/>
                    <a:pt x="42" y="906"/>
                    <a:pt x="84" y="1138"/>
                  </a:cubicBezTo>
                  <a:cubicBezTo>
                    <a:pt x="122" y="1138"/>
                    <a:pt x="161" y="1141"/>
                    <a:pt x="200" y="1141"/>
                  </a:cubicBezTo>
                  <a:cubicBezTo>
                    <a:pt x="302" y="1079"/>
                    <a:pt x="443" y="1120"/>
                    <a:pt x="575" y="1085"/>
                  </a:cubicBezTo>
                  <a:cubicBezTo>
                    <a:pt x="805" y="1025"/>
                    <a:pt x="1013" y="932"/>
                    <a:pt x="1321" y="932"/>
                  </a:cubicBezTo>
                  <a:cubicBezTo>
                    <a:pt x="1324" y="932"/>
                    <a:pt x="1326" y="932"/>
                    <a:pt x="1328" y="932"/>
                  </a:cubicBezTo>
                  <a:lnTo>
                    <a:pt x="1328" y="919"/>
                  </a:lnTo>
                  <a:cubicBezTo>
                    <a:pt x="1230" y="772"/>
                    <a:pt x="1256" y="236"/>
                    <a:pt x="12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20"/>
            <p:cNvSpPr/>
            <p:nvPr/>
          </p:nvSpPr>
          <p:spPr>
            <a:xfrm>
              <a:off x="674085" y="3718202"/>
              <a:ext cx="51634" cy="27953"/>
            </a:xfrm>
            <a:custGeom>
              <a:rect b="b" l="l" r="r" t="t"/>
              <a:pathLst>
                <a:path extrusionOk="0" h="988" w="1825">
                  <a:moveTo>
                    <a:pt x="149" y="1"/>
                  </a:moveTo>
                  <a:lnTo>
                    <a:pt x="137" y="12"/>
                  </a:lnTo>
                  <a:cubicBezTo>
                    <a:pt x="125" y="126"/>
                    <a:pt x="79" y="243"/>
                    <a:pt x="51" y="347"/>
                  </a:cubicBezTo>
                  <a:cubicBezTo>
                    <a:pt x="0" y="540"/>
                    <a:pt x="18" y="760"/>
                    <a:pt x="11" y="979"/>
                  </a:cubicBezTo>
                  <a:cubicBezTo>
                    <a:pt x="75" y="979"/>
                    <a:pt x="122" y="967"/>
                    <a:pt x="168" y="957"/>
                  </a:cubicBezTo>
                  <a:cubicBezTo>
                    <a:pt x="253" y="969"/>
                    <a:pt x="341" y="979"/>
                    <a:pt x="425" y="988"/>
                  </a:cubicBezTo>
                  <a:cubicBezTo>
                    <a:pt x="684" y="941"/>
                    <a:pt x="995" y="967"/>
                    <a:pt x="1254" y="915"/>
                  </a:cubicBezTo>
                  <a:cubicBezTo>
                    <a:pt x="1441" y="879"/>
                    <a:pt x="1652" y="909"/>
                    <a:pt x="1824" y="876"/>
                  </a:cubicBezTo>
                  <a:cubicBezTo>
                    <a:pt x="1824" y="841"/>
                    <a:pt x="1825" y="806"/>
                    <a:pt x="1825" y="773"/>
                  </a:cubicBezTo>
                  <a:cubicBezTo>
                    <a:pt x="1784" y="703"/>
                    <a:pt x="1821" y="585"/>
                    <a:pt x="1805" y="499"/>
                  </a:cubicBezTo>
                  <a:cubicBezTo>
                    <a:pt x="1777" y="365"/>
                    <a:pt x="1760" y="222"/>
                    <a:pt x="1762" y="60"/>
                  </a:cubicBezTo>
                  <a:cubicBezTo>
                    <a:pt x="1229" y="53"/>
                    <a:pt x="671" y="25"/>
                    <a:pt x="14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20"/>
            <p:cNvSpPr/>
            <p:nvPr/>
          </p:nvSpPr>
          <p:spPr>
            <a:xfrm>
              <a:off x="655526" y="3305709"/>
              <a:ext cx="33357" cy="22408"/>
            </a:xfrm>
            <a:custGeom>
              <a:rect b="b" l="l" r="r" t="t"/>
              <a:pathLst>
                <a:path extrusionOk="0" h="792" w="1179">
                  <a:moveTo>
                    <a:pt x="143" y="1"/>
                  </a:moveTo>
                  <a:cubicBezTo>
                    <a:pt x="114" y="61"/>
                    <a:pt x="59" y="152"/>
                    <a:pt x="1" y="190"/>
                  </a:cubicBezTo>
                  <a:lnTo>
                    <a:pt x="12" y="203"/>
                  </a:lnTo>
                  <a:cubicBezTo>
                    <a:pt x="56" y="257"/>
                    <a:pt x="129" y="270"/>
                    <a:pt x="191" y="311"/>
                  </a:cubicBezTo>
                  <a:cubicBezTo>
                    <a:pt x="352" y="414"/>
                    <a:pt x="526" y="526"/>
                    <a:pt x="688" y="632"/>
                  </a:cubicBezTo>
                  <a:cubicBezTo>
                    <a:pt x="776" y="689"/>
                    <a:pt x="876" y="719"/>
                    <a:pt x="943" y="792"/>
                  </a:cubicBezTo>
                  <a:cubicBezTo>
                    <a:pt x="1030" y="764"/>
                    <a:pt x="1084" y="692"/>
                    <a:pt x="1178" y="668"/>
                  </a:cubicBezTo>
                  <a:lnTo>
                    <a:pt x="1178" y="655"/>
                  </a:lnTo>
                  <a:cubicBezTo>
                    <a:pt x="1030" y="616"/>
                    <a:pt x="918" y="504"/>
                    <a:pt x="808" y="428"/>
                  </a:cubicBezTo>
                  <a:cubicBezTo>
                    <a:pt x="594" y="279"/>
                    <a:pt x="371" y="124"/>
                    <a:pt x="1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20"/>
            <p:cNvSpPr/>
            <p:nvPr/>
          </p:nvSpPr>
          <p:spPr>
            <a:xfrm>
              <a:off x="725293" y="3296429"/>
              <a:ext cx="5121" cy="20597"/>
            </a:xfrm>
            <a:custGeom>
              <a:rect b="b" l="l" r="r" t="t"/>
              <a:pathLst>
                <a:path extrusionOk="0" h="728" w="181">
                  <a:moveTo>
                    <a:pt x="0" y="0"/>
                  </a:moveTo>
                  <a:lnTo>
                    <a:pt x="0" y="12"/>
                  </a:lnTo>
                  <a:cubicBezTo>
                    <a:pt x="57" y="106"/>
                    <a:pt x="30" y="596"/>
                    <a:pt x="11" y="723"/>
                  </a:cubicBezTo>
                  <a:cubicBezTo>
                    <a:pt x="67" y="726"/>
                    <a:pt x="124" y="726"/>
                    <a:pt x="178" y="727"/>
                  </a:cubicBezTo>
                  <a:cubicBezTo>
                    <a:pt x="181" y="496"/>
                    <a:pt x="144" y="250"/>
                    <a:pt x="141" y="42"/>
                  </a:cubicBezTo>
                  <a:cubicBezTo>
                    <a:pt x="137" y="43"/>
                    <a:pt x="133" y="44"/>
                    <a:pt x="129" y="44"/>
                  </a:cubicBezTo>
                  <a:cubicBezTo>
                    <a:pt x="125" y="44"/>
                    <a:pt x="121" y="43"/>
                    <a:pt x="117" y="42"/>
                  </a:cubicBezTo>
                  <a:cubicBezTo>
                    <a:pt x="89" y="18"/>
                    <a:pt x="46" y="8"/>
                    <a:pt x="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20"/>
            <p:cNvSpPr/>
            <p:nvPr/>
          </p:nvSpPr>
          <p:spPr>
            <a:xfrm>
              <a:off x="430041" y="3245504"/>
              <a:ext cx="281906" cy="433186"/>
            </a:xfrm>
            <a:custGeom>
              <a:rect b="b" l="l" r="r" t="t"/>
              <a:pathLst>
                <a:path extrusionOk="0" h="15311" w="9964">
                  <a:moveTo>
                    <a:pt x="3017" y="2471"/>
                  </a:moveTo>
                  <a:lnTo>
                    <a:pt x="3017" y="2484"/>
                  </a:lnTo>
                  <a:cubicBezTo>
                    <a:pt x="2995" y="2475"/>
                    <a:pt x="3004" y="2479"/>
                    <a:pt x="2992" y="2471"/>
                  </a:cubicBezTo>
                  <a:close/>
                  <a:moveTo>
                    <a:pt x="3017" y="2484"/>
                  </a:moveTo>
                  <a:lnTo>
                    <a:pt x="3017" y="2484"/>
                  </a:lnTo>
                  <a:cubicBezTo>
                    <a:pt x="3030" y="2489"/>
                    <a:pt x="3043" y="2492"/>
                    <a:pt x="3055" y="2498"/>
                  </a:cubicBezTo>
                  <a:lnTo>
                    <a:pt x="3055" y="2511"/>
                  </a:lnTo>
                  <a:cubicBezTo>
                    <a:pt x="3024" y="2500"/>
                    <a:pt x="3033" y="2505"/>
                    <a:pt x="3017" y="2484"/>
                  </a:cubicBezTo>
                  <a:close/>
                  <a:moveTo>
                    <a:pt x="3055" y="2511"/>
                  </a:moveTo>
                  <a:lnTo>
                    <a:pt x="3055" y="2511"/>
                  </a:lnTo>
                  <a:cubicBezTo>
                    <a:pt x="3160" y="2543"/>
                    <a:pt x="3218" y="2628"/>
                    <a:pt x="3285" y="2696"/>
                  </a:cubicBezTo>
                  <a:cubicBezTo>
                    <a:pt x="3462" y="2883"/>
                    <a:pt x="3705" y="3240"/>
                    <a:pt x="3744" y="3546"/>
                  </a:cubicBezTo>
                  <a:cubicBezTo>
                    <a:pt x="3756" y="3560"/>
                    <a:pt x="3749" y="3551"/>
                    <a:pt x="3757" y="3573"/>
                  </a:cubicBezTo>
                  <a:lnTo>
                    <a:pt x="3744" y="3573"/>
                  </a:lnTo>
                  <a:lnTo>
                    <a:pt x="3744" y="3546"/>
                  </a:lnTo>
                  <a:lnTo>
                    <a:pt x="3731" y="3546"/>
                  </a:lnTo>
                  <a:lnTo>
                    <a:pt x="3731" y="3522"/>
                  </a:lnTo>
                  <a:cubicBezTo>
                    <a:pt x="3625" y="3400"/>
                    <a:pt x="3536" y="3119"/>
                    <a:pt x="3446" y="2971"/>
                  </a:cubicBezTo>
                  <a:cubicBezTo>
                    <a:pt x="3382" y="2865"/>
                    <a:pt x="3292" y="2744"/>
                    <a:pt x="3208" y="2657"/>
                  </a:cubicBezTo>
                  <a:cubicBezTo>
                    <a:pt x="3161" y="2607"/>
                    <a:pt x="3094" y="2569"/>
                    <a:pt x="3055" y="2511"/>
                  </a:cubicBezTo>
                  <a:close/>
                  <a:moveTo>
                    <a:pt x="5234" y="6368"/>
                  </a:moveTo>
                  <a:cubicBezTo>
                    <a:pt x="5245" y="6383"/>
                    <a:pt x="5242" y="6382"/>
                    <a:pt x="5247" y="6408"/>
                  </a:cubicBezTo>
                  <a:lnTo>
                    <a:pt x="5234" y="6408"/>
                  </a:lnTo>
                  <a:cubicBezTo>
                    <a:pt x="5233" y="6395"/>
                    <a:pt x="5233" y="6382"/>
                    <a:pt x="5234" y="6368"/>
                  </a:cubicBezTo>
                  <a:close/>
                  <a:moveTo>
                    <a:pt x="4948" y="5896"/>
                  </a:moveTo>
                  <a:lnTo>
                    <a:pt x="4948" y="5896"/>
                  </a:lnTo>
                  <a:cubicBezTo>
                    <a:pt x="4986" y="5960"/>
                    <a:pt x="4925" y="6169"/>
                    <a:pt x="4903" y="6243"/>
                  </a:cubicBezTo>
                  <a:cubicBezTo>
                    <a:pt x="4817" y="6514"/>
                    <a:pt x="4726" y="6917"/>
                    <a:pt x="4561" y="7101"/>
                  </a:cubicBezTo>
                  <a:cubicBezTo>
                    <a:pt x="4571" y="6611"/>
                    <a:pt x="4893" y="6331"/>
                    <a:pt x="4948" y="5896"/>
                  </a:cubicBezTo>
                  <a:close/>
                  <a:moveTo>
                    <a:pt x="5288" y="7494"/>
                  </a:moveTo>
                  <a:cubicBezTo>
                    <a:pt x="5298" y="7507"/>
                    <a:pt x="5291" y="7498"/>
                    <a:pt x="5300" y="7519"/>
                  </a:cubicBezTo>
                  <a:lnTo>
                    <a:pt x="5288" y="7519"/>
                  </a:lnTo>
                  <a:lnTo>
                    <a:pt x="5288" y="7494"/>
                  </a:lnTo>
                  <a:close/>
                  <a:moveTo>
                    <a:pt x="5278" y="8450"/>
                  </a:moveTo>
                  <a:cubicBezTo>
                    <a:pt x="5290" y="8462"/>
                    <a:pt x="5282" y="8453"/>
                    <a:pt x="5291" y="8475"/>
                  </a:cubicBezTo>
                  <a:cubicBezTo>
                    <a:pt x="5290" y="8476"/>
                    <a:pt x="5288" y="8476"/>
                    <a:pt x="5286" y="8476"/>
                  </a:cubicBezTo>
                  <a:cubicBezTo>
                    <a:pt x="5283" y="8476"/>
                    <a:pt x="5281" y="8476"/>
                    <a:pt x="5278" y="8475"/>
                  </a:cubicBezTo>
                  <a:lnTo>
                    <a:pt x="5278" y="8450"/>
                  </a:lnTo>
                  <a:close/>
                  <a:moveTo>
                    <a:pt x="5221" y="6408"/>
                  </a:moveTo>
                  <a:cubicBezTo>
                    <a:pt x="5255" y="6460"/>
                    <a:pt x="5147" y="6853"/>
                    <a:pt x="5120" y="6921"/>
                  </a:cubicBezTo>
                  <a:cubicBezTo>
                    <a:pt x="4970" y="7305"/>
                    <a:pt x="4835" y="7703"/>
                    <a:pt x="4669" y="8062"/>
                  </a:cubicBezTo>
                  <a:cubicBezTo>
                    <a:pt x="4615" y="8183"/>
                    <a:pt x="4580" y="8388"/>
                    <a:pt x="4506" y="8487"/>
                  </a:cubicBezTo>
                  <a:cubicBezTo>
                    <a:pt x="4500" y="8055"/>
                    <a:pt x="4675" y="7721"/>
                    <a:pt x="4811" y="7420"/>
                  </a:cubicBezTo>
                  <a:cubicBezTo>
                    <a:pt x="4900" y="7225"/>
                    <a:pt x="4957" y="7037"/>
                    <a:pt x="5044" y="6844"/>
                  </a:cubicBezTo>
                  <a:cubicBezTo>
                    <a:pt x="5104" y="6710"/>
                    <a:pt x="5195" y="6569"/>
                    <a:pt x="5221" y="6408"/>
                  </a:cubicBezTo>
                  <a:close/>
                  <a:moveTo>
                    <a:pt x="5265" y="8477"/>
                  </a:moveTo>
                  <a:lnTo>
                    <a:pt x="5265" y="8477"/>
                  </a:lnTo>
                  <a:cubicBezTo>
                    <a:pt x="5293" y="8520"/>
                    <a:pt x="5255" y="8642"/>
                    <a:pt x="5237" y="8695"/>
                  </a:cubicBezTo>
                  <a:cubicBezTo>
                    <a:pt x="5181" y="8849"/>
                    <a:pt x="5087" y="9282"/>
                    <a:pt x="4903" y="9282"/>
                  </a:cubicBezTo>
                  <a:cubicBezTo>
                    <a:pt x="4902" y="9282"/>
                    <a:pt x="4901" y="9282"/>
                    <a:pt x="4900" y="9282"/>
                  </a:cubicBezTo>
                  <a:cubicBezTo>
                    <a:pt x="4891" y="9253"/>
                    <a:pt x="4890" y="9211"/>
                    <a:pt x="4890" y="9166"/>
                  </a:cubicBezTo>
                  <a:cubicBezTo>
                    <a:pt x="4970" y="9064"/>
                    <a:pt x="5013" y="8884"/>
                    <a:pt x="5079" y="8770"/>
                  </a:cubicBezTo>
                  <a:cubicBezTo>
                    <a:pt x="5136" y="8673"/>
                    <a:pt x="5226" y="8589"/>
                    <a:pt x="5265" y="8477"/>
                  </a:cubicBezTo>
                  <a:close/>
                  <a:moveTo>
                    <a:pt x="5274" y="7517"/>
                  </a:moveTo>
                  <a:lnTo>
                    <a:pt x="5274" y="7517"/>
                  </a:lnTo>
                  <a:cubicBezTo>
                    <a:pt x="5290" y="7550"/>
                    <a:pt x="5165" y="7873"/>
                    <a:pt x="5136" y="7943"/>
                  </a:cubicBezTo>
                  <a:cubicBezTo>
                    <a:pt x="5006" y="8259"/>
                    <a:pt x="4891" y="8610"/>
                    <a:pt x="4765" y="8930"/>
                  </a:cubicBezTo>
                  <a:cubicBezTo>
                    <a:pt x="4718" y="9071"/>
                    <a:pt x="4672" y="9211"/>
                    <a:pt x="4627" y="9353"/>
                  </a:cubicBezTo>
                  <a:lnTo>
                    <a:pt x="4627" y="9340"/>
                  </a:lnTo>
                  <a:cubicBezTo>
                    <a:pt x="4539" y="9211"/>
                    <a:pt x="4651" y="8927"/>
                    <a:pt x="4689" y="8824"/>
                  </a:cubicBezTo>
                  <a:cubicBezTo>
                    <a:pt x="4795" y="8528"/>
                    <a:pt x="4878" y="8263"/>
                    <a:pt x="5005" y="7990"/>
                  </a:cubicBezTo>
                  <a:cubicBezTo>
                    <a:pt x="5079" y="7833"/>
                    <a:pt x="5213" y="7681"/>
                    <a:pt x="5274" y="7517"/>
                  </a:cubicBezTo>
                  <a:close/>
                  <a:moveTo>
                    <a:pt x="3010" y="9425"/>
                  </a:moveTo>
                  <a:lnTo>
                    <a:pt x="3010" y="9425"/>
                  </a:lnTo>
                  <a:cubicBezTo>
                    <a:pt x="3161" y="9471"/>
                    <a:pt x="3343" y="9643"/>
                    <a:pt x="3337" y="9843"/>
                  </a:cubicBezTo>
                  <a:lnTo>
                    <a:pt x="3324" y="9843"/>
                  </a:lnTo>
                  <a:lnTo>
                    <a:pt x="3324" y="9819"/>
                  </a:lnTo>
                  <a:cubicBezTo>
                    <a:pt x="3248" y="9763"/>
                    <a:pt x="3215" y="9660"/>
                    <a:pt x="3161" y="9582"/>
                  </a:cubicBezTo>
                  <a:cubicBezTo>
                    <a:pt x="3110" y="9529"/>
                    <a:pt x="3059" y="9477"/>
                    <a:pt x="3010" y="9425"/>
                  </a:cubicBezTo>
                  <a:close/>
                  <a:moveTo>
                    <a:pt x="2250" y="9974"/>
                  </a:moveTo>
                  <a:cubicBezTo>
                    <a:pt x="2412" y="9974"/>
                    <a:pt x="2462" y="10025"/>
                    <a:pt x="2571" y="10058"/>
                  </a:cubicBezTo>
                  <a:lnTo>
                    <a:pt x="2571" y="10072"/>
                  </a:lnTo>
                  <a:cubicBezTo>
                    <a:pt x="2536" y="10072"/>
                    <a:pt x="2501" y="10069"/>
                    <a:pt x="2468" y="10069"/>
                  </a:cubicBezTo>
                  <a:cubicBezTo>
                    <a:pt x="2466" y="10070"/>
                    <a:pt x="2457" y="10070"/>
                    <a:pt x="2443" y="10070"/>
                  </a:cubicBezTo>
                  <a:cubicBezTo>
                    <a:pt x="2353" y="10070"/>
                    <a:pt x="2042" y="10051"/>
                    <a:pt x="2017" y="10032"/>
                  </a:cubicBezTo>
                  <a:cubicBezTo>
                    <a:pt x="2084" y="10032"/>
                    <a:pt x="2202" y="10009"/>
                    <a:pt x="2250" y="9974"/>
                  </a:cubicBezTo>
                  <a:close/>
                  <a:moveTo>
                    <a:pt x="2301" y="9589"/>
                  </a:moveTo>
                  <a:cubicBezTo>
                    <a:pt x="2694" y="9589"/>
                    <a:pt x="3044" y="9765"/>
                    <a:pt x="3112" y="10072"/>
                  </a:cubicBezTo>
                  <a:lnTo>
                    <a:pt x="3099" y="10072"/>
                  </a:lnTo>
                  <a:cubicBezTo>
                    <a:pt x="3046" y="10016"/>
                    <a:pt x="2971" y="9996"/>
                    <a:pt x="2908" y="9951"/>
                  </a:cubicBezTo>
                  <a:cubicBezTo>
                    <a:pt x="2779" y="9856"/>
                    <a:pt x="2668" y="9730"/>
                    <a:pt x="2514" y="9659"/>
                  </a:cubicBezTo>
                  <a:cubicBezTo>
                    <a:pt x="2441" y="9634"/>
                    <a:pt x="2369" y="9612"/>
                    <a:pt x="2296" y="9589"/>
                  </a:cubicBezTo>
                  <a:cubicBezTo>
                    <a:pt x="2298" y="9589"/>
                    <a:pt x="2299" y="9589"/>
                    <a:pt x="2301" y="9589"/>
                  </a:cubicBezTo>
                  <a:close/>
                  <a:moveTo>
                    <a:pt x="5159" y="10516"/>
                  </a:moveTo>
                  <a:cubicBezTo>
                    <a:pt x="5169" y="10530"/>
                    <a:pt x="5162" y="10519"/>
                    <a:pt x="5172" y="10541"/>
                  </a:cubicBezTo>
                  <a:lnTo>
                    <a:pt x="5159" y="10541"/>
                  </a:lnTo>
                  <a:lnTo>
                    <a:pt x="5159" y="10516"/>
                  </a:lnTo>
                  <a:close/>
                  <a:moveTo>
                    <a:pt x="3939" y="13126"/>
                  </a:moveTo>
                  <a:cubicBezTo>
                    <a:pt x="4150" y="13126"/>
                    <a:pt x="4515" y="13133"/>
                    <a:pt x="4635" y="13219"/>
                  </a:cubicBezTo>
                  <a:cubicBezTo>
                    <a:pt x="4509" y="13219"/>
                    <a:pt x="4374" y="13264"/>
                    <a:pt x="4234" y="13264"/>
                  </a:cubicBezTo>
                  <a:cubicBezTo>
                    <a:pt x="4187" y="13264"/>
                    <a:pt x="4140" y="13259"/>
                    <a:pt x="4092" y="13245"/>
                  </a:cubicBezTo>
                  <a:lnTo>
                    <a:pt x="3951" y="13192"/>
                  </a:lnTo>
                  <a:cubicBezTo>
                    <a:pt x="3938" y="13155"/>
                    <a:pt x="3932" y="13158"/>
                    <a:pt x="3939" y="13126"/>
                  </a:cubicBezTo>
                  <a:close/>
                  <a:moveTo>
                    <a:pt x="3968" y="13554"/>
                  </a:moveTo>
                  <a:lnTo>
                    <a:pt x="3968" y="13565"/>
                  </a:lnTo>
                  <a:cubicBezTo>
                    <a:pt x="3946" y="13557"/>
                    <a:pt x="3955" y="13562"/>
                    <a:pt x="3943" y="13554"/>
                  </a:cubicBezTo>
                  <a:close/>
                  <a:moveTo>
                    <a:pt x="3104" y="13497"/>
                  </a:moveTo>
                  <a:lnTo>
                    <a:pt x="3104" y="13497"/>
                  </a:lnTo>
                  <a:cubicBezTo>
                    <a:pt x="3278" y="13557"/>
                    <a:pt x="3556" y="13566"/>
                    <a:pt x="3787" y="13566"/>
                  </a:cubicBezTo>
                  <a:cubicBezTo>
                    <a:pt x="3842" y="13566"/>
                    <a:pt x="3895" y="13566"/>
                    <a:pt x="3943" y="13565"/>
                  </a:cubicBezTo>
                  <a:lnTo>
                    <a:pt x="3943" y="13578"/>
                  </a:lnTo>
                  <a:lnTo>
                    <a:pt x="3917" y="13578"/>
                  </a:lnTo>
                  <a:cubicBezTo>
                    <a:pt x="3840" y="13642"/>
                    <a:pt x="3722" y="13667"/>
                    <a:pt x="3601" y="13667"/>
                  </a:cubicBezTo>
                  <a:cubicBezTo>
                    <a:pt x="3479" y="13667"/>
                    <a:pt x="3352" y="13642"/>
                    <a:pt x="3257" y="13605"/>
                  </a:cubicBezTo>
                  <a:cubicBezTo>
                    <a:pt x="3180" y="13573"/>
                    <a:pt x="3103" y="13568"/>
                    <a:pt x="3104" y="13497"/>
                  </a:cubicBezTo>
                  <a:close/>
                  <a:moveTo>
                    <a:pt x="2658" y="13810"/>
                  </a:moveTo>
                  <a:lnTo>
                    <a:pt x="2658" y="13810"/>
                  </a:lnTo>
                  <a:cubicBezTo>
                    <a:pt x="2728" y="13828"/>
                    <a:pt x="2777" y="13876"/>
                    <a:pt x="2835" y="13904"/>
                  </a:cubicBezTo>
                  <a:cubicBezTo>
                    <a:pt x="2978" y="13969"/>
                    <a:pt x="3109" y="14001"/>
                    <a:pt x="3250" y="14001"/>
                  </a:cubicBezTo>
                  <a:cubicBezTo>
                    <a:pt x="3331" y="14001"/>
                    <a:pt x="3415" y="13991"/>
                    <a:pt x="3506" y="13969"/>
                  </a:cubicBezTo>
                  <a:lnTo>
                    <a:pt x="3507" y="13983"/>
                  </a:lnTo>
                  <a:lnTo>
                    <a:pt x="3494" y="13994"/>
                  </a:lnTo>
                  <a:cubicBezTo>
                    <a:pt x="3421" y="14030"/>
                    <a:pt x="3353" y="14097"/>
                    <a:pt x="3272" y="14119"/>
                  </a:cubicBezTo>
                  <a:cubicBezTo>
                    <a:pt x="3243" y="14126"/>
                    <a:pt x="3214" y="14130"/>
                    <a:pt x="3185" y="14130"/>
                  </a:cubicBezTo>
                  <a:cubicBezTo>
                    <a:pt x="2954" y="14130"/>
                    <a:pt x="2712" y="13926"/>
                    <a:pt x="2658" y="13810"/>
                  </a:cubicBezTo>
                  <a:close/>
                  <a:moveTo>
                    <a:pt x="1995" y="14015"/>
                  </a:moveTo>
                  <a:cubicBezTo>
                    <a:pt x="2104" y="14045"/>
                    <a:pt x="2158" y="14140"/>
                    <a:pt x="2236" y="14201"/>
                  </a:cubicBezTo>
                  <a:cubicBezTo>
                    <a:pt x="2332" y="14275"/>
                    <a:pt x="2452" y="14349"/>
                    <a:pt x="2568" y="14401"/>
                  </a:cubicBezTo>
                  <a:cubicBezTo>
                    <a:pt x="2705" y="14462"/>
                    <a:pt x="2862" y="14477"/>
                    <a:pt x="3019" y="14515"/>
                  </a:cubicBezTo>
                  <a:cubicBezTo>
                    <a:pt x="3031" y="14517"/>
                    <a:pt x="3042" y="14518"/>
                    <a:pt x="3053" y="14518"/>
                  </a:cubicBezTo>
                  <a:cubicBezTo>
                    <a:pt x="3089" y="14518"/>
                    <a:pt x="3120" y="14507"/>
                    <a:pt x="3148" y="14507"/>
                  </a:cubicBezTo>
                  <a:cubicBezTo>
                    <a:pt x="3161" y="14507"/>
                    <a:pt x="3174" y="14510"/>
                    <a:pt x="3186" y="14518"/>
                  </a:cubicBezTo>
                  <a:cubicBezTo>
                    <a:pt x="3087" y="14535"/>
                    <a:pt x="2987" y="14550"/>
                    <a:pt x="2886" y="14564"/>
                  </a:cubicBezTo>
                  <a:cubicBezTo>
                    <a:pt x="2846" y="14572"/>
                    <a:pt x="2807" y="14575"/>
                    <a:pt x="2769" y="14575"/>
                  </a:cubicBezTo>
                  <a:cubicBezTo>
                    <a:pt x="2393" y="14575"/>
                    <a:pt x="2095" y="14232"/>
                    <a:pt x="1995" y="14015"/>
                  </a:cubicBezTo>
                  <a:close/>
                  <a:moveTo>
                    <a:pt x="1011" y="13955"/>
                  </a:moveTo>
                  <a:cubicBezTo>
                    <a:pt x="1011" y="14058"/>
                    <a:pt x="1054" y="14128"/>
                    <a:pt x="1084" y="14202"/>
                  </a:cubicBezTo>
                  <a:cubicBezTo>
                    <a:pt x="1123" y="14304"/>
                    <a:pt x="1127" y="14390"/>
                    <a:pt x="1168" y="14487"/>
                  </a:cubicBezTo>
                  <a:cubicBezTo>
                    <a:pt x="1213" y="14600"/>
                    <a:pt x="1293" y="14692"/>
                    <a:pt x="1355" y="14789"/>
                  </a:cubicBezTo>
                  <a:lnTo>
                    <a:pt x="1331" y="14789"/>
                  </a:lnTo>
                  <a:cubicBezTo>
                    <a:pt x="1291" y="14736"/>
                    <a:pt x="1217" y="14709"/>
                    <a:pt x="1178" y="14656"/>
                  </a:cubicBezTo>
                  <a:cubicBezTo>
                    <a:pt x="1076" y="14516"/>
                    <a:pt x="893" y="14179"/>
                    <a:pt x="986" y="13955"/>
                  </a:cubicBezTo>
                  <a:close/>
                  <a:moveTo>
                    <a:pt x="1425" y="13978"/>
                  </a:moveTo>
                  <a:lnTo>
                    <a:pt x="1425" y="13978"/>
                  </a:lnTo>
                  <a:cubicBezTo>
                    <a:pt x="1450" y="14052"/>
                    <a:pt x="1475" y="14125"/>
                    <a:pt x="1498" y="14201"/>
                  </a:cubicBezTo>
                  <a:cubicBezTo>
                    <a:pt x="1585" y="14377"/>
                    <a:pt x="1722" y="14583"/>
                    <a:pt x="1874" y="14699"/>
                  </a:cubicBezTo>
                  <a:cubicBezTo>
                    <a:pt x="1937" y="14747"/>
                    <a:pt x="2027" y="14797"/>
                    <a:pt x="2106" y="14821"/>
                  </a:cubicBezTo>
                  <a:cubicBezTo>
                    <a:pt x="2162" y="14840"/>
                    <a:pt x="2242" y="14823"/>
                    <a:pt x="2286" y="14850"/>
                  </a:cubicBezTo>
                  <a:cubicBezTo>
                    <a:pt x="2279" y="14850"/>
                    <a:pt x="2272" y="14850"/>
                    <a:pt x="2264" y="14850"/>
                  </a:cubicBezTo>
                  <a:cubicBezTo>
                    <a:pt x="2209" y="14850"/>
                    <a:pt x="2155" y="14855"/>
                    <a:pt x="2102" y="14855"/>
                  </a:cubicBezTo>
                  <a:cubicBezTo>
                    <a:pt x="2046" y="14855"/>
                    <a:pt x="1992" y="14850"/>
                    <a:pt x="1938" y="14829"/>
                  </a:cubicBezTo>
                  <a:cubicBezTo>
                    <a:pt x="1685" y="14727"/>
                    <a:pt x="1421" y="14329"/>
                    <a:pt x="1425" y="13978"/>
                  </a:cubicBezTo>
                  <a:close/>
                  <a:moveTo>
                    <a:pt x="5128" y="0"/>
                  </a:moveTo>
                  <a:lnTo>
                    <a:pt x="5128" y="13"/>
                  </a:lnTo>
                  <a:cubicBezTo>
                    <a:pt x="5080" y="44"/>
                    <a:pt x="5050" y="101"/>
                    <a:pt x="5009" y="140"/>
                  </a:cubicBezTo>
                  <a:cubicBezTo>
                    <a:pt x="4919" y="229"/>
                    <a:pt x="4808" y="320"/>
                    <a:pt x="4705" y="393"/>
                  </a:cubicBezTo>
                  <a:cubicBezTo>
                    <a:pt x="4385" y="617"/>
                    <a:pt x="4044" y="793"/>
                    <a:pt x="3709" y="1005"/>
                  </a:cubicBezTo>
                  <a:cubicBezTo>
                    <a:pt x="3661" y="1052"/>
                    <a:pt x="3613" y="1098"/>
                    <a:pt x="3564" y="1146"/>
                  </a:cubicBezTo>
                  <a:cubicBezTo>
                    <a:pt x="3426" y="1245"/>
                    <a:pt x="3276" y="1347"/>
                    <a:pt x="3132" y="1432"/>
                  </a:cubicBezTo>
                  <a:cubicBezTo>
                    <a:pt x="2835" y="1611"/>
                    <a:pt x="2542" y="1781"/>
                    <a:pt x="2331" y="2049"/>
                  </a:cubicBezTo>
                  <a:cubicBezTo>
                    <a:pt x="2268" y="2127"/>
                    <a:pt x="2158" y="2175"/>
                    <a:pt x="2120" y="2277"/>
                  </a:cubicBezTo>
                  <a:lnTo>
                    <a:pt x="2133" y="2277"/>
                  </a:lnTo>
                  <a:cubicBezTo>
                    <a:pt x="2181" y="2312"/>
                    <a:pt x="2254" y="2306"/>
                    <a:pt x="2312" y="2334"/>
                  </a:cubicBezTo>
                  <a:cubicBezTo>
                    <a:pt x="2437" y="2391"/>
                    <a:pt x="2572" y="2482"/>
                    <a:pt x="2683" y="2561"/>
                  </a:cubicBezTo>
                  <a:cubicBezTo>
                    <a:pt x="2995" y="2792"/>
                    <a:pt x="3148" y="3102"/>
                    <a:pt x="3350" y="3440"/>
                  </a:cubicBezTo>
                  <a:cubicBezTo>
                    <a:pt x="3436" y="3586"/>
                    <a:pt x="3568" y="3749"/>
                    <a:pt x="3612" y="3924"/>
                  </a:cubicBezTo>
                  <a:cubicBezTo>
                    <a:pt x="3623" y="3938"/>
                    <a:pt x="3616" y="3927"/>
                    <a:pt x="3625" y="3949"/>
                  </a:cubicBezTo>
                  <a:cubicBezTo>
                    <a:pt x="3635" y="3962"/>
                    <a:pt x="3628" y="3954"/>
                    <a:pt x="3638" y="3975"/>
                  </a:cubicBezTo>
                  <a:lnTo>
                    <a:pt x="3625" y="3975"/>
                  </a:lnTo>
                  <a:lnTo>
                    <a:pt x="3625" y="3949"/>
                  </a:lnTo>
                  <a:lnTo>
                    <a:pt x="3612" y="3949"/>
                  </a:lnTo>
                  <a:lnTo>
                    <a:pt x="3612" y="3924"/>
                  </a:lnTo>
                  <a:lnTo>
                    <a:pt x="3599" y="3924"/>
                  </a:lnTo>
                  <a:lnTo>
                    <a:pt x="3599" y="3911"/>
                  </a:lnTo>
                  <a:cubicBezTo>
                    <a:pt x="3487" y="3795"/>
                    <a:pt x="3407" y="3625"/>
                    <a:pt x="3309" y="3491"/>
                  </a:cubicBezTo>
                  <a:cubicBezTo>
                    <a:pt x="3096" y="3192"/>
                    <a:pt x="2824" y="2908"/>
                    <a:pt x="2527" y="2687"/>
                  </a:cubicBezTo>
                  <a:cubicBezTo>
                    <a:pt x="2389" y="2583"/>
                    <a:pt x="2226" y="2415"/>
                    <a:pt x="2015" y="2392"/>
                  </a:cubicBezTo>
                  <a:cubicBezTo>
                    <a:pt x="1975" y="2473"/>
                    <a:pt x="1905" y="2546"/>
                    <a:pt x="1856" y="2622"/>
                  </a:cubicBezTo>
                  <a:cubicBezTo>
                    <a:pt x="1717" y="2836"/>
                    <a:pt x="1620" y="3112"/>
                    <a:pt x="1531" y="3365"/>
                  </a:cubicBezTo>
                  <a:cubicBezTo>
                    <a:pt x="1373" y="3807"/>
                    <a:pt x="1332" y="4305"/>
                    <a:pt x="1204" y="4778"/>
                  </a:cubicBezTo>
                  <a:cubicBezTo>
                    <a:pt x="1184" y="4917"/>
                    <a:pt x="1163" y="5053"/>
                    <a:pt x="1143" y="5191"/>
                  </a:cubicBezTo>
                  <a:cubicBezTo>
                    <a:pt x="995" y="5756"/>
                    <a:pt x="979" y="6383"/>
                    <a:pt x="835" y="6956"/>
                  </a:cubicBezTo>
                  <a:cubicBezTo>
                    <a:pt x="785" y="7151"/>
                    <a:pt x="801" y="7354"/>
                    <a:pt x="758" y="7536"/>
                  </a:cubicBezTo>
                  <a:cubicBezTo>
                    <a:pt x="726" y="7863"/>
                    <a:pt x="692" y="8190"/>
                    <a:pt x="660" y="8514"/>
                  </a:cubicBezTo>
                  <a:lnTo>
                    <a:pt x="655" y="8760"/>
                  </a:lnTo>
                  <a:cubicBezTo>
                    <a:pt x="572" y="9103"/>
                    <a:pt x="634" y="9496"/>
                    <a:pt x="594" y="9871"/>
                  </a:cubicBezTo>
                  <a:cubicBezTo>
                    <a:pt x="537" y="10375"/>
                    <a:pt x="583" y="10938"/>
                    <a:pt x="470" y="11393"/>
                  </a:cubicBezTo>
                  <a:lnTo>
                    <a:pt x="437" y="11742"/>
                  </a:lnTo>
                  <a:cubicBezTo>
                    <a:pt x="409" y="11850"/>
                    <a:pt x="271" y="12297"/>
                    <a:pt x="320" y="12386"/>
                  </a:cubicBezTo>
                  <a:cubicBezTo>
                    <a:pt x="348" y="12219"/>
                    <a:pt x="749" y="11791"/>
                    <a:pt x="879" y="11713"/>
                  </a:cubicBezTo>
                  <a:lnTo>
                    <a:pt x="879" y="11739"/>
                  </a:lnTo>
                  <a:cubicBezTo>
                    <a:pt x="720" y="11842"/>
                    <a:pt x="636" y="12060"/>
                    <a:pt x="531" y="12222"/>
                  </a:cubicBezTo>
                  <a:cubicBezTo>
                    <a:pt x="402" y="12422"/>
                    <a:pt x="269" y="12664"/>
                    <a:pt x="194" y="12912"/>
                  </a:cubicBezTo>
                  <a:cubicBezTo>
                    <a:pt x="0" y="13545"/>
                    <a:pt x="194" y="14407"/>
                    <a:pt x="451" y="14779"/>
                  </a:cubicBezTo>
                  <a:cubicBezTo>
                    <a:pt x="543" y="14910"/>
                    <a:pt x="669" y="14996"/>
                    <a:pt x="807" y="15085"/>
                  </a:cubicBezTo>
                  <a:cubicBezTo>
                    <a:pt x="1012" y="15217"/>
                    <a:pt x="1230" y="15259"/>
                    <a:pt x="1553" y="15294"/>
                  </a:cubicBezTo>
                  <a:cubicBezTo>
                    <a:pt x="1578" y="15296"/>
                    <a:pt x="1602" y="15311"/>
                    <a:pt x="1634" y="15311"/>
                  </a:cubicBezTo>
                  <a:cubicBezTo>
                    <a:pt x="1641" y="15311"/>
                    <a:pt x="1648" y="15310"/>
                    <a:pt x="1656" y="15308"/>
                  </a:cubicBezTo>
                  <a:cubicBezTo>
                    <a:pt x="1719" y="15297"/>
                    <a:pt x="1785" y="15295"/>
                    <a:pt x="1853" y="15295"/>
                  </a:cubicBezTo>
                  <a:cubicBezTo>
                    <a:pt x="1871" y="15295"/>
                    <a:pt x="1890" y="15296"/>
                    <a:pt x="1908" y="15296"/>
                  </a:cubicBezTo>
                  <a:cubicBezTo>
                    <a:pt x="1981" y="15296"/>
                    <a:pt x="2054" y="15294"/>
                    <a:pt x="2122" y="15279"/>
                  </a:cubicBezTo>
                  <a:cubicBezTo>
                    <a:pt x="2529" y="15192"/>
                    <a:pt x="2891" y="15134"/>
                    <a:pt x="3200" y="14954"/>
                  </a:cubicBezTo>
                  <a:cubicBezTo>
                    <a:pt x="3590" y="14725"/>
                    <a:pt x="3987" y="14420"/>
                    <a:pt x="4268" y="14064"/>
                  </a:cubicBezTo>
                  <a:cubicBezTo>
                    <a:pt x="4321" y="14019"/>
                    <a:pt x="4374" y="13971"/>
                    <a:pt x="4426" y="13926"/>
                  </a:cubicBezTo>
                  <a:cubicBezTo>
                    <a:pt x="4561" y="13756"/>
                    <a:pt x="4721" y="13619"/>
                    <a:pt x="4875" y="13469"/>
                  </a:cubicBezTo>
                  <a:cubicBezTo>
                    <a:pt x="4933" y="13411"/>
                    <a:pt x="4990" y="13352"/>
                    <a:pt x="5048" y="13290"/>
                  </a:cubicBezTo>
                  <a:cubicBezTo>
                    <a:pt x="5217" y="13170"/>
                    <a:pt x="5365" y="13019"/>
                    <a:pt x="5535" y="12901"/>
                  </a:cubicBezTo>
                  <a:cubicBezTo>
                    <a:pt x="5659" y="12814"/>
                    <a:pt x="5790" y="12750"/>
                    <a:pt x="5915" y="12662"/>
                  </a:cubicBezTo>
                  <a:cubicBezTo>
                    <a:pt x="5954" y="12635"/>
                    <a:pt x="5976" y="12588"/>
                    <a:pt x="6008" y="12548"/>
                  </a:cubicBezTo>
                  <a:cubicBezTo>
                    <a:pt x="6069" y="12494"/>
                    <a:pt x="6131" y="12438"/>
                    <a:pt x="6191" y="12385"/>
                  </a:cubicBezTo>
                  <a:cubicBezTo>
                    <a:pt x="6293" y="12255"/>
                    <a:pt x="6418" y="12124"/>
                    <a:pt x="6496" y="11978"/>
                  </a:cubicBezTo>
                  <a:cubicBezTo>
                    <a:pt x="6475" y="11978"/>
                    <a:pt x="6453" y="11975"/>
                    <a:pt x="6431" y="11975"/>
                  </a:cubicBezTo>
                  <a:cubicBezTo>
                    <a:pt x="6404" y="11991"/>
                    <a:pt x="6371" y="11998"/>
                    <a:pt x="6334" y="11998"/>
                  </a:cubicBezTo>
                  <a:cubicBezTo>
                    <a:pt x="6175" y="11998"/>
                    <a:pt x="5948" y="11872"/>
                    <a:pt x="5892" y="11835"/>
                  </a:cubicBezTo>
                  <a:cubicBezTo>
                    <a:pt x="5525" y="11600"/>
                    <a:pt x="5452" y="11384"/>
                    <a:pt x="5290" y="10956"/>
                  </a:cubicBezTo>
                  <a:cubicBezTo>
                    <a:pt x="5247" y="10846"/>
                    <a:pt x="5188" y="10730"/>
                    <a:pt x="5181" y="10592"/>
                  </a:cubicBezTo>
                  <a:lnTo>
                    <a:pt x="5168" y="10592"/>
                  </a:lnTo>
                  <a:lnTo>
                    <a:pt x="5168" y="10554"/>
                  </a:lnTo>
                  <a:cubicBezTo>
                    <a:pt x="5176" y="10569"/>
                    <a:pt x="5175" y="10567"/>
                    <a:pt x="5181" y="10592"/>
                  </a:cubicBezTo>
                  <a:lnTo>
                    <a:pt x="5194" y="10592"/>
                  </a:lnTo>
                  <a:lnTo>
                    <a:pt x="5194" y="10618"/>
                  </a:lnTo>
                  <a:cubicBezTo>
                    <a:pt x="5269" y="10708"/>
                    <a:pt x="5293" y="10854"/>
                    <a:pt x="5354" y="10957"/>
                  </a:cubicBezTo>
                  <a:cubicBezTo>
                    <a:pt x="5541" y="11281"/>
                    <a:pt x="5735" y="11602"/>
                    <a:pt x="6098" y="11762"/>
                  </a:cubicBezTo>
                  <a:cubicBezTo>
                    <a:pt x="6180" y="11798"/>
                    <a:pt x="6292" y="11823"/>
                    <a:pt x="6401" y="11823"/>
                  </a:cubicBezTo>
                  <a:cubicBezTo>
                    <a:pt x="6495" y="11823"/>
                    <a:pt x="6586" y="11805"/>
                    <a:pt x="6655" y="11761"/>
                  </a:cubicBezTo>
                  <a:cubicBezTo>
                    <a:pt x="6716" y="11720"/>
                    <a:pt x="6754" y="11640"/>
                    <a:pt x="6800" y="11582"/>
                  </a:cubicBezTo>
                  <a:cubicBezTo>
                    <a:pt x="6886" y="11469"/>
                    <a:pt x="6986" y="11381"/>
                    <a:pt x="7027" y="11211"/>
                  </a:cubicBezTo>
                  <a:lnTo>
                    <a:pt x="7001" y="11211"/>
                  </a:lnTo>
                  <a:cubicBezTo>
                    <a:pt x="6967" y="11236"/>
                    <a:pt x="6927" y="11246"/>
                    <a:pt x="6882" y="11246"/>
                  </a:cubicBezTo>
                  <a:cubicBezTo>
                    <a:pt x="6729" y="11246"/>
                    <a:pt x="6536" y="11127"/>
                    <a:pt x="6475" y="11085"/>
                  </a:cubicBezTo>
                  <a:cubicBezTo>
                    <a:pt x="6111" y="10829"/>
                    <a:pt x="5953" y="10394"/>
                    <a:pt x="5841" y="9894"/>
                  </a:cubicBezTo>
                  <a:cubicBezTo>
                    <a:pt x="5804" y="9736"/>
                    <a:pt x="5813" y="9522"/>
                    <a:pt x="5851" y="9378"/>
                  </a:cubicBezTo>
                  <a:cubicBezTo>
                    <a:pt x="5867" y="9313"/>
                    <a:pt x="5886" y="9222"/>
                    <a:pt x="5855" y="9196"/>
                  </a:cubicBezTo>
                  <a:lnTo>
                    <a:pt x="5855" y="9196"/>
                  </a:lnTo>
                  <a:cubicBezTo>
                    <a:pt x="5819" y="9222"/>
                    <a:pt x="5765" y="9220"/>
                    <a:pt x="5724" y="9246"/>
                  </a:cubicBezTo>
                  <a:cubicBezTo>
                    <a:pt x="5612" y="9313"/>
                    <a:pt x="5500" y="9387"/>
                    <a:pt x="5384" y="9458"/>
                  </a:cubicBezTo>
                  <a:cubicBezTo>
                    <a:pt x="4820" y="9798"/>
                    <a:pt x="4217" y="10127"/>
                    <a:pt x="3581" y="10388"/>
                  </a:cubicBezTo>
                  <a:cubicBezTo>
                    <a:pt x="3222" y="10535"/>
                    <a:pt x="2840" y="10611"/>
                    <a:pt x="2473" y="10752"/>
                  </a:cubicBezTo>
                  <a:cubicBezTo>
                    <a:pt x="2097" y="10899"/>
                    <a:pt x="1741" y="11086"/>
                    <a:pt x="1416" y="11284"/>
                  </a:cubicBezTo>
                  <a:lnTo>
                    <a:pt x="1416" y="11259"/>
                  </a:lnTo>
                  <a:cubicBezTo>
                    <a:pt x="1482" y="11197"/>
                    <a:pt x="1528" y="11108"/>
                    <a:pt x="1601" y="11056"/>
                  </a:cubicBezTo>
                  <a:cubicBezTo>
                    <a:pt x="2056" y="10730"/>
                    <a:pt x="2651" y="10575"/>
                    <a:pt x="3206" y="10354"/>
                  </a:cubicBezTo>
                  <a:cubicBezTo>
                    <a:pt x="3397" y="10278"/>
                    <a:pt x="3578" y="10218"/>
                    <a:pt x="3753" y="10133"/>
                  </a:cubicBezTo>
                  <a:cubicBezTo>
                    <a:pt x="3818" y="10102"/>
                    <a:pt x="3901" y="10109"/>
                    <a:pt x="3924" y="10032"/>
                  </a:cubicBezTo>
                  <a:cubicBezTo>
                    <a:pt x="3975" y="9957"/>
                    <a:pt x="3942" y="9843"/>
                    <a:pt x="3970" y="9736"/>
                  </a:cubicBezTo>
                  <a:cubicBezTo>
                    <a:pt x="4083" y="9275"/>
                    <a:pt x="3865" y="8842"/>
                    <a:pt x="3948" y="8366"/>
                  </a:cubicBezTo>
                  <a:cubicBezTo>
                    <a:pt x="4036" y="7850"/>
                    <a:pt x="4119" y="7364"/>
                    <a:pt x="4252" y="6874"/>
                  </a:cubicBezTo>
                  <a:cubicBezTo>
                    <a:pt x="4326" y="6595"/>
                    <a:pt x="4318" y="6296"/>
                    <a:pt x="4385" y="6024"/>
                  </a:cubicBezTo>
                  <a:lnTo>
                    <a:pt x="4451" y="5391"/>
                  </a:lnTo>
                  <a:cubicBezTo>
                    <a:pt x="4457" y="5271"/>
                    <a:pt x="4433" y="5083"/>
                    <a:pt x="4486" y="5003"/>
                  </a:cubicBezTo>
                  <a:lnTo>
                    <a:pt x="4486" y="5003"/>
                  </a:lnTo>
                  <a:cubicBezTo>
                    <a:pt x="4483" y="5246"/>
                    <a:pt x="4477" y="5476"/>
                    <a:pt x="4471" y="5690"/>
                  </a:cubicBezTo>
                  <a:cubicBezTo>
                    <a:pt x="4468" y="5815"/>
                    <a:pt x="4475" y="5973"/>
                    <a:pt x="4449" y="6076"/>
                  </a:cubicBezTo>
                  <a:cubicBezTo>
                    <a:pt x="4429" y="6159"/>
                    <a:pt x="4448" y="6280"/>
                    <a:pt x="4432" y="6347"/>
                  </a:cubicBezTo>
                  <a:cubicBezTo>
                    <a:pt x="4425" y="6511"/>
                    <a:pt x="4414" y="6674"/>
                    <a:pt x="4407" y="6838"/>
                  </a:cubicBezTo>
                  <a:cubicBezTo>
                    <a:pt x="4294" y="7308"/>
                    <a:pt x="4231" y="7764"/>
                    <a:pt x="4121" y="8215"/>
                  </a:cubicBezTo>
                  <a:cubicBezTo>
                    <a:pt x="4060" y="8466"/>
                    <a:pt x="4097" y="8900"/>
                    <a:pt x="4141" y="9121"/>
                  </a:cubicBezTo>
                  <a:cubicBezTo>
                    <a:pt x="4140" y="9198"/>
                    <a:pt x="4137" y="9275"/>
                    <a:pt x="4135" y="9353"/>
                  </a:cubicBezTo>
                  <a:cubicBezTo>
                    <a:pt x="4151" y="9583"/>
                    <a:pt x="4100" y="9805"/>
                    <a:pt x="4070" y="9997"/>
                  </a:cubicBezTo>
                  <a:lnTo>
                    <a:pt x="4083" y="9997"/>
                  </a:lnTo>
                  <a:cubicBezTo>
                    <a:pt x="4127" y="9960"/>
                    <a:pt x="4186" y="9954"/>
                    <a:pt x="4238" y="9923"/>
                  </a:cubicBezTo>
                  <a:cubicBezTo>
                    <a:pt x="4406" y="9827"/>
                    <a:pt x="4592" y="9750"/>
                    <a:pt x="4762" y="9651"/>
                  </a:cubicBezTo>
                  <a:cubicBezTo>
                    <a:pt x="4884" y="9580"/>
                    <a:pt x="5021" y="9507"/>
                    <a:pt x="5143" y="9426"/>
                  </a:cubicBezTo>
                  <a:cubicBezTo>
                    <a:pt x="5380" y="9266"/>
                    <a:pt x="5523" y="9094"/>
                    <a:pt x="5921" y="9094"/>
                  </a:cubicBezTo>
                  <a:cubicBezTo>
                    <a:pt x="5931" y="9094"/>
                    <a:pt x="5941" y="9094"/>
                    <a:pt x="5951" y="9095"/>
                  </a:cubicBezTo>
                  <a:cubicBezTo>
                    <a:pt x="6088" y="8788"/>
                    <a:pt x="6248" y="8510"/>
                    <a:pt x="6383" y="8212"/>
                  </a:cubicBezTo>
                  <a:cubicBezTo>
                    <a:pt x="6517" y="7923"/>
                    <a:pt x="6594" y="7623"/>
                    <a:pt x="6725" y="7340"/>
                  </a:cubicBezTo>
                  <a:cubicBezTo>
                    <a:pt x="6810" y="7154"/>
                    <a:pt x="6938" y="6979"/>
                    <a:pt x="7047" y="6816"/>
                  </a:cubicBezTo>
                  <a:cubicBezTo>
                    <a:pt x="7389" y="6300"/>
                    <a:pt x="7673" y="5929"/>
                    <a:pt x="8235" y="5640"/>
                  </a:cubicBezTo>
                  <a:cubicBezTo>
                    <a:pt x="8321" y="5596"/>
                    <a:pt x="8421" y="5530"/>
                    <a:pt x="8522" y="5503"/>
                  </a:cubicBezTo>
                  <a:cubicBezTo>
                    <a:pt x="8600" y="5509"/>
                    <a:pt x="8677" y="5516"/>
                    <a:pt x="8754" y="5522"/>
                  </a:cubicBezTo>
                  <a:cubicBezTo>
                    <a:pt x="8783" y="5511"/>
                    <a:pt x="8820" y="5461"/>
                    <a:pt x="8847" y="5445"/>
                  </a:cubicBezTo>
                  <a:cubicBezTo>
                    <a:pt x="8972" y="5370"/>
                    <a:pt x="9268" y="5208"/>
                    <a:pt x="9498" y="5208"/>
                  </a:cubicBezTo>
                  <a:cubicBezTo>
                    <a:pt x="9566" y="5208"/>
                    <a:pt x="9628" y="5222"/>
                    <a:pt x="9679" y="5256"/>
                  </a:cubicBezTo>
                  <a:cubicBezTo>
                    <a:pt x="9811" y="5345"/>
                    <a:pt x="9776" y="5438"/>
                    <a:pt x="9853" y="5559"/>
                  </a:cubicBezTo>
                  <a:cubicBezTo>
                    <a:pt x="9880" y="5534"/>
                    <a:pt x="9912" y="5525"/>
                    <a:pt x="9957" y="5522"/>
                  </a:cubicBezTo>
                  <a:cubicBezTo>
                    <a:pt x="9964" y="5248"/>
                    <a:pt x="9901" y="4973"/>
                    <a:pt x="9843" y="4744"/>
                  </a:cubicBezTo>
                  <a:cubicBezTo>
                    <a:pt x="9813" y="4621"/>
                    <a:pt x="9827" y="4462"/>
                    <a:pt x="9762" y="4368"/>
                  </a:cubicBezTo>
                  <a:cubicBezTo>
                    <a:pt x="9733" y="4327"/>
                    <a:pt x="9666" y="4304"/>
                    <a:pt x="9635" y="4262"/>
                  </a:cubicBezTo>
                  <a:cubicBezTo>
                    <a:pt x="9538" y="4128"/>
                    <a:pt x="9442" y="4003"/>
                    <a:pt x="9346" y="3868"/>
                  </a:cubicBezTo>
                  <a:cubicBezTo>
                    <a:pt x="9209" y="3679"/>
                    <a:pt x="9003" y="3520"/>
                    <a:pt x="8840" y="3353"/>
                  </a:cubicBezTo>
                  <a:cubicBezTo>
                    <a:pt x="8794" y="3305"/>
                    <a:pt x="8670" y="3234"/>
                    <a:pt x="8705" y="3118"/>
                  </a:cubicBezTo>
                  <a:cubicBezTo>
                    <a:pt x="8722" y="3055"/>
                    <a:pt x="8786" y="3039"/>
                    <a:pt x="8811" y="2978"/>
                  </a:cubicBezTo>
                  <a:cubicBezTo>
                    <a:pt x="8702" y="2949"/>
                    <a:pt x="8615" y="2870"/>
                    <a:pt x="8530" y="2815"/>
                  </a:cubicBezTo>
                  <a:cubicBezTo>
                    <a:pt x="8370" y="2713"/>
                    <a:pt x="8205" y="2648"/>
                    <a:pt x="8045" y="2546"/>
                  </a:cubicBezTo>
                  <a:cubicBezTo>
                    <a:pt x="7988" y="2510"/>
                    <a:pt x="7946" y="2469"/>
                    <a:pt x="7866" y="2452"/>
                  </a:cubicBezTo>
                  <a:cubicBezTo>
                    <a:pt x="7837" y="2530"/>
                    <a:pt x="7767" y="2571"/>
                    <a:pt x="7721" y="2631"/>
                  </a:cubicBezTo>
                  <a:cubicBezTo>
                    <a:pt x="7588" y="2800"/>
                    <a:pt x="7453" y="2918"/>
                    <a:pt x="7287" y="2918"/>
                  </a:cubicBezTo>
                  <a:cubicBezTo>
                    <a:pt x="7189" y="2918"/>
                    <a:pt x="7081" y="2877"/>
                    <a:pt x="6956" y="2782"/>
                  </a:cubicBezTo>
                  <a:cubicBezTo>
                    <a:pt x="6723" y="2603"/>
                    <a:pt x="6563" y="2203"/>
                    <a:pt x="6393" y="1954"/>
                  </a:cubicBezTo>
                  <a:cubicBezTo>
                    <a:pt x="6179" y="1643"/>
                    <a:pt x="5921" y="1367"/>
                    <a:pt x="5700" y="1060"/>
                  </a:cubicBezTo>
                  <a:cubicBezTo>
                    <a:pt x="5436" y="694"/>
                    <a:pt x="5239" y="557"/>
                    <a:pt x="514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20"/>
            <p:cNvSpPr/>
            <p:nvPr/>
          </p:nvSpPr>
          <p:spPr>
            <a:xfrm>
              <a:off x="706196" y="3295608"/>
              <a:ext cx="17768" cy="21417"/>
            </a:xfrm>
            <a:custGeom>
              <a:rect b="b" l="l" r="r" t="t"/>
              <a:pathLst>
                <a:path extrusionOk="0" h="757" w="628">
                  <a:moveTo>
                    <a:pt x="495" y="0"/>
                  </a:moveTo>
                  <a:cubicBezTo>
                    <a:pt x="444" y="29"/>
                    <a:pt x="359" y="13"/>
                    <a:pt x="300" y="35"/>
                  </a:cubicBezTo>
                  <a:cubicBezTo>
                    <a:pt x="174" y="83"/>
                    <a:pt x="111" y="173"/>
                    <a:pt x="24" y="262"/>
                  </a:cubicBezTo>
                  <a:cubicBezTo>
                    <a:pt x="1" y="493"/>
                    <a:pt x="155" y="553"/>
                    <a:pt x="183" y="756"/>
                  </a:cubicBezTo>
                  <a:cubicBezTo>
                    <a:pt x="292" y="745"/>
                    <a:pt x="400" y="737"/>
                    <a:pt x="527" y="737"/>
                  </a:cubicBezTo>
                  <a:cubicBezTo>
                    <a:pt x="537" y="737"/>
                    <a:pt x="547" y="737"/>
                    <a:pt x="558" y="737"/>
                  </a:cubicBezTo>
                  <a:lnTo>
                    <a:pt x="558" y="713"/>
                  </a:lnTo>
                  <a:cubicBezTo>
                    <a:pt x="627" y="605"/>
                    <a:pt x="502" y="173"/>
                    <a:pt x="572" y="2"/>
                  </a:cubicBezTo>
                  <a:cubicBezTo>
                    <a:pt x="548" y="2"/>
                    <a:pt x="521" y="2"/>
                    <a:pt x="49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20"/>
            <p:cNvSpPr/>
            <p:nvPr/>
          </p:nvSpPr>
          <p:spPr>
            <a:xfrm>
              <a:off x="662033" y="3293175"/>
              <a:ext cx="44561" cy="29311"/>
            </a:xfrm>
            <a:custGeom>
              <a:rect b="b" l="l" r="r" t="t"/>
              <a:pathLst>
                <a:path extrusionOk="0" h="1036" w="1575">
                  <a:moveTo>
                    <a:pt x="428" y="0"/>
                  </a:moveTo>
                  <a:cubicBezTo>
                    <a:pt x="263" y="0"/>
                    <a:pt x="168" y="128"/>
                    <a:pt x="102" y="214"/>
                  </a:cubicBezTo>
                  <a:cubicBezTo>
                    <a:pt x="80" y="243"/>
                    <a:pt x="0" y="299"/>
                    <a:pt x="22" y="329"/>
                  </a:cubicBezTo>
                  <a:cubicBezTo>
                    <a:pt x="95" y="424"/>
                    <a:pt x="239" y="474"/>
                    <a:pt x="341" y="544"/>
                  </a:cubicBezTo>
                  <a:cubicBezTo>
                    <a:pt x="495" y="642"/>
                    <a:pt x="646" y="772"/>
                    <a:pt x="799" y="874"/>
                  </a:cubicBezTo>
                  <a:cubicBezTo>
                    <a:pt x="886" y="932"/>
                    <a:pt x="1006" y="961"/>
                    <a:pt x="1081" y="1036"/>
                  </a:cubicBezTo>
                  <a:cubicBezTo>
                    <a:pt x="1248" y="998"/>
                    <a:pt x="1376" y="893"/>
                    <a:pt x="1575" y="879"/>
                  </a:cubicBezTo>
                  <a:cubicBezTo>
                    <a:pt x="1533" y="533"/>
                    <a:pt x="1152" y="392"/>
                    <a:pt x="905" y="232"/>
                  </a:cubicBezTo>
                  <a:cubicBezTo>
                    <a:pt x="791" y="159"/>
                    <a:pt x="679" y="59"/>
                    <a:pt x="534" y="16"/>
                  </a:cubicBezTo>
                  <a:cubicBezTo>
                    <a:pt x="496" y="5"/>
                    <a:pt x="460" y="0"/>
                    <a:pt x="4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20"/>
            <p:cNvSpPr/>
            <p:nvPr/>
          </p:nvSpPr>
          <p:spPr>
            <a:xfrm>
              <a:off x="520490" y="3459474"/>
              <a:ext cx="230697" cy="261564"/>
            </a:xfrm>
            <a:custGeom>
              <a:rect b="b" l="l" r="r" t="t"/>
              <a:pathLst>
                <a:path extrusionOk="0" h="9245" w="8154">
                  <a:moveTo>
                    <a:pt x="2151" y="6148"/>
                  </a:moveTo>
                  <a:cubicBezTo>
                    <a:pt x="2161" y="6161"/>
                    <a:pt x="2154" y="6152"/>
                    <a:pt x="2164" y="6174"/>
                  </a:cubicBezTo>
                  <a:lnTo>
                    <a:pt x="2151" y="6174"/>
                  </a:lnTo>
                  <a:lnTo>
                    <a:pt x="2151" y="6148"/>
                  </a:lnTo>
                  <a:close/>
                  <a:moveTo>
                    <a:pt x="2138" y="6174"/>
                  </a:moveTo>
                  <a:cubicBezTo>
                    <a:pt x="2151" y="6201"/>
                    <a:pt x="2040" y="6504"/>
                    <a:pt x="2013" y="6572"/>
                  </a:cubicBezTo>
                  <a:cubicBezTo>
                    <a:pt x="1898" y="6860"/>
                    <a:pt x="1798" y="7178"/>
                    <a:pt x="1684" y="7469"/>
                  </a:cubicBezTo>
                  <a:cubicBezTo>
                    <a:pt x="1654" y="7540"/>
                    <a:pt x="1651" y="7735"/>
                    <a:pt x="1613" y="7791"/>
                  </a:cubicBezTo>
                  <a:lnTo>
                    <a:pt x="1613" y="7766"/>
                  </a:lnTo>
                  <a:cubicBezTo>
                    <a:pt x="1534" y="7655"/>
                    <a:pt x="1613" y="7366"/>
                    <a:pt x="1649" y="7263"/>
                  </a:cubicBezTo>
                  <a:cubicBezTo>
                    <a:pt x="1744" y="6995"/>
                    <a:pt x="1859" y="6734"/>
                    <a:pt x="1976" y="6481"/>
                  </a:cubicBezTo>
                  <a:cubicBezTo>
                    <a:pt x="2023" y="6379"/>
                    <a:pt x="2103" y="6289"/>
                    <a:pt x="2138" y="6174"/>
                  </a:cubicBezTo>
                  <a:close/>
                  <a:moveTo>
                    <a:pt x="3497" y="7251"/>
                  </a:moveTo>
                  <a:lnTo>
                    <a:pt x="3497" y="7251"/>
                  </a:lnTo>
                  <a:cubicBezTo>
                    <a:pt x="3528" y="7306"/>
                    <a:pt x="3481" y="7461"/>
                    <a:pt x="3467" y="7522"/>
                  </a:cubicBezTo>
                  <a:cubicBezTo>
                    <a:pt x="3459" y="7629"/>
                    <a:pt x="3454" y="7737"/>
                    <a:pt x="3446" y="7846"/>
                  </a:cubicBezTo>
                  <a:cubicBezTo>
                    <a:pt x="3422" y="7950"/>
                    <a:pt x="3406" y="8077"/>
                    <a:pt x="3401" y="8193"/>
                  </a:cubicBezTo>
                  <a:lnTo>
                    <a:pt x="3375" y="8193"/>
                  </a:lnTo>
                  <a:cubicBezTo>
                    <a:pt x="3359" y="8166"/>
                    <a:pt x="3350" y="8161"/>
                    <a:pt x="3337" y="8128"/>
                  </a:cubicBezTo>
                  <a:cubicBezTo>
                    <a:pt x="3249" y="8007"/>
                    <a:pt x="3352" y="7529"/>
                    <a:pt x="3403" y="7417"/>
                  </a:cubicBezTo>
                  <a:cubicBezTo>
                    <a:pt x="3429" y="7360"/>
                    <a:pt x="3475" y="7317"/>
                    <a:pt x="3497" y="7251"/>
                  </a:cubicBezTo>
                  <a:close/>
                  <a:moveTo>
                    <a:pt x="2817" y="6395"/>
                  </a:moveTo>
                  <a:cubicBezTo>
                    <a:pt x="2604" y="6768"/>
                    <a:pt x="2443" y="7197"/>
                    <a:pt x="2261" y="7612"/>
                  </a:cubicBezTo>
                  <a:cubicBezTo>
                    <a:pt x="2184" y="7786"/>
                    <a:pt x="2133" y="7968"/>
                    <a:pt x="2068" y="8137"/>
                  </a:cubicBezTo>
                  <a:cubicBezTo>
                    <a:pt x="2053" y="8176"/>
                    <a:pt x="2061" y="8246"/>
                    <a:pt x="2039" y="8278"/>
                  </a:cubicBezTo>
                  <a:lnTo>
                    <a:pt x="2039" y="8266"/>
                  </a:lnTo>
                  <a:cubicBezTo>
                    <a:pt x="1925" y="8138"/>
                    <a:pt x="2024" y="7804"/>
                    <a:pt x="2078" y="7671"/>
                  </a:cubicBezTo>
                  <a:cubicBezTo>
                    <a:pt x="2222" y="7315"/>
                    <a:pt x="2365" y="6952"/>
                    <a:pt x="2567" y="6649"/>
                  </a:cubicBezTo>
                  <a:cubicBezTo>
                    <a:pt x="2629" y="6558"/>
                    <a:pt x="2728" y="6486"/>
                    <a:pt x="2792" y="6395"/>
                  </a:cubicBezTo>
                  <a:close/>
                  <a:moveTo>
                    <a:pt x="3052" y="6944"/>
                  </a:moveTo>
                  <a:lnTo>
                    <a:pt x="3052" y="6944"/>
                  </a:lnTo>
                  <a:cubicBezTo>
                    <a:pt x="3073" y="6991"/>
                    <a:pt x="2956" y="7238"/>
                    <a:pt x="2929" y="7303"/>
                  </a:cubicBezTo>
                  <a:cubicBezTo>
                    <a:pt x="2843" y="7511"/>
                    <a:pt x="2799" y="7713"/>
                    <a:pt x="2721" y="7933"/>
                  </a:cubicBezTo>
                  <a:cubicBezTo>
                    <a:pt x="2673" y="8070"/>
                    <a:pt x="2615" y="8218"/>
                    <a:pt x="2596" y="8382"/>
                  </a:cubicBezTo>
                  <a:cubicBezTo>
                    <a:pt x="2612" y="8390"/>
                    <a:pt x="2647" y="8398"/>
                    <a:pt x="2660" y="8408"/>
                  </a:cubicBezTo>
                  <a:lnTo>
                    <a:pt x="2647" y="8408"/>
                  </a:lnTo>
                  <a:cubicBezTo>
                    <a:pt x="2622" y="8430"/>
                    <a:pt x="2604" y="8433"/>
                    <a:pt x="2556" y="8433"/>
                  </a:cubicBezTo>
                  <a:cubicBezTo>
                    <a:pt x="2539" y="8408"/>
                    <a:pt x="2530" y="8411"/>
                    <a:pt x="2517" y="8379"/>
                  </a:cubicBezTo>
                  <a:cubicBezTo>
                    <a:pt x="2447" y="8288"/>
                    <a:pt x="2520" y="8048"/>
                    <a:pt x="2552" y="7955"/>
                  </a:cubicBezTo>
                  <a:cubicBezTo>
                    <a:pt x="2644" y="7693"/>
                    <a:pt x="2738" y="7408"/>
                    <a:pt x="2879" y="7186"/>
                  </a:cubicBezTo>
                  <a:cubicBezTo>
                    <a:pt x="2930" y="7104"/>
                    <a:pt x="3003" y="7030"/>
                    <a:pt x="3052" y="6944"/>
                  </a:cubicBezTo>
                  <a:close/>
                  <a:moveTo>
                    <a:pt x="7002" y="1"/>
                  </a:moveTo>
                  <a:cubicBezTo>
                    <a:pt x="6923" y="99"/>
                    <a:pt x="6764" y="176"/>
                    <a:pt x="6661" y="251"/>
                  </a:cubicBezTo>
                  <a:cubicBezTo>
                    <a:pt x="6527" y="347"/>
                    <a:pt x="6369" y="589"/>
                    <a:pt x="6276" y="735"/>
                  </a:cubicBezTo>
                  <a:cubicBezTo>
                    <a:pt x="6110" y="991"/>
                    <a:pt x="6043" y="1302"/>
                    <a:pt x="5909" y="1593"/>
                  </a:cubicBezTo>
                  <a:cubicBezTo>
                    <a:pt x="5764" y="1910"/>
                    <a:pt x="5357" y="2375"/>
                    <a:pt x="5088" y="2570"/>
                  </a:cubicBezTo>
                  <a:cubicBezTo>
                    <a:pt x="4782" y="2789"/>
                    <a:pt x="4451" y="3032"/>
                    <a:pt x="4218" y="3326"/>
                  </a:cubicBezTo>
                  <a:cubicBezTo>
                    <a:pt x="4125" y="3442"/>
                    <a:pt x="4022" y="3435"/>
                    <a:pt x="4016" y="3659"/>
                  </a:cubicBezTo>
                  <a:cubicBezTo>
                    <a:pt x="3962" y="3734"/>
                    <a:pt x="3958" y="3849"/>
                    <a:pt x="3907" y="3928"/>
                  </a:cubicBezTo>
                  <a:cubicBezTo>
                    <a:pt x="3811" y="4076"/>
                    <a:pt x="3670" y="4195"/>
                    <a:pt x="3563" y="4333"/>
                  </a:cubicBezTo>
                  <a:cubicBezTo>
                    <a:pt x="3391" y="4556"/>
                    <a:pt x="3230" y="4778"/>
                    <a:pt x="3057" y="4995"/>
                  </a:cubicBezTo>
                  <a:cubicBezTo>
                    <a:pt x="2966" y="5108"/>
                    <a:pt x="2799" y="5159"/>
                    <a:pt x="2690" y="5258"/>
                  </a:cubicBezTo>
                  <a:cubicBezTo>
                    <a:pt x="2613" y="5326"/>
                    <a:pt x="2567" y="5427"/>
                    <a:pt x="2490" y="5499"/>
                  </a:cubicBezTo>
                  <a:cubicBezTo>
                    <a:pt x="2391" y="5594"/>
                    <a:pt x="2260" y="5671"/>
                    <a:pt x="2148" y="5751"/>
                  </a:cubicBezTo>
                  <a:cubicBezTo>
                    <a:pt x="2034" y="5860"/>
                    <a:pt x="1920" y="5970"/>
                    <a:pt x="1805" y="6079"/>
                  </a:cubicBezTo>
                  <a:cubicBezTo>
                    <a:pt x="1588" y="6286"/>
                    <a:pt x="1358" y="6488"/>
                    <a:pt x="1171" y="6725"/>
                  </a:cubicBezTo>
                  <a:cubicBezTo>
                    <a:pt x="1108" y="6779"/>
                    <a:pt x="1047" y="6834"/>
                    <a:pt x="988" y="6888"/>
                  </a:cubicBezTo>
                  <a:cubicBezTo>
                    <a:pt x="793" y="7075"/>
                    <a:pt x="588" y="7270"/>
                    <a:pt x="355" y="7417"/>
                  </a:cubicBezTo>
                  <a:cubicBezTo>
                    <a:pt x="269" y="7471"/>
                    <a:pt x="18" y="7551"/>
                    <a:pt x="0" y="7655"/>
                  </a:cubicBezTo>
                  <a:cubicBezTo>
                    <a:pt x="69" y="7772"/>
                    <a:pt x="35" y="7962"/>
                    <a:pt x="67" y="8109"/>
                  </a:cubicBezTo>
                  <a:cubicBezTo>
                    <a:pt x="163" y="8532"/>
                    <a:pt x="198" y="9016"/>
                    <a:pt x="562" y="9179"/>
                  </a:cubicBezTo>
                  <a:cubicBezTo>
                    <a:pt x="657" y="9222"/>
                    <a:pt x="847" y="9244"/>
                    <a:pt x="1021" y="9244"/>
                  </a:cubicBezTo>
                  <a:cubicBezTo>
                    <a:pt x="1126" y="9244"/>
                    <a:pt x="1225" y="9236"/>
                    <a:pt x="1296" y="9220"/>
                  </a:cubicBezTo>
                  <a:cubicBezTo>
                    <a:pt x="1608" y="9146"/>
                    <a:pt x="1914" y="9060"/>
                    <a:pt x="2219" y="8981"/>
                  </a:cubicBezTo>
                  <a:cubicBezTo>
                    <a:pt x="2415" y="8930"/>
                    <a:pt x="2610" y="8920"/>
                    <a:pt x="2804" y="8878"/>
                  </a:cubicBezTo>
                  <a:cubicBezTo>
                    <a:pt x="2994" y="8859"/>
                    <a:pt x="3183" y="8843"/>
                    <a:pt x="3374" y="8826"/>
                  </a:cubicBezTo>
                  <a:cubicBezTo>
                    <a:pt x="3442" y="8827"/>
                    <a:pt x="3512" y="8829"/>
                    <a:pt x="3580" y="8829"/>
                  </a:cubicBezTo>
                  <a:cubicBezTo>
                    <a:pt x="3654" y="8814"/>
                    <a:pt x="3760" y="8806"/>
                    <a:pt x="3869" y="8806"/>
                  </a:cubicBezTo>
                  <a:cubicBezTo>
                    <a:pt x="4015" y="8806"/>
                    <a:pt x="4168" y="8819"/>
                    <a:pt x="4266" y="8843"/>
                  </a:cubicBezTo>
                  <a:cubicBezTo>
                    <a:pt x="4468" y="8856"/>
                    <a:pt x="4670" y="8869"/>
                    <a:pt x="4873" y="8881"/>
                  </a:cubicBezTo>
                  <a:cubicBezTo>
                    <a:pt x="4996" y="8913"/>
                    <a:pt x="5171" y="8907"/>
                    <a:pt x="5299" y="8929"/>
                  </a:cubicBezTo>
                  <a:lnTo>
                    <a:pt x="5543" y="8935"/>
                  </a:lnTo>
                  <a:cubicBezTo>
                    <a:pt x="5794" y="8994"/>
                    <a:pt x="6216" y="8987"/>
                    <a:pt x="6499" y="8994"/>
                  </a:cubicBezTo>
                  <a:cubicBezTo>
                    <a:pt x="6760" y="9000"/>
                    <a:pt x="7027" y="9023"/>
                    <a:pt x="7269" y="9023"/>
                  </a:cubicBezTo>
                  <a:cubicBezTo>
                    <a:pt x="7755" y="9023"/>
                    <a:pt x="8138" y="8928"/>
                    <a:pt x="8154" y="8397"/>
                  </a:cubicBezTo>
                  <a:cubicBezTo>
                    <a:pt x="8033" y="8312"/>
                    <a:pt x="7949" y="8171"/>
                    <a:pt x="7850" y="8067"/>
                  </a:cubicBezTo>
                  <a:cubicBezTo>
                    <a:pt x="7636" y="7846"/>
                    <a:pt x="7199" y="7426"/>
                    <a:pt x="7109" y="7120"/>
                  </a:cubicBezTo>
                  <a:cubicBezTo>
                    <a:pt x="7056" y="6946"/>
                    <a:pt x="7110" y="6473"/>
                    <a:pt x="7113" y="6255"/>
                  </a:cubicBezTo>
                  <a:cubicBezTo>
                    <a:pt x="7123" y="5617"/>
                    <a:pt x="7132" y="4982"/>
                    <a:pt x="7141" y="4343"/>
                  </a:cubicBezTo>
                  <a:cubicBezTo>
                    <a:pt x="7130" y="3611"/>
                    <a:pt x="7120" y="2879"/>
                    <a:pt x="7110" y="2147"/>
                  </a:cubicBezTo>
                  <a:cubicBezTo>
                    <a:pt x="7062" y="1905"/>
                    <a:pt x="7125" y="1636"/>
                    <a:pt x="7075" y="1383"/>
                  </a:cubicBezTo>
                  <a:cubicBezTo>
                    <a:pt x="7055" y="1280"/>
                    <a:pt x="7081" y="1154"/>
                    <a:pt x="7058" y="1034"/>
                  </a:cubicBezTo>
                  <a:cubicBezTo>
                    <a:pt x="6997" y="722"/>
                    <a:pt x="7021" y="350"/>
                    <a:pt x="702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20"/>
            <p:cNvSpPr/>
            <p:nvPr/>
          </p:nvSpPr>
          <p:spPr>
            <a:xfrm>
              <a:off x="600074" y="3397685"/>
              <a:ext cx="124911" cy="160136"/>
            </a:xfrm>
            <a:custGeom>
              <a:rect b="b" l="l" r="r" t="t"/>
              <a:pathLst>
                <a:path extrusionOk="0" h="5660" w="4415">
                  <a:moveTo>
                    <a:pt x="3388" y="1"/>
                  </a:moveTo>
                  <a:cubicBezTo>
                    <a:pt x="3317" y="53"/>
                    <a:pt x="3212" y="63"/>
                    <a:pt x="3128" y="100"/>
                  </a:cubicBezTo>
                  <a:cubicBezTo>
                    <a:pt x="2987" y="159"/>
                    <a:pt x="2834" y="261"/>
                    <a:pt x="2708" y="348"/>
                  </a:cubicBezTo>
                  <a:cubicBezTo>
                    <a:pt x="2403" y="565"/>
                    <a:pt x="2174" y="947"/>
                    <a:pt x="1901" y="1209"/>
                  </a:cubicBezTo>
                  <a:cubicBezTo>
                    <a:pt x="1745" y="1359"/>
                    <a:pt x="1478" y="1511"/>
                    <a:pt x="1375" y="1702"/>
                  </a:cubicBezTo>
                  <a:lnTo>
                    <a:pt x="1362" y="1702"/>
                  </a:lnTo>
                  <a:lnTo>
                    <a:pt x="1362" y="1664"/>
                  </a:lnTo>
                  <a:cubicBezTo>
                    <a:pt x="1442" y="1578"/>
                    <a:pt x="1488" y="1424"/>
                    <a:pt x="1556" y="1337"/>
                  </a:cubicBezTo>
                  <a:cubicBezTo>
                    <a:pt x="1728" y="1116"/>
                    <a:pt x="1977" y="953"/>
                    <a:pt x="2151" y="731"/>
                  </a:cubicBezTo>
                  <a:cubicBezTo>
                    <a:pt x="2260" y="588"/>
                    <a:pt x="2378" y="401"/>
                    <a:pt x="2535" y="312"/>
                  </a:cubicBezTo>
                  <a:lnTo>
                    <a:pt x="2535" y="299"/>
                  </a:lnTo>
                  <a:lnTo>
                    <a:pt x="2496" y="299"/>
                  </a:lnTo>
                  <a:cubicBezTo>
                    <a:pt x="2414" y="372"/>
                    <a:pt x="2281" y="392"/>
                    <a:pt x="2183" y="449"/>
                  </a:cubicBezTo>
                  <a:cubicBezTo>
                    <a:pt x="2000" y="556"/>
                    <a:pt x="1760" y="726"/>
                    <a:pt x="1631" y="888"/>
                  </a:cubicBezTo>
                  <a:cubicBezTo>
                    <a:pt x="1405" y="1174"/>
                    <a:pt x="1091" y="1540"/>
                    <a:pt x="937" y="1882"/>
                  </a:cubicBezTo>
                  <a:cubicBezTo>
                    <a:pt x="908" y="1948"/>
                    <a:pt x="909" y="2007"/>
                    <a:pt x="880" y="2076"/>
                  </a:cubicBezTo>
                  <a:cubicBezTo>
                    <a:pt x="755" y="2363"/>
                    <a:pt x="658" y="2673"/>
                    <a:pt x="526" y="2959"/>
                  </a:cubicBezTo>
                  <a:cubicBezTo>
                    <a:pt x="385" y="3268"/>
                    <a:pt x="153" y="3545"/>
                    <a:pt x="40" y="3867"/>
                  </a:cubicBezTo>
                  <a:cubicBezTo>
                    <a:pt x="39" y="3926"/>
                    <a:pt x="39" y="3987"/>
                    <a:pt x="37" y="4048"/>
                  </a:cubicBezTo>
                  <a:cubicBezTo>
                    <a:pt x="1" y="4203"/>
                    <a:pt x="21" y="4421"/>
                    <a:pt x="52" y="4554"/>
                  </a:cubicBezTo>
                  <a:cubicBezTo>
                    <a:pt x="175" y="5092"/>
                    <a:pt x="337" y="5656"/>
                    <a:pt x="971" y="5659"/>
                  </a:cubicBezTo>
                  <a:cubicBezTo>
                    <a:pt x="1035" y="5568"/>
                    <a:pt x="1155" y="5540"/>
                    <a:pt x="1222" y="5457"/>
                  </a:cubicBezTo>
                  <a:cubicBezTo>
                    <a:pt x="1651" y="4918"/>
                    <a:pt x="2305" y="4599"/>
                    <a:pt x="2725" y="4054"/>
                  </a:cubicBezTo>
                  <a:cubicBezTo>
                    <a:pt x="2896" y="3832"/>
                    <a:pt x="2967" y="3547"/>
                    <a:pt x="3090" y="3275"/>
                  </a:cubicBezTo>
                  <a:cubicBezTo>
                    <a:pt x="3205" y="3023"/>
                    <a:pt x="3348" y="2769"/>
                    <a:pt x="3506" y="2560"/>
                  </a:cubicBezTo>
                  <a:cubicBezTo>
                    <a:pt x="3650" y="2371"/>
                    <a:pt x="3862" y="2201"/>
                    <a:pt x="4059" y="2068"/>
                  </a:cubicBezTo>
                  <a:cubicBezTo>
                    <a:pt x="4191" y="1978"/>
                    <a:pt x="4392" y="1910"/>
                    <a:pt x="4415" y="1714"/>
                  </a:cubicBezTo>
                  <a:cubicBezTo>
                    <a:pt x="4333" y="1623"/>
                    <a:pt x="4249" y="1589"/>
                    <a:pt x="4163" y="1589"/>
                  </a:cubicBezTo>
                  <a:cubicBezTo>
                    <a:pt x="4041" y="1589"/>
                    <a:pt x="3916" y="1659"/>
                    <a:pt x="3794" y="1738"/>
                  </a:cubicBezTo>
                  <a:cubicBezTo>
                    <a:pt x="3457" y="1956"/>
                    <a:pt x="3166" y="2224"/>
                    <a:pt x="2821" y="2442"/>
                  </a:cubicBezTo>
                  <a:cubicBezTo>
                    <a:pt x="2715" y="2509"/>
                    <a:pt x="2605" y="2615"/>
                    <a:pt x="2481" y="2654"/>
                  </a:cubicBezTo>
                  <a:lnTo>
                    <a:pt x="2481" y="2643"/>
                  </a:lnTo>
                  <a:cubicBezTo>
                    <a:pt x="2536" y="2600"/>
                    <a:pt x="2560" y="2531"/>
                    <a:pt x="2602" y="2477"/>
                  </a:cubicBezTo>
                  <a:cubicBezTo>
                    <a:pt x="2676" y="2406"/>
                    <a:pt x="2750" y="2333"/>
                    <a:pt x="2824" y="2262"/>
                  </a:cubicBezTo>
                  <a:cubicBezTo>
                    <a:pt x="2938" y="2160"/>
                    <a:pt x="3055" y="2062"/>
                    <a:pt x="3179" y="1974"/>
                  </a:cubicBezTo>
                  <a:cubicBezTo>
                    <a:pt x="3210" y="1939"/>
                    <a:pt x="3242" y="1905"/>
                    <a:pt x="3272" y="1871"/>
                  </a:cubicBezTo>
                  <a:cubicBezTo>
                    <a:pt x="3343" y="1820"/>
                    <a:pt x="3445" y="1766"/>
                    <a:pt x="3496" y="1695"/>
                  </a:cubicBezTo>
                  <a:cubicBezTo>
                    <a:pt x="3534" y="1642"/>
                    <a:pt x="3541" y="1583"/>
                    <a:pt x="3577" y="1529"/>
                  </a:cubicBezTo>
                  <a:cubicBezTo>
                    <a:pt x="3663" y="1401"/>
                    <a:pt x="3774" y="1273"/>
                    <a:pt x="3870" y="1148"/>
                  </a:cubicBezTo>
                  <a:cubicBezTo>
                    <a:pt x="4035" y="936"/>
                    <a:pt x="4351" y="812"/>
                    <a:pt x="4362" y="449"/>
                  </a:cubicBezTo>
                  <a:cubicBezTo>
                    <a:pt x="4320" y="401"/>
                    <a:pt x="4299" y="344"/>
                    <a:pt x="4235" y="315"/>
                  </a:cubicBezTo>
                  <a:cubicBezTo>
                    <a:pt x="4188" y="294"/>
                    <a:pt x="4141" y="286"/>
                    <a:pt x="4094" y="286"/>
                  </a:cubicBezTo>
                  <a:cubicBezTo>
                    <a:pt x="3901" y="286"/>
                    <a:pt x="3722" y="438"/>
                    <a:pt x="3622" y="510"/>
                  </a:cubicBezTo>
                  <a:cubicBezTo>
                    <a:pt x="3396" y="674"/>
                    <a:pt x="3220" y="915"/>
                    <a:pt x="2990" y="1078"/>
                  </a:cubicBezTo>
                  <a:cubicBezTo>
                    <a:pt x="2766" y="1237"/>
                    <a:pt x="2526" y="1346"/>
                    <a:pt x="2283" y="1490"/>
                  </a:cubicBezTo>
                  <a:cubicBezTo>
                    <a:pt x="2177" y="1551"/>
                    <a:pt x="2022" y="1732"/>
                    <a:pt x="1929" y="1766"/>
                  </a:cubicBezTo>
                  <a:lnTo>
                    <a:pt x="1929" y="1740"/>
                  </a:lnTo>
                  <a:cubicBezTo>
                    <a:pt x="1972" y="1708"/>
                    <a:pt x="1977" y="1658"/>
                    <a:pt x="2009" y="1613"/>
                  </a:cubicBezTo>
                  <a:cubicBezTo>
                    <a:pt x="2065" y="1533"/>
                    <a:pt x="2167" y="1430"/>
                    <a:pt x="2247" y="1373"/>
                  </a:cubicBezTo>
                  <a:cubicBezTo>
                    <a:pt x="2446" y="1231"/>
                    <a:pt x="2661" y="1113"/>
                    <a:pt x="2864" y="973"/>
                  </a:cubicBezTo>
                  <a:cubicBezTo>
                    <a:pt x="2958" y="907"/>
                    <a:pt x="3034" y="800"/>
                    <a:pt x="3127" y="734"/>
                  </a:cubicBezTo>
                  <a:cubicBezTo>
                    <a:pt x="3316" y="595"/>
                    <a:pt x="3489" y="430"/>
                    <a:pt x="3653" y="267"/>
                  </a:cubicBezTo>
                  <a:cubicBezTo>
                    <a:pt x="3656" y="223"/>
                    <a:pt x="3656" y="181"/>
                    <a:pt x="3657" y="137"/>
                  </a:cubicBezTo>
                  <a:cubicBezTo>
                    <a:pt x="3615" y="92"/>
                    <a:pt x="3576" y="50"/>
                    <a:pt x="3529" y="5"/>
                  </a:cubicBezTo>
                  <a:cubicBezTo>
                    <a:pt x="3483" y="2"/>
                    <a:pt x="3435" y="2"/>
                    <a:pt x="338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20"/>
            <p:cNvSpPr/>
            <p:nvPr/>
          </p:nvSpPr>
          <p:spPr>
            <a:xfrm>
              <a:off x="721785" y="3390980"/>
              <a:ext cx="41137" cy="127854"/>
            </a:xfrm>
            <a:custGeom>
              <a:rect b="b" l="l" r="r" t="t"/>
              <a:pathLst>
                <a:path extrusionOk="0" h="4519" w="1454">
                  <a:moveTo>
                    <a:pt x="1061" y="1"/>
                  </a:moveTo>
                  <a:cubicBezTo>
                    <a:pt x="1048" y="201"/>
                    <a:pt x="939" y="408"/>
                    <a:pt x="867" y="565"/>
                  </a:cubicBezTo>
                  <a:cubicBezTo>
                    <a:pt x="728" y="873"/>
                    <a:pt x="606" y="1160"/>
                    <a:pt x="447" y="1449"/>
                  </a:cubicBezTo>
                  <a:cubicBezTo>
                    <a:pt x="399" y="1538"/>
                    <a:pt x="270" y="1703"/>
                    <a:pt x="247" y="1793"/>
                  </a:cubicBezTo>
                  <a:cubicBezTo>
                    <a:pt x="232" y="1855"/>
                    <a:pt x="319" y="1972"/>
                    <a:pt x="265" y="2080"/>
                  </a:cubicBezTo>
                  <a:cubicBezTo>
                    <a:pt x="206" y="2199"/>
                    <a:pt x="43" y="2266"/>
                    <a:pt x="1" y="2371"/>
                  </a:cubicBezTo>
                  <a:cubicBezTo>
                    <a:pt x="97" y="2506"/>
                    <a:pt x="40" y="2765"/>
                    <a:pt x="79" y="2954"/>
                  </a:cubicBezTo>
                  <a:cubicBezTo>
                    <a:pt x="113" y="3131"/>
                    <a:pt x="81" y="3330"/>
                    <a:pt x="119" y="3522"/>
                  </a:cubicBezTo>
                  <a:cubicBezTo>
                    <a:pt x="177" y="3814"/>
                    <a:pt x="178" y="4192"/>
                    <a:pt x="175" y="4518"/>
                  </a:cubicBezTo>
                  <a:lnTo>
                    <a:pt x="200" y="4518"/>
                  </a:lnTo>
                  <a:lnTo>
                    <a:pt x="200" y="4493"/>
                  </a:lnTo>
                  <a:cubicBezTo>
                    <a:pt x="264" y="4424"/>
                    <a:pt x="283" y="4320"/>
                    <a:pt x="335" y="4236"/>
                  </a:cubicBezTo>
                  <a:cubicBezTo>
                    <a:pt x="459" y="4043"/>
                    <a:pt x="555" y="3832"/>
                    <a:pt x="658" y="3609"/>
                  </a:cubicBezTo>
                  <a:cubicBezTo>
                    <a:pt x="846" y="3208"/>
                    <a:pt x="1045" y="2779"/>
                    <a:pt x="1202" y="2342"/>
                  </a:cubicBezTo>
                  <a:cubicBezTo>
                    <a:pt x="1247" y="2214"/>
                    <a:pt x="1259" y="2103"/>
                    <a:pt x="1301" y="1968"/>
                  </a:cubicBezTo>
                  <a:cubicBezTo>
                    <a:pt x="1330" y="1878"/>
                    <a:pt x="1453" y="1378"/>
                    <a:pt x="1432" y="1288"/>
                  </a:cubicBezTo>
                  <a:cubicBezTo>
                    <a:pt x="1400" y="1136"/>
                    <a:pt x="1336" y="957"/>
                    <a:pt x="1289" y="808"/>
                  </a:cubicBezTo>
                  <a:cubicBezTo>
                    <a:pt x="1229" y="613"/>
                    <a:pt x="1189" y="418"/>
                    <a:pt x="1133" y="235"/>
                  </a:cubicBezTo>
                  <a:cubicBezTo>
                    <a:pt x="1107" y="151"/>
                    <a:pt x="1116" y="50"/>
                    <a:pt x="106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20"/>
            <p:cNvSpPr/>
            <p:nvPr/>
          </p:nvSpPr>
          <p:spPr>
            <a:xfrm>
              <a:off x="680621" y="3321071"/>
              <a:ext cx="60772" cy="44532"/>
            </a:xfrm>
            <a:custGeom>
              <a:rect b="b" l="l" r="r" t="t"/>
              <a:pathLst>
                <a:path extrusionOk="0" h="1574" w="2148">
                  <a:moveTo>
                    <a:pt x="1410" y="1"/>
                  </a:moveTo>
                  <a:cubicBezTo>
                    <a:pt x="1330" y="1"/>
                    <a:pt x="1256" y="2"/>
                    <a:pt x="1197" y="2"/>
                  </a:cubicBezTo>
                  <a:cubicBezTo>
                    <a:pt x="1189" y="2"/>
                    <a:pt x="1181" y="2"/>
                    <a:pt x="1174" y="2"/>
                  </a:cubicBezTo>
                  <a:cubicBezTo>
                    <a:pt x="1161" y="9"/>
                    <a:pt x="1145" y="11"/>
                    <a:pt x="1128" y="11"/>
                  </a:cubicBezTo>
                  <a:cubicBezTo>
                    <a:pt x="1102" y="11"/>
                    <a:pt x="1073" y="7"/>
                    <a:pt x="1045" y="7"/>
                  </a:cubicBezTo>
                  <a:cubicBezTo>
                    <a:pt x="1031" y="7"/>
                    <a:pt x="1018" y="8"/>
                    <a:pt x="1005" y="10"/>
                  </a:cubicBezTo>
                  <a:cubicBezTo>
                    <a:pt x="902" y="44"/>
                    <a:pt x="796" y="74"/>
                    <a:pt x="693" y="106"/>
                  </a:cubicBezTo>
                  <a:cubicBezTo>
                    <a:pt x="528" y="175"/>
                    <a:pt x="347" y="250"/>
                    <a:pt x="197" y="342"/>
                  </a:cubicBezTo>
                  <a:cubicBezTo>
                    <a:pt x="128" y="381"/>
                    <a:pt x="73" y="444"/>
                    <a:pt x="1" y="480"/>
                  </a:cubicBezTo>
                  <a:lnTo>
                    <a:pt x="12" y="492"/>
                  </a:lnTo>
                  <a:cubicBezTo>
                    <a:pt x="111" y="647"/>
                    <a:pt x="293" y="758"/>
                    <a:pt x="418" y="889"/>
                  </a:cubicBezTo>
                  <a:cubicBezTo>
                    <a:pt x="626" y="1105"/>
                    <a:pt x="797" y="1352"/>
                    <a:pt x="998" y="1573"/>
                  </a:cubicBezTo>
                  <a:cubicBezTo>
                    <a:pt x="1207" y="1565"/>
                    <a:pt x="1348" y="1389"/>
                    <a:pt x="1494" y="1299"/>
                  </a:cubicBezTo>
                  <a:cubicBezTo>
                    <a:pt x="1681" y="1187"/>
                    <a:pt x="1885" y="1168"/>
                    <a:pt x="2145" y="1120"/>
                  </a:cubicBezTo>
                  <a:cubicBezTo>
                    <a:pt x="2146" y="1054"/>
                    <a:pt x="2148" y="990"/>
                    <a:pt x="2148" y="925"/>
                  </a:cubicBezTo>
                  <a:cubicBezTo>
                    <a:pt x="2120" y="877"/>
                    <a:pt x="2141" y="804"/>
                    <a:pt x="2126" y="743"/>
                  </a:cubicBezTo>
                  <a:cubicBezTo>
                    <a:pt x="2094" y="599"/>
                    <a:pt x="2072" y="432"/>
                    <a:pt x="2033" y="291"/>
                  </a:cubicBezTo>
                  <a:cubicBezTo>
                    <a:pt x="2008" y="196"/>
                    <a:pt x="2023" y="103"/>
                    <a:pt x="1936" y="69"/>
                  </a:cubicBezTo>
                  <a:cubicBezTo>
                    <a:pt x="1861" y="9"/>
                    <a:pt x="1618" y="1"/>
                    <a:pt x="141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20"/>
            <p:cNvSpPr/>
            <p:nvPr/>
          </p:nvSpPr>
          <p:spPr>
            <a:xfrm>
              <a:off x="569972" y="3766524"/>
              <a:ext cx="72089" cy="124147"/>
            </a:xfrm>
            <a:custGeom>
              <a:rect b="b" l="l" r="r" t="t"/>
              <a:pathLst>
                <a:path extrusionOk="0" h="4388" w="2548">
                  <a:moveTo>
                    <a:pt x="2241" y="1"/>
                  </a:moveTo>
                  <a:cubicBezTo>
                    <a:pt x="2229" y="10"/>
                    <a:pt x="2212" y="17"/>
                    <a:pt x="2200" y="26"/>
                  </a:cubicBezTo>
                  <a:cubicBezTo>
                    <a:pt x="2128" y="120"/>
                    <a:pt x="2142" y="267"/>
                    <a:pt x="2103" y="398"/>
                  </a:cubicBezTo>
                  <a:cubicBezTo>
                    <a:pt x="2024" y="649"/>
                    <a:pt x="1949" y="899"/>
                    <a:pt x="1841" y="1129"/>
                  </a:cubicBezTo>
                  <a:cubicBezTo>
                    <a:pt x="1625" y="1596"/>
                    <a:pt x="1360" y="2071"/>
                    <a:pt x="1088" y="2496"/>
                  </a:cubicBezTo>
                  <a:cubicBezTo>
                    <a:pt x="979" y="2666"/>
                    <a:pt x="914" y="2848"/>
                    <a:pt x="805" y="3019"/>
                  </a:cubicBezTo>
                  <a:cubicBezTo>
                    <a:pt x="563" y="3399"/>
                    <a:pt x="320" y="3756"/>
                    <a:pt x="8" y="4062"/>
                  </a:cubicBezTo>
                  <a:cubicBezTo>
                    <a:pt x="1" y="4213"/>
                    <a:pt x="33" y="4291"/>
                    <a:pt x="78" y="4387"/>
                  </a:cubicBezTo>
                  <a:cubicBezTo>
                    <a:pt x="102" y="4380"/>
                    <a:pt x="91" y="4386"/>
                    <a:pt x="104" y="4374"/>
                  </a:cubicBezTo>
                  <a:cubicBezTo>
                    <a:pt x="213" y="4339"/>
                    <a:pt x="278" y="4233"/>
                    <a:pt x="354" y="4160"/>
                  </a:cubicBezTo>
                  <a:cubicBezTo>
                    <a:pt x="528" y="3993"/>
                    <a:pt x="720" y="3830"/>
                    <a:pt x="869" y="3641"/>
                  </a:cubicBezTo>
                  <a:cubicBezTo>
                    <a:pt x="930" y="3588"/>
                    <a:pt x="992" y="3532"/>
                    <a:pt x="1052" y="3479"/>
                  </a:cubicBezTo>
                  <a:cubicBezTo>
                    <a:pt x="1116" y="3399"/>
                    <a:pt x="1183" y="3307"/>
                    <a:pt x="1239" y="3224"/>
                  </a:cubicBezTo>
                  <a:cubicBezTo>
                    <a:pt x="1617" y="2653"/>
                    <a:pt x="1882" y="2004"/>
                    <a:pt x="2171" y="1344"/>
                  </a:cubicBezTo>
                  <a:cubicBezTo>
                    <a:pt x="2301" y="1051"/>
                    <a:pt x="2359" y="748"/>
                    <a:pt x="2462" y="407"/>
                  </a:cubicBezTo>
                  <a:cubicBezTo>
                    <a:pt x="2495" y="297"/>
                    <a:pt x="2540" y="199"/>
                    <a:pt x="2548" y="61"/>
                  </a:cubicBezTo>
                  <a:cubicBezTo>
                    <a:pt x="2535" y="55"/>
                    <a:pt x="2522" y="50"/>
                    <a:pt x="2510" y="46"/>
                  </a:cubicBezTo>
                  <a:cubicBezTo>
                    <a:pt x="2455" y="4"/>
                    <a:pt x="2334" y="2"/>
                    <a:pt x="224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20"/>
            <p:cNvSpPr/>
            <p:nvPr/>
          </p:nvSpPr>
          <p:spPr>
            <a:xfrm>
              <a:off x="756584" y="4706714"/>
              <a:ext cx="251605" cy="29000"/>
            </a:xfrm>
            <a:custGeom>
              <a:rect b="b" l="l" r="r" t="t"/>
              <a:pathLst>
                <a:path extrusionOk="0" h="1025" w="8893">
                  <a:moveTo>
                    <a:pt x="8769" y="1"/>
                  </a:moveTo>
                  <a:cubicBezTo>
                    <a:pt x="8724" y="114"/>
                    <a:pt x="8593" y="155"/>
                    <a:pt x="8493" y="214"/>
                  </a:cubicBezTo>
                  <a:cubicBezTo>
                    <a:pt x="8245" y="357"/>
                    <a:pt x="7907" y="413"/>
                    <a:pt x="7574" y="486"/>
                  </a:cubicBezTo>
                  <a:cubicBezTo>
                    <a:pt x="7436" y="495"/>
                    <a:pt x="7298" y="507"/>
                    <a:pt x="7160" y="515"/>
                  </a:cubicBezTo>
                  <a:cubicBezTo>
                    <a:pt x="6897" y="579"/>
                    <a:pt x="6603" y="608"/>
                    <a:pt x="6317" y="666"/>
                  </a:cubicBezTo>
                  <a:cubicBezTo>
                    <a:pt x="6260" y="664"/>
                    <a:pt x="6203" y="664"/>
                    <a:pt x="6149" y="662"/>
                  </a:cubicBezTo>
                  <a:cubicBezTo>
                    <a:pt x="5930" y="706"/>
                    <a:pt x="5668" y="682"/>
                    <a:pt x="5450" y="723"/>
                  </a:cubicBezTo>
                  <a:cubicBezTo>
                    <a:pt x="5161" y="719"/>
                    <a:pt x="4871" y="712"/>
                    <a:pt x="4585" y="706"/>
                  </a:cubicBezTo>
                  <a:cubicBezTo>
                    <a:pt x="4509" y="721"/>
                    <a:pt x="4402" y="727"/>
                    <a:pt x="4287" y="727"/>
                  </a:cubicBezTo>
                  <a:cubicBezTo>
                    <a:pt x="4075" y="727"/>
                    <a:pt x="3835" y="705"/>
                    <a:pt x="3707" y="675"/>
                  </a:cubicBezTo>
                  <a:cubicBezTo>
                    <a:pt x="3564" y="640"/>
                    <a:pt x="3409" y="671"/>
                    <a:pt x="3281" y="640"/>
                  </a:cubicBezTo>
                  <a:cubicBezTo>
                    <a:pt x="3195" y="639"/>
                    <a:pt x="3109" y="636"/>
                    <a:pt x="3024" y="634"/>
                  </a:cubicBezTo>
                  <a:cubicBezTo>
                    <a:pt x="2743" y="566"/>
                    <a:pt x="2407" y="605"/>
                    <a:pt x="2132" y="539"/>
                  </a:cubicBezTo>
                  <a:cubicBezTo>
                    <a:pt x="2020" y="531"/>
                    <a:pt x="1910" y="525"/>
                    <a:pt x="1796" y="518"/>
                  </a:cubicBezTo>
                  <a:cubicBezTo>
                    <a:pt x="1526" y="488"/>
                    <a:pt x="1256" y="456"/>
                    <a:pt x="984" y="424"/>
                  </a:cubicBezTo>
                  <a:cubicBezTo>
                    <a:pt x="710" y="358"/>
                    <a:pt x="436" y="291"/>
                    <a:pt x="161" y="226"/>
                  </a:cubicBezTo>
                  <a:cubicBezTo>
                    <a:pt x="111" y="208"/>
                    <a:pt x="62" y="175"/>
                    <a:pt x="7" y="159"/>
                  </a:cubicBezTo>
                  <a:cubicBezTo>
                    <a:pt x="5" y="236"/>
                    <a:pt x="2" y="313"/>
                    <a:pt x="1" y="392"/>
                  </a:cubicBezTo>
                  <a:cubicBezTo>
                    <a:pt x="21" y="422"/>
                    <a:pt x="23" y="504"/>
                    <a:pt x="23" y="547"/>
                  </a:cubicBezTo>
                  <a:lnTo>
                    <a:pt x="49" y="547"/>
                  </a:lnTo>
                  <a:cubicBezTo>
                    <a:pt x="155" y="617"/>
                    <a:pt x="420" y="588"/>
                    <a:pt x="565" y="624"/>
                  </a:cubicBezTo>
                  <a:cubicBezTo>
                    <a:pt x="841" y="693"/>
                    <a:pt x="1161" y="701"/>
                    <a:pt x="1440" y="771"/>
                  </a:cubicBezTo>
                  <a:cubicBezTo>
                    <a:pt x="1513" y="777"/>
                    <a:pt x="1586" y="783"/>
                    <a:pt x="1660" y="790"/>
                  </a:cubicBezTo>
                  <a:cubicBezTo>
                    <a:pt x="1972" y="866"/>
                    <a:pt x="2346" y="837"/>
                    <a:pt x="2666" y="915"/>
                  </a:cubicBezTo>
                  <a:cubicBezTo>
                    <a:pt x="2814" y="951"/>
                    <a:pt x="2980" y="918"/>
                    <a:pt x="3117" y="951"/>
                  </a:cubicBezTo>
                  <a:cubicBezTo>
                    <a:pt x="3336" y="960"/>
                    <a:pt x="3556" y="969"/>
                    <a:pt x="3774" y="978"/>
                  </a:cubicBezTo>
                  <a:cubicBezTo>
                    <a:pt x="3894" y="1006"/>
                    <a:pt x="4039" y="1012"/>
                    <a:pt x="4185" y="1012"/>
                  </a:cubicBezTo>
                  <a:cubicBezTo>
                    <a:pt x="4289" y="1012"/>
                    <a:pt x="4393" y="1009"/>
                    <a:pt x="4492" y="1009"/>
                  </a:cubicBezTo>
                  <a:cubicBezTo>
                    <a:pt x="4520" y="1009"/>
                    <a:pt x="4548" y="1009"/>
                    <a:pt x="4575" y="1010"/>
                  </a:cubicBezTo>
                  <a:cubicBezTo>
                    <a:pt x="4698" y="1011"/>
                    <a:pt x="4842" y="1024"/>
                    <a:pt x="4974" y="1024"/>
                  </a:cubicBezTo>
                  <a:cubicBezTo>
                    <a:pt x="5044" y="1024"/>
                    <a:pt x="5111" y="1021"/>
                    <a:pt x="5170" y="1010"/>
                  </a:cubicBezTo>
                  <a:cubicBezTo>
                    <a:pt x="5453" y="1011"/>
                    <a:pt x="5738" y="1012"/>
                    <a:pt x="6021" y="1014"/>
                  </a:cubicBezTo>
                  <a:cubicBezTo>
                    <a:pt x="6059" y="1007"/>
                    <a:pt x="6099" y="1005"/>
                    <a:pt x="6140" y="1005"/>
                  </a:cubicBezTo>
                  <a:cubicBezTo>
                    <a:pt x="6204" y="1005"/>
                    <a:pt x="6272" y="1010"/>
                    <a:pt x="6338" y="1010"/>
                  </a:cubicBezTo>
                  <a:cubicBezTo>
                    <a:pt x="6385" y="1010"/>
                    <a:pt x="6431" y="1007"/>
                    <a:pt x="6475" y="998"/>
                  </a:cubicBezTo>
                  <a:cubicBezTo>
                    <a:pt x="6703" y="949"/>
                    <a:pt x="6971" y="931"/>
                    <a:pt x="7189" y="871"/>
                  </a:cubicBezTo>
                  <a:cubicBezTo>
                    <a:pt x="7314" y="848"/>
                    <a:pt x="7439" y="826"/>
                    <a:pt x="7566" y="802"/>
                  </a:cubicBezTo>
                  <a:cubicBezTo>
                    <a:pt x="7897" y="703"/>
                    <a:pt x="8243" y="598"/>
                    <a:pt x="8515" y="435"/>
                  </a:cubicBezTo>
                  <a:cubicBezTo>
                    <a:pt x="8602" y="383"/>
                    <a:pt x="8893" y="203"/>
                    <a:pt x="876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20"/>
            <p:cNvSpPr/>
            <p:nvPr/>
          </p:nvSpPr>
          <p:spPr>
            <a:xfrm>
              <a:off x="553563" y="4635136"/>
              <a:ext cx="139567" cy="111246"/>
            </a:xfrm>
            <a:custGeom>
              <a:rect b="b" l="l" r="r" t="t"/>
              <a:pathLst>
                <a:path extrusionOk="0" h="3932" w="4933">
                  <a:moveTo>
                    <a:pt x="1229" y="1885"/>
                  </a:moveTo>
                  <a:cubicBezTo>
                    <a:pt x="1239" y="1898"/>
                    <a:pt x="1232" y="1889"/>
                    <a:pt x="1242" y="1911"/>
                  </a:cubicBezTo>
                  <a:lnTo>
                    <a:pt x="1229" y="1911"/>
                  </a:lnTo>
                  <a:lnTo>
                    <a:pt x="1229" y="1885"/>
                  </a:lnTo>
                  <a:close/>
                  <a:moveTo>
                    <a:pt x="1134" y="1471"/>
                  </a:moveTo>
                  <a:cubicBezTo>
                    <a:pt x="1145" y="1484"/>
                    <a:pt x="1137" y="1475"/>
                    <a:pt x="1148" y="1497"/>
                  </a:cubicBezTo>
                  <a:cubicBezTo>
                    <a:pt x="1046" y="1568"/>
                    <a:pt x="991" y="1708"/>
                    <a:pt x="919" y="1815"/>
                  </a:cubicBezTo>
                  <a:cubicBezTo>
                    <a:pt x="791" y="2014"/>
                    <a:pt x="613" y="2224"/>
                    <a:pt x="546" y="2478"/>
                  </a:cubicBezTo>
                  <a:lnTo>
                    <a:pt x="533" y="2478"/>
                  </a:lnTo>
                  <a:lnTo>
                    <a:pt x="533" y="2440"/>
                  </a:lnTo>
                  <a:cubicBezTo>
                    <a:pt x="576" y="2372"/>
                    <a:pt x="582" y="2233"/>
                    <a:pt x="617" y="2158"/>
                  </a:cubicBezTo>
                  <a:cubicBezTo>
                    <a:pt x="739" y="1889"/>
                    <a:pt x="938" y="1667"/>
                    <a:pt x="1134" y="1471"/>
                  </a:cubicBezTo>
                  <a:close/>
                  <a:moveTo>
                    <a:pt x="1203" y="2531"/>
                  </a:moveTo>
                  <a:cubicBezTo>
                    <a:pt x="1214" y="2544"/>
                    <a:pt x="1207" y="2535"/>
                    <a:pt x="1216" y="2557"/>
                  </a:cubicBezTo>
                  <a:cubicBezTo>
                    <a:pt x="1213" y="2557"/>
                    <a:pt x="1211" y="2558"/>
                    <a:pt x="1209" y="2558"/>
                  </a:cubicBezTo>
                  <a:cubicBezTo>
                    <a:pt x="1207" y="2558"/>
                    <a:pt x="1205" y="2557"/>
                    <a:pt x="1203" y="2557"/>
                  </a:cubicBezTo>
                  <a:lnTo>
                    <a:pt x="1203" y="2531"/>
                  </a:lnTo>
                  <a:close/>
                  <a:moveTo>
                    <a:pt x="1217" y="1911"/>
                  </a:moveTo>
                  <a:lnTo>
                    <a:pt x="1217" y="1911"/>
                  </a:lnTo>
                  <a:cubicBezTo>
                    <a:pt x="1244" y="1965"/>
                    <a:pt x="1140" y="2142"/>
                    <a:pt x="1108" y="2205"/>
                  </a:cubicBezTo>
                  <a:cubicBezTo>
                    <a:pt x="1011" y="2406"/>
                    <a:pt x="903" y="2622"/>
                    <a:pt x="810" y="2820"/>
                  </a:cubicBezTo>
                  <a:cubicBezTo>
                    <a:pt x="767" y="2910"/>
                    <a:pt x="748" y="3025"/>
                    <a:pt x="687" y="3102"/>
                  </a:cubicBezTo>
                  <a:lnTo>
                    <a:pt x="687" y="3076"/>
                  </a:lnTo>
                  <a:cubicBezTo>
                    <a:pt x="633" y="2986"/>
                    <a:pt x="755" y="2807"/>
                    <a:pt x="786" y="2741"/>
                  </a:cubicBezTo>
                  <a:cubicBezTo>
                    <a:pt x="881" y="2531"/>
                    <a:pt x="973" y="2340"/>
                    <a:pt x="1084" y="2139"/>
                  </a:cubicBezTo>
                  <a:cubicBezTo>
                    <a:pt x="1126" y="2065"/>
                    <a:pt x="1188" y="1998"/>
                    <a:pt x="1217" y="1911"/>
                  </a:cubicBezTo>
                  <a:close/>
                  <a:moveTo>
                    <a:pt x="1191" y="2560"/>
                  </a:moveTo>
                  <a:cubicBezTo>
                    <a:pt x="1209" y="2595"/>
                    <a:pt x="1166" y="2704"/>
                    <a:pt x="1148" y="2763"/>
                  </a:cubicBezTo>
                  <a:cubicBezTo>
                    <a:pt x="1105" y="2888"/>
                    <a:pt x="1040" y="3339"/>
                    <a:pt x="977" y="3419"/>
                  </a:cubicBezTo>
                  <a:lnTo>
                    <a:pt x="977" y="3406"/>
                  </a:lnTo>
                  <a:cubicBezTo>
                    <a:pt x="934" y="3343"/>
                    <a:pt x="961" y="3214"/>
                    <a:pt x="970" y="3135"/>
                  </a:cubicBezTo>
                  <a:cubicBezTo>
                    <a:pt x="996" y="2907"/>
                    <a:pt x="1101" y="2727"/>
                    <a:pt x="1191" y="2560"/>
                  </a:cubicBezTo>
                  <a:close/>
                  <a:moveTo>
                    <a:pt x="2508" y="1"/>
                  </a:moveTo>
                  <a:cubicBezTo>
                    <a:pt x="2362" y="23"/>
                    <a:pt x="2213" y="46"/>
                    <a:pt x="2066" y="68"/>
                  </a:cubicBezTo>
                  <a:cubicBezTo>
                    <a:pt x="1792" y="146"/>
                    <a:pt x="1526" y="231"/>
                    <a:pt x="1273" y="335"/>
                  </a:cubicBezTo>
                  <a:cubicBezTo>
                    <a:pt x="1069" y="420"/>
                    <a:pt x="756" y="626"/>
                    <a:pt x="642" y="800"/>
                  </a:cubicBezTo>
                  <a:cubicBezTo>
                    <a:pt x="503" y="1010"/>
                    <a:pt x="480" y="1263"/>
                    <a:pt x="393" y="1532"/>
                  </a:cubicBezTo>
                  <a:cubicBezTo>
                    <a:pt x="306" y="1802"/>
                    <a:pt x="232" y="2065"/>
                    <a:pt x="141" y="2340"/>
                  </a:cubicBezTo>
                  <a:cubicBezTo>
                    <a:pt x="109" y="2443"/>
                    <a:pt x="115" y="2579"/>
                    <a:pt x="82" y="2699"/>
                  </a:cubicBezTo>
                  <a:cubicBezTo>
                    <a:pt x="9" y="2981"/>
                    <a:pt x="0" y="3201"/>
                    <a:pt x="79" y="3463"/>
                  </a:cubicBezTo>
                  <a:cubicBezTo>
                    <a:pt x="120" y="3601"/>
                    <a:pt x="112" y="3752"/>
                    <a:pt x="239" y="3803"/>
                  </a:cubicBezTo>
                  <a:cubicBezTo>
                    <a:pt x="270" y="3824"/>
                    <a:pt x="311" y="3828"/>
                    <a:pt x="356" y="3828"/>
                  </a:cubicBezTo>
                  <a:cubicBezTo>
                    <a:pt x="380" y="3828"/>
                    <a:pt x="406" y="3827"/>
                    <a:pt x="431" y="3827"/>
                  </a:cubicBezTo>
                  <a:cubicBezTo>
                    <a:pt x="462" y="3827"/>
                    <a:pt x="493" y="3829"/>
                    <a:pt x="522" y="3836"/>
                  </a:cubicBezTo>
                  <a:cubicBezTo>
                    <a:pt x="678" y="3873"/>
                    <a:pt x="893" y="3846"/>
                    <a:pt x="1050" y="3887"/>
                  </a:cubicBezTo>
                  <a:cubicBezTo>
                    <a:pt x="1136" y="3889"/>
                    <a:pt x="1223" y="3890"/>
                    <a:pt x="1309" y="3891"/>
                  </a:cubicBezTo>
                  <a:cubicBezTo>
                    <a:pt x="1416" y="3916"/>
                    <a:pt x="1670" y="3931"/>
                    <a:pt x="1891" y="3931"/>
                  </a:cubicBezTo>
                  <a:cubicBezTo>
                    <a:pt x="2031" y="3931"/>
                    <a:pt x="2159" y="3925"/>
                    <a:pt x="2226" y="3912"/>
                  </a:cubicBezTo>
                  <a:cubicBezTo>
                    <a:pt x="2286" y="3913"/>
                    <a:pt x="2347" y="3913"/>
                    <a:pt x="2408" y="3916"/>
                  </a:cubicBezTo>
                  <a:cubicBezTo>
                    <a:pt x="2572" y="3897"/>
                    <a:pt x="2737" y="3880"/>
                    <a:pt x="2901" y="3861"/>
                  </a:cubicBezTo>
                  <a:cubicBezTo>
                    <a:pt x="3315" y="3763"/>
                    <a:pt x="3735" y="3681"/>
                    <a:pt x="4109" y="3550"/>
                  </a:cubicBezTo>
                  <a:cubicBezTo>
                    <a:pt x="4426" y="3441"/>
                    <a:pt x="4808" y="3423"/>
                    <a:pt x="4907" y="3089"/>
                  </a:cubicBezTo>
                  <a:cubicBezTo>
                    <a:pt x="4931" y="3007"/>
                    <a:pt x="4932" y="2696"/>
                    <a:pt x="4906" y="2611"/>
                  </a:cubicBezTo>
                  <a:cubicBezTo>
                    <a:pt x="4886" y="2551"/>
                    <a:pt x="4819" y="2488"/>
                    <a:pt x="4792" y="2427"/>
                  </a:cubicBezTo>
                  <a:cubicBezTo>
                    <a:pt x="4699" y="2195"/>
                    <a:pt x="4644" y="2020"/>
                    <a:pt x="4522" y="1827"/>
                  </a:cubicBezTo>
                  <a:cubicBezTo>
                    <a:pt x="4159" y="1248"/>
                    <a:pt x="3722" y="867"/>
                    <a:pt x="2988" y="632"/>
                  </a:cubicBezTo>
                  <a:cubicBezTo>
                    <a:pt x="2798" y="570"/>
                    <a:pt x="2561" y="536"/>
                    <a:pt x="2328" y="536"/>
                  </a:cubicBezTo>
                  <a:cubicBezTo>
                    <a:pt x="2141" y="536"/>
                    <a:pt x="1956" y="558"/>
                    <a:pt x="1799" y="606"/>
                  </a:cubicBezTo>
                  <a:cubicBezTo>
                    <a:pt x="1598" y="668"/>
                    <a:pt x="1399" y="768"/>
                    <a:pt x="1238" y="879"/>
                  </a:cubicBezTo>
                  <a:cubicBezTo>
                    <a:pt x="1149" y="939"/>
                    <a:pt x="1078" y="1035"/>
                    <a:pt x="988" y="1093"/>
                  </a:cubicBezTo>
                  <a:lnTo>
                    <a:pt x="988" y="1068"/>
                  </a:lnTo>
                  <a:cubicBezTo>
                    <a:pt x="1047" y="1030"/>
                    <a:pt x="1076" y="957"/>
                    <a:pt x="1133" y="915"/>
                  </a:cubicBezTo>
                  <a:cubicBezTo>
                    <a:pt x="1309" y="787"/>
                    <a:pt x="1494" y="664"/>
                    <a:pt x="1709" y="579"/>
                  </a:cubicBezTo>
                  <a:cubicBezTo>
                    <a:pt x="1964" y="478"/>
                    <a:pt x="2255" y="431"/>
                    <a:pt x="2547" y="431"/>
                  </a:cubicBezTo>
                  <a:cubicBezTo>
                    <a:pt x="3019" y="431"/>
                    <a:pt x="3493" y="554"/>
                    <a:pt x="3824" y="766"/>
                  </a:cubicBezTo>
                  <a:cubicBezTo>
                    <a:pt x="3964" y="854"/>
                    <a:pt x="4089" y="969"/>
                    <a:pt x="4218" y="1071"/>
                  </a:cubicBezTo>
                  <a:cubicBezTo>
                    <a:pt x="4285" y="1142"/>
                    <a:pt x="4353" y="1212"/>
                    <a:pt x="4420" y="1282"/>
                  </a:cubicBezTo>
                  <a:cubicBezTo>
                    <a:pt x="4087" y="533"/>
                    <a:pt x="3612" y="23"/>
                    <a:pt x="25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20"/>
            <p:cNvSpPr/>
            <p:nvPr/>
          </p:nvSpPr>
          <p:spPr>
            <a:xfrm>
              <a:off x="725548" y="3478203"/>
              <a:ext cx="63828" cy="177394"/>
            </a:xfrm>
            <a:custGeom>
              <a:rect b="b" l="l" r="r" t="t"/>
              <a:pathLst>
                <a:path extrusionOk="0" h="6270" w="2256">
                  <a:moveTo>
                    <a:pt x="1754" y="0"/>
                  </a:moveTo>
                  <a:cubicBezTo>
                    <a:pt x="1678" y="211"/>
                    <a:pt x="1626" y="417"/>
                    <a:pt x="1534" y="615"/>
                  </a:cubicBezTo>
                  <a:cubicBezTo>
                    <a:pt x="1217" y="1304"/>
                    <a:pt x="819" y="1941"/>
                    <a:pt x="496" y="2635"/>
                  </a:cubicBezTo>
                  <a:cubicBezTo>
                    <a:pt x="409" y="2822"/>
                    <a:pt x="301" y="3021"/>
                    <a:pt x="201" y="3210"/>
                  </a:cubicBezTo>
                  <a:cubicBezTo>
                    <a:pt x="164" y="3276"/>
                    <a:pt x="102" y="3353"/>
                    <a:pt x="79" y="3427"/>
                  </a:cubicBezTo>
                  <a:cubicBezTo>
                    <a:pt x="79" y="3603"/>
                    <a:pt x="80" y="3780"/>
                    <a:pt x="80" y="3958"/>
                  </a:cubicBezTo>
                  <a:cubicBezTo>
                    <a:pt x="71" y="4385"/>
                    <a:pt x="63" y="4810"/>
                    <a:pt x="53" y="5237"/>
                  </a:cubicBezTo>
                  <a:cubicBezTo>
                    <a:pt x="48" y="5478"/>
                    <a:pt x="42" y="5718"/>
                    <a:pt x="37" y="5961"/>
                  </a:cubicBezTo>
                  <a:cubicBezTo>
                    <a:pt x="15" y="6044"/>
                    <a:pt x="0" y="6172"/>
                    <a:pt x="16" y="6269"/>
                  </a:cubicBezTo>
                  <a:cubicBezTo>
                    <a:pt x="28" y="6256"/>
                    <a:pt x="22" y="6266"/>
                    <a:pt x="29" y="6245"/>
                  </a:cubicBezTo>
                  <a:cubicBezTo>
                    <a:pt x="128" y="6147"/>
                    <a:pt x="180" y="6005"/>
                    <a:pt x="256" y="5888"/>
                  </a:cubicBezTo>
                  <a:cubicBezTo>
                    <a:pt x="415" y="5648"/>
                    <a:pt x="580" y="5394"/>
                    <a:pt x="739" y="5148"/>
                  </a:cubicBezTo>
                  <a:cubicBezTo>
                    <a:pt x="794" y="5061"/>
                    <a:pt x="816" y="4968"/>
                    <a:pt x="873" y="4879"/>
                  </a:cubicBezTo>
                  <a:cubicBezTo>
                    <a:pt x="1216" y="4340"/>
                    <a:pt x="1512" y="3740"/>
                    <a:pt x="1788" y="3142"/>
                  </a:cubicBezTo>
                  <a:cubicBezTo>
                    <a:pt x="1893" y="2914"/>
                    <a:pt x="2005" y="2681"/>
                    <a:pt x="2114" y="2438"/>
                  </a:cubicBezTo>
                  <a:cubicBezTo>
                    <a:pt x="2149" y="2363"/>
                    <a:pt x="2217" y="2254"/>
                    <a:pt x="2236" y="2169"/>
                  </a:cubicBezTo>
                  <a:cubicBezTo>
                    <a:pt x="2255" y="2073"/>
                    <a:pt x="2187" y="1903"/>
                    <a:pt x="2165" y="1819"/>
                  </a:cubicBezTo>
                  <a:cubicBezTo>
                    <a:pt x="2094" y="1512"/>
                    <a:pt x="2059" y="1207"/>
                    <a:pt x="1979" y="920"/>
                  </a:cubicBezTo>
                  <a:cubicBezTo>
                    <a:pt x="1919" y="702"/>
                    <a:pt x="1884" y="487"/>
                    <a:pt x="1825" y="285"/>
                  </a:cubicBezTo>
                  <a:cubicBezTo>
                    <a:pt x="1796" y="189"/>
                    <a:pt x="1804" y="74"/>
                    <a:pt x="175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20"/>
            <p:cNvSpPr/>
            <p:nvPr/>
          </p:nvSpPr>
          <p:spPr>
            <a:xfrm>
              <a:off x="727302" y="3437689"/>
              <a:ext cx="46937" cy="130117"/>
            </a:xfrm>
            <a:custGeom>
              <a:rect b="b" l="l" r="r" t="t"/>
              <a:pathLst>
                <a:path extrusionOk="0" h="4599" w="1659">
                  <a:moveTo>
                    <a:pt x="1321" y="0"/>
                  </a:moveTo>
                  <a:cubicBezTo>
                    <a:pt x="1276" y="411"/>
                    <a:pt x="1141" y="771"/>
                    <a:pt x="1001" y="1092"/>
                  </a:cubicBezTo>
                  <a:cubicBezTo>
                    <a:pt x="789" y="1580"/>
                    <a:pt x="607" y="2030"/>
                    <a:pt x="364" y="2475"/>
                  </a:cubicBezTo>
                  <a:cubicBezTo>
                    <a:pt x="274" y="2639"/>
                    <a:pt x="187" y="2803"/>
                    <a:pt x="95" y="2973"/>
                  </a:cubicBezTo>
                  <a:cubicBezTo>
                    <a:pt x="69" y="3018"/>
                    <a:pt x="18" y="3078"/>
                    <a:pt x="1" y="3126"/>
                  </a:cubicBezTo>
                  <a:cubicBezTo>
                    <a:pt x="8" y="3616"/>
                    <a:pt x="12" y="4109"/>
                    <a:pt x="20" y="4599"/>
                  </a:cubicBezTo>
                  <a:lnTo>
                    <a:pt x="33" y="4599"/>
                  </a:lnTo>
                  <a:lnTo>
                    <a:pt x="33" y="4574"/>
                  </a:lnTo>
                  <a:cubicBezTo>
                    <a:pt x="136" y="4465"/>
                    <a:pt x="222" y="4209"/>
                    <a:pt x="289" y="4064"/>
                  </a:cubicBezTo>
                  <a:cubicBezTo>
                    <a:pt x="403" y="3816"/>
                    <a:pt x="547" y="3578"/>
                    <a:pt x="667" y="3322"/>
                  </a:cubicBezTo>
                  <a:cubicBezTo>
                    <a:pt x="832" y="2967"/>
                    <a:pt x="1069" y="2629"/>
                    <a:pt x="1232" y="2275"/>
                  </a:cubicBezTo>
                  <a:cubicBezTo>
                    <a:pt x="1305" y="2118"/>
                    <a:pt x="1353" y="1977"/>
                    <a:pt x="1423" y="1813"/>
                  </a:cubicBezTo>
                  <a:cubicBezTo>
                    <a:pt x="1466" y="1711"/>
                    <a:pt x="1658" y="1290"/>
                    <a:pt x="1631" y="1159"/>
                  </a:cubicBezTo>
                  <a:cubicBezTo>
                    <a:pt x="1593" y="962"/>
                    <a:pt x="1521" y="749"/>
                    <a:pt x="1465" y="560"/>
                  </a:cubicBezTo>
                  <a:cubicBezTo>
                    <a:pt x="1418" y="397"/>
                    <a:pt x="1407" y="125"/>
                    <a:pt x="13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20"/>
            <p:cNvSpPr/>
            <p:nvPr/>
          </p:nvSpPr>
          <p:spPr>
            <a:xfrm>
              <a:off x="719211" y="3367413"/>
              <a:ext cx="31857" cy="72061"/>
            </a:xfrm>
            <a:custGeom>
              <a:rect b="b" l="l" r="r" t="t"/>
              <a:pathLst>
                <a:path extrusionOk="0" h="2547" w="1126">
                  <a:moveTo>
                    <a:pt x="912" y="1"/>
                  </a:moveTo>
                  <a:cubicBezTo>
                    <a:pt x="892" y="146"/>
                    <a:pt x="797" y="262"/>
                    <a:pt x="735" y="371"/>
                  </a:cubicBezTo>
                  <a:cubicBezTo>
                    <a:pt x="602" y="613"/>
                    <a:pt x="493" y="859"/>
                    <a:pt x="345" y="1087"/>
                  </a:cubicBezTo>
                  <a:cubicBezTo>
                    <a:pt x="310" y="1141"/>
                    <a:pt x="215" y="1221"/>
                    <a:pt x="199" y="1279"/>
                  </a:cubicBezTo>
                  <a:cubicBezTo>
                    <a:pt x="195" y="1280"/>
                    <a:pt x="282" y="1375"/>
                    <a:pt x="288" y="1383"/>
                  </a:cubicBezTo>
                  <a:cubicBezTo>
                    <a:pt x="330" y="1455"/>
                    <a:pt x="352" y="1594"/>
                    <a:pt x="320" y="1695"/>
                  </a:cubicBezTo>
                  <a:cubicBezTo>
                    <a:pt x="288" y="1798"/>
                    <a:pt x="221" y="1910"/>
                    <a:pt x="159" y="1990"/>
                  </a:cubicBezTo>
                  <a:cubicBezTo>
                    <a:pt x="112" y="2051"/>
                    <a:pt x="32" y="2087"/>
                    <a:pt x="0" y="2167"/>
                  </a:cubicBezTo>
                  <a:cubicBezTo>
                    <a:pt x="42" y="2227"/>
                    <a:pt x="45" y="2374"/>
                    <a:pt x="45" y="2465"/>
                  </a:cubicBezTo>
                  <a:cubicBezTo>
                    <a:pt x="149" y="2472"/>
                    <a:pt x="189" y="2519"/>
                    <a:pt x="263" y="2547"/>
                  </a:cubicBezTo>
                  <a:cubicBezTo>
                    <a:pt x="314" y="2359"/>
                    <a:pt x="468" y="2195"/>
                    <a:pt x="548" y="2023"/>
                  </a:cubicBezTo>
                  <a:cubicBezTo>
                    <a:pt x="689" y="1719"/>
                    <a:pt x="813" y="1444"/>
                    <a:pt x="942" y="1114"/>
                  </a:cubicBezTo>
                  <a:cubicBezTo>
                    <a:pt x="967" y="1053"/>
                    <a:pt x="1126" y="671"/>
                    <a:pt x="1120" y="627"/>
                  </a:cubicBezTo>
                  <a:cubicBezTo>
                    <a:pt x="1057" y="418"/>
                    <a:pt x="990" y="212"/>
                    <a:pt x="928" y="2"/>
                  </a:cubicBezTo>
                  <a:cubicBezTo>
                    <a:pt x="921" y="2"/>
                    <a:pt x="916" y="2"/>
                    <a:pt x="9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20"/>
            <p:cNvSpPr/>
            <p:nvPr/>
          </p:nvSpPr>
          <p:spPr>
            <a:xfrm>
              <a:off x="705433" y="3232461"/>
              <a:ext cx="43089" cy="76588"/>
            </a:xfrm>
            <a:custGeom>
              <a:rect b="b" l="l" r="r" t="t"/>
              <a:pathLst>
                <a:path extrusionOk="0" h="2707" w="1523">
                  <a:moveTo>
                    <a:pt x="403" y="589"/>
                  </a:moveTo>
                  <a:lnTo>
                    <a:pt x="403" y="589"/>
                  </a:lnTo>
                  <a:cubicBezTo>
                    <a:pt x="493" y="693"/>
                    <a:pt x="407" y="925"/>
                    <a:pt x="381" y="1028"/>
                  </a:cubicBezTo>
                  <a:lnTo>
                    <a:pt x="368" y="1028"/>
                  </a:lnTo>
                  <a:cubicBezTo>
                    <a:pt x="368" y="989"/>
                    <a:pt x="370" y="951"/>
                    <a:pt x="370" y="911"/>
                  </a:cubicBezTo>
                  <a:cubicBezTo>
                    <a:pt x="400" y="864"/>
                    <a:pt x="403" y="669"/>
                    <a:pt x="403" y="589"/>
                  </a:cubicBezTo>
                  <a:close/>
                  <a:moveTo>
                    <a:pt x="605" y="749"/>
                  </a:moveTo>
                  <a:cubicBezTo>
                    <a:pt x="641" y="796"/>
                    <a:pt x="640" y="962"/>
                    <a:pt x="625" y="1047"/>
                  </a:cubicBezTo>
                  <a:cubicBezTo>
                    <a:pt x="589" y="1252"/>
                    <a:pt x="503" y="1492"/>
                    <a:pt x="355" y="1582"/>
                  </a:cubicBezTo>
                  <a:cubicBezTo>
                    <a:pt x="355" y="1574"/>
                    <a:pt x="356" y="1565"/>
                    <a:pt x="356" y="1558"/>
                  </a:cubicBezTo>
                  <a:cubicBezTo>
                    <a:pt x="404" y="1497"/>
                    <a:pt x="399" y="1395"/>
                    <a:pt x="426" y="1315"/>
                  </a:cubicBezTo>
                  <a:cubicBezTo>
                    <a:pt x="490" y="1136"/>
                    <a:pt x="595" y="975"/>
                    <a:pt x="605" y="749"/>
                  </a:cubicBezTo>
                  <a:close/>
                  <a:moveTo>
                    <a:pt x="748" y="1373"/>
                  </a:moveTo>
                  <a:lnTo>
                    <a:pt x="748" y="1373"/>
                  </a:lnTo>
                  <a:cubicBezTo>
                    <a:pt x="814" y="1482"/>
                    <a:pt x="633" y="1696"/>
                    <a:pt x="585" y="1744"/>
                  </a:cubicBezTo>
                  <a:cubicBezTo>
                    <a:pt x="556" y="1744"/>
                    <a:pt x="544" y="1744"/>
                    <a:pt x="534" y="1744"/>
                  </a:cubicBezTo>
                  <a:cubicBezTo>
                    <a:pt x="524" y="1744"/>
                    <a:pt x="515" y="1744"/>
                    <a:pt x="493" y="1741"/>
                  </a:cubicBezTo>
                  <a:lnTo>
                    <a:pt x="506" y="1728"/>
                  </a:lnTo>
                  <a:cubicBezTo>
                    <a:pt x="580" y="1609"/>
                    <a:pt x="705" y="1513"/>
                    <a:pt x="748" y="1373"/>
                  </a:cubicBezTo>
                  <a:close/>
                  <a:moveTo>
                    <a:pt x="90" y="1"/>
                  </a:moveTo>
                  <a:cubicBezTo>
                    <a:pt x="77" y="60"/>
                    <a:pt x="39" y="104"/>
                    <a:pt x="25" y="155"/>
                  </a:cubicBezTo>
                  <a:cubicBezTo>
                    <a:pt x="0" y="242"/>
                    <a:pt x="64" y="323"/>
                    <a:pt x="85" y="377"/>
                  </a:cubicBezTo>
                  <a:cubicBezTo>
                    <a:pt x="135" y="509"/>
                    <a:pt x="135" y="665"/>
                    <a:pt x="166" y="818"/>
                  </a:cubicBezTo>
                  <a:cubicBezTo>
                    <a:pt x="134" y="1303"/>
                    <a:pt x="102" y="1790"/>
                    <a:pt x="70" y="2276"/>
                  </a:cubicBezTo>
                  <a:lnTo>
                    <a:pt x="83" y="2276"/>
                  </a:lnTo>
                  <a:lnTo>
                    <a:pt x="83" y="2250"/>
                  </a:lnTo>
                  <a:cubicBezTo>
                    <a:pt x="172" y="2194"/>
                    <a:pt x="243" y="2122"/>
                    <a:pt x="356" y="2088"/>
                  </a:cubicBezTo>
                  <a:cubicBezTo>
                    <a:pt x="416" y="2071"/>
                    <a:pt x="477" y="2063"/>
                    <a:pt x="537" y="2063"/>
                  </a:cubicBezTo>
                  <a:cubicBezTo>
                    <a:pt x="890" y="2063"/>
                    <a:pt x="1240" y="2329"/>
                    <a:pt x="1370" y="2510"/>
                  </a:cubicBezTo>
                  <a:cubicBezTo>
                    <a:pt x="1418" y="2577"/>
                    <a:pt x="1453" y="2660"/>
                    <a:pt x="1520" y="2706"/>
                  </a:cubicBezTo>
                  <a:cubicBezTo>
                    <a:pt x="1520" y="2671"/>
                    <a:pt x="1522" y="2638"/>
                    <a:pt x="1522" y="2603"/>
                  </a:cubicBezTo>
                  <a:cubicBezTo>
                    <a:pt x="1489" y="2545"/>
                    <a:pt x="1508" y="2465"/>
                    <a:pt x="1488" y="2395"/>
                  </a:cubicBezTo>
                  <a:cubicBezTo>
                    <a:pt x="1442" y="2240"/>
                    <a:pt x="1406" y="2078"/>
                    <a:pt x="1355" y="1914"/>
                  </a:cubicBezTo>
                  <a:cubicBezTo>
                    <a:pt x="1178" y="1348"/>
                    <a:pt x="995" y="597"/>
                    <a:pt x="575" y="269"/>
                  </a:cubicBezTo>
                  <a:cubicBezTo>
                    <a:pt x="429" y="155"/>
                    <a:pt x="272" y="86"/>
                    <a:pt x="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20"/>
            <p:cNvSpPr/>
            <p:nvPr/>
          </p:nvSpPr>
          <p:spPr>
            <a:xfrm>
              <a:off x="710893" y="3357171"/>
              <a:ext cx="33527" cy="44646"/>
            </a:xfrm>
            <a:custGeom>
              <a:rect b="b" l="l" r="r" t="t"/>
              <a:pathLst>
                <a:path extrusionOk="0" h="1578" w="1185">
                  <a:moveTo>
                    <a:pt x="1120" y="1"/>
                  </a:moveTo>
                  <a:cubicBezTo>
                    <a:pt x="880" y="18"/>
                    <a:pt x="665" y="69"/>
                    <a:pt x="498" y="168"/>
                  </a:cubicBezTo>
                  <a:cubicBezTo>
                    <a:pt x="345" y="260"/>
                    <a:pt x="204" y="425"/>
                    <a:pt x="1" y="456"/>
                  </a:cubicBezTo>
                  <a:cubicBezTo>
                    <a:pt x="1" y="568"/>
                    <a:pt x="46" y="655"/>
                    <a:pt x="72" y="741"/>
                  </a:cubicBezTo>
                  <a:cubicBezTo>
                    <a:pt x="98" y="898"/>
                    <a:pt x="126" y="1052"/>
                    <a:pt x="152" y="1207"/>
                  </a:cubicBezTo>
                  <a:cubicBezTo>
                    <a:pt x="174" y="1306"/>
                    <a:pt x="133" y="1498"/>
                    <a:pt x="210" y="1546"/>
                  </a:cubicBezTo>
                  <a:cubicBezTo>
                    <a:pt x="236" y="1565"/>
                    <a:pt x="324" y="1578"/>
                    <a:pt x="367" y="1578"/>
                  </a:cubicBezTo>
                  <a:cubicBezTo>
                    <a:pt x="378" y="1578"/>
                    <a:pt x="386" y="1577"/>
                    <a:pt x="389" y="1575"/>
                  </a:cubicBezTo>
                  <a:cubicBezTo>
                    <a:pt x="459" y="1508"/>
                    <a:pt x="493" y="1415"/>
                    <a:pt x="549" y="1334"/>
                  </a:cubicBezTo>
                  <a:cubicBezTo>
                    <a:pt x="710" y="1098"/>
                    <a:pt x="860" y="866"/>
                    <a:pt x="1004" y="607"/>
                  </a:cubicBezTo>
                  <a:cubicBezTo>
                    <a:pt x="1044" y="531"/>
                    <a:pt x="1175" y="341"/>
                    <a:pt x="1180" y="248"/>
                  </a:cubicBezTo>
                  <a:cubicBezTo>
                    <a:pt x="1184" y="171"/>
                    <a:pt x="1126" y="95"/>
                    <a:pt x="112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20"/>
            <p:cNvSpPr/>
            <p:nvPr/>
          </p:nvSpPr>
          <p:spPr>
            <a:xfrm>
              <a:off x="742353" y="3582458"/>
              <a:ext cx="66063" cy="121912"/>
            </a:xfrm>
            <a:custGeom>
              <a:rect b="b" l="l" r="r" t="t"/>
              <a:pathLst>
                <a:path extrusionOk="0" h="4309" w="2335">
                  <a:moveTo>
                    <a:pt x="1898" y="1"/>
                  </a:moveTo>
                  <a:cubicBezTo>
                    <a:pt x="1719" y="449"/>
                    <a:pt x="1513" y="856"/>
                    <a:pt x="1315" y="1280"/>
                  </a:cubicBezTo>
                  <a:cubicBezTo>
                    <a:pt x="1250" y="1415"/>
                    <a:pt x="1148" y="1552"/>
                    <a:pt x="1084" y="1689"/>
                  </a:cubicBezTo>
                  <a:cubicBezTo>
                    <a:pt x="962" y="1949"/>
                    <a:pt x="844" y="2205"/>
                    <a:pt x="693" y="2443"/>
                  </a:cubicBezTo>
                  <a:cubicBezTo>
                    <a:pt x="539" y="2685"/>
                    <a:pt x="382" y="2926"/>
                    <a:pt x="213" y="3157"/>
                  </a:cubicBezTo>
                  <a:cubicBezTo>
                    <a:pt x="148" y="3246"/>
                    <a:pt x="28" y="3330"/>
                    <a:pt x="1" y="3449"/>
                  </a:cubicBezTo>
                  <a:cubicBezTo>
                    <a:pt x="207" y="3666"/>
                    <a:pt x="414" y="3880"/>
                    <a:pt x="620" y="4096"/>
                  </a:cubicBezTo>
                  <a:cubicBezTo>
                    <a:pt x="667" y="4146"/>
                    <a:pt x="761" y="4308"/>
                    <a:pt x="827" y="4308"/>
                  </a:cubicBezTo>
                  <a:cubicBezTo>
                    <a:pt x="830" y="4308"/>
                    <a:pt x="833" y="4308"/>
                    <a:pt x="835" y="4307"/>
                  </a:cubicBezTo>
                  <a:cubicBezTo>
                    <a:pt x="936" y="4272"/>
                    <a:pt x="988" y="4147"/>
                    <a:pt x="1048" y="4066"/>
                  </a:cubicBezTo>
                  <a:cubicBezTo>
                    <a:pt x="1181" y="3878"/>
                    <a:pt x="1322" y="3694"/>
                    <a:pt x="1461" y="3506"/>
                  </a:cubicBezTo>
                  <a:cubicBezTo>
                    <a:pt x="1625" y="3282"/>
                    <a:pt x="1831" y="3090"/>
                    <a:pt x="2003" y="2872"/>
                  </a:cubicBezTo>
                  <a:cubicBezTo>
                    <a:pt x="2083" y="2770"/>
                    <a:pt x="2205" y="2686"/>
                    <a:pt x="2269" y="2567"/>
                  </a:cubicBezTo>
                  <a:cubicBezTo>
                    <a:pt x="2334" y="2443"/>
                    <a:pt x="2276" y="2118"/>
                    <a:pt x="2243" y="1985"/>
                  </a:cubicBezTo>
                  <a:cubicBezTo>
                    <a:pt x="2134" y="1545"/>
                    <a:pt x="2112" y="1018"/>
                    <a:pt x="2001" y="571"/>
                  </a:cubicBezTo>
                  <a:cubicBezTo>
                    <a:pt x="1967" y="433"/>
                    <a:pt x="1959" y="95"/>
                    <a:pt x="189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20"/>
            <p:cNvSpPr/>
            <p:nvPr/>
          </p:nvSpPr>
          <p:spPr>
            <a:xfrm>
              <a:off x="727387" y="3545735"/>
              <a:ext cx="68355" cy="130626"/>
            </a:xfrm>
            <a:custGeom>
              <a:rect b="b" l="l" r="r" t="t"/>
              <a:pathLst>
                <a:path extrusionOk="0" h="4617" w="2416">
                  <a:moveTo>
                    <a:pt x="2195" y="0"/>
                  </a:moveTo>
                  <a:cubicBezTo>
                    <a:pt x="2180" y="117"/>
                    <a:pt x="2112" y="217"/>
                    <a:pt x="2071" y="307"/>
                  </a:cubicBezTo>
                  <a:cubicBezTo>
                    <a:pt x="1966" y="538"/>
                    <a:pt x="1860" y="756"/>
                    <a:pt x="1760" y="973"/>
                  </a:cubicBezTo>
                  <a:cubicBezTo>
                    <a:pt x="1412" y="1716"/>
                    <a:pt x="1046" y="2449"/>
                    <a:pt x="616" y="3119"/>
                  </a:cubicBezTo>
                  <a:cubicBezTo>
                    <a:pt x="473" y="3339"/>
                    <a:pt x="332" y="3560"/>
                    <a:pt x="188" y="3782"/>
                  </a:cubicBezTo>
                  <a:cubicBezTo>
                    <a:pt x="126" y="3876"/>
                    <a:pt x="20" y="3967"/>
                    <a:pt x="1" y="4102"/>
                  </a:cubicBezTo>
                  <a:cubicBezTo>
                    <a:pt x="140" y="4218"/>
                    <a:pt x="274" y="4551"/>
                    <a:pt x="443" y="4617"/>
                  </a:cubicBezTo>
                  <a:lnTo>
                    <a:pt x="443" y="4603"/>
                  </a:lnTo>
                  <a:cubicBezTo>
                    <a:pt x="671" y="4384"/>
                    <a:pt x="864" y="4015"/>
                    <a:pt x="1042" y="3737"/>
                  </a:cubicBezTo>
                  <a:cubicBezTo>
                    <a:pt x="1359" y="3247"/>
                    <a:pt x="1660" y="2728"/>
                    <a:pt x="1915" y="2180"/>
                  </a:cubicBezTo>
                  <a:cubicBezTo>
                    <a:pt x="1976" y="2050"/>
                    <a:pt x="2071" y="1914"/>
                    <a:pt x="2131" y="1783"/>
                  </a:cubicBezTo>
                  <a:cubicBezTo>
                    <a:pt x="2205" y="1623"/>
                    <a:pt x="2250" y="1475"/>
                    <a:pt x="2321" y="1309"/>
                  </a:cubicBezTo>
                  <a:cubicBezTo>
                    <a:pt x="2343" y="1257"/>
                    <a:pt x="2392" y="1178"/>
                    <a:pt x="2402" y="1117"/>
                  </a:cubicBezTo>
                  <a:cubicBezTo>
                    <a:pt x="2416" y="1041"/>
                    <a:pt x="2362" y="889"/>
                    <a:pt x="2344" y="819"/>
                  </a:cubicBezTo>
                  <a:lnTo>
                    <a:pt x="221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20"/>
            <p:cNvSpPr/>
            <p:nvPr/>
          </p:nvSpPr>
          <p:spPr>
            <a:xfrm>
              <a:off x="757631" y="4627497"/>
              <a:ext cx="244758" cy="94638"/>
            </a:xfrm>
            <a:custGeom>
              <a:rect b="b" l="l" r="r" t="t"/>
              <a:pathLst>
                <a:path extrusionOk="0" h="3345" w="8651">
                  <a:moveTo>
                    <a:pt x="1515" y="1334"/>
                  </a:moveTo>
                  <a:cubicBezTo>
                    <a:pt x="1527" y="1347"/>
                    <a:pt x="1520" y="1338"/>
                    <a:pt x="1528" y="1360"/>
                  </a:cubicBezTo>
                  <a:cubicBezTo>
                    <a:pt x="1434" y="1421"/>
                    <a:pt x="1360" y="1536"/>
                    <a:pt x="1291" y="1627"/>
                  </a:cubicBezTo>
                  <a:cubicBezTo>
                    <a:pt x="1146" y="1812"/>
                    <a:pt x="958" y="1973"/>
                    <a:pt x="814" y="2159"/>
                  </a:cubicBezTo>
                  <a:cubicBezTo>
                    <a:pt x="764" y="2226"/>
                    <a:pt x="713" y="2315"/>
                    <a:pt x="641" y="2363"/>
                  </a:cubicBezTo>
                  <a:lnTo>
                    <a:pt x="641" y="2337"/>
                  </a:lnTo>
                  <a:cubicBezTo>
                    <a:pt x="737" y="2239"/>
                    <a:pt x="787" y="2078"/>
                    <a:pt x="868" y="1966"/>
                  </a:cubicBezTo>
                  <a:cubicBezTo>
                    <a:pt x="967" y="1835"/>
                    <a:pt x="1112" y="1738"/>
                    <a:pt x="1213" y="1613"/>
                  </a:cubicBezTo>
                  <a:cubicBezTo>
                    <a:pt x="1251" y="1565"/>
                    <a:pt x="1284" y="1508"/>
                    <a:pt x="1332" y="1472"/>
                  </a:cubicBezTo>
                  <a:cubicBezTo>
                    <a:pt x="1396" y="1427"/>
                    <a:pt x="1461" y="1389"/>
                    <a:pt x="1515" y="1334"/>
                  </a:cubicBezTo>
                  <a:close/>
                  <a:moveTo>
                    <a:pt x="1899" y="1536"/>
                  </a:moveTo>
                  <a:cubicBezTo>
                    <a:pt x="1834" y="1632"/>
                    <a:pt x="1732" y="1701"/>
                    <a:pt x="1662" y="1789"/>
                  </a:cubicBezTo>
                  <a:cubicBezTo>
                    <a:pt x="1480" y="2023"/>
                    <a:pt x="1287" y="2238"/>
                    <a:pt x="1105" y="2475"/>
                  </a:cubicBezTo>
                  <a:cubicBezTo>
                    <a:pt x="1017" y="2591"/>
                    <a:pt x="859" y="2705"/>
                    <a:pt x="813" y="2857"/>
                  </a:cubicBezTo>
                  <a:lnTo>
                    <a:pt x="800" y="2857"/>
                  </a:lnTo>
                  <a:cubicBezTo>
                    <a:pt x="800" y="2831"/>
                    <a:pt x="801" y="2806"/>
                    <a:pt x="801" y="2779"/>
                  </a:cubicBezTo>
                  <a:cubicBezTo>
                    <a:pt x="864" y="2696"/>
                    <a:pt x="881" y="2582"/>
                    <a:pt x="937" y="2497"/>
                  </a:cubicBezTo>
                  <a:cubicBezTo>
                    <a:pt x="1048" y="2327"/>
                    <a:pt x="1207" y="2188"/>
                    <a:pt x="1335" y="2029"/>
                  </a:cubicBezTo>
                  <a:cubicBezTo>
                    <a:pt x="1453" y="1914"/>
                    <a:pt x="1572" y="1802"/>
                    <a:pt x="1691" y="1687"/>
                  </a:cubicBezTo>
                  <a:cubicBezTo>
                    <a:pt x="1754" y="1639"/>
                    <a:pt x="1828" y="1601"/>
                    <a:pt x="1874" y="1536"/>
                  </a:cubicBezTo>
                  <a:close/>
                  <a:moveTo>
                    <a:pt x="1903" y="2117"/>
                  </a:moveTo>
                  <a:cubicBezTo>
                    <a:pt x="1914" y="2130"/>
                    <a:pt x="1906" y="2120"/>
                    <a:pt x="1916" y="2142"/>
                  </a:cubicBezTo>
                  <a:cubicBezTo>
                    <a:pt x="1746" y="2254"/>
                    <a:pt x="1632" y="2500"/>
                    <a:pt x="1517" y="2664"/>
                  </a:cubicBezTo>
                  <a:cubicBezTo>
                    <a:pt x="1461" y="2742"/>
                    <a:pt x="1379" y="2808"/>
                    <a:pt x="1344" y="2905"/>
                  </a:cubicBezTo>
                  <a:lnTo>
                    <a:pt x="1331" y="2905"/>
                  </a:lnTo>
                  <a:cubicBezTo>
                    <a:pt x="1331" y="2872"/>
                    <a:pt x="1332" y="2837"/>
                    <a:pt x="1332" y="2802"/>
                  </a:cubicBezTo>
                  <a:cubicBezTo>
                    <a:pt x="1365" y="2763"/>
                    <a:pt x="1370" y="2708"/>
                    <a:pt x="1400" y="2662"/>
                  </a:cubicBezTo>
                  <a:cubicBezTo>
                    <a:pt x="1445" y="2593"/>
                    <a:pt x="1506" y="2526"/>
                    <a:pt x="1559" y="2459"/>
                  </a:cubicBezTo>
                  <a:cubicBezTo>
                    <a:pt x="1658" y="2334"/>
                    <a:pt x="1810" y="2247"/>
                    <a:pt x="1903" y="2117"/>
                  </a:cubicBezTo>
                  <a:close/>
                  <a:moveTo>
                    <a:pt x="1879" y="2596"/>
                  </a:moveTo>
                  <a:lnTo>
                    <a:pt x="1879" y="2596"/>
                  </a:lnTo>
                  <a:cubicBezTo>
                    <a:pt x="1877" y="2604"/>
                    <a:pt x="1877" y="2612"/>
                    <a:pt x="1877" y="2620"/>
                  </a:cubicBezTo>
                  <a:cubicBezTo>
                    <a:pt x="1781" y="2742"/>
                    <a:pt x="1765" y="3027"/>
                    <a:pt x="1559" y="3027"/>
                  </a:cubicBezTo>
                  <a:cubicBezTo>
                    <a:pt x="1559" y="2990"/>
                    <a:pt x="1559" y="2958"/>
                    <a:pt x="1573" y="2937"/>
                  </a:cubicBezTo>
                  <a:cubicBezTo>
                    <a:pt x="1602" y="2853"/>
                    <a:pt x="1806" y="2641"/>
                    <a:pt x="1879" y="2596"/>
                  </a:cubicBezTo>
                  <a:close/>
                  <a:moveTo>
                    <a:pt x="4000" y="0"/>
                  </a:moveTo>
                  <a:cubicBezTo>
                    <a:pt x="3895" y="73"/>
                    <a:pt x="3724" y="53"/>
                    <a:pt x="3586" y="86"/>
                  </a:cubicBezTo>
                  <a:cubicBezTo>
                    <a:pt x="3263" y="162"/>
                    <a:pt x="2837" y="153"/>
                    <a:pt x="2536" y="269"/>
                  </a:cubicBezTo>
                  <a:cubicBezTo>
                    <a:pt x="1895" y="517"/>
                    <a:pt x="1589" y="1159"/>
                    <a:pt x="1062" y="1530"/>
                  </a:cubicBezTo>
                  <a:cubicBezTo>
                    <a:pt x="907" y="1639"/>
                    <a:pt x="748" y="1725"/>
                    <a:pt x="589" y="1831"/>
                  </a:cubicBezTo>
                  <a:cubicBezTo>
                    <a:pt x="515" y="1879"/>
                    <a:pt x="451" y="1956"/>
                    <a:pt x="378" y="2007"/>
                  </a:cubicBezTo>
                  <a:cubicBezTo>
                    <a:pt x="314" y="2052"/>
                    <a:pt x="166" y="2158"/>
                    <a:pt x="128" y="2220"/>
                  </a:cubicBezTo>
                  <a:cubicBezTo>
                    <a:pt x="86" y="2401"/>
                    <a:pt x="42" y="2581"/>
                    <a:pt x="0" y="2761"/>
                  </a:cubicBezTo>
                  <a:cubicBezTo>
                    <a:pt x="298" y="2950"/>
                    <a:pt x="769" y="2974"/>
                    <a:pt x="1156" y="3070"/>
                  </a:cubicBezTo>
                  <a:cubicBezTo>
                    <a:pt x="1300" y="3106"/>
                    <a:pt x="1460" y="3084"/>
                    <a:pt x="1594" y="3119"/>
                  </a:cubicBezTo>
                  <a:cubicBezTo>
                    <a:pt x="1761" y="3132"/>
                    <a:pt x="1931" y="3142"/>
                    <a:pt x="2098" y="3155"/>
                  </a:cubicBezTo>
                  <a:cubicBezTo>
                    <a:pt x="2408" y="3231"/>
                    <a:pt x="2774" y="3190"/>
                    <a:pt x="3090" y="3266"/>
                  </a:cubicBezTo>
                  <a:lnTo>
                    <a:pt x="3373" y="3272"/>
                  </a:lnTo>
                  <a:cubicBezTo>
                    <a:pt x="3432" y="3286"/>
                    <a:pt x="3498" y="3288"/>
                    <a:pt x="3567" y="3288"/>
                  </a:cubicBezTo>
                  <a:cubicBezTo>
                    <a:pt x="3602" y="3288"/>
                    <a:pt x="3637" y="3287"/>
                    <a:pt x="3672" y="3287"/>
                  </a:cubicBezTo>
                  <a:cubicBezTo>
                    <a:pt x="3750" y="3287"/>
                    <a:pt x="3828" y="3290"/>
                    <a:pt x="3903" y="3308"/>
                  </a:cubicBezTo>
                  <a:cubicBezTo>
                    <a:pt x="4020" y="3336"/>
                    <a:pt x="4140" y="3343"/>
                    <a:pt x="4263" y="3343"/>
                  </a:cubicBezTo>
                  <a:cubicBezTo>
                    <a:pt x="4382" y="3343"/>
                    <a:pt x="4503" y="3336"/>
                    <a:pt x="4625" y="3336"/>
                  </a:cubicBezTo>
                  <a:cubicBezTo>
                    <a:pt x="4646" y="3336"/>
                    <a:pt x="4668" y="3337"/>
                    <a:pt x="4689" y="3337"/>
                  </a:cubicBezTo>
                  <a:cubicBezTo>
                    <a:pt x="4889" y="3342"/>
                    <a:pt x="5085" y="3345"/>
                    <a:pt x="5277" y="3345"/>
                  </a:cubicBezTo>
                  <a:cubicBezTo>
                    <a:pt x="5948" y="3345"/>
                    <a:pt x="6568" y="3308"/>
                    <a:pt x="7135" y="3170"/>
                  </a:cubicBezTo>
                  <a:cubicBezTo>
                    <a:pt x="7257" y="3155"/>
                    <a:pt x="7377" y="3141"/>
                    <a:pt x="7498" y="3126"/>
                  </a:cubicBezTo>
                  <a:cubicBezTo>
                    <a:pt x="7828" y="3052"/>
                    <a:pt x="8158" y="2982"/>
                    <a:pt x="8410" y="2822"/>
                  </a:cubicBezTo>
                  <a:cubicBezTo>
                    <a:pt x="8507" y="2758"/>
                    <a:pt x="8565" y="2662"/>
                    <a:pt x="8647" y="2582"/>
                  </a:cubicBezTo>
                  <a:cubicBezTo>
                    <a:pt x="8649" y="2542"/>
                    <a:pt x="8651" y="2501"/>
                    <a:pt x="8636" y="2479"/>
                  </a:cubicBezTo>
                  <a:cubicBezTo>
                    <a:pt x="8600" y="2366"/>
                    <a:pt x="8494" y="2319"/>
                    <a:pt x="8410" y="2254"/>
                  </a:cubicBezTo>
                  <a:cubicBezTo>
                    <a:pt x="8203" y="2100"/>
                    <a:pt x="7985" y="1950"/>
                    <a:pt x="7773" y="1802"/>
                  </a:cubicBezTo>
                  <a:cubicBezTo>
                    <a:pt x="7159" y="1373"/>
                    <a:pt x="6326" y="1158"/>
                    <a:pt x="5611" y="823"/>
                  </a:cubicBezTo>
                  <a:cubicBezTo>
                    <a:pt x="5085" y="578"/>
                    <a:pt x="4673" y="69"/>
                    <a:pt x="400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20"/>
            <p:cNvSpPr/>
            <p:nvPr/>
          </p:nvSpPr>
          <p:spPr>
            <a:xfrm>
              <a:off x="593624" y="3050517"/>
              <a:ext cx="164577" cy="248493"/>
            </a:xfrm>
            <a:custGeom>
              <a:rect b="b" l="l" r="r" t="t"/>
              <a:pathLst>
                <a:path extrusionOk="0" h="8783" w="5817">
                  <a:moveTo>
                    <a:pt x="2399" y="1213"/>
                  </a:moveTo>
                  <a:cubicBezTo>
                    <a:pt x="2475" y="1213"/>
                    <a:pt x="2511" y="1228"/>
                    <a:pt x="2567" y="1243"/>
                  </a:cubicBezTo>
                  <a:cubicBezTo>
                    <a:pt x="2591" y="1277"/>
                    <a:pt x="2618" y="1314"/>
                    <a:pt x="2641" y="1349"/>
                  </a:cubicBezTo>
                  <a:cubicBezTo>
                    <a:pt x="2597" y="1346"/>
                    <a:pt x="2555" y="1346"/>
                    <a:pt x="2511" y="1344"/>
                  </a:cubicBezTo>
                  <a:cubicBezTo>
                    <a:pt x="2462" y="1307"/>
                    <a:pt x="2363" y="1307"/>
                    <a:pt x="2334" y="1250"/>
                  </a:cubicBezTo>
                  <a:lnTo>
                    <a:pt x="2334" y="1250"/>
                  </a:lnTo>
                  <a:cubicBezTo>
                    <a:pt x="2337" y="1251"/>
                    <a:pt x="2341" y="1251"/>
                    <a:pt x="2346" y="1251"/>
                  </a:cubicBezTo>
                  <a:cubicBezTo>
                    <a:pt x="2363" y="1237"/>
                    <a:pt x="2382" y="1228"/>
                    <a:pt x="2399" y="1213"/>
                  </a:cubicBezTo>
                  <a:close/>
                  <a:moveTo>
                    <a:pt x="2658" y="1141"/>
                  </a:moveTo>
                  <a:cubicBezTo>
                    <a:pt x="2714" y="1141"/>
                    <a:pt x="2759" y="1147"/>
                    <a:pt x="2788" y="1170"/>
                  </a:cubicBezTo>
                  <a:cubicBezTo>
                    <a:pt x="2894" y="1200"/>
                    <a:pt x="2919" y="1280"/>
                    <a:pt x="2952" y="1381"/>
                  </a:cubicBezTo>
                  <a:lnTo>
                    <a:pt x="2926" y="1381"/>
                  </a:lnTo>
                  <a:cubicBezTo>
                    <a:pt x="2823" y="1298"/>
                    <a:pt x="2684" y="1266"/>
                    <a:pt x="2581" y="1179"/>
                  </a:cubicBezTo>
                  <a:lnTo>
                    <a:pt x="2593" y="1179"/>
                  </a:lnTo>
                  <a:cubicBezTo>
                    <a:pt x="2612" y="1163"/>
                    <a:pt x="2641" y="1157"/>
                    <a:pt x="2658" y="1141"/>
                  </a:cubicBezTo>
                  <a:close/>
                  <a:moveTo>
                    <a:pt x="2917" y="1161"/>
                  </a:moveTo>
                  <a:cubicBezTo>
                    <a:pt x="3106" y="1161"/>
                    <a:pt x="3221" y="1261"/>
                    <a:pt x="3235" y="1426"/>
                  </a:cubicBezTo>
                  <a:lnTo>
                    <a:pt x="3222" y="1426"/>
                  </a:lnTo>
                  <a:cubicBezTo>
                    <a:pt x="3129" y="1337"/>
                    <a:pt x="2991" y="1259"/>
                    <a:pt x="2891" y="1174"/>
                  </a:cubicBezTo>
                  <a:cubicBezTo>
                    <a:pt x="2913" y="1164"/>
                    <a:pt x="2903" y="1170"/>
                    <a:pt x="2917" y="1161"/>
                  </a:cubicBezTo>
                  <a:close/>
                  <a:moveTo>
                    <a:pt x="3187" y="1192"/>
                  </a:moveTo>
                  <a:cubicBezTo>
                    <a:pt x="3294" y="1193"/>
                    <a:pt x="3392" y="1248"/>
                    <a:pt x="3417" y="1327"/>
                  </a:cubicBezTo>
                  <a:cubicBezTo>
                    <a:pt x="3442" y="1356"/>
                    <a:pt x="3442" y="1387"/>
                    <a:pt x="3440" y="1443"/>
                  </a:cubicBezTo>
                  <a:lnTo>
                    <a:pt x="3427" y="1443"/>
                  </a:lnTo>
                  <a:lnTo>
                    <a:pt x="3187" y="1192"/>
                  </a:lnTo>
                  <a:close/>
                  <a:moveTo>
                    <a:pt x="5447" y="1343"/>
                  </a:moveTo>
                  <a:cubicBezTo>
                    <a:pt x="5496" y="1343"/>
                    <a:pt x="5527" y="1350"/>
                    <a:pt x="5563" y="1357"/>
                  </a:cubicBezTo>
                  <a:cubicBezTo>
                    <a:pt x="5578" y="1389"/>
                    <a:pt x="5591" y="1410"/>
                    <a:pt x="5599" y="1448"/>
                  </a:cubicBezTo>
                  <a:cubicBezTo>
                    <a:pt x="5594" y="1450"/>
                    <a:pt x="5591" y="1450"/>
                    <a:pt x="5586" y="1450"/>
                  </a:cubicBezTo>
                  <a:cubicBezTo>
                    <a:pt x="5566" y="1435"/>
                    <a:pt x="5540" y="1430"/>
                    <a:pt x="5512" y="1430"/>
                  </a:cubicBezTo>
                  <a:cubicBezTo>
                    <a:pt x="5452" y="1430"/>
                    <a:pt x="5384" y="1456"/>
                    <a:pt x="5354" y="1469"/>
                  </a:cubicBezTo>
                  <a:lnTo>
                    <a:pt x="5354" y="1432"/>
                  </a:lnTo>
                  <a:cubicBezTo>
                    <a:pt x="5384" y="1402"/>
                    <a:pt x="5416" y="1373"/>
                    <a:pt x="5447" y="1343"/>
                  </a:cubicBezTo>
                  <a:close/>
                  <a:moveTo>
                    <a:pt x="3497" y="1264"/>
                  </a:moveTo>
                  <a:lnTo>
                    <a:pt x="3497" y="1264"/>
                  </a:lnTo>
                  <a:cubicBezTo>
                    <a:pt x="3608" y="1298"/>
                    <a:pt x="3676" y="1414"/>
                    <a:pt x="3621" y="1538"/>
                  </a:cubicBezTo>
                  <a:cubicBezTo>
                    <a:pt x="3609" y="1525"/>
                    <a:pt x="3616" y="1533"/>
                    <a:pt x="3608" y="1512"/>
                  </a:cubicBezTo>
                  <a:cubicBezTo>
                    <a:pt x="3551" y="1452"/>
                    <a:pt x="3536" y="1339"/>
                    <a:pt x="3497" y="1264"/>
                  </a:cubicBezTo>
                  <a:close/>
                  <a:moveTo>
                    <a:pt x="5327" y="1271"/>
                  </a:moveTo>
                  <a:cubicBezTo>
                    <a:pt x="5364" y="1271"/>
                    <a:pt x="5400" y="1281"/>
                    <a:pt x="5434" y="1305"/>
                  </a:cubicBezTo>
                  <a:cubicBezTo>
                    <a:pt x="5261" y="1328"/>
                    <a:pt x="5184" y="1510"/>
                    <a:pt x="5016" y="1541"/>
                  </a:cubicBezTo>
                  <a:cubicBezTo>
                    <a:pt x="5022" y="1435"/>
                    <a:pt x="5179" y="1271"/>
                    <a:pt x="5327" y="1271"/>
                  </a:cubicBezTo>
                  <a:close/>
                  <a:moveTo>
                    <a:pt x="4774" y="1381"/>
                  </a:moveTo>
                  <a:lnTo>
                    <a:pt x="4762" y="1394"/>
                  </a:lnTo>
                  <a:cubicBezTo>
                    <a:pt x="4716" y="1462"/>
                    <a:pt x="4634" y="1552"/>
                    <a:pt x="4563" y="1596"/>
                  </a:cubicBezTo>
                  <a:cubicBezTo>
                    <a:pt x="4561" y="1578"/>
                    <a:pt x="4561" y="1561"/>
                    <a:pt x="4563" y="1545"/>
                  </a:cubicBezTo>
                  <a:cubicBezTo>
                    <a:pt x="4577" y="1526"/>
                    <a:pt x="4583" y="1509"/>
                    <a:pt x="4590" y="1481"/>
                  </a:cubicBezTo>
                  <a:cubicBezTo>
                    <a:pt x="4638" y="1452"/>
                    <a:pt x="4704" y="1417"/>
                    <a:pt x="4749" y="1381"/>
                  </a:cubicBezTo>
                  <a:close/>
                  <a:moveTo>
                    <a:pt x="5060" y="1295"/>
                  </a:moveTo>
                  <a:lnTo>
                    <a:pt x="5047" y="1308"/>
                  </a:lnTo>
                  <a:cubicBezTo>
                    <a:pt x="4960" y="1397"/>
                    <a:pt x="4859" y="1532"/>
                    <a:pt x="4756" y="1599"/>
                  </a:cubicBezTo>
                  <a:cubicBezTo>
                    <a:pt x="4756" y="1577"/>
                    <a:pt x="4758" y="1555"/>
                    <a:pt x="4758" y="1533"/>
                  </a:cubicBezTo>
                  <a:cubicBezTo>
                    <a:pt x="4790" y="1494"/>
                    <a:pt x="4801" y="1429"/>
                    <a:pt x="4838" y="1394"/>
                  </a:cubicBezTo>
                  <a:cubicBezTo>
                    <a:pt x="4889" y="1346"/>
                    <a:pt x="4982" y="1343"/>
                    <a:pt x="5034" y="1295"/>
                  </a:cubicBezTo>
                  <a:close/>
                  <a:moveTo>
                    <a:pt x="2852" y="1766"/>
                  </a:moveTo>
                  <a:lnTo>
                    <a:pt x="2852" y="1779"/>
                  </a:lnTo>
                  <a:cubicBezTo>
                    <a:pt x="2830" y="1770"/>
                    <a:pt x="2839" y="1775"/>
                    <a:pt x="2825" y="1766"/>
                  </a:cubicBezTo>
                  <a:close/>
                  <a:moveTo>
                    <a:pt x="4919" y="1721"/>
                  </a:moveTo>
                  <a:cubicBezTo>
                    <a:pt x="4947" y="1727"/>
                    <a:pt x="4945" y="1724"/>
                    <a:pt x="4960" y="1734"/>
                  </a:cubicBezTo>
                  <a:lnTo>
                    <a:pt x="4934" y="1734"/>
                  </a:lnTo>
                  <a:cubicBezTo>
                    <a:pt x="4883" y="1807"/>
                    <a:pt x="4748" y="1919"/>
                    <a:pt x="4657" y="1948"/>
                  </a:cubicBezTo>
                  <a:lnTo>
                    <a:pt x="4657" y="1923"/>
                  </a:lnTo>
                  <a:lnTo>
                    <a:pt x="4670" y="1923"/>
                  </a:lnTo>
                  <a:cubicBezTo>
                    <a:pt x="4714" y="1794"/>
                    <a:pt x="4825" y="1794"/>
                    <a:pt x="4919" y="1721"/>
                  </a:cubicBezTo>
                  <a:close/>
                  <a:moveTo>
                    <a:pt x="2789" y="1781"/>
                  </a:moveTo>
                  <a:cubicBezTo>
                    <a:pt x="2814" y="1782"/>
                    <a:pt x="2811" y="1781"/>
                    <a:pt x="2825" y="1792"/>
                  </a:cubicBezTo>
                  <a:lnTo>
                    <a:pt x="2801" y="1792"/>
                  </a:lnTo>
                  <a:cubicBezTo>
                    <a:pt x="2775" y="1823"/>
                    <a:pt x="2357" y="2134"/>
                    <a:pt x="2328" y="2144"/>
                  </a:cubicBezTo>
                  <a:cubicBezTo>
                    <a:pt x="2328" y="2128"/>
                    <a:pt x="2328" y="2109"/>
                    <a:pt x="2330" y="2093"/>
                  </a:cubicBezTo>
                  <a:cubicBezTo>
                    <a:pt x="2415" y="2015"/>
                    <a:pt x="2475" y="1913"/>
                    <a:pt x="2581" y="1853"/>
                  </a:cubicBezTo>
                  <a:cubicBezTo>
                    <a:pt x="2644" y="1817"/>
                    <a:pt x="2734" y="1823"/>
                    <a:pt x="2789" y="1781"/>
                  </a:cubicBezTo>
                  <a:close/>
                  <a:moveTo>
                    <a:pt x="3004" y="1871"/>
                  </a:moveTo>
                  <a:cubicBezTo>
                    <a:pt x="3253" y="1871"/>
                    <a:pt x="3462" y="1980"/>
                    <a:pt x="3515" y="2166"/>
                  </a:cubicBezTo>
                  <a:lnTo>
                    <a:pt x="3502" y="2166"/>
                  </a:lnTo>
                  <a:cubicBezTo>
                    <a:pt x="3493" y="2157"/>
                    <a:pt x="3486" y="2147"/>
                    <a:pt x="3477" y="2138"/>
                  </a:cubicBezTo>
                  <a:cubicBezTo>
                    <a:pt x="3477" y="2169"/>
                    <a:pt x="3475" y="2198"/>
                    <a:pt x="3475" y="2230"/>
                  </a:cubicBezTo>
                  <a:cubicBezTo>
                    <a:pt x="3497" y="2227"/>
                    <a:pt x="3502" y="2223"/>
                    <a:pt x="3508" y="2223"/>
                  </a:cubicBezTo>
                  <a:cubicBezTo>
                    <a:pt x="3512" y="2223"/>
                    <a:pt x="3516" y="2225"/>
                    <a:pt x="3526" y="2231"/>
                  </a:cubicBezTo>
                  <a:lnTo>
                    <a:pt x="3513" y="2244"/>
                  </a:lnTo>
                  <a:cubicBezTo>
                    <a:pt x="3480" y="2260"/>
                    <a:pt x="3451" y="2297"/>
                    <a:pt x="3420" y="2305"/>
                  </a:cubicBezTo>
                  <a:cubicBezTo>
                    <a:pt x="3355" y="2310"/>
                    <a:pt x="3291" y="2311"/>
                    <a:pt x="3225" y="2314"/>
                  </a:cubicBezTo>
                  <a:cubicBezTo>
                    <a:pt x="3178" y="2325"/>
                    <a:pt x="3118" y="2329"/>
                    <a:pt x="3053" y="2329"/>
                  </a:cubicBezTo>
                  <a:cubicBezTo>
                    <a:pt x="2948" y="2329"/>
                    <a:pt x="2833" y="2316"/>
                    <a:pt x="2750" y="2294"/>
                  </a:cubicBezTo>
                  <a:cubicBezTo>
                    <a:pt x="2692" y="2278"/>
                    <a:pt x="2605" y="2240"/>
                    <a:pt x="2516" y="2240"/>
                  </a:cubicBezTo>
                  <a:cubicBezTo>
                    <a:pt x="2495" y="2240"/>
                    <a:pt x="2474" y="2242"/>
                    <a:pt x="2453" y="2247"/>
                  </a:cubicBezTo>
                  <a:cubicBezTo>
                    <a:pt x="2401" y="2268"/>
                    <a:pt x="2350" y="2288"/>
                    <a:pt x="2298" y="2310"/>
                  </a:cubicBezTo>
                  <a:lnTo>
                    <a:pt x="2298" y="2284"/>
                  </a:lnTo>
                  <a:cubicBezTo>
                    <a:pt x="2436" y="2199"/>
                    <a:pt x="2519" y="2042"/>
                    <a:pt x="2666" y="1955"/>
                  </a:cubicBezTo>
                  <a:cubicBezTo>
                    <a:pt x="2753" y="1904"/>
                    <a:pt x="2933" y="1916"/>
                    <a:pt x="3004" y="1871"/>
                  </a:cubicBezTo>
                  <a:close/>
                  <a:moveTo>
                    <a:pt x="5038" y="1840"/>
                  </a:moveTo>
                  <a:cubicBezTo>
                    <a:pt x="5367" y="1840"/>
                    <a:pt x="5363" y="1933"/>
                    <a:pt x="5537" y="2058"/>
                  </a:cubicBezTo>
                  <a:cubicBezTo>
                    <a:pt x="5534" y="2061"/>
                    <a:pt x="5534" y="2064"/>
                    <a:pt x="5534" y="2070"/>
                  </a:cubicBezTo>
                  <a:lnTo>
                    <a:pt x="5508" y="2070"/>
                  </a:lnTo>
                  <a:cubicBezTo>
                    <a:pt x="5490" y="2051"/>
                    <a:pt x="5469" y="2041"/>
                    <a:pt x="5445" y="2029"/>
                  </a:cubicBezTo>
                  <a:lnTo>
                    <a:pt x="5445" y="2068"/>
                  </a:lnTo>
                  <a:cubicBezTo>
                    <a:pt x="5515" y="2173"/>
                    <a:pt x="5383" y="2332"/>
                    <a:pt x="5297" y="2337"/>
                  </a:cubicBezTo>
                  <a:cubicBezTo>
                    <a:pt x="5267" y="2356"/>
                    <a:pt x="5222" y="2363"/>
                    <a:pt x="5169" y="2363"/>
                  </a:cubicBezTo>
                  <a:cubicBezTo>
                    <a:pt x="4988" y="2363"/>
                    <a:pt x="4714" y="2280"/>
                    <a:pt x="4640" y="2272"/>
                  </a:cubicBezTo>
                  <a:cubicBezTo>
                    <a:pt x="4625" y="2297"/>
                    <a:pt x="4596" y="2318"/>
                    <a:pt x="4588" y="2348"/>
                  </a:cubicBezTo>
                  <a:cubicBezTo>
                    <a:pt x="4574" y="2382"/>
                    <a:pt x="4588" y="2414"/>
                    <a:pt x="4573" y="2439"/>
                  </a:cubicBezTo>
                  <a:cubicBezTo>
                    <a:pt x="4563" y="2381"/>
                    <a:pt x="4534" y="2353"/>
                    <a:pt x="4524" y="2308"/>
                  </a:cubicBezTo>
                  <a:cubicBezTo>
                    <a:pt x="4487" y="2164"/>
                    <a:pt x="4577" y="2070"/>
                    <a:pt x="4606" y="1986"/>
                  </a:cubicBezTo>
                  <a:lnTo>
                    <a:pt x="4633" y="1986"/>
                  </a:lnTo>
                  <a:lnTo>
                    <a:pt x="4633" y="2012"/>
                  </a:lnTo>
                  <a:cubicBezTo>
                    <a:pt x="4617" y="2035"/>
                    <a:pt x="4617" y="2084"/>
                    <a:pt x="4618" y="2128"/>
                  </a:cubicBezTo>
                  <a:lnTo>
                    <a:pt x="4631" y="2128"/>
                  </a:lnTo>
                  <a:lnTo>
                    <a:pt x="4631" y="2102"/>
                  </a:lnTo>
                  <a:cubicBezTo>
                    <a:pt x="4700" y="2039"/>
                    <a:pt x="4745" y="1962"/>
                    <a:pt x="4829" y="1913"/>
                  </a:cubicBezTo>
                  <a:cubicBezTo>
                    <a:pt x="4897" y="1890"/>
                    <a:pt x="4967" y="1865"/>
                    <a:pt x="5038" y="1840"/>
                  </a:cubicBezTo>
                  <a:close/>
                  <a:moveTo>
                    <a:pt x="890" y="3468"/>
                  </a:moveTo>
                  <a:cubicBezTo>
                    <a:pt x="902" y="3482"/>
                    <a:pt x="895" y="3473"/>
                    <a:pt x="903" y="3495"/>
                  </a:cubicBezTo>
                  <a:lnTo>
                    <a:pt x="890" y="3495"/>
                  </a:lnTo>
                  <a:cubicBezTo>
                    <a:pt x="889" y="3486"/>
                    <a:pt x="889" y="3479"/>
                    <a:pt x="890" y="3468"/>
                  </a:cubicBezTo>
                  <a:close/>
                  <a:moveTo>
                    <a:pt x="1597" y="2967"/>
                  </a:moveTo>
                  <a:lnTo>
                    <a:pt x="1597" y="2967"/>
                  </a:lnTo>
                  <a:cubicBezTo>
                    <a:pt x="1670" y="3053"/>
                    <a:pt x="1738" y="3410"/>
                    <a:pt x="1766" y="3540"/>
                  </a:cubicBezTo>
                  <a:lnTo>
                    <a:pt x="1754" y="3540"/>
                  </a:lnTo>
                  <a:lnTo>
                    <a:pt x="1754" y="3527"/>
                  </a:lnTo>
                  <a:cubicBezTo>
                    <a:pt x="1646" y="3407"/>
                    <a:pt x="1594" y="3189"/>
                    <a:pt x="1597" y="2967"/>
                  </a:cubicBezTo>
                  <a:close/>
                  <a:moveTo>
                    <a:pt x="902" y="3509"/>
                  </a:moveTo>
                  <a:cubicBezTo>
                    <a:pt x="911" y="3524"/>
                    <a:pt x="909" y="3522"/>
                    <a:pt x="914" y="3547"/>
                  </a:cubicBezTo>
                  <a:lnTo>
                    <a:pt x="902" y="3547"/>
                  </a:lnTo>
                  <a:lnTo>
                    <a:pt x="902" y="3509"/>
                  </a:lnTo>
                  <a:close/>
                  <a:moveTo>
                    <a:pt x="368" y="2435"/>
                  </a:moveTo>
                  <a:lnTo>
                    <a:pt x="511" y="2451"/>
                  </a:lnTo>
                  <a:cubicBezTo>
                    <a:pt x="534" y="2481"/>
                    <a:pt x="578" y="2499"/>
                    <a:pt x="600" y="2531"/>
                  </a:cubicBezTo>
                  <a:cubicBezTo>
                    <a:pt x="642" y="2590"/>
                    <a:pt x="739" y="2867"/>
                    <a:pt x="693" y="2997"/>
                  </a:cubicBezTo>
                  <a:cubicBezTo>
                    <a:pt x="659" y="3090"/>
                    <a:pt x="570" y="3085"/>
                    <a:pt x="557" y="3214"/>
                  </a:cubicBezTo>
                  <a:cubicBezTo>
                    <a:pt x="656" y="3309"/>
                    <a:pt x="761" y="3400"/>
                    <a:pt x="755" y="3594"/>
                  </a:cubicBezTo>
                  <a:cubicBezTo>
                    <a:pt x="723" y="3633"/>
                    <a:pt x="722" y="3665"/>
                    <a:pt x="665" y="3684"/>
                  </a:cubicBezTo>
                  <a:cubicBezTo>
                    <a:pt x="651" y="3693"/>
                    <a:pt x="635" y="3696"/>
                    <a:pt x="618" y="3696"/>
                  </a:cubicBezTo>
                  <a:cubicBezTo>
                    <a:pt x="541" y="3696"/>
                    <a:pt x="440" y="3617"/>
                    <a:pt x="422" y="3575"/>
                  </a:cubicBezTo>
                  <a:lnTo>
                    <a:pt x="447" y="3575"/>
                  </a:lnTo>
                  <a:cubicBezTo>
                    <a:pt x="477" y="3602"/>
                    <a:pt x="526" y="3604"/>
                    <a:pt x="584" y="3604"/>
                  </a:cubicBezTo>
                  <a:cubicBezTo>
                    <a:pt x="590" y="3604"/>
                    <a:pt x="595" y="3604"/>
                    <a:pt x="601" y="3604"/>
                  </a:cubicBezTo>
                  <a:cubicBezTo>
                    <a:pt x="627" y="3567"/>
                    <a:pt x="637" y="3567"/>
                    <a:pt x="643" y="3502"/>
                  </a:cubicBezTo>
                  <a:cubicBezTo>
                    <a:pt x="563" y="3416"/>
                    <a:pt x="447" y="3316"/>
                    <a:pt x="444" y="3162"/>
                  </a:cubicBezTo>
                  <a:cubicBezTo>
                    <a:pt x="504" y="3090"/>
                    <a:pt x="547" y="3031"/>
                    <a:pt x="616" y="2971"/>
                  </a:cubicBezTo>
                  <a:cubicBezTo>
                    <a:pt x="626" y="2752"/>
                    <a:pt x="559" y="2625"/>
                    <a:pt x="457" y="2515"/>
                  </a:cubicBezTo>
                  <a:cubicBezTo>
                    <a:pt x="427" y="2515"/>
                    <a:pt x="397" y="2513"/>
                    <a:pt x="367" y="2513"/>
                  </a:cubicBezTo>
                  <a:cubicBezTo>
                    <a:pt x="352" y="2535"/>
                    <a:pt x="323" y="2553"/>
                    <a:pt x="315" y="2577"/>
                  </a:cubicBezTo>
                  <a:cubicBezTo>
                    <a:pt x="288" y="2634"/>
                    <a:pt x="304" y="2701"/>
                    <a:pt x="272" y="2743"/>
                  </a:cubicBezTo>
                  <a:lnTo>
                    <a:pt x="272" y="2731"/>
                  </a:lnTo>
                  <a:cubicBezTo>
                    <a:pt x="213" y="2664"/>
                    <a:pt x="271" y="2550"/>
                    <a:pt x="291" y="2486"/>
                  </a:cubicBezTo>
                  <a:cubicBezTo>
                    <a:pt x="316" y="2473"/>
                    <a:pt x="349" y="2455"/>
                    <a:pt x="368" y="2435"/>
                  </a:cubicBezTo>
                  <a:close/>
                  <a:moveTo>
                    <a:pt x="1869" y="3089"/>
                  </a:moveTo>
                  <a:cubicBezTo>
                    <a:pt x="1899" y="3106"/>
                    <a:pt x="1878" y="3083"/>
                    <a:pt x="1894" y="3117"/>
                  </a:cubicBezTo>
                  <a:cubicBezTo>
                    <a:pt x="1939" y="3179"/>
                    <a:pt x="1936" y="3271"/>
                    <a:pt x="1966" y="3351"/>
                  </a:cubicBezTo>
                  <a:cubicBezTo>
                    <a:pt x="2016" y="3480"/>
                    <a:pt x="2087" y="3621"/>
                    <a:pt x="2126" y="3753"/>
                  </a:cubicBezTo>
                  <a:lnTo>
                    <a:pt x="2112" y="3755"/>
                  </a:lnTo>
                  <a:cubicBezTo>
                    <a:pt x="1994" y="3559"/>
                    <a:pt x="1863" y="3416"/>
                    <a:pt x="1869" y="3089"/>
                  </a:cubicBezTo>
                  <a:close/>
                  <a:moveTo>
                    <a:pt x="4604" y="2743"/>
                  </a:moveTo>
                  <a:cubicBezTo>
                    <a:pt x="4663" y="2808"/>
                    <a:pt x="4686" y="2909"/>
                    <a:pt x="4727" y="2993"/>
                  </a:cubicBezTo>
                  <a:cubicBezTo>
                    <a:pt x="4807" y="3156"/>
                    <a:pt x="5002" y="3439"/>
                    <a:pt x="4829" y="3655"/>
                  </a:cubicBezTo>
                  <a:cubicBezTo>
                    <a:pt x="4784" y="3710"/>
                    <a:pt x="4694" y="3723"/>
                    <a:pt x="4620" y="3752"/>
                  </a:cubicBezTo>
                  <a:cubicBezTo>
                    <a:pt x="4554" y="3780"/>
                    <a:pt x="4486" y="3832"/>
                    <a:pt x="4410" y="3851"/>
                  </a:cubicBezTo>
                  <a:cubicBezTo>
                    <a:pt x="4400" y="3853"/>
                    <a:pt x="4388" y="3854"/>
                    <a:pt x="4374" y="3854"/>
                  </a:cubicBezTo>
                  <a:cubicBezTo>
                    <a:pt x="4249" y="3854"/>
                    <a:pt x="3970" y="3770"/>
                    <a:pt x="3884" y="3749"/>
                  </a:cubicBezTo>
                  <a:cubicBezTo>
                    <a:pt x="3829" y="3657"/>
                    <a:pt x="3785" y="3576"/>
                    <a:pt x="3788" y="3423"/>
                  </a:cubicBezTo>
                  <a:lnTo>
                    <a:pt x="3788" y="3423"/>
                  </a:lnTo>
                  <a:cubicBezTo>
                    <a:pt x="3789" y="3428"/>
                    <a:pt x="3795" y="3428"/>
                    <a:pt x="3798" y="3428"/>
                  </a:cubicBezTo>
                  <a:lnTo>
                    <a:pt x="3798" y="3452"/>
                  </a:lnTo>
                  <a:cubicBezTo>
                    <a:pt x="3811" y="3490"/>
                    <a:pt x="3821" y="3531"/>
                    <a:pt x="3834" y="3569"/>
                  </a:cubicBezTo>
                  <a:cubicBezTo>
                    <a:pt x="3872" y="3604"/>
                    <a:pt x="3912" y="3640"/>
                    <a:pt x="3949" y="3673"/>
                  </a:cubicBezTo>
                  <a:cubicBezTo>
                    <a:pt x="4079" y="3684"/>
                    <a:pt x="4175" y="3720"/>
                    <a:pt x="4271" y="3745"/>
                  </a:cubicBezTo>
                  <a:cubicBezTo>
                    <a:pt x="4279" y="3747"/>
                    <a:pt x="4290" y="3748"/>
                    <a:pt x="4302" y="3748"/>
                  </a:cubicBezTo>
                  <a:cubicBezTo>
                    <a:pt x="4432" y="3748"/>
                    <a:pt x="4733" y="3625"/>
                    <a:pt x="4765" y="3586"/>
                  </a:cubicBezTo>
                  <a:cubicBezTo>
                    <a:pt x="4801" y="3543"/>
                    <a:pt x="4807" y="3476"/>
                    <a:pt x="4809" y="3394"/>
                  </a:cubicBezTo>
                  <a:cubicBezTo>
                    <a:pt x="4785" y="3358"/>
                    <a:pt x="4791" y="3310"/>
                    <a:pt x="4772" y="3263"/>
                  </a:cubicBezTo>
                  <a:cubicBezTo>
                    <a:pt x="4708" y="3102"/>
                    <a:pt x="4625" y="2960"/>
                    <a:pt x="4604" y="2743"/>
                  </a:cubicBezTo>
                  <a:close/>
                  <a:moveTo>
                    <a:pt x="2192" y="3562"/>
                  </a:moveTo>
                  <a:lnTo>
                    <a:pt x="2192" y="3562"/>
                  </a:lnTo>
                  <a:cubicBezTo>
                    <a:pt x="2272" y="3627"/>
                    <a:pt x="2366" y="3793"/>
                    <a:pt x="2392" y="3902"/>
                  </a:cubicBezTo>
                  <a:lnTo>
                    <a:pt x="2379" y="3902"/>
                  </a:lnTo>
                  <a:lnTo>
                    <a:pt x="2379" y="3889"/>
                  </a:lnTo>
                  <a:cubicBezTo>
                    <a:pt x="2308" y="3815"/>
                    <a:pt x="2219" y="3669"/>
                    <a:pt x="2192" y="3562"/>
                  </a:cubicBezTo>
                  <a:close/>
                  <a:moveTo>
                    <a:pt x="5184" y="3998"/>
                  </a:moveTo>
                  <a:cubicBezTo>
                    <a:pt x="5210" y="4004"/>
                    <a:pt x="5208" y="4002"/>
                    <a:pt x="5221" y="4012"/>
                  </a:cubicBezTo>
                  <a:cubicBezTo>
                    <a:pt x="5075" y="4193"/>
                    <a:pt x="5152" y="4595"/>
                    <a:pt x="5011" y="4784"/>
                  </a:cubicBezTo>
                  <a:cubicBezTo>
                    <a:pt x="4913" y="4916"/>
                    <a:pt x="4496" y="5023"/>
                    <a:pt x="4152" y="5023"/>
                  </a:cubicBezTo>
                  <a:cubicBezTo>
                    <a:pt x="4030" y="5023"/>
                    <a:pt x="3918" y="5010"/>
                    <a:pt x="3832" y="4979"/>
                  </a:cubicBezTo>
                  <a:cubicBezTo>
                    <a:pt x="3686" y="4928"/>
                    <a:pt x="3544" y="4826"/>
                    <a:pt x="3462" y="4712"/>
                  </a:cubicBezTo>
                  <a:cubicBezTo>
                    <a:pt x="3413" y="4643"/>
                    <a:pt x="3192" y="4300"/>
                    <a:pt x="3160" y="4293"/>
                  </a:cubicBezTo>
                  <a:cubicBezTo>
                    <a:pt x="3121" y="4334"/>
                    <a:pt x="3116" y="4412"/>
                    <a:pt x="3078" y="4457"/>
                  </a:cubicBezTo>
                  <a:cubicBezTo>
                    <a:pt x="3062" y="4222"/>
                    <a:pt x="3138" y="4127"/>
                    <a:pt x="3346" y="4089"/>
                  </a:cubicBezTo>
                  <a:lnTo>
                    <a:pt x="3346" y="4101"/>
                  </a:lnTo>
                  <a:cubicBezTo>
                    <a:pt x="3304" y="4126"/>
                    <a:pt x="3272" y="4152"/>
                    <a:pt x="3253" y="4203"/>
                  </a:cubicBezTo>
                  <a:cubicBezTo>
                    <a:pt x="3477" y="4237"/>
                    <a:pt x="3725" y="4258"/>
                    <a:pt x="3970" y="4258"/>
                  </a:cubicBezTo>
                  <a:cubicBezTo>
                    <a:pt x="4361" y="4258"/>
                    <a:pt x="4745" y="4205"/>
                    <a:pt x="5014" y="4072"/>
                  </a:cubicBezTo>
                  <a:cubicBezTo>
                    <a:pt x="5069" y="4046"/>
                    <a:pt x="5140" y="4038"/>
                    <a:pt x="5184" y="3998"/>
                  </a:cubicBezTo>
                  <a:close/>
                  <a:moveTo>
                    <a:pt x="4641" y="5088"/>
                  </a:moveTo>
                  <a:cubicBezTo>
                    <a:pt x="4669" y="5094"/>
                    <a:pt x="4666" y="5092"/>
                    <a:pt x="4679" y="5103"/>
                  </a:cubicBezTo>
                  <a:cubicBezTo>
                    <a:pt x="4672" y="5101"/>
                    <a:pt x="4663" y="5101"/>
                    <a:pt x="4654" y="5101"/>
                  </a:cubicBezTo>
                  <a:cubicBezTo>
                    <a:pt x="4574" y="5164"/>
                    <a:pt x="4469" y="5185"/>
                    <a:pt x="4356" y="5185"/>
                  </a:cubicBezTo>
                  <a:cubicBezTo>
                    <a:pt x="4292" y="5185"/>
                    <a:pt x="4226" y="5179"/>
                    <a:pt x="4162" y="5168"/>
                  </a:cubicBezTo>
                  <a:lnTo>
                    <a:pt x="4162" y="5143"/>
                  </a:lnTo>
                  <a:cubicBezTo>
                    <a:pt x="4236" y="5140"/>
                    <a:pt x="4590" y="5122"/>
                    <a:pt x="4641" y="5088"/>
                  </a:cubicBezTo>
                  <a:close/>
                  <a:moveTo>
                    <a:pt x="2218" y="5502"/>
                  </a:moveTo>
                  <a:lnTo>
                    <a:pt x="2218" y="5502"/>
                  </a:lnTo>
                  <a:cubicBezTo>
                    <a:pt x="2415" y="5564"/>
                    <a:pt x="2570" y="5962"/>
                    <a:pt x="2618" y="6181"/>
                  </a:cubicBezTo>
                  <a:cubicBezTo>
                    <a:pt x="2628" y="6195"/>
                    <a:pt x="2620" y="6186"/>
                    <a:pt x="2629" y="6208"/>
                  </a:cubicBezTo>
                  <a:lnTo>
                    <a:pt x="2615" y="6208"/>
                  </a:lnTo>
                  <a:lnTo>
                    <a:pt x="2615" y="6183"/>
                  </a:lnTo>
                  <a:lnTo>
                    <a:pt x="2603" y="6183"/>
                  </a:lnTo>
                  <a:cubicBezTo>
                    <a:pt x="2562" y="6110"/>
                    <a:pt x="2495" y="6054"/>
                    <a:pt x="2452" y="5987"/>
                  </a:cubicBezTo>
                  <a:cubicBezTo>
                    <a:pt x="2359" y="5838"/>
                    <a:pt x="2292" y="5657"/>
                    <a:pt x="2218" y="5502"/>
                  </a:cubicBezTo>
                  <a:close/>
                  <a:moveTo>
                    <a:pt x="2549" y="5546"/>
                  </a:moveTo>
                  <a:lnTo>
                    <a:pt x="2549" y="5546"/>
                  </a:lnTo>
                  <a:cubicBezTo>
                    <a:pt x="2702" y="5609"/>
                    <a:pt x="2773" y="5806"/>
                    <a:pt x="2853" y="5940"/>
                  </a:cubicBezTo>
                  <a:cubicBezTo>
                    <a:pt x="3044" y="6263"/>
                    <a:pt x="3273" y="6796"/>
                    <a:pt x="3289" y="7269"/>
                  </a:cubicBezTo>
                  <a:cubicBezTo>
                    <a:pt x="3298" y="7284"/>
                    <a:pt x="3297" y="7282"/>
                    <a:pt x="3302" y="7307"/>
                  </a:cubicBezTo>
                  <a:lnTo>
                    <a:pt x="3289" y="7307"/>
                  </a:lnTo>
                  <a:lnTo>
                    <a:pt x="3289" y="7269"/>
                  </a:lnTo>
                  <a:lnTo>
                    <a:pt x="3276" y="7269"/>
                  </a:lnTo>
                  <a:lnTo>
                    <a:pt x="3276" y="7244"/>
                  </a:lnTo>
                  <a:cubicBezTo>
                    <a:pt x="3247" y="7202"/>
                    <a:pt x="3249" y="7153"/>
                    <a:pt x="3227" y="7100"/>
                  </a:cubicBezTo>
                  <a:cubicBezTo>
                    <a:pt x="3160" y="6939"/>
                    <a:pt x="3089" y="6776"/>
                    <a:pt x="3019" y="6605"/>
                  </a:cubicBezTo>
                  <a:cubicBezTo>
                    <a:pt x="2871" y="6245"/>
                    <a:pt x="2709" y="5899"/>
                    <a:pt x="2549" y="5546"/>
                  </a:cubicBezTo>
                  <a:close/>
                  <a:moveTo>
                    <a:pt x="3659" y="7587"/>
                  </a:moveTo>
                  <a:cubicBezTo>
                    <a:pt x="3673" y="7611"/>
                    <a:pt x="3673" y="7630"/>
                    <a:pt x="3657" y="7653"/>
                  </a:cubicBezTo>
                  <a:cubicBezTo>
                    <a:pt x="3657" y="7630"/>
                    <a:pt x="3657" y="7608"/>
                    <a:pt x="3659" y="7587"/>
                  </a:cubicBezTo>
                  <a:close/>
                  <a:moveTo>
                    <a:pt x="4880" y="1"/>
                  </a:moveTo>
                  <a:lnTo>
                    <a:pt x="4503" y="84"/>
                  </a:lnTo>
                  <a:cubicBezTo>
                    <a:pt x="4339" y="133"/>
                    <a:pt x="4023" y="238"/>
                    <a:pt x="3747" y="238"/>
                  </a:cubicBezTo>
                  <a:cubicBezTo>
                    <a:pt x="3680" y="238"/>
                    <a:pt x="3616" y="232"/>
                    <a:pt x="3557" y="218"/>
                  </a:cubicBezTo>
                  <a:cubicBezTo>
                    <a:pt x="3344" y="166"/>
                    <a:pt x="3093" y="114"/>
                    <a:pt x="2863" y="114"/>
                  </a:cubicBezTo>
                  <a:cubicBezTo>
                    <a:pt x="2628" y="114"/>
                    <a:pt x="2416" y="168"/>
                    <a:pt x="2288" y="332"/>
                  </a:cubicBezTo>
                  <a:cubicBezTo>
                    <a:pt x="2176" y="478"/>
                    <a:pt x="2045" y="687"/>
                    <a:pt x="1979" y="869"/>
                  </a:cubicBezTo>
                  <a:cubicBezTo>
                    <a:pt x="1923" y="1029"/>
                    <a:pt x="1917" y="1183"/>
                    <a:pt x="1854" y="1331"/>
                  </a:cubicBezTo>
                  <a:cubicBezTo>
                    <a:pt x="1742" y="1589"/>
                    <a:pt x="1563" y="1788"/>
                    <a:pt x="1488" y="2073"/>
                  </a:cubicBezTo>
                  <a:cubicBezTo>
                    <a:pt x="1421" y="2333"/>
                    <a:pt x="1579" y="2941"/>
                    <a:pt x="1402" y="3067"/>
                  </a:cubicBezTo>
                  <a:cubicBezTo>
                    <a:pt x="1367" y="3093"/>
                    <a:pt x="1318" y="3105"/>
                    <a:pt x="1269" y="3105"/>
                  </a:cubicBezTo>
                  <a:cubicBezTo>
                    <a:pt x="1186" y="3105"/>
                    <a:pt x="1101" y="3073"/>
                    <a:pt x="1068" y="3022"/>
                  </a:cubicBezTo>
                  <a:cubicBezTo>
                    <a:pt x="995" y="2910"/>
                    <a:pt x="1014" y="2731"/>
                    <a:pt x="962" y="2606"/>
                  </a:cubicBezTo>
                  <a:cubicBezTo>
                    <a:pt x="910" y="2486"/>
                    <a:pt x="604" y="2187"/>
                    <a:pt x="363" y="2187"/>
                  </a:cubicBezTo>
                  <a:cubicBezTo>
                    <a:pt x="332" y="2187"/>
                    <a:pt x="301" y="2192"/>
                    <a:pt x="272" y="2204"/>
                  </a:cubicBezTo>
                  <a:cubicBezTo>
                    <a:pt x="86" y="2279"/>
                    <a:pt x="1" y="2653"/>
                    <a:pt x="63" y="2936"/>
                  </a:cubicBezTo>
                  <a:cubicBezTo>
                    <a:pt x="143" y="3294"/>
                    <a:pt x="259" y="3615"/>
                    <a:pt x="444" y="3876"/>
                  </a:cubicBezTo>
                  <a:cubicBezTo>
                    <a:pt x="493" y="3948"/>
                    <a:pt x="584" y="3988"/>
                    <a:pt x="648" y="4049"/>
                  </a:cubicBezTo>
                  <a:cubicBezTo>
                    <a:pt x="653" y="4049"/>
                    <a:pt x="658" y="4049"/>
                    <a:pt x="664" y="4049"/>
                  </a:cubicBezTo>
                  <a:cubicBezTo>
                    <a:pt x="789" y="4049"/>
                    <a:pt x="862" y="4018"/>
                    <a:pt x="992" y="4018"/>
                  </a:cubicBezTo>
                  <a:cubicBezTo>
                    <a:pt x="997" y="4018"/>
                    <a:pt x="1002" y="4018"/>
                    <a:pt x="1008" y="4018"/>
                  </a:cubicBezTo>
                  <a:lnTo>
                    <a:pt x="1008" y="3992"/>
                  </a:lnTo>
                  <a:cubicBezTo>
                    <a:pt x="979" y="3951"/>
                    <a:pt x="906" y="3588"/>
                    <a:pt x="927" y="3551"/>
                  </a:cubicBezTo>
                  <a:lnTo>
                    <a:pt x="927" y="3551"/>
                  </a:lnTo>
                  <a:cubicBezTo>
                    <a:pt x="941" y="3698"/>
                    <a:pt x="1026" y="3835"/>
                    <a:pt x="1074" y="3954"/>
                  </a:cubicBezTo>
                  <a:cubicBezTo>
                    <a:pt x="1158" y="4156"/>
                    <a:pt x="1238" y="4434"/>
                    <a:pt x="1357" y="4607"/>
                  </a:cubicBezTo>
                  <a:cubicBezTo>
                    <a:pt x="1421" y="4700"/>
                    <a:pt x="1549" y="4776"/>
                    <a:pt x="1638" y="4845"/>
                  </a:cubicBezTo>
                  <a:cubicBezTo>
                    <a:pt x="1709" y="4924"/>
                    <a:pt x="1782" y="5002"/>
                    <a:pt x="1851" y="5082"/>
                  </a:cubicBezTo>
                  <a:lnTo>
                    <a:pt x="1851" y="5108"/>
                  </a:lnTo>
                  <a:lnTo>
                    <a:pt x="1827" y="5108"/>
                  </a:lnTo>
                  <a:cubicBezTo>
                    <a:pt x="1793" y="5082"/>
                    <a:pt x="1750" y="5088"/>
                    <a:pt x="1710" y="5066"/>
                  </a:cubicBezTo>
                  <a:cubicBezTo>
                    <a:pt x="1536" y="4972"/>
                    <a:pt x="1263" y="4770"/>
                    <a:pt x="1165" y="4603"/>
                  </a:cubicBezTo>
                  <a:cubicBezTo>
                    <a:pt x="1092" y="4477"/>
                    <a:pt x="1127" y="4207"/>
                    <a:pt x="941" y="4197"/>
                  </a:cubicBezTo>
                  <a:cubicBezTo>
                    <a:pt x="893" y="4230"/>
                    <a:pt x="820" y="4241"/>
                    <a:pt x="745" y="4241"/>
                  </a:cubicBezTo>
                  <a:cubicBezTo>
                    <a:pt x="692" y="4241"/>
                    <a:pt x="639" y="4236"/>
                    <a:pt x="592" y="4229"/>
                  </a:cubicBezTo>
                  <a:lnTo>
                    <a:pt x="592" y="4254"/>
                  </a:lnTo>
                  <a:cubicBezTo>
                    <a:pt x="643" y="4332"/>
                    <a:pt x="633" y="4517"/>
                    <a:pt x="623" y="4643"/>
                  </a:cubicBezTo>
                  <a:cubicBezTo>
                    <a:pt x="600" y="4944"/>
                    <a:pt x="489" y="5190"/>
                    <a:pt x="412" y="5425"/>
                  </a:cubicBezTo>
                  <a:cubicBezTo>
                    <a:pt x="408" y="5511"/>
                    <a:pt x="400" y="5598"/>
                    <a:pt x="395" y="5684"/>
                  </a:cubicBezTo>
                  <a:cubicBezTo>
                    <a:pt x="371" y="5780"/>
                    <a:pt x="351" y="6020"/>
                    <a:pt x="397" y="6099"/>
                  </a:cubicBezTo>
                  <a:cubicBezTo>
                    <a:pt x="490" y="6245"/>
                    <a:pt x="681" y="6347"/>
                    <a:pt x="831" y="6443"/>
                  </a:cubicBezTo>
                  <a:cubicBezTo>
                    <a:pt x="1072" y="6600"/>
                    <a:pt x="1340" y="6746"/>
                    <a:pt x="1595" y="6887"/>
                  </a:cubicBezTo>
                  <a:cubicBezTo>
                    <a:pt x="1706" y="6948"/>
                    <a:pt x="1822" y="6981"/>
                    <a:pt x="1928" y="7049"/>
                  </a:cubicBezTo>
                  <a:cubicBezTo>
                    <a:pt x="2170" y="7202"/>
                    <a:pt x="2408" y="7356"/>
                    <a:pt x="2628" y="7529"/>
                  </a:cubicBezTo>
                  <a:lnTo>
                    <a:pt x="3310" y="8253"/>
                  </a:lnTo>
                  <a:cubicBezTo>
                    <a:pt x="3480" y="8423"/>
                    <a:pt x="3702" y="8572"/>
                    <a:pt x="3827" y="8782"/>
                  </a:cubicBezTo>
                  <a:lnTo>
                    <a:pt x="3840" y="8769"/>
                  </a:lnTo>
                  <a:cubicBezTo>
                    <a:pt x="3912" y="8689"/>
                    <a:pt x="3846" y="8482"/>
                    <a:pt x="3875" y="8358"/>
                  </a:cubicBezTo>
                  <a:cubicBezTo>
                    <a:pt x="3891" y="8285"/>
                    <a:pt x="3872" y="8162"/>
                    <a:pt x="3893" y="8074"/>
                  </a:cubicBezTo>
                  <a:cubicBezTo>
                    <a:pt x="3977" y="7718"/>
                    <a:pt x="3951" y="7212"/>
                    <a:pt x="3893" y="6898"/>
                  </a:cubicBezTo>
                  <a:lnTo>
                    <a:pt x="3880" y="6898"/>
                  </a:lnTo>
                  <a:cubicBezTo>
                    <a:pt x="3861" y="7054"/>
                    <a:pt x="3775" y="7214"/>
                    <a:pt x="3727" y="7359"/>
                  </a:cubicBezTo>
                  <a:cubicBezTo>
                    <a:pt x="3702" y="7436"/>
                    <a:pt x="3712" y="7532"/>
                    <a:pt x="3672" y="7590"/>
                  </a:cubicBezTo>
                  <a:cubicBezTo>
                    <a:pt x="3673" y="7262"/>
                    <a:pt x="3676" y="6862"/>
                    <a:pt x="3769" y="6599"/>
                  </a:cubicBezTo>
                  <a:lnTo>
                    <a:pt x="3906" y="6304"/>
                  </a:lnTo>
                  <a:cubicBezTo>
                    <a:pt x="3933" y="6261"/>
                    <a:pt x="3978" y="6243"/>
                    <a:pt x="3999" y="6189"/>
                  </a:cubicBezTo>
                  <a:cubicBezTo>
                    <a:pt x="3672" y="6187"/>
                    <a:pt x="3442" y="5971"/>
                    <a:pt x="3230" y="5837"/>
                  </a:cubicBezTo>
                  <a:lnTo>
                    <a:pt x="3230" y="5850"/>
                  </a:lnTo>
                  <a:cubicBezTo>
                    <a:pt x="3371" y="5949"/>
                    <a:pt x="3491" y="6280"/>
                    <a:pt x="3486" y="6527"/>
                  </a:cubicBezTo>
                  <a:cubicBezTo>
                    <a:pt x="3484" y="6645"/>
                    <a:pt x="3491" y="6802"/>
                    <a:pt x="3440" y="6875"/>
                  </a:cubicBezTo>
                  <a:cubicBezTo>
                    <a:pt x="3451" y="6593"/>
                    <a:pt x="3344" y="6280"/>
                    <a:pt x="3265" y="6056"/>
                  </a:cubicBezTo>
                  <a:cubicBezTo>
                    <a:pt x="3237" y="5978"/>
                    <a:pt x="3145" y="5851"/>
                    <a:pt x="3179" y="5796"/>
                  </a:cubicBezTo>
                  <a:cubicBezTo>
                    <a:pt x="3080" y="5766"/>
                    <a:pt x="2667" y="5473"/>
                    <a:pt x="2619" y="5396"/>
                  </a:cubicBezTo>
                  <a:cubicBezTo>
                    <a:pt x="2588" y="5386"/>
                    <a:pt x="2597" y="5392"/>
                    <a:pt x="2581" y="5370"/>
                  </a:cubicBezTo>
                  <a:lnTo>
                    <a:pt x="2581" y="5370"/>
                  </a:lnTo>
                  <a:cubicBezTo>
                    <a:pt x="2593" y="5375"/>
                    <a:pt x="2606" y="5379"/>
                    <a:pt x="2619" y="5385"/>
                  </a:cubicBezTo>
                  <a:lnTo>
                    <a:pt x="2619" y="5396"/>
                  </a:lnTo>
                  <a:lnTo>
                    <a:pt x="2644" y="5396"/>
                  </a:lnTo>
                  <a:cubicBezTo>
                    <a:pt x="2740" y="5520"/>
                    <a:pt x="2953" y="5596"/>
                    <a:pt x="3103" y="5665"/>
                  </a:cubicBezTo>
                  <a:cubicBezTo>
                    <a:pt x="3398" y="5802"/>
                    <a:pt x="3722" y="6030"/>
                    <a:pt x="4142" y="6030"/>
                  </a:cubicBezTo>
                  <a:cubicBezTo>
                    <a:pt x="4220" y="6030"/>
                    <a:pt x="4302" y="6022"/>
                    <a:pt x="4388" y="6004"/>
                  </a:cubicBezTo>
                  <a:cubicBezTo>
                    <a:pt x="4592" y="5960"/>
                    <a:pt x="4743" y="5959"/>
                    <a:pt x="4883" y="5859"/>
                  </a:cubicBezTo>
                  <a:cubicBezTo>
                    <a:pt x="5069" y="5729"/>
                    <a:pt x="5188" y="5263"/>
                    <a:pt x="5275" y="5014"/>
                  </a:cubicBezTo>
                  <a:cubicBezTo>
                    <a:pt x="5534" y="4283"/>
                    <a:pt x="5816" y="3272"/>
                    <a:pt x="5630" y="2333"/>
                  </a:cubicBezTo>
                  <a:cubicBezTo>
                    <a:pt x="5578" y="2057"/>
                    <a:pt x="5732" y="1811"/>
                    <a:pt x="5674" y="1530"/>
                  </a:cubicBezTo>
                  <a:cubicBezTo>
                    <a:pt x="5549" y="915"/>
                    <a:pt x="5642" y="7"/>
                    <a:pt x="48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20"/>
            <p:cNvSpPr/>
            <p:nvPr/>
          </p:nvSpPr>
          <p:spPr>
            <a:xfrm>
              <a:off x="576394" y="3198370"/>
              <a:ext cx="119592" cy="126637"/>
            </a:xfrm>
            <a:custGeom>
              <a:rect b="b" l="l" r="r" t="t"/>
              <a:pathLst>
                <a:path extrusionOk="0" h="4476" w="4227">
                  <a:moveTo>
                    <a:pt x="1454" y="2158"/>
                  </a:moveTo>
                  <a:cubicBezTo>
                    <a:pt x="1464" y="2171"/>
                    <a:pt x="1457" y="2161"/>
                    <a:pt x="1467" y="2183"/>
                  </a:cubicBezTo>
                  <a:lnTo>
                    <a:pt x="1454" y="2183"/>
                  </a:lnTo>
                  <a:lnTo>
                    <a:pt x="1454" y="2158"/>
                  </a:lnTo>
                  <a:close/>
                  <a:moveTo>
                    <a:pt x="944" y="1889"/>
                  </a:moveTo>
                  <a:lnTo>
                    <a:pt x="944" y="1889"/>
                  </a:lnTo>
                  <a:cubicBezTo>
                    <a:pt x="1111" y="1954"/>
                    <a:pt x="1275" y="2385"/>
                    <a:pt x="1288" y="2619"/>
                  </a:cubicBezTo>
                  <a:lnTo>
                    <a:pt x="1275" y="2619"/>
                  </a:lnTo>
                  <a:lnTo>
                    <a:pt x="1275" y="2594"/>
                  </a:lnTo>
                  <a:cubicBezTo>
                    <a:pt x="1229" y="2537"/>
                    <a:pt x="1220" y="2459"/>
                    <a:pt x="1191" y="2385"/>
                  </a:cubicBezTo>
                  <a:cubicBezTo>
                    <a:pt x="1121" y="2216"/>
                    <a:pt x="1034" y="2036"/>
                    <a:pt x="944" y="1889"/>
                  </a:cubicBezTo>
                  <a:close/>
                  <a:moveTo>
                    <a:pt x="1467" y="2183"/>
                  </a:moveTo>
                  <a:lnTo>
                    <a:pt x="1467" y="2183"/>
                  </a:lnTo>
                  <a:cubicBezTo>
                    <a:pt x="1616" y="2350"/>
                    <a:pt x="1656" y="2750"/>
                    <a:pt x="1707" y="3016"/>
                  </a:cubicBezTo>
                  <a:cubicBezTo>
                    <a:pt x="1722" y="3087"/>
                    <a:pt x="1729" y="3242"/>
                    <a:pt x="1701" y="3286"/>
                  </a:cubicBezTo>
                  <a:cubicBezTo>
                    <a:pt x="1693" y="3183"/>
                    <a:pt x="1656" y="3080"/>
                    <a:pt x="1630" y="2988"/>
                  </a:cubicBezTo>
                  <a:cubicBezTo>
                    <a:pt x="1603" y="2828"/>
                    <a:pt x="1578" y="2668"/>
                    <a:pt x="1550" y="2508"/>
                  </a:cubicBezTo>
                  <a:cubicBezTo>
                    <a:pt x="1523" y="2405"/>
                    <a:pt x="1482" y="2296"/>
                    <a:pt x="1467" y="2183"/>
                  </a:cubicBezTo>
                  <a:close/>
                  <a:moveTo>
                    <a:pt x="1906" y="2723"/>
                  </a:moveTo>
                  <a:cubicBezTo>
                    <a:pt x="1918" y="2735"/>
                    <a:pt x="1911" y="2726"/>
                    <a:pt x="1919" y="2748"/>
                  </a:cubicBezTo>
                  <a:cubicBezTo>
                    <a:pt x="1973" y="2819"/>
                    <a:pt x="2052" y="3254"/>
                    <a:pt x="2008" y="3410"/>
                  </a:cubicBezTo>
                  <a:cubicBezTo>
                    <a:pt x="1991" y="3477"/>
                    <a:pt x="1944" y="3532"/>
                    <a:pt x="1914" y="3587"/>
                  </a:cubicBezTo>
                  <a:lnTo>
                    <a:pt x="1901" y="3587"/>
                  </a:lnTo>
                  <a:lnTo>
                    <a:pt x="1901" y="3549"/>
                  </a:lnTo>
                  <a:cubicBezTo>
                    <a:pt x="1934" y="3500"/>
                    <a:pt x="1918" y="3366"/>
                    <a:pt x="1919" y="3292"/>
                  </a:cubicBezTo>
                  <a:cubicBezTo>
                    <a:pt x="1919" y="3110"/>
                    <a:pt x="1919" y="2930"/>
                    <a:pt x="1918" y="2748"/>
                  </a:cubicBezTo>
                  <a:lnTo>
                    <a:pt x="1905" y="2748"/>
                  </a:lnTo>
                  <a:cubicBezTo>
                    <a:pt x="1906" y="2741"/>
                    <a:pt x="1906" y="2732"/>
                    <a:pt x="1906" y="2723"/>
                  </a:cubicBezTo>
                  <a:close/>
                  <a:moveTo>
                    <a:pt x="916" y="0"/>
                  </a:moveTo>
                  <a:cubicBezTo>
                    <a:pt x="832" y="71"/>
                    <a:pt x="678" y="53"/>
                    <a:pt x="578" y="109"/>
                  </a:cubicBezTo>
                  <a:cubicBezTo>
                    <a:pt x="468" y="172"/>
                    <a:pt x="314" y="444"/>
                    <a:pt x="258" y="567"/>
                  </a:cubicBezTo>
                  <a:cubicBezTo>
                    <a:pt x="198" y="698"/>
                    <a:pt x="211" y="823"/>
                    <a:pt x="170" y="993"/>
                  </a:cubicBezTo>
                  <a:cubicBezTo>
                    <a:pt x="156" y="1056"/>
                    <a:pt x="170" y="1171"/>
                    <a:pt x="153" y="1251"/>
                  </a:cubicBezTo>
                  <a:cubicBezTo>
                    <a:pt x="0" y="1912"/>
                    <a:pt x="402" y="2273"/>
                    <a:pt x="640" y="2604"/>
                  </a:cubicBezTo>
                  <a:cubicBezTo>
                    <a:pt x="838" y="2878"/>
                    <a:pt x="1070" y="3120"/>
                    <a:pt x="1259" y="3395"/>
                  </a:cubicBezTo>
                  <a:cubicBezTo>
                    <a:pt x="1453" y="3673"/>
                    <a:pt x="1627" y="3975"/>
                    <a:pt x="1824" y="4247"/>
                  </a:cubicBezTo>
                  <a:cubicBezTo>
                    <a:pt x="1903" y="4359"/>
                    <a:pt x="1976" y="4470"/>
                    <a:pt x="2167" y="4475"/>
                  </a:cubicBezTo>
                  <a:cubicBezTo>
                    <a:pt x="2327" y="4323"/>
                    <a:pt x="2489" y="4185"/>
                    <a:pt x="2616" y="3993"/>
                  </a:cubicBezTo>
                  <a:cubicBezTo>
                    <a:pt x="2808" y="3702"/>
                    <a:pt x="2997" y="3132"/>
                    <a:pt x="3449" y="3132"/>
                  </a:cubicBezTo>
                  <a:cubicBezTo>
                    <a:pt x="3537" y="3132"/>
                    <a:pt x="3634" y="3154"/>
                    <a:pt x="3744" y="3203"/>
                  </a:cubicBezTo>
                  <a:cubicBezTo>
                    <a:pt x="3936" y="3290"/>
                    <a:pt x="4070" y="3437"/>
                    <a:pt x="4227" y="3549"/>
                  </a:cubicBezTo>
                  <a:cubicBezTo>
                    <a:pt x="4080" y="3395"/>
                    <a:pt x="3933" y="3242"/>
                    <a:pt x="3786" y="3088"/>
                  </a:cubicBezTo>
                  <a:cubicBezTo>
                    <a:pt x="3575" y="2796"/>
                    <a:pt x="3331" y="2457"/>
                    <a:pt x="3027" y="2258"/>
                  </a:cubicBezTo>
                  <a:cubicBezTo>
                    <a:pt x="2523" y="1924"/>
                    <a:pt x="1914" y="1695"/>
                    <a:pt x="1405" y="1368"/>
                  </a:cubicBezTo>
                  <a:cubicBezTo>
                    <a:pt x="1097" y="1171"/>
                    <a:pt x="544" y="880"/>
                    <a:pt x="665" y="332"/>
                  </a:cubicBezTo>
                  <a:lnTo>
                    <a:pt x="678" y="332"/>
                  </a:lnTo>
                  <a:cubicBezTo>
                    <a:pt x="689" y="448"/>
                    <a:pt x="745" y="553"/>
                    <a:pt x="787" y="644"/>
                  </a:cubicBezTo>
                  <a:lnTo>
                    <a:pt x="800" y="631"/>
                  </a:lnTo>
                  <a:cubicBezTo>
                    <a:pt x="839" y="567"/>
                    <a:pt x="810" y="457"/>
                    <a:pt x="831" y="372"/>
                  </a:cubicBezTo>
                  <a:cubicBezTo>
                    <a:pt x="864" y="242"/>
                    <a:pt x="905" y="109"/>
                    <a:pt x="94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20"/>
            <p:cNvSpPr/>
            <p:nvPr/>
          </p:nvSpPr>
          <p:spPr>
            <a:xfrm>
              <a:off x="827681" y="3695427"/>
              <a:ext cx="23992" cy="42439"/>
            </a:xfrm>
            <a:custGeom>
              <a:rect b="b" l="l" r="r" t="t"/>
              <a:pathLst>
                <a:path extrusionOk="0" h="1500" w="848">
                  <a:moveTo>
                    <a:pt x="656" y="0"/>
                  </a:moveTo>
                  <a:cubicBezTo>
                    <a:pt x="550" y="146"/>
                    <a:pt x="333" y="241"/>
                    <a:pt x="183" y="337"/>
                  </a:cubicBezTo>
                  <a:cubicBezTo>
                    <a:pt x="124" y="378"/>
                    <a:pt x="19" y="409"/>
                    <a:pt x="0" y="489"/>
                  </a:cubicBezTo>
                  <a:cubicBezTo>
                    <a:pt x="176" y="638"/>
                    <a:pt x="127" y="1214"/>
                    <a:pt x="106" y="1499"/>
                  </a:cubicBezTo>
                  <a:lnTo>
                    <a:pt x="133" y="1499"/>
                  </a:lnTo>
                  <a:cubicBezTo>
                    <a:pt x="214" y="1442"/>
                    <a:pt x="463" y="1383"/>
                    <a:pt x="561" y="1354"/>
                  </a:cubicBezTo>
                  <a:cubicBezTo>
                    <a:pt x="641" y="1330"/>
                    <a:pt x="756" y="1346"/>
                    <a:pt x="796" y="1281"/>
                  </a:cubicBezTo>
                  <a:cubicBezTo>
                    <a:pt x="848" y="1202"/>
                    <a:pt x="804" y="995"/>
                    <a:pt x="803" y="907"/>
                  </a:cubicBezTo>
                  <a:cubicBezTo>
                    <a:pt x="801" y="577"/>
                    <a:pt x="684" y="335"/>
                    <a:pt x="6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20"/>
            <p:cNvSpPr/>
            <p:nvPr/>
          </p:nvSpPr>
          <p:spPr>
            <a:xfrm>
              <a:off x="576055" y="2991501"/>
              <a:ext cx="203763" cy="200764"/>
            </a:xfrm>
            <a:custGeom>
              <a:rect b="b" l="l" r="r" t="t"/>
              <a:pathLst>
                <a:path extrusionOk="0" h="7096" w="7202">
                  <a:moveTo>
                    <a:pt x="2520" y="677"/>
                  </a:moveTo>
                  <a:cubicBezTo>
                    <a:pt x="2552" y="680"/>
                    <a:pt x="2567" y="680"/>
                    <a:pt x="2584" y="691"/>
                  </a:cubicBezTo>
                  <a:cubicBezTo>
                    <a:pt x="2385" y="710"/>
                    <a:pt x="2209" y="850"/>
                    <a:pt x="2049" y="927"/>
                  </a:cubicBezTo>
                  <a:lnTo>
                    <a:pt x="2049" y="901"/>
                  </a:lnTo>
                  <a:cubicBezTo>
                    <a:pt x="2126" y="854"/>
                    <a:pt x="2184" y="774"/>
                    <a:pt x="2273" y="738"/>
                  </a:cubicBezTo>
                  <a:cubicBezTo>
                    <a:pt x="2343" y="709"/>
                    <a:pt x="2455" y="719"/>
                    <a:pt x="2520" y="677"/>
                  </a:cubicBezTo>
                  <a:close/>
                  <a:moveTo>
                    <a:pt x="2779" y="849"/>
                  </a:moveTo>
                  <a:cubicBezTo>
                    <a:pt x="2891" y="849"/>
                    <a:pt x="3040" y="853"/>
                    <a:pt x="3083" y="885"/>
                  </a:cubicBezTo>
                  <a:cubicBezTo>
                    <a:pt x="3064" y="884"/>
                    <a:pt x="3046" y="883"/>
                    <a:pt x="3028" y="883"/>
                  </a:cubicBezTo>
                  <a:cubicBezTo>
                    <a:pt x="2735" y="883"/>
                    <a:pt x="2544" y="979"/>
                    <a:pt x="2305" y="1010"/>
                  </a:cubicBezTo>
                  <a:lnTo>
                    <a:pt x="2305" y="997"/>
                  </a:lnTo>
                  <a:lnTo>
                    <a:pt x="2318" y="997"/>
                  </a:lnTo>
                  <a:cubicBezTo>
                    <a:pt x="2376" y="943"/>
                    <a:pt x="2485" y="898"/>
                    <a:pt x="2567" y="873"/>
                  </a:cubicBezTo>
                  <a:cubicBezTo>
                    <a:pt x="2613" y="861"/>
                    <a:pt x="2664" y="871"/>
                    <a:pt x="2696" y="850"/>
                  </a:cubicBezTo>
                  <a:cubicBezTo>
                    <a:pt x="2719" y="850"/>
                    <a:pt x="2747" y="849"/>
                    <a:pt x="2779" y="849"/>
                  </a:cubicBezTo>
                  <a:close/>
                  <a:moveTo>
                    <a:pt x="2967" y="1126"/>
                  </a:moveTo>
                  <a:cubicBezTo>
                    <a:pt x="3108" y="1126"/>
                    <a:pt x="3273" y="1131"/>
                    <a:pt x="3348" y="1188"/>
                  </a:cubicBezTo>
                  <a:cubicBezTo>
                    <a:pt x="3241" y="1181"/>
                    <a:pt x="3134" y="1174"/>
                    <a:pt x="3028" y="1168"/>
                  </a:cubicBezTo>
                  <a:cubicBezTo>
                    <a:pt x="2909" y="1191"/>
                    <a:pt x="2775" y="1212"/>
                    <a:pt x="2664" y="1225"/>
                  </a:cubicBezTo>
                  <a:lnTo>
                    <a:pt x="2664" y="1199"/>
                  </a:lnTo>
                  <a:cubicBezTo>
                    <a:pt x="2673" y="1196"/>
                    <a:pt x="2682" y="1190"/>
                    <a:pt x="2689" y="1186"/>
                  </a:cubicBezTo>
                  <a:cubicBezTo>
                    <a:pt x="2740" y="1149"/>
                    <a:pt x="2829" y="1161"/>
                    <a:pt x="2884" y="1126"/>
                  </a:cubicBezTo>
                  <a:cubicBezTo>
                    <a:pt x="2910" y="1126"/>
                    <a:pt x="2938" y="1126"/>
                    <a:pt x="2967" y="1126"/>
                  </a:cubicBezTo>
                  <a:close/>
                  <a:moveTo>
                    <a:pt x="2214" y="1162"/>
                  </a:moveTo>
                  <a:cubicBezTo>
                    <a:pt x="2247" y="1167"/>
                    <a:pt x="2294" y="1174"/>
                    <a:pt x="2317" y="1190"/>
                  </a:cubicBezTo>
                  <a:cubicBezTo>
                    <a:pt x="2363" y="1204"/>
                    <a:pt x="2395" y="1232"/>
                    <a:pt x="2419" y="1270"/>
                  </a:cubicBezTo>
                  <a:lnTo>
                    <a:pt x="2378" y="1270"/>
                  </a:lnTo>
                  <a:cubicBezTo>
                    <a:pt x="2296" y="1218"/>
                    <a:pt x="2136" y="1264"/>
                    <a:pt x="2057" y="1212"/>
                  </a:cubicBezTo>
                  <a:lnTo>
                    <a:pt x="2083" y="1212"/>
                  </a:lnTo>
                  <a:cubicBezTo>
                    <a:pt x="2115" y="1184"/>
                    <a:pt x="2174" y="1188"/>
                    <a:pt x="2214" y="1162"/>
                  </a:cubicBezTo>
                  <a:close/>
                  <a:moveTo>
                    <a:pt x="3157" y="1478"/>
                  </a:moveTo>
                  <a:cubicBezTo>
                    <a:pt x="3272" y="1478"/>
                    <a:pt x="3399" y="1488"/>
                    <a:pt x="3458" y="1539"/>
                  </a:cubicBezTo>
                  <a:cubicBezTo>
                    <a:pt x="3456" y="1539"/>
                    <a:pt x="3454" y="1539"/>
                    <a:pt x="3451" y="1539"/>
                  </a:cubicBezTo>
                  <a:cubicBezTo>
                    <a:pt x="3397" y="1539"/>
                    <a:pt x="3248" y="1548"/>
                    <a:pt x="3122" y="1548"/>
                  </a:cubicBezTo>
                  <a:cubicBezTo>
                    <a:pt x="3031" y="1548"/>
                    <a:pt x="2953" y="1543"/>
                    <a:pt x="2929" y="1527"/>
                  </a:cubicBezTo>
                  <a:lnTo>
                    <a:pt x="2955" y="1527"/>
                  </a:lnTo>
                  <a:cubicBezTo>
                    <a:pt x="2991" y="1501"/>
                    <a:pt x="3058" y="1505"/>
                    <a:pt x="3098" y="1479"/>
                  </a:cubicBezTo>
                  <a:cubicBezTo>
                    <a:pt x="3117" y="1479"/>
                    <a:pt x="3137" y="1478"/>
                    <a:pt x="3157" y="1478"/>
                  </a:cubicBezTo>
                  <a:close/>
                  <a:moveTo>
                    <a:pt x="690" y="2305"/>
                  </a:moveTo>
                  <a:lnTo>
                    <a:pt x="690" y="2305"/>
                  </a:lnTo>
                  <a:cubicBezTo>
                    <a:pt x="713" y="2352"/>
                    <a:pt x="645" y="2500"/>
                    <a:pt x="619" y="2562"/>
                  </a:cubicBezTo>
                  <a:cubicBezTo>
                    <a:pt x="552" y="2734"/>
                    <a:pt x="494" y="2935"/>
                    <a:pt x="440" y="3116"/>
                  </a:cubicBezTo>
                  <a:cubicBezTo>
                    <a:pt x="417" y="3189"/>
                    <a:pt x="435" y="3292"/>
                    <a:pt x="396" y="3347"/>
                  </a:cubicBezTo>
                  <a:cubicBezTo>
                    <a:pt x="392" y="2791"/>
                    <a:pt x="469" y="2651"/>
                    <a:pt x="690" y="2305"/>
                  </a:cubicBezTo>
                  <a:close/>
                  <a:moveTo>
                    <a:pt x="888" y="2673"/>
                  </a:moveTo>
                  <a:cubicBezTo>
                    <a:pt x="906" y="2715"/>
                    <a:pt x="850" y="2814"/>
                    <a:pt x="832" y="2865"/>
                  </a:cubicBezTo>
                  <a:cubicBezTo>
                    <a:pt x="783" y="3003"/>
                    <a:pt x="757" y="3154"/>
                    <a:pt x="719" y="3289"/>
                  </a:cubicBezTo>
                  <a:cubicBezTo>
                    <a:pt x="697" y="3366"/>
                    <a:pt x="717" y="3464"/>
                    <a:pt x="675" y="3519"/>
                  </a:cubicBezTo>
                  <a:cubicBezTo>
                    <a:pt x="675" y="3074"/>
                    <a:pt x="691" y="2949"/>
                    <a:pt x="888" y="2673"/>
                  </a:cubicBezTo>
                  <a:close/>
                  <a:moveTo>
                    <a:pt x="1098" y="3079"/>
                  </a:moveTo>
                  <a:lnTo>
                    <a:pt x="1098" y="3079"/>
                  </a:lnTo>
                  <a:cubicBezTo>
                    <a:pt x="1132" y="3137"/>
                    <a:pt x="1095" y="3241"/>
                    <a:pt x="1094" y="3323"/>
                  </a:cubicBezTo>
                  <a:cubicBezTo>
                    <a:pt x="1088" y="3525"/>
                    <a:pt x="1091" y="3739"/>
                    <a:pt x="1106" y="3904"/>
                  </a:cubicBezTo>
                  <a:lnTo>
                    <a:pt x="1094" y="3904"/>
                  </a:lnTo>
                  <a:lnTo>
                    <a:pt x="1094" y="3893"/>
                  </a:lnTo>
                  <a:cubicBezTo>
                    <a:pt x="888" y="3686"/>
                    <a:pt x="956" y="3291"/>
                    <a:pt x="1098" y="3079"/>
                  </a:cubicBezTo>
                  <a:close/>
                  <a:moveTo>
                    <a:pt x="2932" y="1"/>
                  </a:moveTo>
                  <a:cubicBezTo>
                    <a:pt x="2907" y="15"/>
                    <a:pt x="2874" y="16"/>
                    <a:pt x="2840" y="16"/>
                  </a:cubicBezTo>
                  <a:cubicBezTo>
                    <a:pt x="2834" y="16"/>
                    <a:pt x="2829" y="16"/>
                    <a:pt x="2823" y="16"/>
                  </a:cubicBezTo>
                  <a:cubicBezTo>
                    <a:pt x="2799" y="16"/>
                    <a:pt x="2774" y="17"/>
                    <a:pt x="2750" y="22"/>
                  </a:cubicBezTo>
                  <a:cubicBezTo>
                    <a:pt x="2638" y="50"/>
                    <a:pt x="2525" y="79"/>
                    <a:pt x="2413" y="107"/>
                  </a:cubicBezTo>
                  <a:cubicBezTo>
                    <a:pt x="1940" y="271"/>
                    <a:pt x="1578" y="524"/>
                    <a:pt x="1449" y="1055"/>
                  </a:cubicBezTo>
                  <a:cubicBezTo>
                    <a:pt x="1466" y="1055"/>
                    <a:pt x="1484" y="1055"/>
                    <a:pt x="1500" y="1056"/>
                  </a:cubicBezTo>
                  <a:cubicBezTo>
                    <a:pt x="1534" y="1035"/>
                    <a:pt x="1592" y="1029"/>
                    <a:pt x="1655" y="1029"/>
                  </a:cubicBezTo>
                  <a:cubicBezTo>
                    <a:pt x="1726" y="1029"/>
                    <a:pt x="1803" y="1036"/>
                    <a:pt x="1862" y="1039"/>
                  </a:cubicBezTo>
                  <a:lnTo>
                    <a:pt x="1862" y="1063"/>
                  </a:lnTo>
                  <a:cubicBezTo>
                    <a:pt x="1855" y="1063"/>
                    <a:pt x="1849" y="1063"/>
                    <a:pt x="1842" y="1063"/>
                  </a:cubicBezTo>
                  <a:cubicBezTo>
                    <a:pt x="1431" y="1063"/>
                    <a:pt x="1145" y="1331"/>
                    <a:pt x="896" y="1510"/>
                  </a:cubicBezTo>
                  <a:cubicBezTo>
                    <a:pt x="539" y="1764"/>
                    <a:pt x="307" y="2129"/>
                    <a:pt x="150" y="2593"/>
                  </a:cubicBezTo>
                  <a:cubicBezTo>
                    <a:pt x="66" y="2842"/>
                    <a:pt x="1" y="3473"/>
                    <a:pt x="60" y="3766"/>
                  </a:cubicBezTo>
                  <a:cubicBezTo>
                    <a:pt x="111" y="4022"/>
                    <a:pt x="79" y="4252"/>
                    <a:pt x="136" y="4492"/>
                  </a:cubicBezTo>
                  <a:cubicBezTo>
                    <a:pt x="235" y="4922"/>
                    <a:pt x="335" y="5355"/>
                    <a:pt x="457" y="5752"/>
                  </a:cubicBezTo>
                  <a:cubicBezTo>
                    <a:pt x="533" y="5999"/>
                    <a:pt x="555" y="6254"/>
                    <a:pt x="648" y="6494"/>
                  </a:cubicBezTo>
                  <a:cubicBezTo>
                    <a:pt x="691" y="6607"/>
                    <a:pt x="742" y="6747"/>
                    <a:pt x="808" y="6847"/>
                  </a:cubicBezTo>
                  <a:cubicBezTo>
                    <a:pt x="864" y="6933"/>
                    <a:pt x="953" y="6981"/>
                    <a:pt x="984" y="7096"/>
                  </a:cubicBezTo>
                  <a:cubicBezTo>
                    <a:pt x="992" y="7094"/>
                    <a:pt x="995" y="7094"/>
                    <a:pt x="1000" y="7094"/>
                  </a:cubicBezTo>
                  <a:cubicBezTo>
                    <a:pt x="1023" y="6847"/>
                    <a:pt x="1110" y="6572"/>
                    <a:pt x="1055" y="6308"/>
                  </a:cubicBezTo>
                  <a:cubicBezTo>
                    <a:pt x="1055" y="6273"/>
                    <a:pt x="1058" y="6238"/>
                    <a:pt x="1058" y="6204"/>
                  </a:cubicBezTo>
                  <a:cubicBezTo>
                    <a:pt x="1023" y="6169"/>
                    <a:pt x="989" y="6133"/>
                    <a:pt x="956" y="6098"/>
                  </a:cubicBezTo>
                  <a:cubicBezTo>
                    <a:pt x="892" y="6010"/>
                    <a:pt x="835" y="5903"/>
                    <a:pt x="781" y="5809"/>
                  </a:cubicBezTo>
                  <a:cubicBezTo>
                    <a:pt x="588" y="5477"/>
                    <a:pt x="374" y="4707"/>
                    <a:pt x="658" y="4308"/>
                  </a:cubicBezTo>
                  <a:cubicBezTo>
                    <a:pt x="726" y="4211"/>
                    <a:pt x="859" y="4114"/>
                    <a:pt x="1019" y="4114"/>
                  </a:cubicBezTo>
                  <a:cubicBezTo>
                    <a:pt x="1073" y="4114"/>
                    <a:pt x="1131" y="4125"/>
                    <a:pt x="1190" y="4151"/>
                  </a:cubicBezTo>
                  <a:cubicBezTo>
                    <a:pt x="1319" y="4210"/>
                    <a:pt x="1647" y="4528"/>
                    <a:pt x="1709" y="4653"/>
                  </a:cubicBezTo>
                  <a:cubicBezTo>
                    <a:pt x="1753" y="4742"/>
                    <a:pt x="1782" y="5015"/>
                    <a:pt x="1857" y="5057"/>
                  </a:cubicBezTo>
                  <a:cubicBezTo>
                    <a:pt x="1877" y="5073"/>
                    <a:pt x="1900" y="5081"/>
                    <a:pt x="1924" y="5081"/>
                  </a:cubicBezTo>
                  <a:cubicBezTo>
                    <a:pt x="1946" y="5081"/>
                    <a:pt x="1968" y="5074"/>
                    <a:pt x="1985" y="5060"/>
                  </a:cubicBezTo>
                  <a:cubicBezTo>
                    <a:pt x="2039" y="5001"/>
                    <a:pt x="2029" y="4864"/>
                    <a:pt x="2032" y="4752"/>
                  </a:cubicBezTo>
                  <a:cubicBezTo>
                    <a:pt x="2035" y="4528"/>
                    <a:pt x="1962" y="4306"/>
                    <a:pt x="2020" y="4079"/>
                  </a:cubicBezTo>
                  <a:cubicBezTo>
                    <a:pt x="2099" y="3775"/>
                    <a:pt x="2218" y="3552"/>
                    <a:pt x="2323" y="3285"/>
                  </a:cubicBezTo>
                  <a:cubicBezTo>
                    <a:pt x="2356" y="3196"/>
                    <a:pt x="2355" y="3112"/>
                    <a:pt x="2392" y="3029"/>
                  </a:cubicBezTo>
                  <a:cubicBezTo>
                    <a:pt x="2442" y="2916"/>
                    <a:pt x="2516" y="2796"/>
                    <a:pt x="2570" y="2683"/>
                  </a:cubicBezTo>
                  <a:cubicBezTo>
                    <a:pt x="2587" y="2632"/>
                    <a:pt x="2606" y="2581"/>
                    <a:pt x="2624" y="2529"/>
                  </a:cubicBezTo>
                  <a:cubicBezTo>
                    <a:pt x="2664" y="2491"/>
                    <a:pt x="2704" y="2452"/>
                    <a:pt x="2741" y="2414"/>
                  </a:cubicBezTo>
                  <a:cubicBezTo>
                    <a:pt x="2802" y="2336"/>
                    <a:pt x="2847" y="2241"/>
                    <a:pt x="2927" y="2186"/>
                  </a:cubicBezTo>
                  <a:cubicBezTo>
                    <a:pt x="3037" y="2108"/>
                    <a:pt x="3277" y="2014"/>
                    <a:pt x="3513" y="2014"/>
                  </a:cubicBezTo>
                  <a:cubicBezTo>
                    <a:pt x="3574" y="2014"/>
                    <a:pt x="3634" y="2020"/>
                    <a:pt x="3692" y="2035"/>
                  </a:cubicBezTo>
                  <a:cubicBezTo>
                    <a:pt x="3882" y="2082"/>
                    <a:pt x="4131" y="2163"/>
                    <a:pt x="4376" y="2163"/>
                  </a:cubicBezTo>
                  <a:cubicBezTo>
                    <a:pt x="4441" y="2163"/>
                    <a:pt x="4506" y="2157"/>
                    <a:pt x="4569" y="2144"/>
                  </a:cubicBezTo>
                  <a:cubicBezTo>
                    <a:pt x="4866" y="2079"/>
                    <a:pt x="5241" y="1935"/>
                    <a:pt x="5566" y="1935"/>
                  </a:cubicBezTo>
                  <a:cubicBezTo>
                    <a:pt x="5780" y="1935"/>
                    <a:pt x="5973" y="1998"/>
                    <a:pt x="6106" y="2189"/>
                  </a:cubicBezTo>
                  <a:cubicBezTo>
                    <a:pt x="6331" y="2513"/>
                    <a:pt x="6344" y="3001"/>
                    <a:pt x="6440" y="3451"/>
                  </a:cubicBezTo>
                  <a:cubicBezTo>
                    <a:pt x="6463" y="3557"/>
                    <a:pt x="6431" y="3992"/>
                    <a:pt x="6453" y="4032"/>
                  </a:cubicBezTo>
                  <a:cubicBezTo>
                    <a:pt x="6482" y="3865"/>
                    <a:pt x="6511" y="3698"/>
                    <a:pt x="6542" y="3531"/>
                  </a:cubicBezTo>
                  <a:cubicBezTo>
                    <a:pt x="6577" y="3387"/>
                    <a:pt x="6548" y="3176"/>
                    <a:pt x="6526" y="3065"/>
                  </a:cubicBezTo>
                  <a:lnTo>
                    <a:pt x="6520" y="2716"/>
                  </a:lnTo>
                  <a:cubicBezTo>
                    <a:pt x="6471" y="2478"/>
                    <a:pt x="6433" y="2208"/>
                    <a:pt x="6380" y="1990"/>
                  </a:cubicBezTo>
                  <a:lnTo>
                    <a:pt x="6418" y="1990"/>
                  </a:lnTo>
                  <a:cubicBezTo>
                    <a:pt x="6459" y="2032"/>
                    <a:pt x="6547" y="2050"/>
                    <a:pt x="6638" y="2050"/>
                  </a:cubicBezTo>
                  <a:cubicBezTo>
                    <a:pt x="6735" y="2050"/>
                    <a:pt x="6834" y="2030"/>
                    <a:pt x="6883" y="1998"/>
                  </a:cubicBezTo>
                  <a:cubicBezTo>
                    <a:pt x="6940" y="1962"/>
                    <a:pt x="7120" y="1780"/>
                    <a:pt x="7150" y="1721"/>
                  </a:cubicBezTo>
                  <a:cubicBezTo>
                    <a:pt x="7196" y="1619"/>
                    <a:pt x="7202" y="1411"/>
                    <a:pt x="7104" y="1369"/>
                  </a:cubicBezTo>
                  <a:cubicBezTo>
                    <a:pt x="7089" y="1359"/>
                    <a:pt x="7073" y="1354"/>
                    <a:pt x="7057" y="1354"/>
                  </a:cubicBezTo>
                  <a:cubicBezTo>
                    <a:pt x="6993" y="1354"/>
                    <a:pt x="6934" y="1429"/>
                    <a:pt x="6897" y="1454"/>
                  </a:cubicBezTo>
                  <a:cubicBezTo>
                    <a:pt x="6773" y="1542"/>
                    <a:pt x="6651" y="1648"/>
                    <a:pt x="6453" y="1652"/>
                  </a:cubicBezTo>
                  <a:lnTo>
                    <a:pt x="6453" y="1628"/>
                  </a:lnTo>
                  <a:cubicBezTo>
                    <a:pt x="6545" y="1584"/>
                    <a:pt x="6891" y="1260"/>
                    <a:pt x="6927" y="1172"/>
                  </a:cubicBezTo>
                  <a:cubicBezTo>
                    <a:pt x="6962" y="1088"/>
                    <a:pt x="6971" y="1001"/>
                    <a:pt x="6972" y="889"/>
                  </a:cubicBezTo>
                  <a:cubicBezTo>
                    <a:pt x="6933" y="867"/>
                    <a:pt x="6889" y="860"/>
                    <a:pt x="6818" y="860"/>
                  </a:cubicBezTo>
                  <a:cubicBezTo>
                    <a:pt x="6745" y="909"/>
                    <a:pt x="6635" y="903"/>
                    <a:pt x="6545" y="931"/>
                  </a:cubicBezTo>
                  <a:cubicBezTo>
                    <a:pt x="6384" y="980"/>
                    <a:pt x="6200" y="1006"/>
                    <a:pt x="6015" y="1006"/>
                  </a:cubicBezTo>
                  <a:cubicBezTo>
                    <a:pt x="5794" y="1006"/>
                    <a:pt x="5570" y="969"/>
                    <a:pt x="5382" y="893"/>
                  </a:cubicBezTo>
                  <a:cubicBezTo>
                    <a:pt x="4913" y="703"/>
                    <a:pt x="4544" y="384"/>
                    <a:pt x="4079" y="181"/>
                  </a:cubicBezTo>
                  <a:cubicBezTo>
                    <a:pt x="3759" y="41"/>
                    <a:pt x="3390" y="12"/>
                    <a:pt x="293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20"/>
            <p:cNvSpPr/>
            <p:nvPr/>
          </p:nvSpPr>
          <p:spPr>
            <a:xfrm>
              <a:off x="526714" y="3737893"/>
              <a:ext cx="372160" cy="965538"/>
            </a:xfrm>
            <a:custGeom>
              <a:rect b="b" l="l" r="r" t="t"/>
              <a:pathLst>
                <a:path extrusionOk="0" h="34127" w="13154">
                  <a:moveTo>
                    <a:pt x="8199" y="1086"/>
                  </a:moveTo>
                  <a:cubicBezTo>
                    <a:pt x="8209" y="1097"/>
                    <a:pt x="8201" y="1089"/>
                    <a:pt x="8212" y="1110"/>
                  </a:cubicBezTo>
                  <a:cubicBezTo>
                    <a:pt x="8220" y="1125"/>
                    <a:pt x="8219" y="1123"/>
                    <a:pt x="8223" y="1148"/>
                  </a:cubicBezTo>
                  <a:lnTo>
                    <a:pt x="8212" y="1148"/>
                  </a:lnTo>
                  <a:lnTo>
                    <a:pt x="8212" y="1110"/>
                  </a:lnTo>
                  <a:lnTo>
                    <a:pt x="8199" y="1110"/>
                  </a:lnTo>
                  <a:lnTo>
                    <a:pt x="8199" y="1086"/>
                  </a:lnTo>
                  <a:close/>
                  <a:moveTo>
                    <a:pt x="1240" y="1424"/>
                  </a:moveTo>
                  <a:cubicBezTo>
                    <a:pt x="1255" y="1458"/>
                    <a:pt x="1156" y="1676"/>
                    <a:pt x="1128" y="1733"/>
                  </a:cubicBezTo>
                  <a:cubicBezTo>
                    <a:pt x="1042" y="1919"/>
                    <a:pt x="933" y="2122"/>
                    <a:pt x="845" y="2308"/>
                  </a:cubicBezTo>
                  <a:cubicBezTo>
                    <a:pt x="797" y="2413"/>
                    <a:pt x="769" y="2555"/>
                    <a:pt x="696" y="2641"/>
                  </a:cubicBezTo>
                  <a:cubicBezTo>
                    <a:pt x="701" y="2148"/>
                    <a:pt x="1058" y="1756"/>
                    <a:pt x="1240" y="1424"/>
                  </a:cubicBezTo>
                  <a:close/>
                  <a:moveTo>
                    <a:pt x="683" y="2641"/>
                  </a:moveTo>
                  <a:cubicBezTo>
                    <a:pt x="695" y="2653"/>
                    <a:pt x="688" y="2644"/>
                    <a:pt x="696" y="2666"/>
                  </a:cubicBezTo>
                  <a:lnTo>
                    <a:pt x="683" y="2666"/>
                  </a:lnTo>
                  <a:lnTo>
                    <a:pt x="683" y="2641"/>
                  </a:lnTo>
                  <a:close/>
                  <a:moveTo>
                    <a:pt x="8223" y="1148"/>
                  </a:moveTo>
                  <a:cubicBezTo>
                    <a:pt x="8303" y="1243"/>
                    <a:pt x="8322" y="1407"/>
                    <a:pt x="8372" y="1526"/>
                  </a:cubicBezTo>
                  <a:cubicBezTo>
                    <a:pt x="8532" y="1914"/>
                    <a:pt x="8707" y="2478"/>
                    <a:pt x="8574" y="3028"/>
                  </a:cubicBezTo>
                  <a:cubicBezTo>
                    <a:pt x="8549" y="3041"/>
                    <a:pt x="8552" y="3044"/>
                    <a:pt x="8520" y="3053"/>
                  </a:cubicBezTo>
                  <a:cubicBezTo>
                    <a:pt x="8517" y="3044"/>
                    <a:pt x="8511" y="3035"/>
                    <a:pt x="8508" y="3028"/>
                  </a:cubicBezTo>
                  <a:cubicBezTo>
                    <a:pt x="8431" y="2918"/>
                    <a:pt x="8511" y="2630"/>
                    <a:pt x="8481" y="2484"/>
                  </a:cubicBezTo>
                  <a:lnTo>
                    <a:pt x="8354" y="1693"/>
                  </a:lnTo>
                  <a:cubicBezTo>
                    <a:pt x="8311" y="1523"/>
                    <a:pt x="8236" y="1328"/>
                    <a:pt x="8223" y="1148"/>
                  </a:cubicBezTo>
                  <a:close/>
                  <a:moveTo>
                    <a:pt x="1595" y="1756"/>
                  </a:moveTo>
                  <a:lnTo>
                    <a:pt x="1595" y="1756"/>
                  </a:lnTo>
                  <a:cubicBezTo>
                    <a:pt x="1621" y="1807"/>
                    <a:pt x="1428" y="2208"/>
                    <a:pt x="1388" y="2281"/>
                  </a:cubicBezTo>
                  <a:cubicBezTo>
                    <a:pt x="1199" y="2643"/>
                    <a:pt x="1032" y="3044"/>
                    <a:pt x="861" y="3421"/>
                  </a:cubicBezTo>
                  <a:cubicBezTo>
                    <a:pt x="807" y="3537"/>
                    <a:pt x="760" y="3655"/>
                    <a:pt x="711" y="3765"/>
                  </a:cubicBezTo>
                  <a:cubicBezTo>
                    <a:pt x="686" y="3822"/>
                    <a:pt x="689" y="3887"/>
                    <a:pt x="656" y="3932"/>
                  </a:cubicBezTo>
                  <a:cubicBezTo>
                    <a:pt x="654" y="3485"/>
                    <a:pt x="821" y="3157"/>
                    <a:pt x="964" y="2854"/>
                  </a:cubicBezTo>
                  <a:cubicBezTo>
                    <a:pt x="1089" y="2585"/>
                    <a:pt x="1199" y="2326"/>
                    <a:pt x="1355" y="2086"/>
                  </a:cubicBezTo>
                  <a:cubicBezTo>
                    <a:pt x="1423" y="1980"/>
                    <a:pt x="1548" y="1874"/>
                    <a:pt x="1595" y="1756"/>
                  </a:cubicBezTo>
                  <a:close/>
                  <a:moveTo>
                    <a:pt x="1476" y="4259"/>
                  </a:moveTo>
                  <a:cubicBezTo>
                    <a:pt x="1487" y="4273"/>
                    <a:pt x="1482" y="4264"/>
                    <a:pt x="1489" y="4286"/>
                  </a:cubicBezTo>
                  <a:lnTo>
                    <a:pt x="1476" y="4286"/>
                  </a:lnTo>
                  <a:lnTo>
                    <a:pt x="1476" y="4259"/>
                  </a:lnTo>
                  <a:close/>
                  <a:moveTo>
                    <a:pt x="9087" y="4268"/>
                  </a:moveTo>
                  <a:lnTo>
                    <a:pt x="9087" y="4268"/>
                  </a:lnTo>
                  <a:cubicBezTo>
                    <a:pt x="9100" y="4293"/>
                    <a:pt x="9100" y="4297"/>
                    <a:pt x="9085" y="4319"/>
                  </a:cubicBezTo>
                  <a:cubicBezTo>
                    <a:pt x="9085" y="4303"/>
                    <a:pt x="9085" y="4286"/>
                    <a:pt x="9087" y="4268"/>
                  </a:cubicBezTo>
                  <a:close/>
                  <a:moveTo>
                    <a:pt x="1582" y="3009"/>
                  </a:moveTo>
                  <a:cubicBezTo>
                    <a:pt x="1599" y="3045"/>
                    <a:pt x="1450" y="3405"/>
                    <a:pt x="1416" y="3471"/>
                  </a:cubicBezTo>
                  <a:cubicBezTo>
                    <a:pt x="1256" y="3799"/>
                    <a:pt x="1131" y="4162"/>
                    <a:pt x="993" y="4510"/>
                  </a:cubicBezTo>
                  <a:cubicBezTo>
                    <a:pt x="951" y="4614"/>
                    <a:pt x="916" y="4728"/>
                    <a:pt x="883" y="4829"/>
                  </a:cubicBezTo>
                  <a:cubicBezTo>
                    <a:pt x="865" y="4880"/>
                    <a:pt x="880" y="4934"/>
                    <a:pt x="853" y="4970"/>
                  </a:cubicBezTo>
                  <a:cubicBezTo>
                    <a:pt x="795" y="4447"/>
                    <a:pt x="1022" y="4060"/>
                    <a:pt x="1191" y="3698"/>
                  </a:cubicBezTo>
                  <a:cubicBezTo>
                    <a:pt x="1250" y="3569"/>
                    <a:pt x="1293" y="3457"/>
                    <a:pt x="1367" y="3341"/>
                  </a:cubicBezTo>
                  <a:cubicBezTo>
                    <a:pt x="1432" y="3237"/>
                    <a:pt x="1541" y="3133"/>
                    <a:pt x="1582" y="3009"/>
                  </a:cubicBezTo>
                  <a:close/>
                  <a:moveTo>
                    <a:pt x="1464" y="4286"/>
                  </a:moveTo>
                  <a:cubicBezTo>
                    <a:pt x="1496" y="4342"/>
                    <a:pt x="1438" y="4462"/>
                    <a:pt x="1420" y="4518"/>
                  </a:cubicBezTo>
                  <a:cubicBezTo>
                    <a:pt x="1342" y="4760"/>
                    <a:pt x="1316" y="5011"/>
                    <a:pt x="1096" y="5106"/>
                  </a:cubicBezTo>
                  <a:lnTo>
                    <a:pt x="1096" y="5079"/>
                  </a:lnTo>
                  <a:cubicBezTo>
                    <a:pt x="1159" y="4989"/>
                    <a:pt x="1162" y="4844"/>
                    <a:pt x="1207" y="4745"/>
                  </a:cubicBezTo>
                  <a:cubicBezTo>
                    <a:pt x="1277" y="4597"/>
                    <a:pt x="1428" y="4460"/>
                    <a:pt x="1464" y="4286"/>
                  </a:cubicBezTo>
                  <a:close/>
                  <a:moveTo>
                    <a:pt x="3748" y="885"/>
                  </a:moveTo>
                  <a:cubicBezTo>
                    <a:pt x="3921" y="885"/>
                    <a:pt x="4040" y="914"/>
                    <a:pt x="4161" y="945"/>
                  </a:cubicBezTo>
                  <a:cubicBezTo>
                    <a:pt x="4183" y="971"/>
                    <a:pt x="4202" y="998"/>
                    <a:pt x="4224" y="1023"/>
                  </a:cubicBezTo>
                  <a:cubicBezTo>
                    <a:pt x="4231" y="1173"/>
                    <a:pt x="4186" y="1263"/>
                    <a:pt x="4149" y="1384"/>
                  </a:cubicBezTo>
                  <a:cubicBezTo>
                    <a:pt x="4139" y="1456"/>
                    <a:pt x="4129" y="1529"/>
                    <a:pt x="4119" y="1603"/>
                  </a:cubicBezTo>
                  <a:cubicBezTo>
                    <a:pt x="4069" y="1773"/>
                    <a:pt x="4023" y="1959"/>
                    <a:pt x="3966" y="2118"/>
                  </a:cubicBezTo>
                  <a:cubicBezTo>
                    <a:pt x="3649" y="3005"/>
                    <a:pt x="3248" y="3865"/>
                    <a:pt x="2738" y="4560"/>
                  </a:cubicBezTo>
                  <a:cubicBezTo>
                    <a:pt x="2681" y="4636"/>
                    <a:pt x="2597" y="4701"/>
                    <a:pt x="2540" y="4776"/>
                  </a:cubicBezTo>
                  <a:cubicBezTo>
                    <a:pt x="2447" y="4892"/>
                    <a:pt x="2344" y="5020"/>
                    <a:pt x="2222" y="5106"/>
                  </a:cubicBezTo>
                  <a:cubicBezTo>
                    <a:pt x="2158" y="5151"/>
                    <a:pt x="2082" y="5178"/>
                    <a:pt x="2025" y="5231"/>
                  </a:cubicBezTo>
                  <a:cubicBezTo>
                    <a:pt x="1898" y="5347"/>
                    <a:pt x="1811" y="5530"/>
                    <a:pt x="1578" y="5530"/>
                  </a:cubicBezTo>
                  <a:cubicBezTo>
                    <a:pt x="1575" y="5530"/>
                    <a:pt x="1571" y="5530"/>
                    <a:pt x="1567" y="5530"/>
                  </a:cubicBezTo>
                  <a:cubicBezTo>
                    <a:pt x="1554" y="5520"/>
                    <a:pt x="1563" y="5524"/>
                    <a:pt x="1541" y="5517"/>
                  </a:cubicBezTo>
                  <a:cubicBezTo>
                    <a:pt x="1511" y="5469"/>
                    <a:pt x="1464" y="5418"/>
                    <a:pt x="1442" y="5360"/>
                  </a:cubicBezTo>
                  <a:cubicBezTo>
                    <a:pt x="1298" y="4994"/>
                    <a:pt x="1548" y="4906"/>
                    <a:pt x="1687" y="4731"/>
                  </a:cubicBezTo>
                  <a:cubicBezTo>
                    <a:pt x="1758" y="4642"/>
                    <a:pt x="1836" y="4555"/>
                    <a:pt x="1900" y="4463"/>
                  </a:cubicBezTo>
                  <a:cubicBezTo>
                    <a:pt x="2126" y="4143"/>
                    <a:pt x="2274" y="3780"/>
                    <a:pt x="2491" y="3442"/>
                  </a:cubicBezTo>
                  <a:cubicBezTo>
                    <a:pt x="2768" y="3006"/>
                    <a:pt x="3036" y="2515"/>
                    <a:pt x="3257" y="2038"/>
                  </a:cubicBezTo>
                  <a:cubicBezTo>
                    <a:pt x="3369" y="1799"/>
                    <a:pt x="3473" y="1539"/>
                    <a:pt x="3558" y="1294"/>
                  </a:cubicBezTo>
                  <a:cubicBezTo>
                    <a:pt x="3628" y="1087"/>
                    <a:pt x="3545" y="1049"/>
                    <a:pt x="3696" y="897"/>
                  </a:cubicBezTo>
                  <a:cubicBezTo>
                    <a:pt x="3726" y="894"/>
                    <a:pt x="3732" y="894"/>
                    <a:pt x="3748" y="885"/>
                  </a:cubicBezTo>
                  <a:close/>
                  <a:moveTo>
                    <a:pt x="9280" y="5629"/>
                  </a:moveTo>
                  <a:cubicBezTo>
                    <a:pt x="9290" y="5641"/>
                    <a:pt x="9283" y="5632"/>
                    <a:pt x="9293" y="5654"/>
                  </a:cubicBezTo>
                  <a:lnTo>
                    <a:pt x="9280" y="5654"/>
                  </a:lnTo>
                  <a:cubicBezTo>
                    <a:pt x="9279" y="5646"/>
                    <a:pt x="9279" y="5638"/>
                    <a:pt x="9280" y="5629"/>
                  </a:cubicBezTo>
                  <a:close/>
                  <a:moveTo>
                    <a:pt x="9085" y="4319"/>
                  </a:moveTo>
                  <a:lnTo>
                    <a:pt x="9085" y="4319"/>
                  </a:lnTo>
                  <a:cubicBezTo>
                    <a:pt x="9077" y="4581"/>
                    <a:pt x="8966" y="4861"/>
                    <a:pt x="8888" y="5078"/>
                  </a:cubicBezTo>
                  <a:cubicBezTo>
                    <a:pt x="8748" y="5471"/>
                    <a:pt x="8613" y="5806"/>
                    <a:pt x="8452" y="6154"/>
                  </a:cubicBezTo>
                  <a:cubicBezTo>
                    <a:pt x="8402" y="6257"/>
                    <a:pt x="8374" y="6353"/>
                    <a:pt x="8315" y="6448"/>
                  </a:cubicBezTo>
                  <a:cubicBezTo>
                    <a:pt x="8212" y="6612"/>
                    <a:pt x="8127" y="6791"/>
                    <a:pt x="8021" y="6958"/>
                  </a:cubicBezTo>
                  <a:cubicBezTo>
                    <a:pt x="7998" y="6996"/>
                    <a:pt x="7959" y="7041"/>
                    <a:pt x="7930" y="7085"/>
                  </a:cubicBezTo>
                  <a:lnTo>
                    <a:pt x="7930" y="7085"/>
                  </a:lnTo>
                  <a:lnTo>
                    <a:pt x="7930" y="7063"/>
                  </a:lnTo>
                  <a:cubicBezTo>
                    <a:pt x="7989" y="6984"/>
                    <a:pt x="7996" y="6876"/>
                    <a:pt x="8039" y="6781"/>
                  </a:cubicBezTo>
                  <a:cubicBezTo>
                    <a:pt x="8098" y="6644"/>
                    <a:pt x="8149" y="6500"/>
                    <a:pt x="8215" y="6357"/>
                  </a:cubicBezTo>
                  <a:cubicBezTo>
                    <a:pt x="8422" y="5910"/>
                    <a:pt x="8636" y="5449"/>
                    <a:pt x="8838" y="4986"/>
                  </a:cubicBezTo>
                  <a:cubicBezTo>
                    <a:pt x="8908" y="4826"/>
                    <a:pt x="8956" y="4665"/>
                    <a:pt x="9017" y="4512"/>
                  </a:cubicBezTo>
                  <a:cubicBezTo>
                    <a:pt x="9043" y="4446"/>
                    <a:pt x="9043" y="4370"/>
                    <a:pt x="9085" y="4319"/>
                  </a:cubicBezTo>
                  <a:close/>
                  <a:moveTo>
                    <a:pt x="9311" y="7156"/>
                  </a:moveTo>
                  <a:cubicBezTo>
                    <a:pt x="9321" y="7167"/>
                    <a:pt x="9315" y="7159"/>
                    <a:pt x="9324" y="7180"/>
                  </a:cubicBezTo>
                  <a:lnTo>
                    <a:pt x="9311" y="7180"/>
                  </a:lnTo>
                  <a:lnTo>
                    <a:pt x="9311" y="7156"/>
                  </a:lnTo>
                  <a:close/>
                  <a:moveTo>
                    <a:pt x="9267" y="5655"/>
                  </a:moveTo>
                  <a:cubicBezTo>
                    <a:pt x="9298" y="5712"/>
                    <a:pt x="9231" y="5809"/>
                    <a:pt x="9210" y="5860"/>
                  </a:cubicBezTo>
                  <a:cubicBezTo>
                    <a:pt x="9138" y="6042"/>
                    <a:pt x="9087" y="6209"/>
                    <a:pt x="9005" y="6373"/>
                  </a:cubicBezTo>
                  <a:cubicBezTo>
                    <a:pt x="8837" y="6717"/>
                    <a:pt x="8707" y="7079"/>
                    <a:pt x="8505" y="7397"/>
                  </a:cubicBezTo>
                  <a:cubicBezTo>
                    <a:pt x="8312" y="7702"/>
                    <a:pt x="8110" y="8016"/>
                    <a:pt x="7943" y="8342"/>
                  </a:cubicBezTo>
                  <a:lnTo>
                    <a:pt x="7930" y="8342"/>
                  </a:lnTo>
                  <a:lnTo>
                    <a:pt x="7930" y="8314"/>
                  </a:lnTo>
                  <a:cubicBezTo>
                    <a:pt x="7992" y="8247"/>
                    <a:pt x="8010" y="8147"/>
                    <a:pt x="8052" y="8058"/>
                  </a:cubicBezTo>
                  <a:cubicBezTo>
                    <a:pt x="8154" y="7840"/>
                    <a:pt x="8258" y="7618"/>
                    <a:pt x="8363" y="7393"/>
                  </a:cubicBezTo>
                  <a:cubicBezTo>
                    <a:pt x="8433" y="7240"/>
                    <a:pt x="8536" y="7081"/>
                    <a:pt x="8619" y="6933"/>
                  </a:cubicBezTo>
                  <a:cubicBezTo>
                    <a:pt x="8754" y="6686"/>
                    <a:pt x="8860" y="6439"/>
                    <a:pt x="8997" y="6192"/>
                  </a:cubicBezTo>
                  <a:cubicBezTo>
                    <a:pt x="9077" y="6046"/>
                    <a:pt x="9234" y="5824"/>
                    <a:pt x="9267" y="5655"/>
                  </a:cubicBezTo>
                  <a:close/>
                  <a:moveTo>
                    <a:pt x="9293" y="7180"/>
                  </a:moveTo>
                  <a:lnTo>
                    <a:pt x="9293" y="7180"/>
                  </a:lnTo>
                  <a:cubicBezTo>
                    <a:pt x="9324" y="7244"/>
                    <a:pt x="9196" y="7388"/>
                    <a:pt x="9163" y="7448"/>
                  </a:cubicBezTo>
                  <a:cubicBezTo>
                    <a:pt x="9014" y="7711"/>
                    <a:pt x="8879" y="7977"/>
                    <a:pt x="8718" y="8227"/>
                  </a:cubicBezTo>
                  <a:cubicBezTo>
                    <a:pt x="8626" y="8373"/>
                    <a:pt x="8572" y="8534"/>
                    <a:pt x="8489" y="8687"/>
                  </a:cubicBezTo>
                  <a:cubicBezTo>
                    <a:pt x="8249" y="9126"/>
                    <a:pt x="8031" y="9585"/>
                    <a:pt x="7789" y="10029"/>
                  </a:cubicBezTo>
                  <a:cubicBezTo>
                    <a:pt x="7636" y="10306"/>
                    <a:pt x="7499" y="10601"/>
                    <a:pt x="7342" y="10885"/>
                  </a:cubicBezTo>
                  <a:cubicBezTo>
                    <a:pt x="7262" y="11032"/>
                    <a:pt x="7152" y="11190"/>
                    <a:pt x="7099" y="11357"/>
                  </a:cubicBezTo>
                  <a:lnTo>
                    <a:pt x="7086" y="11357"/>
                  </a:lnTo>
                  <a:lnTo>
                    <a:pt x="7086" y="11318"/>
                  </a:lnTo>
                  <a:cubicBezTo>
                    <a:pt x="7190" y="11206"/>
                    <a:pt x="7248" y="10936"/>
                    <a:pt x="7318" y="10780"/>
                  </a:cubicBezTo>
                  <a:cubicBezTo>
                    <a:pt x="7467" y="10444"/>
                    <a:pt x="7621" y="10108"/>
                    <a:pt x="7778" y="9770"/>
                  </a:cubicBezTo>
                  <a:cubicBezTo>
                    <a:pt x="7919" y="9469"/>
                    <a:pt x="8091" y="9163"/>
                    <a:pt x="8249" y="8876"/>
                  </a:cubicBezTo>
                  <a:cubicBezTo>
                    <a:pt x="8459" y="8496"/>
                    <a:pt x="8635" y="8118"/>
                    <a:pt x="8867" y="7765"/>
                  </a:cubicBezTo>
                  <a:cubicBezTo>
                    <a:pt x="9000" y="7566"/>
                    <a:pt x="9160" y="7377"/>
                    <a:pt x="9293" y="7180"/>
                  </a:cubicBezTo>
                  <a:close/>
                  <a:moveTo>
                    <a:pt x="7076" y="11359"/>
                  </a:moveTo>
                  <a:cubicBezTo>
                    <a:pt x="7085" y="11373"/>
                    <a:pt x="7083" y="11372"/>
                    <a:pt x="7088" y="11397"/>
                  </a:cubicBezTo>
                  <a:lnTo>
                    <a:pt x="7076" y="11397"/>
                  </a:lnTo>
                  <a:lnTo>
                    <a:pt x="7076" y="11359"/>
                  </a:lnTo>
                  <a:close/>
                  <a:moveTo>
                    <a:pt x="7062" y="11397"/>
                  </a:moveTo>
                  <a:cubicBezTo>
                    <a:pt x="7072" y="11410"/>
                    <a:pt x="7065" y="11401"/>
                    <a:pt x="7073" y="11423"/>
                  </a:cubicBezTo>
                  <a:lnTo>
                    <a:pt x="7062" y="11423"/>
                  </a:lnTo>
                  <a:lnTo>
                    <a:pt x="7062" y="11397"/>
                  </a:lnTo>
                  <a:close/>
                  <a:moveTo>
                    <a:pt x="7049" y="11423"/>
                  </a:moveTo>
                  <a:cubicBezTo>
                    <a:pt x="7059" y="11434"/>
                    <a:pt x="7051" y="11426"/>
                    <a:pt x="7062" y="11448"/>
                  </a:cubicBezTo>
                  <a:lnTo>
                    <a:pt x="7049" y="11448"/>
                  </a:lnTo>
                  <a:lnTo>
                    <a:pt x="7049" y="11423"/>
                  </a:lnTo>
                  <a:close/>
                  <a:moveTo>
                    <a:pt x="7035" y="11448"/>
                  </a:moveTo>
                  <a:cubicBezTo>
                    <a:pt x="7047" y="11461"/>
                    <a:pt x="7040" y="11452"/>
                    <a:pt x="7049" y="11474"/>
                  </a:cubicBezTo>
                  <a:lnTo>
                    <a:pt x="7035" y="11474"/>
                  </a:lnTo>
                  <a:cubicBezTo>
                    <a:pt x="7034" y="11466"/>
                    <a:pt x="7035" y="11456"/>
                    <a:pt x="7035" y="11448"/>
                  </a:cubicBezTo>
                  <a:close/>
                  <a:moveTo>
                    <a:pt x="9013" y="8958"/>
                  </a:moveTo>
                  <a:cubicBezTo>
                    <a:pt x="8940" y="9134"/>
                    <a:pt x="8827" y="9280"/>
                    <a:pt x="8731" y="9431"/>
                  </a:cubicBezTo>
                  <a:cubicBezTo>
                    <a:pt x="8598" y="9636"/>
                    <a:pt x="8485" y="9851"/>
                    <a:pt x="8354" y="10055"/>
                  </a:cubicBezTo>
                  <a:cubicBezTo>
                    <a:pt x="8088" y="10472"/>
                    <a:pt x="7893" y="10933"/>
                    <a:pt x="7630" y="11346"/>
                  </a:cubicBezTo>
                  <a:cubicBezTo>
                    <a:pt x="7559" y="11458"/>
                    <a:pt x="7525" y="11578"/>
                    <a:pt x="7453" y="11690"/>
                  </a:cubicBezTo>
                  <a:cubicBezTo>
                    <a:pt x="7361" y="11834"/>
                    <a:pt x="7293" y="12000"/>
                    <a:pt x="7197" y="12151"/>
                  </a:cubicBezTo>
                  <a:cubicBezTo>
                    <a:pt x="7101" y="12307"/>
                    <a:pt x="6976" y="12494"/>
                    <a:pt x="6918" y="12688"/>
                  </a:cubicBezTo>
                  <a:lnTo>
                    <a:pt x="6905" y="12688"/>
                  </a:lnTo>
                  <a:lnTo>
                    <a:pt x="6905" y="12648"/>
                  </a:lnTo>
                  <a:cubicBezTo>
                    <a:pt x="6999" y="12523"/>
                    <a:pt x="7018" y="12324"/>
                    <a:pt x="7082" y="12174"/>
                  </a:cubicBezTo>
                  <a:cubicBezTo>
                    <a:pt x="7219" y="11868"/>
                    <a:pt x="7355" y="11557"/>
                    <a:pt x="7515" y="11266"/>
                  </a:cubicBezTo>
                  <a:cubicBezTo>
                    <a:pt x="7848" y="10664"/>
                    <a:pt x="8187" y="10058"/>
                    <a:pt x="8562" y="9492"/>
                  </a:cubicBezTo>
                  <a:cubicBezTo>
                    <a:pt x="8687" y="9303"/>
                    <a:pt x="8862" y="9145"/>
                    <a:pt x="8987" y="8958"/>
                  </a:cubicBezTo>
                  <a:close/>
                  <a:moveTo>
                    <a:pt x="6892" y="12686"/>
                  </a:moveTo>
                  <a:cubicBezTo>
                    <a:pt x="6902" y="12702"/>
                    <a:pt x="6899" y="12699"/>
                    <a:pt x="6905" y="12725"/>
                  </a:cubicBezTo>
                  <a:lnTo>
                    <a:pt x="6892" y="12725"/>
                  </a:lnTo>
                  <a:lnTo>
                    <a:pt x="6892" y="12686"/>
                  </a:lnTo>
                  <a:close/>
                  <a:moveTo>
                    <a:pt x="8787" y="12881"/>
                  </a:moveTo>
                  <a:cubicBezTo>
                    <a:pt x="8799" y="12894"/>
                    <a:pt x="8793" y="12885"/>
                    <a:pt x="8800" y="12907"/>
                  </a:cubicBezTo>
                  <a:lnTo>
                    <a:pt x="8787" y="12907"/>
                  </a:lnTo>
                  <a:lnTo>
                    <a:pt x="8787" y="12881"/>
                  </a:lnTo>
                  <a:close/>
                  <a:moveTo>
                    <a:pt x="8782" y="10773"/>
                  </a:moveTo>
                  <a:lnTo>
                    <a:pt x="8782" y="10773"/>
                  </a:lnTo>
                  <a:cubicBezTo>
                    <a:pt x="8803" y="10822"/>
                    <a:pt x="8738" y="10896"/>
                    <a:pt x="8713" y="10940"/>
                  </a:cubicBezTo>
                  <a:cubicBezTo>
                    <a:pt x="8623" y="11099"/>
                    <a:pt x="8555" y="11260"/>
                    <a:pt x="8457" y="11413"/>
                  </a:cubicBezTo>
                  <a:cubicBezTo>
                    <a:pt x="8263" y="11716"/>
                    <a:pt x="8110" y="12048"/>
                    <a:pt x="7931" y="12371"/>
                  </a:cubicBezTo>
                  <a:cubicBezTo>
                    <a:pt x="7837" y="12545"/>
                    <a:pt x="7720" y="12728"/>
                    <a:pt x="7637" y="12909"/>
                  </a:cubicBezTo>
                  <a:cubicBezTo>
                    <a:pt x="7579" y="13034"/>
                    <a:pt x="7515" y="13149"/>
                    <a:pt x="7461" y="13266"/>
                  </a:cubicBezTo>
                  <a:cubicBezTo>
                    <a:pt x="7428" y="13336"/>
                    <a:pt x="7425" y="13429"/>
                    <a:pt x="7379" y="13484"/>
                  </a:cubicBezTo>
                  <a:cubicBezTo>
                    <a:pt x="7383" y="13096"/>
                    <a:pt x="7620" y="12725"/>
                    <a:pt x="7749" y="12445"/>
                  </a:cubicBezTo>
                  <a:cubicBezTo>
                    <a:pt x="7947" y="12022"/>
                    <a:pt x="8161" y="11621"/>
                    <a:pt x="8409" y="11244"/>
                  </a:cubicBezTo>
                  <a:cubicBezTo>
                    <a:pt x="8518" y="11078"/>
                    <a:pt x="8670" y="10933"/>
                    <a:pt x="8782" y="10773"/>
                  </a:cubicBezTo>
                  <a:close/>
                  <a:moveTo>
                    <a:pt x="8731" y="11951"/>
                  </a:moveTo>
                  <a:cubicBezTo>
                    <a:pt x="8751" y="11994"/>
                    <a:pt x="8564" y="12391"/>
                    <a:pt x="8526" y="12464"/>
                  </a:cubicBezTo>
                  <a:cubicBezTo>
                    <a:pt x="8329" y="12836"/>
                    <a:pt x="8148" y="13247"/>
                    <a:pt x="7972" y="13628"/>
                  </a:cubicBezTo>
                  <a:cubicBezTo>
                    <a:pt x="7924" y="13724"/>
                    <a:pt x="7877" y="13948"/>
                    <a:pt x="7821" y="14025"/>
                  </a:cubicBezTo>
                  <a:cubicBezTo>
                    <a:pt x="7819" y="13707"/>
                    <a:pt x="7931" y="13460"/>
                    <a:pt x="8031" y="13242"/>
                  </a:cubicBezTo>
                  <a:cubicBezTo>
                    <a:pt x="8154" y="12974"/>
                    <a:pt x="8244" y="12702"/>
                    <a:pt x="8396" y="12462"/>
                  </a:cubicBezTo>
                  <a:cubicBezTo>
                    <a:pt x="8505" y="12291"/>
                    <a:pt x="8623" y="12121"/>
                    <a:pt x="8731" y="11951"/>
                  </a:cubicBezTo>
                  <a:close/>
                  <a:moveTo>
                    <a:pt x="8774" y="12923"/>
                  </a:moveTo>
                  <a:lnTo>
                    <a:pt x="8774" y="12923"/>
                  </a:lnTo>
                  <a:cubicBezTo>
                    <a:pt x="8800" y="12973"/>
                    <a:pt x="8675" y="13310"/>
                    <a:pt x="8648" y="13383"/>
                  </a:cubicBezTo>
                  <a:cubicBezTo>
                    <a:pt x="8521" y="13720"/>
                    <a:pt x="8460" y="14065"/>
                    <a:pt x="8316" y="14384"/>
                  </a:cubicBezTo>
                  <a:cubicBezTo>
                    <a:pt x="8273" y="14483"/>
                    <a:pt x="8206" y="14575"/>
                    <a:pt x="8155" y="14666"/>
                  </a:cubicBezTo>
                  <a:lnTo>
                    <a:pt x="8129" y="14666"/>
                  </a:lnTo>
                  <a:cubicBezTo>
                    <a:pt x="8185" y="14150"/>
                    <a:pt x="8396" y="13721"/>
                    <a:pt x="8585" y="13320"/>
                  </a:cubicBezTo>
                  <a:cubicBezTo>
                    <a:pt x="8643" y="13194"/>
                    <a:pt x="8737" y="13069"/>
                    <a:pt x="8774" y="12923"/>
                  </a:cubicBezTo>
                  <a:close/>
                  <a:moveTo>
                    <a:pt x="1400" y="16315"/>
                  </a:moveTo>
                  <a:cubicBezTo>
                    <a:pt x="1425" y="16354"/>
                    <a:pt x="1409" y="16461"/>
                    <a:pt x="1409" y="16522"/>
                  </a:cubicBezTo>
                  <a:cubicBezTo>
                    <a:pt x="1404" y="16712"/>
                    <a:pt x="1415" y="16894"/>
                    <a:pt x="1371" y="17062"/>
                  </a:cubicBezTo>
                  <a:cubicBezTo>
                    <a:pt x="1243" y="17560"/>
                    <a:pt x="1182" y="18069"/>
                    <a:pt x="1041" y="18529"/>
                  </a:cubicBezTo>
                  <a:cubicBezTo>
                    <a:pt x="1002" y="18663"/>
                    <a:pt x="996" y="18935"/>
                    <a:pt x="928" y="19034"/>
                  </a:cubicBezTo>
                  <a:cubicBezTo>
                    <a:pt x="929" y="18554"/>
                    <a:pt x="1015" y="18061"/>
                    <a:pt x="1125" y="17666"/>
                  </a:cubicBezTo>
                  <a:cubicBezTo>
                    <a:pt x="1170" y="17507"/>
                    <a:pt x="1166" y="17371"/>
                    <a:pt x="1213" y="17217"/>
                  </a:cubicBezTo>
                  <a:cubicBezTo>
                    <a:pt x="1297" y="16942"/>
                    <a:pt x="1384" y="16644"/>
                    <a:pt x="1400" y="16315"/>
                  </a:cubicBezTo>
                  <a:close/>
                  <a:moveTo>
                    <a:pt x="915" y="19044"/>
                  </a:moveTo>
                  <a:lnTo>
                    <a:pt x="915" y="19044"/>
                  </a:lnTo>
                  <a:cubicBezTo>
                    <a:pt x="929" y="19067"/>
                    <a:pt x="928" y="19088"/>
                    <a:pt x="913" y="19110"/>
                  </a:cubicBezTo>
                  <a:cubicBezTo>
                    <a:pt x="913" y="19088"/>
                    <a:pt x="915" y="19066"/>
                    <a:pt x="915" y="19044"/>
                  </a:cubicBezTo>
                  <a:close/>
                  <a:moveTo>
                    <a:pt x="8281" y="18375"/>
                  </a:moveTo>
                  <a:lnTo>
                    <a:pt x="8281" y="18375"/>
                  </a:lnTo>
                  <a:cubicBezTo>
                    <a:pt x="8340" y="18442"/>
                    <a:pt x="8287" y="18682"/>
                    <a:pt x="8261" y="18777"/>
                  </a:cubicBezTo>
                  <a:cubicBezTo>
                    <a:pt x="8177" y="19075"/>
                    <a:pt x="8103" y="19381"/>
                    <a:pt x="7996" y="19649"/>
                  </a:cubicBezTo>
                  <a:cubicBezTo>
                    <a:pt x="7964" y="19732"/>
                    <a:pt x="7964" y="19852"/>
                    <a:pt x="7914" y="19918"/>
                  </a:cubicBezTo>
                  <a:cubicBezTo>
                    <a:pt x="7917" y="19524"/>
                    <a:pt x="8012" y="19182"/>
                    <a:pt x="8117" y="18887"/>
                  </a:cubicBezTo>
                  <a:cubicBezTo>
                    <a:pt x="8178" y="18710"/>
                    <a:pt x="8209" y="18535"/>
                    <a:pt x="8281" y="18375"/>
                  </a:cubicBezTo>
                  <a:close/>
                  <a:moveTo>
                    <a:pt x="1953" y="17118"/>
                  </a:moveTo>
                  <a:lnTo>
                    <a:pt x="1953" y="17118"/>
                  </a:lnTo>
                  <a:cubicBezTo>
                    <a:pt x="1973" y="17148"/>
                    <a:pt x="1963" y="17313"/>
                    <a:pt x="1947" y="17375"/>
                  </a:cubicBezTo>
                  <a:cubicBezTo>
                    <a:pt x="1906" y="17616"/>
                    <a:pt x="1867" y="17858"/>
                    <a:pt x="1829" y="18098"/>
                  </a:cubicBezTo>
                  <a:cubicBezTo>
                    <a:pt x="1628" y="18804"/>
                    <a:pt x="1525" y="19554"/>
                    <a:pt x="1293" y="20206"/>
                  </a:cubicBezTo>
                  <a:cubicBezTo>
                    <a:pt x="1224" y="20398"/>
                    <a:pt x="1170" y="20578"/>
                    <a:pt x="1099" y="20758"/>
                  </a:cubicBezTo>
                  <a:cubicBezTo>
                    <a:pt x="1072" y="20822"/>
                    <a:pt x="1069" y="20898"/>
                    <a:pt x="1029" y="20949"/>
                  </a:cubicBezTo>
                  <a:cubicBezTo>
                    <a:pt x="1037" y="20844"/>
                    <a:pt x="1073" y="20744"/>
                    <a:pt x="1099" y="20652"/>
                  </a:cubicBezTo>
                  <a:cubicBezTo>
                    <a:pt x="1159" y="20456"/>
                    <a:pt x="1176" y="20248"/>
                    <a:pt x="1229" y="20060"/>
                  </a:cubicBezTo>
                  <a:cubicBezTo>
                    <a:pt x="1263" y="19940"/>
                    <a:pt x="1252" y="19842"/>
                    <a:pt x="1287" y="19726"/>
                  </a:cubicBezTo>
                  <a:cubicBezTo>
                    <a:pt x="1425" y="19256"/>
                    <a:pt x="1482" y="18761"/>
                    <a:pt x="1628" y="18287"/>
                  </a:cubicBezTo>
                  <a:cubicBezTo>
                    <a:pt x="1704" y="18045"/>
                    <a:pt x="1743" y="17778"/>
                    <a:pt x="1828" y="17528"/>
                  </a:cubicBezTo>
                  <a:cubicBezTo>
                    <a:pt x="1868" y="17400"/>
                    <a:pt x="1929" y="17262"/>
                    <a:pt x="1953" y="17118"/>
                  </a:cubicBezTo>
                  <a:close/>
                  <a:moveTo>
                    <a:pt x="1015" y="20949"/>
                  </a:moveTo>
                  <a:cubicBezTo>
                    <a:pt x="1025" y="20962"/>
                    <a:pt x="1018" y="20953"/>
                    <a:pt x="1028" y="20973"/>
                  </a:cubicBezTo>
                  <a:lnTo>
                    <a:pt x="1015" y="20973"/>
                  </a:lnTo>
                  <a:lnTo>
                    <a:pt x="1015" y="20949"/>
                  </a:lnTo>
                  <a:close/>
                  <a:moveTo>
                    <a:pt x="1002" y="20987"/>
                  </a:moveTo>
                  <a:cubicBezTo>
                    <a:pt x="1013" y="21000"/>
                    <a:pt x="1006" y="20991"/>
                    <a:pt x="1015" y="21013"/>
                  </a:cubicBezTo>
                  <a:lnTo>
                    <a:pt x="1002" y="21013"/>
                  </a:lnTo>
                  <a:lnTo>
                    <a:pt x="1002" y="20987"/>
                  </a:lnTo>
                  <a:close/>
                  <a:moveTo>
                    <a:pt x="2049" y="19096"/>
                  </a:moveTo>
                  <a:cubicBezTo>
                    <a:pt x="2091" y="19136"/>
                    <a:pt x="2073" y="19264"/>
                    <a:pt x="2069" y="19342"/>
                  </a:cubicBezTo>
                  <a:cubicBezTo>
                    <a:pt x="2012" y="19435"/>
                    <a:pt x="2028" y="19661"/>
                    <a:pt x="1993" y="19780"/>
                  </a:cubicBezTo>
                  <a:cubicBezTo>
                    <a:pt x="1912" y="20071"/>
                    <a:pt x="1884" y="20383"/>
                    <a:pt x="1794" y="20680"/>
                  </a:cubicBezTo>
                  <a:cubicBezTo>
                    <a:pt x="1652" y="21144"/>
                    <a:pt x="1562" y="21622"/>
                    <a:pt x="1390" y="22054"/>
                  </a:cubicBezTo>
                  <a:cubicBezTo>
                    <a:pt x="1275" y="22342"/>
                    <a:pt x="1156" y="22627"/>
                    <a:pt x="1038" y="22913"/>
                  </a:cubicBezTo>
                  <a:lnTo>
                    <a:pt x="1025" y="22913"/>
                  </a:lnTo>
                  <a:lnTo>
                    <a:pt x="1025" y="22875"/>
                  </a:lnTo>
                  <a:cubicBezTo>
                    <a:pt x="1085" y="22795"/>
                    <a:pt x="1085" y="22670"/>
                    <a:pt x="1121" y="22567"/>
                  </a:cubicBezTo>
                  <a:cubicBezTo>
                    <a:pt x="1220" y="22288"/>
                    <a:pt x="1269" y="21990"/>
                    <a:pt x="1359" y="21692"/>
                  </a:cubicBezTo>
                  <a:cubicBezTo>
                    <a:pt x="1527" y="21149"/>
                    <a:pt x="1625" y="20577"/>
                    <a:pt x="1796" y="20023"/>
                  </a:cubicBezTo>
                  <a:cubicBezTo>
                    <a:pt x="1851" y="19842"/>
                    <a:pt x="1884" y="19645"/>
                    <a:pt x="1950" y="19457"/>
                  </a:cubicBezTo>
                  <a:cubicBezTo>
                    <a:pt x="1989" y="19345"/>
                    <a:pt x="2041" y="19239"/>
                    <a:pt x="2049" y="19096"/>
                  </a:cubicBezTo>
                  <a:close/>
                  <a:moveTo>
                    <a:pt x="1010" y="22911"/>
                  </a:moveTo>
                  <a:cubicBezTo>
                    <a:pt x="1022" y="22925"/>
                    <a:pt x="1015" y="22916"/>
                    <a:pt x="1024" y="22936"/>
                  </a:cubicBezTo>
                  <a:cubicBezTo>
                    <a:pt x="1021" y="22938"/>
                    <a:pt x="1020" y="22938"/>
                    <a:pt x="1018" y="22938"/>
                  </a:cubicBezTo>
                  <a:cubicBezTo>
                    <a:pt x="1016" y="22938"/>
                    <a:pt x="1013" y="22938"/>
                    <a:pt x="1010" y="22936"/>
                  </a:cubicBezTo>
                  <a:lnTo>
                    <a:pt x="1010" y="22911"/>
                  </a:lnTo>
                  <a:close/>
                  <a:moveTo>
                    <a:pt x="999" y="22939"/>
                  </a:moveTo>
                  <a:cubicBezTo>
                    <a:pt x="1009" y="22952"/>
                    <a:pt x="1002" y="22942"/>
                    <a:pt x="1010" y="22964"/>
                  </a:cubicBezTo>
                  <a:lnTo>
                    <a:pt x="999" y="22964"/>
                  </a:lnTo>
                  <a:lnTo>
                    <a:pt x="999" y="22939"/>
                  </a:lnTo>
                  <a:close/>
                  <a:moveTo>
                    <a:pt x="8866" y="20148"/>
                  </a:moveTo>
                  <a:lnTo>
                    <a:pt x="8866" y="20148"/>
                  </a:lnTo>
                  <a:cubicBezTo>
                    <a:pt x="8889" y="20190"/>
                    <a:pt x="8866" y="20300"/>
                    <a:pt x="8847" y="20353"/>
                  </a:cubicBezTo>
                  <a:cubicBezTo>
                    <a:pt x="8787" y="20540"/>
                    <a:pt x="8755" y="20736"/>
                    <a:pt x="8693" y="20931"/>
                  </a:cubicBezTo>
                  <a:cubicBezTo>
                    <a:pt x="8504" y="21524"/>
                    <a:pt x="8428" y="22201"/>
                    <a:pt x="8251" y="22808"/>
                  </a:cubicBezTo>
                  <a:cubicBezTo>
                    <a:pt x="8199" y="22990"/>
                    <a:pt x="8174" y="23167"/>
                    <a:pt x="8124" y="23335"/>
                  </a:cubicBezTo>
                  <a:cubicBezTo>
                    <a:pt x="8098" y="23420"/>
                    <a:pt x="8113" y="23529"/>
                    <a:pt x="8068" y="23593"/>
                  </a:cubicBezTo>
                  <a:cubicBezTo>
                    <a:pt x="8072" y="23361"/>
                    <a:pt x="8097" y="23079"/>
                    <a:pt x="8148" y="22871"/>
                  </a:cubicBezTo>
                  <a:cubicBezTo>
                    <a:pt x="8159" y="22768"/>
                    <a:pt x="8169" y="22664"/>
                    <a:pt x="8181" y="22563"/>
                  </a:cubicBezTo>
                  <a:cubicBezTo>
                    <a:pt x="8261" y="22260"/>
                    <a:pt x="8295" y="21933"/>
                    <a:pt x="8380" y="21648"/>
                  </a:cubicBezTo>
                  <a:cubicBezTo>
                    <a:pt x="8418" y="21524"/>
                    <a:pt x="8415" y="21423"/>
                    <a:pt x="8453" y="21301"/>
                  </a:cubicBezTo>
                  <a:cubicBezTo>
                    <a:pt x="8577" y="20901"/>
                    <a:pt x="8691" y="20489"/>
                    <a:pt x="8866" y="20148"/>
                  </a:cubicBezTo>
                  <a:close/>
                  <a:moveTo>
                    <a:pt x="8830" y="21991"/>
                  </a:moveTo>
                  <a:lnTo>
                    <a:pt x="8830" y="21991"/>
                  </a:lnTo>
                  <a:cubicBezTo>
                    <a:pt x="8844" y="22026"/>
                    <a:pt x="8824" y="22121"/>
                    <a:pt x="8809" y="22173"/>
                  </a:cubicBezTo>
                  <a:cubicBezTo>
                    <a:pt x="8766" y="22318"/>
                    <a:pt x="8755" y="22490"/>
                    <a:pt x="8709" y="22650"/>
                  </a:cubicBezTo>
                  <a:cubicBezTo>
                    <a:pt x="8568" y="23143"/>
                    <a:pt x="8552" y="23708"/>
                    <a:pt x="8417" y="24220"/>
                  </a:cubicBezTo>
                  <a:cubicBezTo>
                    <a:pt x="8379" y="24367"/>
                    <a:pt x="8379" y="24772"/>
                    <a:pt x="8313" y="24863"/>
                  </a:cubicBezTo>
                  <a:cubicBezTo>
                    <a:pt x="8313" y="24656"/>
                    <a:pt x="8248" y="24342"/>
                    <a:pt x="8305" y="24112"/>
                  </a:cubicBezTo>
                  <a:cubicBezTo>
                    <a:pt x="8408" y="23686"/>
                    <a:pt x="8415" y="23252"/>
                    <a:pt x="8539" y="22852"/>
                  </a:cubicBezTo>
                  <a:cubicBezTo>
                    <a:pt x="8595" y="22672"/>
                    <a:pt x="8649" y="22491"/>
                    <a:pt x="8706" y="22312"/>
                  </a:cubicBezTo>
                  <a:cubicBezTo>
                    <a:pt x="8748" y="22215"/>
                    <a:pt x="8809" y="22106"/>
                    <a:pt x="8830" y="21991"/>
                  </a:cubicBezTo>
                  <a:close/>
                  <a:moveTo>
                    <a:pt x="2129" y="25043"/>
                  </a:moveTo>
                  <a:cubicBezTo>
                    <a:pt x="2140" y="25056"/>
                    <a:pt x="2133" y="25047"/>
                    <a:pt x="2142" y="25069"/>
                  </a:cubicBezTo>
                  <a:lnTo>
                    <a:pt x="2129" y="25069"/>
                  </a:lnTo>
                  <a:lnTo>
                    <a:pt x="2129" y="25043"/>
                  </a:lnTo>
                  <a:close/>
                  <a:moveTo>
                    <a:pt x="1511" y="25004"/>
                  </a:moveTo>
                  <a:lnTo>
                    <a:pt x="1511" y="25004"/>
                  </a:lnTo>
                  <a:cubicBezTo>
                    <a:pt x="1546" y="25057"/>
                    <a:pt x="1506" y="25348"/>
                    <a:pt x="1489" y="25417"/>
                  </a:cubicBezTo>
                  <a:cubicBezTo>
                    <a:pt x="1409" y="25715"/>
                    <a:pt x="1361" y="26032"/>
                    <a:pt x="1277" y="26315"/>
                  </a:cubicBezTo>
                  <a:cubicBezTo>
                    <a:pt x="1243" y="26423"/>
                    <a:pt x="1263" y="26581"/>
                    <a:pt x="1204" y="26664"/>
                  </a:cubicBezTo>
                  <a:cubicBezTo>
                    <a:pt x="1205" y="26250"/>
                    <a:pt x="1307" y="25781"/>
                    <a:pt x="1410" y="25441"/>
                  </a:cubicBezTo>
                  <a:cubicBezTo>
                    <a:pt x="1451" y="25309"/>
                    <a:pt x="1500" y="25165"/>
                    <a:pt x="1511" y="25004"/>
                  </a:cubicBezTo>
                  <a:close/>
                  <a:moveTo>
                    <a:pt x="1191" y="26690"/>
                  </a:moveTo>
                  <a:lnTo>
                    <a:pt x="1191" y="26690"/>
                  </a:lnTo>
                  <a:cubicBezTo>
                    <a:pt x="1204" y="26712"/>
                    <a:pt x="1201" y="26719"/>
                    <a:pt x="1189" y="26741"/>
                  </a:cubicBezTo>
                  <a:cubicBezTo>
                    <a:pt x="1189" y="26725"/>
                    <a:pt x="1189" y="26706"/>
                    <a:pt x="1191" y="26690"/>
                  </a:cubicBezTo>
                  <a:close/>
                  <a:moveTo>
                    <a:pt x="2115" y="25069"/>
                  </a:moveTo>
                  <a:lnTo>
                    <a:pt x="2115" y="25069"/>
                  </a:lnTo>
                  <a:cubicBezTo>
                    <a:pt x="2152" y="25126"/>
                    <a:pt x="2108" y="25258"/>
                    <a:pt x="2098" y="25326"/>
                  </a:cubicBezTo>
                  <a:cubicBezTo>
                    <a:pt x="2065" y="25537"/>
                    <a:pt x="2011" y="25758"/>
                    <a:pt x="1941" y="25944"/>
                  </a:cubicBezTo>
                  <a:cubicBezTo>
                    <a:pt x="1785" y="26376"/>
                    <a:pt x="1716" y="26809"/>
                    <a:pt x="1540" y="27215"/>
                  </a:cubicBezTo>
                  <a:cubicBezTo>
                    <a:pt x="1445" y="27432"/>
                    <a:pt x="1367" y="27661"/>
                    <a:pt x="1268" y="27882"/>
                  </a:cubicBezTo>
                  <a:cubicBezTo>
                    <a:pt x="1208" y="28009"/>
                    <a:pt x="1131" y="28147"/>
                    <a:pt x="1090" y="28291"/>
                  </a:cubicBezTo>
                  <a:lnTo>
                    <a:pt x="1077" y="28291"/>
                  </a:lnTo>
                  <a:lnTo>
                    <a:pt x="1077" y="28253"/>
                  </a:lnTo>
                  <a:cubicBezTo>
                    <a:pt x="1138" y="28173"/>
                    <a:pt x="1138" y="28050"/>
                    <a:pt x="1175" y="27943"/>
                  </a:cubicBezTo>
                  <a:cubicBezTo>
                    <a:pt x="1259" y="27705"/>
                    <a:pt x="1309" y="27448"/>
                    <a:pt x="1397" y="27199"/>
                  </a:cubicBezTo>
                  <a:cubicBezTo>
                    <a:pt x="1548" y="26772"/>
                    <a:pt x="1671" y="26337"/>
                    <a:pt x="1826" y="25904"/>
                  </a:cubicBezTo>
                  <a:cubicBezTo>
                    <a:pt x="1921" y="25636"/>
                    <a:pt x="2043" y="25348"/>
                    <a:pt x="2115" y="25069"/>
                  </a:cubicBezTo>
                  <a:close/>
                  <a:moveTo>
                    <a:pt x="1063" y="28304"/>
                  </a:moveTo>
                  <a:cubicBezTo>
                    <a:pt x="1074" y="28316"/>
                    <a:pt x="1069" y="28305"/>
                    <a:pt x="1076" y="28329"/>
                  </a:cubicBezTo>
                  <a:lnTo>
                    <a:pt x="1063" y="28329"/>
                  </a:lnTo>
                  <a:lnTo>
                    <a:pt x="1063" y="28304"/>
                  </a:lnTo>
                  <a:close/>
                  <a:moveTo>
                    <a:pt x="2174" y="26553"/>
                  </a:moveTo>
                  <a:lnTo>
                    <a:pt x="2174" y="26553"/>
                  </a:lnTo>
                  <a:cubicBezTo>
                    <a:pt x="2207" y="26604"/>
                    <a:pt x="2187" y="26756"/>
                    <a:pt x="2169" y="26814"/>
                  </a:cubicBezTo>
                  <a:cubicBezTo>
                    <a:pt x="2108" y="27020"/>
                    <a:pt x="2060" y="27248"/>
                    <a:pt x="1988" y="27442"/>
                  </a:cubicBezTo>
                  <a:cubicBezTo>
                    <a:pt x="1801" y="27942"/>
                    <a:pt x="1711" y="28460"/>
                    <a:pt x="1503" y="28931"/>
                  </a:cubicBezTo>
                  <a:cubicBezTo>
                    <a:pt x="1428" y="29105"/>
                    <a:pt x="1349" y="29307"/>
                    <a:pt x="1247" y="29469"/>
                  </a:cubicBezTo>
                  <a:cubicBezTo>
                    <a:pt x="1165" y="29598"/>
                    <a:pt x="1066" y="29729"/>
                    <a:pt x="993" y="29863"/>
                  </a:cubicBezTo>
                  <a:lnTo>
                    <a:pt x="980" y="29863"/>
                  </a:lnTo>
                  <a:lnTo>
                    <a:pt x="980" y="29838"/>
                  </a:lnTo>
                  <a:cubicBezTo>
                    <a:pt x="1031" y="29783"/>
                    <a:pt x="1041" y="29707"/>
                    <a:pt x="1074" y="29633"/>
                  </a:cubicBezTo>
                  <a:cubicBezTo>
                    <a:pt x="1178" y="29402"/>
                    <a:pt x="1249" y="29150"/>
                    <a:pt x="1349" y="28902"/>
                  </a:cubicBezTo>
                  <a:cubicBezTo>
                    <a:pt x="1547" y="28401"/>
                    <a:pt x="1698" y="27881"/>
                    <a:pt x="1897" y="27375"/>
                  </a:cubicBezTo>
                  <a:cubicBezTo>
                    <a:pt x="1998" y="27125"/>
                    <a:pt x="2156" y="26865"/>
                    <a:pt x="2174" y="26553"/>
                  </a:cubicBezTo>
                  <a:close/>
                  <a:moveTo>
                    <a:pt x="952" y="29877"/>
                  </a:moveTo>
                  <a:cubicBezTo>
                    <a:pt x="964" y="29890"/>
                    <a:pt x="957" y="29881"/>
                    <a:pt x="965" y="29903"/>
                  </a:cubicBezTo>
                  <a:lnTo>
                    <a:pt x="952" y="29903"/>
                  </a:lnTo>
                  <a:lnTo>
                    <a:pt x="952" y="29877"/>
                  </a:lnTo>
                  <a:close/>
                  <a:moveTo>
                    <a:pt x="1384" y="30313"/>
                  </a:moveTo>
                  <a:cubicBezTo>
                    <a:pt x="1394" y="30326"/>
                    <a:pt x="1387" y="30318"/>
                    <a:pt x="1396" y="30339"/>
                  </a:cubicBezTo>
                  <a:lnTo>
                    <a:pt x="1384" y="30339"/>
                  </a:lnTo>
                  <a:lnTo>
                    <a:pt x="1384" y="30313"/>
                  </a:lnTo>
                  <a:close/>
                  <a:moveTo>
                    <a:pt x="11490" y="1"/>
                  </a:moveTo>
                  <a:cubicBezTo>
                    <a:pt x="11390" y="81"/>
                    <a:pt x="11074" y="120"/>
                    <a:pt x="10930" y="158"/>
                  </a:cubicBezTo>
                  <a:cubicBezTo>
                    <a:pt x="10866" y="164"/>
                    <a:pt x="10736" y="152"/>
                    <a:pt x="10701" y="206"/>
                  </a:cubicBezTo>
                  <a:cubicBezTo>
                    <a:pt x="10677" y="282"/>
                    <a:pt x="10654" y="360"/>
                    <a:pt x="10632" y="436"/>
                  </a:cubicBezTo>
                  <a:cubicBezTo>
                    <a:pt x="10598" y="491"/>
                    <a:pt x="10534" y="507"/>
                    <a:pt x="10487" y="549"/>
                  </a:cubicBezTo>
                  <a:cubicBezTo>
                    <a:pt x="10286" y="549"/>
                    <a:pt x="10177" y="500"/>
                    <a:pt x="10129" y="360"/>
                  </a:cubicBezTo>
                  <a:cubicBezTo>
                    <a:pt x="10115" y="316"/>
                    <a:pt x="10125" y="276"/>
                    <a:pt x="10105" y="244"/>
                  </a:cubicBezTo>
                  <a:cubicBezTo>
                    <a:pt x="10080" y="259"/>
                    <a:pt x="10051" y="262"/>
                    <a:pt x="10019" y="262"/>
                  </a:cubicBezTo>
                  <a:cubicBezTo>
                    <a:pt x="9988" y="262"/>
                    <a:pt x="9955" y="259"/>
                    <a:pt x="9921" y="259"/>
                  </a:cubicBezTo>
                  <a:cubicBezTo>
                    <a:pt x="9901" y="259"/>
                    <a:pt x="9880" y="260"/>
                    <a:pt x="9860" y="264"/>
                  </a:cubicBezTo>
                  <a:cubicBezTo>
                    <a:pt x="9675" y="300"/>
                    <a:pt x="9474" y="317"/>
                    <a:pt x="9271" y="317"/>
                  </a:cubicBezTo>
                  <a:cubicBezTo>
                    <a:pt x="9200" y="317"/>
                    <a:pt x="9129" y="315"/>
                    <a:pt x="9058" y="311"/>
                  </a:cubicBezTo>
                  <a:cubicBezTo>
                    <a:pt x="8992" y="407"/>
                    <a:pt x="8880" y="430"/>
                    <a:pt x="8747" y="430"/>
                  </a:cubicBezTo>
                  <a:cubicBezTo>
                    <a:pt x="8639" y="430"/>
                    <a:pt x="8518" y="415"/>
                    <a:pt x="8396" y="412"/>
                  </a:cubicBezTo>
                  <a:cubicBezTo>
                    <a:pt x="8383" y="412"/>
                    <a:pt x="8370" y="412"/>
                    <a:pt x="8356" y="412"/>
                  </a:cubicBezTo>
                  <a:cubicBezTo>
                    <a:pt x="8034" y="412"/>
                    <a:pt x="7717" y="484"/>
                    <a:pt x="7419" y="484"/>
                  </a:cubicBezTo>
                  <a:cubicBezTo>
                    <a:pt x="7311" y="484"/>
                    <a:pt x="7205" y="475"/>
                    <a:pt x="7102" y="449"/>
                  </a:cubicBezTo>
                  <a:cubicBezTo>
                    <a:pt x="7083" y="414"/>
                    <a:pt x="7056" y="360"/>
                    <a:pt x="7028" y="331"/>
                  </a:cubicBezTo>
                  <a:cubicBezTo>
                    <a:pt x="6989" y="354"/>
                    <a:pt x="6927" y="361"/>
                    <a:pt x="6857" y="361"/>
                  </a:cubicBezTo>
                  <a:cubicBezTo>
                    <a:pt x="6765" y="361"/>
                    <a:pt x="6659" y="350"/>
                    <a:pt x="6569" y="350"/>
                  </a:cubicBezTo>
                  <a:cubicBezTo>
                    <a:pt x="6528" y="350"/>
                    <a:pt x="6491" y="352"/>
                    <a:pt x="6460" y="359"/>
                  </a:cubicBezTo>
                  <a:cubicBezTo>
                    <a:pt x="6280" y="393"/>
                    <a:pt x="6069" y="403"/>
                    <a:pt x="5855" y="403"/>
                  </a:cubicBezTo>
                  <a:cubicBezTo>
                    <a:pt x="5630" y="403"/>
                    <a:pt x="5402" y="392"/>
                    <a:pt x="5205" y="383"/>
                  </a:cubicBezTo>
                  <a:cubicBezTo>
                    <a:pt x="5204" y="498"/>
                    <a:pt x="5172" y="623"/>
                    <a:pt x="5084" y="652"/>
                  </a:cubicBezTo>
                  <a:cubicBezTo>
                    <a:pt x="5051" y="681"/>
                    <a:pt x="5014" y="693"/>
                    <a:pt x="4975" y="693"/>
                  </a:cubicBezTo>
                  <a:cubicBezTo>
                    <a:pt x="4818" y="693"/>
                    <a:pt x="4635" y="490"/>
                    <a:pt x="4623" y="383"/>
                  </a:cubicBezTo>
                  <a:cubicBezTo>
                    <a:pt x="4518" y="381"/>
                    <a:pt x="4402" y="378"/>
                    <a:pt x="4283" y="378"/>
                  </a:cubicBezTo>
                  <a:cubicBezTo>
                    <a:pt x="4038" y="378"/>
                    <a:pt x="3782" y="388"/>
                    <a:pt x="3590" y="426"/>
                  </a:cubicBezTo>
                  <a:cubicBezTo>
                    <a:pt x="3517" y="424"/>
                    <a:pt x="3443" y="421"/>
                    <a:pt x="3370" y="420"/>
                  </a:cubicBezTo>
                  <a:cubicBezTo>
                    <a:pt x="3262" y="441"/>
                    <a:pt x="3143" y="448"/>
                    <a:pt x="3020" y="448"/>
                  </a:cubicBezTo>
                  <a:cubicBezTo>
                    <a:pt x="2816" y="448"/>
                    <a:pt x="2601" y="429"/>
                    <a:pt x="2402" y="426"/>
                  </a:cubicBezTo>
                  <a:lnTo>
                    <a:pt x="2402" y="426"/>
                  </a:lnTo>
                  <a:cubicBezTo>
                    <a:pt x="2412" y="527"/>
                    <a:pt x="2411" y="572"/>
                    <a:pt x="2396" y="671"/>
                  </a:cubicBezTo>
                  <a:cubicBezTo>
                    <a:pt x="2309" y="735"/>
                    <a:pt x="2133" y="876"/>
                    <a:pt x="1960" y="876"/>
                  </a:cubicBezTo>
                  <a:cubicBezTo>
                    <a:pt x="1905" y="876"/>
                    <a:pt x="1850" y="861"/>
                    <a:pt x="1798" y="825"/>
                  </a:cubicBezTo>
                  <a:cubicBezTo>
                    <a:pt x="1729" y="776"/>
                    <a:pt x="1684" y="671"/>
                    <a:pt x="1647" y="588"/>
                  </a:cubicBezTo>
                  <a:cubicBezTo>
                    <a:pt x="1583" y="579"/>
                    <a:pt x="1522" y="574"/>
                    <a:pt x="1463" y="574"/>
                  </a:cubicBezTo>
                  <a:cubicBezTo>
                    <a:pt x="1067" y="574"/>
                    <a:pt x="788" y="769"/>
                    <a:pt x="363" y="769"/>
                  </a:cubicBezTo>
                  <a:cubicBezTo>
                    <a:pt x="362" y="1104"/>
                    <a:pt x="284" y="1391"/>
                    <a:pt x="202" y="1657"/>
                  </a:cubicBezTo>
                  <a:cubicBezTo>
                    <a:pt x="158" y="1802"/>
                    <a:pt x="151" y="1958"/>
                    <a:pt x="115" y="2096"/>
                  </a:cubicBezTo>
                  <a:cubicBezTo>
                    <a:pt x="25" y="2441"/>
                    <a:pt x="68" y="2904"/>
                    <a:pt x="13" y="3245"/>
                  </a:cubicBezTo>
                  <a:cubicBezTo>
                    <a:pt x="0" y="3326"/>
                    <a:pt x="12" y="3626"/>
                    <a:pt x="29" y="3710"/>
                  </a:cubicBezTo>
                  <a:cubicBezTo>
                    <a:pt x="28" y="3783"/>
                    <a:pt x="26" y="3857"/>
                    <a:pt x="25" y="3929"/>
                  </a:cubicBezTo>
                  <a:cubicBezTo>
                    <a:pt x="83" y="4222"/>
                    <a:pt x="49" y="4556"/>
                    <a:pt x="108" y="4837"/>
                  </a:cubicBezTo>
                  <a:cubicBezTo>
                    <a:pt x="173" y="5146"/>
                    <a:pt x="129" y="5465"/>
                    <a:pt x="192" y="5769"/>
                  </a:cubicBezTo>
                  <a:cubicBezTo>
                    <a:pt x="217" y="5894"/>
                    <a:pt x="186" y="6030"/>
                    <a:pt x="209" y="6142"/>
                  </a:cubicBezTo>
                  <a:cubicBezTo>
                    <a:pt x="208" y="6453"/>
                    <a:pt x="204" y="6763"/>
                    <a:pt x="202" y="7073"/>
                  </a:cubicBezTo>
                  <a:cubicBezTo>
                    <a:pt x="196" y="7298"/>
                    <a:pt x="172" y="7606"/>
                    <a:pt x="214" y="7810"/>
                  </a:cubicBezTo>
                  <a:cubicBezTo>
                    <a:pt x="244" y="7964"/>
                    <a:pt x="188" y="8162"/>
                    <a:pt x="215" y="8300"/>
                  </a:cubicBezTo>
                  <a:cubicBezTo>
                    <a:pt x="247" y="8461"/>
                    <a:pt x="188" y="8671"/>
                    <a:pt x="217" y="8816"/>
                  </a:cubicBezTo>
                  <a:cubicBezTo>
                    <a:pt x="218" y="9099"/>
                    <a:pt x="222" y="9384"/>
                    <a:pt x="224" y="9668"/>
                  </a:cubicBezTo>
                  <a:cubicBezTo>
                    <a:pt x="276" y="9930"/>
                    <a:pt x="246" y="10210"/>
                    <a:pt x="311" y="10459"/>
                  </a:cubicBezTo>
                  <a:cubicBezTo>
                    <a:pt x="448" y="10988"/>
                    <a:pt x="560" y="11514"/>
                    <a:pt x="691" y="12070"/>
                  </a:cubicBezTo>
                  <a:cubicBezTo>
                    <a:pt x="771" y="12413"/>
                    <a:pt x="726" y="12798"/>
                    <a:pt x="797" y="13157"/>
                  </a:cubicBezTo>
                  <a:cubicBezTo>
                    <a:pt x="792" y="13352"/>
                    <a:pt x="788" y="13545"/>
                    <a:pt x="784" y="13739"/>
                  </a:cubicBezTo>
                  <a:cubicBezTo>
                    <a:pt x="775" y="14192"/>
                    <a:pt x="749" y="14691"/>
                    <a:pt x="651" y="15081"/>
                  </a:cubicBezTo>
                  <a:cubicBezTo>
                    <a:pt x="646" y="15153"/>
                    <a:pt x="640" y="15226"/>
                    <a:pt x="632" y="15300"/>
                  </a:cubicBezTo>
                  <a:cubicBezTo>
                    <a:pt x="553" y="15619"/>
                    <a:pt x="566" y="15963"/>
                    <a:pt x="483" y="16293"/>
                  </a:cubicBezTo>
                  <a:cubicBezTo>
                    <a:pt x="419" y="16541"/>
                    <a:pt x="427" y="16817"/>
                    <a:pt x="362" y="17078"/>
                  </a:cubicBezTo>
                  <a:cubicBezTo>
                    <a:pt x="237" y="17584"/>
                    <a:pt x="222" y="18198"/>
                    <a:pt x="209" y="18794"/>
                  </a:cubicBezTo>
                  <a:cubicBezTo>
                    <a:pt x="202" y="19139"/>
                    <a:pt x="189" y="19515"/>
                    <a:pt x="201" y="19841"/>
                  </a:cubicBezTo>
                  <a:cubicBezTo>
                    <a:pt x="201" y="20060"/>
                    <a:pt x="201" y="20280"/>
                    <a:pt x="199" y="20499"/>
                  </a:cubicBezTo>
                  <a:cubicBezTo>
                    <a:pt x="250" y="20757"/>
                    <a:pt x="218" y="21023"/>
                    <a:pt x="286" y="21251"/>
                  </a:cubicBezTo>
                  <a:cubicBezTo>
                    <a:pt x="441" y="21769"/>
                    <a:pt x="606" y="22251"/>
                    <a:pt x="744" y="22786"/>
                  </a:cubicBezTo>
                  <a:cubicBezTo>
                    <a:pt x="819" y="23079"/>
                    <a:pt x="778" y="23406"/>
                    <a:pt x="840" y="23718"/>
                  </a:cubicBezTo>
                  <a:cubicBezTo>
                    <a:pt x="839" y="23835"/>
                    <a:pt x="835" y="23951"/>
                    <a:pt x="833" y="24067"/>
                  </a:cubicBezTo>
                  <a:cubicBezTo>
                    <a:pt x="827" y="24291"/>
                    <a:pt x="855" y="24578"/>
                    <a:pt x="805" y="24778"/>
                  </a:cubicBezTo>
                  <a:cubicBezTo>
                    <a:pt x="785" y="25143"/>
                    <a:pt x="763" y="25511"/>
                    <a:pt x="744" y="25876"/>
                  </a:cubicBezTo>
                  <a:cubicBezTo>
                    <a:pt x="711" y="26016"/>
                    <a:pt x="746" y="26184"/>
                    <a:pt x="708" y="26341"/>
                  </a:cubicBezTo>
                  <a:cubicBezTo>
                    <a:pt x="651" y="26575"/>
                    <a:pt x="672" y="26873"/>
                    <a:pt x="664" y="27141"/>
                  </a:cubicBezTo>
                  <a:cubicBezTo>
                    <a:pt x="664" y="27373"/>
                    <a:pt x="662" y="27606"/>
                    <a:pt x="662" y="27839"/>
                  </a:cubicBezTo>
                  <a:cubicBezTo>
                    <a:pt x="733" y="28193"/>
                    <a:pt x="654" y="28630"/>
                    <a:pt x="727" y="28990"/>
                  </a:cubicBezTo>
                  <a:cubicBezTo>
                    <a:pt x="730" y="29111"/>
                    <a:pt x="731" y="29232"/>
                    <a:pt x="733" y="29352"/>
                  </a:cubicBezTo>
                  <a:cubicBezTo>
                    <a:pt x="775" y="29559"/>
                    <a:pt x="803" y="29793"/>
                    <a:pt x="848" y="30001"/>
                  </a:cubicBezTo>
                  <a:cubicBezTo>
                    <a:pt x="862" y="30136"/>
                    <a:pt x="877" y="30268"/>
                    <a:pt x="891" y="30403"/>
                  </a:cubicBezTo>
                  <a:cubicBezTo>
                    <a:pt x="958" y="30691"/>
                    <a:pt x="1018" y="31004"/>
                    <a:pt x="1013" y="31350"/>
                  </a:cubicBezTo>
                  <a:lnTo>
                    <a:pt x="1025" y="31350"/>
                  </a:lnTo>
                  <a:lnTo>
                    <a:pt x="1025" y="31337"/>
                  </a:lnTo>
                  <a:cubicBezTo>
                    <a:pt x="1137" y="31021"/>
                    <a:pt x="1246" y="30704"/>
                    <a:pt x="1357" y="30387"/>
                  </a:cubicBezTo>
                  <a:lnTo>
                    <a:pt x="1370" y="30387"/>
                  </a:lnTo>
                  <a:lnTo>
                    <a:pt x="1370" y="30350"/>
                  </a:lnTo>
                  <a:cubicBezTo>
                    <a:pt x="1378" y="30364"/>
                    <a:pt x="1377" y="30363"/>
                    <a:pt x="1381" y="30387"/>
                  </a:cubicBezTo>
                  <a:lnTo>
                    <a:pt x="1370" y="30387"/>
                  </a:lnTo>
                  <a:cubicBezTo>
                    <a:pt x="1370" y="30405"/>
                    <a:pt x="1370" y="30422"/>
                    <a:pt x="1367" y="30438"/>
                  </a:cubicBezTo>
                  <a:cubicBezTo>
                    <a:pt x="1275" y="30568"/>
                    <a:pt x="1262" y="30944"/>
                    <a:pt x="1211" y="31133"/>
                  </a:cubicBezTo>
                  <a:cubicBezTo>
                    <a:pt x="1170" y="31280"/>
                    <a:pt x="1168" y="31449"/>
                    <a:pt x="1124" y="31610"/>
                  </a:cubicBezTo>
                  <a:cubicBezTo>
                    <a:pt x="1029" y="31953"/>
                    <a:pt x="964" y="32413"/>
                    <a:pt x="1045" y="32810"/>
                  </a:cubicBezTo>
                  <a:cubicBezTo>
                    <a:pt x="1074" y="32948"/>
                    <a:pt x="1054" y="33259"/>
                    <a:pt x="1111" y="33352"/>
                  </a:cubicBezTo>
                  <a:cubicBezTo>
                    <a:pt x="1213" y="32215"/>
                    <a:pt x="1867" y="31949"/>
                    <a:pt x="2762" y="31642"/>
                  </a:cubicBezTo>
                  <a:cubicBezTo>
                    <a:pt x="3004" y="31560"/>
                    <a:pt x="3307" y="31509"/>
                    <a:pt x="3608" y="31509"/>
                  </a:cubicBezTo>
                  <a:cubicBezTo>
                    <a:pt x="3886" y="31509"/>
                    <a:pt x="4163" y="31552"/>
                    <a:pt x="4391" y="31651"/>
                  </a:cubicBezTo>
                  <a:cubicBezTo>
                    <a:pt x="4637" y="31758"/>
                    <a:pt x="4985" y="31982"/>
                    <a:pt x="5129" y="32183"/>
                  </a:cubicBezTo>
                  <a:cubicBezTo>
                    <a:pt x="5220" y="32309"/>
                    <a:pt x="5282" y="32510"/>
                    <a:pt x="5406" y="32603"/>
                  </a:cubicBezTo>
                  <a:cubicBezTo>
                    <a:pt x="5407" y="32546"/>
                    <a:pt x="5407" y="32491"/>
                    <a:pt x="5409" y="32436"/>
                  </a:cubicBezTo>
                  <a:cubicBezTo>
                    <a:pt x="5361" y="32355"/>
                    <a:pt x="5372" y="32227"/>
                    <a:pt x="5339" y="32138"/>
                  </a:cubicBezTo>
                  <a:cubicBezTo>
                    <a:pt x="5302" y="32043"/>
                    <a:pt x="5238" y="31946"/>
                    <a:pt x="5202" y="31851"/>
                  </a:cubicBezTo>
                  <a:cubicBezTo>
                    <a:pt x="5161" y="31694"/>
                    <a:pt x="5122" y="31539"/>
                    <a:pt x="5081" y="31383"/>
                  </a:cubicBezTo>
                  <a:cubicBezTo>
                    <a:pt x="5038" y="31258"/>
                    <a:pt x="4972" y="31119"/>
                    <a:pt x="4962" y="30968"/>
                  </a:cubicBezTo>
                  <a:lnTo>
                    <a:pt x="4949" y="30968"/>
                  </a:lnTo>
                  <a:lnTo>
                    <a:pt x="4949" y="30943"/>
                  </a:lnTo>
                  <a:cubicBezTo>
                    <a:pt x="4961" y="30956"/>
                    <a:pt x="4953" y="30946"/>
                    <a:pt x="4962" y="30968"/>
                  </a:cubicBezTo>
                  <a:lnTo>
                    <a:pt x="4975" y="30968"/>
                  </a:lnTo>
                  <a:cubicBezTo>
                    <a:pt x="4985" y="31072"/>
                    <a:pt x="5193" y="31481"/>
                    <a:pt x="5260" y="31529"/>
                  </a:cubicBezTo>
                  <a:lnTo>
                    <a:pt x="5260" y="31517"/>
                  </a:lnTo>
                  <a:cubicBezTo>
                    <a:pt x="5225" y="31459"/>
                    <a:pt x="5278" y="31161"/>
                    <a:pt x="5295" y="31091"/>
                  </a:cubicBezTo>
                  <a:lnTo>
                    <a:pt x="5311" y="30911"/>
                  </a:lnTo>
                  <a:cubicBezTo>
                    <a:pt x="5378" y="30653"/>
                    <a:pt x="5467" y="30281"/>
                    <a:pt x="5397" y="29970"/>
                  </a:cubicBezTo>
                  <a:cubicBezTo>
                    <a:pt x="5237" y="29274"/>
                    <a:pt x="5108" y="28621"/>
                    <a:pt x="4962" y="27906"/>
                  </a:cubicBezTo>
                  <a:cubicBezTo>
                    <a:pt x="4924" y="27715"/>
                    <a:pt x="4987" y="27528"/>
                    <a:pt x="4949" y="27324"/>
                  </a:cubicBezTo>
                  <a:cubicBezTo>
                    <a:pt x="4917" y="27151"/>
                    <a:pt x="4921" y="26822"/>
                    <a:pt x="4964" y="26651"/>
                  </a:cubicBezTo>
                  <a:cubicBezTo>
                    <a:pt x="4971" y="26488"/>
                    <a:pt x="4980" y="26324"/>
                    <a:pt x="4987" y="26161"/>
                  </a:cubicBezTo>
                  <a:cubicBezTo>
                    <a:pt x="5016" y="26039"/>
                    <a:pt x="5001" y="25898"/>
                    <a:pt x="5035" y="25761"/>
                  </a:cubicBezTo>
                  <a:cubicBezTo>
                    <a:pt x="5132" y="25367"/>
                    <a:pt x="5124" y="24950"/>
                    <a:pt x="5230" y="24563"/>
                  </a:cubicBezTo>
                  <a:cubicBezTo>
                    <a:pt x="5333" y="24184"/>
                    <a:pt x="5363" y="23753"/>
                    <a:pt x="5462" y="23367"/>
                  </a:cubicBezTo>
                  <a:cubicBezTo>
                    <a:pt x="5515" y="23159"/>
                    <a:pt x="5506" y="22941"/>
                    <a:pt x="5552" y="22749"/>
                  </a:cubicBezTo>
                  <a:cubicBezTo>
                    <a:pt x="5625" y="22455"/>
                    <a:pt x="5589" y="22148"/>
                    <a:pt x="5662" y="21859"/>
                  </a:cubicBezTo>
                  <a:cubicBezTo>
                    <a:pt x="5734" y="21574"/>
                    <a:pt x="5721" y="21254"/>
                    <a:pt x="5798" y="20957"/>
                  </a:cubicBezTo>
                  <a:cubicBezTo>
                    <a:pt x="5865" y="20700"/>
                    <a:pt x="5880" y="20398"/>
                    <a:pt x="5945" y="20135"/>
                  </a:cubicBezTo>
                  <a:cubicBezTo>
                    <a:pt x="5951" y="20040"/>
                    <a:pt x="5958" y="19946"/>
                    <a:pt x="5964" y="19851"/>
                  </a:cubicBezTo>
                  <a:cubicBezTo>
                    <a:pt x="6002" y="19695"/>
                    <a:pt x="5973" y="19509"/>
                    <a:pt x="6012" y="19335"/>
                  </a:cubicBezTo>
                  <a:cubicBezTo>
                    <a:pt x="6096" y="18987"/>
                    <a:pt x="6083" y="18471"/>
                    <a:pt x="6090" y="18070"/>
                  </a:cubicBezTo>
                  <a:cubicBezTo>
                    <a:pt x="6098" y="17763"/>
                    <a:pt x="6138" y="17385"/>
                    <a:pt x="6085" y="17115"/>
                  </a:cubicBezTo>
                  <a:cubicBezTo>
                    <a:pt x="6069" y="17035"/>
                    <a:pt x="6090" y="16920"/>
                    <a:pt x="6077" y="16856"/>
                  </a:cubicBezTo>
                  <a:cubicBezTo>
                    <a:pt x="6048" y="16711"/>
                    <a:pt x="6085" y="16556"/>
                    <a:pt x="6061" y="16429"/>
                  </a:cubicBezTo>
                  <a:cubicBezTo>
                    <a:pt x="6058" y="16234"/>
                    <a:pt x="6053" y="16042"/>
                    <a:pt x="6048" y="15847"/>
                  </a:cubicBezTo>
                  <a:cubicBezTo>
                    <a:pt x="6019" y="15694"/>
                    <a:pt x="6066" y="15516"/>
                    <a:pt x="6034" y="15342"/>
                  </a:cubicBezTo>
                  <a:cubicBezTo>
                    <a:pt x="6005" y="15183"/>
                    <a:pt x="6010" y="14879"/>
                    <a:pt x="6047" y="14722"/>
                  </a:cubicBezTo>
                  <a:lnTo>
                    <a:pt x="6053" y="14438"/>
                  </a:lnTo>
                  <a:cubicBezTo>
                    <a:pt x="6070" y="14190"/>
                    <a:pt x="6089" y="13939"/>
                    <a:pt x="6106" y="13689"/>
                  </a:cubicBezTo>
                  <a:cubicBezTo>
                    <a:pt x="6140" y="13556"/>
                    <a:pt x="6119" y="13397"/>
                    <a:pt x="6154" y="13252"/>
                  </a:cubicBezTo>
                  <a:cubicBezTo>
                    <a:pt x="6262" y="12820"/>
                    <a:pt x="6250" y="12352"/>
                    <a:pt x="6375" y="11937"/>
                  </a:cubicBezTo>
                  <a:cubicBezTo>
                    <a:pt x="6460" y="11661"/>
                    <a:pt x="6516" y="11375"/>
                    <a:pt x="6614" y="11104"/>
                  </a:cubicBezTo>
                  <a:cubicBezTo>
                    <a:pt x="6780" y="10641"/>
                    <a:pt x="6955" y="10156"/>
                    <a:pt x="7110" y="9680"/>
                  </a:cubicBezTo>
                  <a:cubicBezTo>
                    <a:pt x="7168" y="9414"/>
                    <a:pt x="7224" y="9146"/>
                    <a:pt x="7283" y="8881"/>
                  </a:cubicBezTo>
                  <a:cubicBezTo>
                    <a:pt x="7294" y="8783"/>
                    <a:pt x="7304" y="8684"/>
                    <a:pt x="7316" y="8585"/>
                  </a:cubicBezTo>
                  <a:cubicBezTo>
                    <a:pt x="7413" y="8201"/>
                    <a:pt x="7415" y="7791"/>
                    <a:pt x="7521" y="7413"/>
                  </a:cubicBezTo>
                  <a:cubicBezTo>
                    <a:pt x="7764" y="6546"/>
                    <a:pt x="7963" y="5710"/>
                    <a:pt x="8222" y="4856"/>
                  </a:cubicBezTo>
                  <a:lnTo>
                    <a:pt x="8452" y="3815"/>
                  </a:lnTo>
                  <a:cubicBezTo>
                    <a:pt x="8476" y="3713"/>
                    <a:pt x="8452" y="3435"/>
                    <a:pt x="8501" y="3364"/>
                  </a:cubicBezTo>
                  <a:lnTo>
                    <a:pt x="8501" y="3364"/>
                  </a:lnTo>
                  <a:cubicBezTo>
                    <a:pt x="8498" y="3815"/>
                    <a:pt x="8475" y="4287"/>
                    <a:pt x="8382" y="4667"/>
                  </a:cubicBezTo>
                  <a:cubicBezTo>
                    <a:pt x="8328" y="4885"/>
                    <a:pt x="8341" y="5109"/>
                    <a:pt x="8292" y="5312"/>
                  </a:cubicBezTo>
                  <a:cubicBezTo>
                    <a:pt x="8213" y="5626"/>
                    <a:pt x="8244" y="5961"/>
                    <a:pt x="8155" y="6253"/>
                  </a:cubicBezTo>
                  <a:cubicBezTo>
                    <a:pt x="8074" y="6525"/>
                    <a:pt x="7988" y="6805"/>
                    <a:pt x="7917" y="7087"/>
                  </a:cubicBezTo>
                  <a:lnTo>
                    <a:pt x="7928" y="7087"/>
                  </a:lnTo>
                  <a:cubicBezTo>
                    <a:pt x="7917" y="7104"/>
                    <a:pt x="7907" y="7121"/>
                    <a:pt x="7901" y="7137"/>
                  </a:cubicBezTo>
                  <a:cubicBezTo>
                    <a:pt x="7826" y="7313"/>
                    <a:pt x="7839" y="7510"/>
                    <a:pt x="7784" y="7704"/>
                  </a:cubicBezTo>
                  <a:cubicBezTo>
                    <a:pt x="7640" y="8214"/>
                    <a:pt x="7636" y="8819"/>
                    <a:pt x="7479" y="9325"/>
                  </a:cubicBezTo>
                  <a:cubicBezTo>
                    <a:pt x="7297" y="9914"/>
                    <a:pt x="7050" y="10402"/>
                    <a:pt x="6851" y="10966"/>
                  </a:cubicBezTo>
                  <a:cubicBezTo>
                    <a:pt x="6662" y="11497"/>
                    <a:pt x="6612" y="12078"/>
                    <a:pt x="6466" y="12663"/>
                  </a:cubicBezTo>
                  <a:cubicBezTo>
                    <a:pt x="6426" y="12816"/>
                    <a:pt x="6467" y="13032"/>
                    <a:pt x="6495" y="13156"/>
                  </a:cubicBezTo>
                  <a:cubicBezTo>
                    <a:pt x="6505" y="13290"/>
                    <a:pt x="6514" y="13423"/>
                    <a:pt x="6525" y="13557"/>
                  </a:cubicBezTo>
                  <a:cubicBezTo>
                    <a:pt x="6585" y="13823"/>
                    <a:pt x="6615" y="14110"/>
                    <a:pt x="6688" y="14349"/>
                  </a:cubicBezTo>
                  <a:cubicBezTo>
                    <a:pt x="6736" y="14504"/>
                    <a:pt x="6749" y="14639"/>
                    <a:pt x="6796" y="14791"/>
                  </a:cubicBezTo>
                  <a:cubicBezTo>
                    <a:pt x="7003" y="15456"/>
                    <a:pt x="7232" y="16101"/>
                    <a:pt x="7437" y="16783"/>
                  </a:cubicBezTo>
                  <a:cubicBezTo>
                    <a:pt x="7534" y="17102"/>
                    <a:pt x="7550" y="17446"/>
                    <a:pt x="7623" y="17782"/>
                  </a:cubicBezTo>
                  <a:cubicBezTo>
                    <a:pt x="7698" y="18135"/>
                    <a:pt x="7616" y="18577"/>
                    <a:pt x="7688" y="18935"/>
                  </a:cubicBezTo>
                  <a:cubicBezTo>
                    <a:pt x="7712" y="19051"/>
                    <a:pt x="7672" y="19210"/>
                    <a:pt x="7694" y="19309"/>
                  </a:cubicBezTo>
                  <a:cubicBezTo>
                    <a:pt x="7691" y="19381"/>
                    <a:pt x="7690" y="19457"/>
                    <a:pt x="7688" y="19530"/>
                  </a:cubicBezTo>
                  <a:cubicBezTo>
                    <a:pt x="7684" y="19714"/>
                    <a:pt x="7666" y="19940"/>
                    <a:pt x="7701" y="20111"/>
                  </a:cubicBezTo>
                  <a:cubicBezTo>
                    <a:pt x="7698" y="20201"/>
                    <a:pt x="7697" y="20293"/>
                    <a:pt x="7696" y="20382"/>
                  </a:cubicBezTo>
                  <a:cubicBezTo>
                    <a:pt x="7696" y="20569"/>
                    <a:pt x="7684" y="20824"/>
                    <a:pt x="7720" y="21003"/>
                  </a:cubicBezTo>
                  <a:lnTo>
                    <a:pt x="7716" y="21248"/>
                  </a:lnTo>
                  <a:cubicBezTo>
                    <a:pt x="7762" y="21482"/>
                    <a:pt x="7717" y="21770"/>
                    <a:pt x="7764" y="21998"/>
                  </a:cubicBezTo>
                  <a:cubicBezTo>
                    <a:pt x="7784" y="22099"/>
                    <a:pt x="7738" y="22231"/>
                    <a:pt x="7784" y="22310"/>
                  </a:cubicBezTo>
                  <a:cubicBezTo>
                    <a:pt x="7905" y="21232"/>
                    <a:pt x="8120" y="20223"/>
                    <a:pt x="8443" y="19338"/>
                  </a:cubicBezTo>
                  <a:cubicBezTo>
                    <a:pt x="8491" y="19204"/>
                    <a:pt x="8585" y="19082"/>
                    <a:pt x="8632" y="18955"/>
                  </a:cubicBezTo>
                  <a:lnTo>
                    <a:pt x="8643" y="18955"/>
                  </a:lnTo>
                  <a:cubicBezTo>
                    <a:pt x="8643" y="18971"/>
                    <a:pt x="8643" y="18989"/>
                    <a:pt x="8642" y="19006"/>
                  </a:cubicBezTo>
                  <a:cubicBezTo>
                    <a:pt x="8581" y="19104"/>
                    <a:pt x="8581" y="19322"/>
                    <a:pt x="8542" y="19444"/>
                  </a:cubicBezTo>
                  <a:cubicBezTo>
                    <a:pt x="8453" y="19733"/>
                    <a:pt x="8402" y="20043"/>
                    <a:pt x="8305" y="20344"/>
                  </a:cubicBezTo>
                  <a:cubicBezTo>
                    <a:pt x="8098" y="20973"/>
                    <a:pt x="7967" y="21635"/>
                    <a:pt x="7797" y="22296"/>
                  </a:cubicBezTo>
                  <a:cubicBezTo>
                    <a:pt x="7757" y="22452"/>
                    <a:pt x="7807" y="22868"/>
                    <a:pt x="7834" y="22994"/>
                  </a:cubicBezTo>
                  <a:cubicBezTo>
                    <a:pt x="7835" y="23086"/>
                    <a:pt x="7839" y="23176"/>
                    <a:pt x="7841" y="23266"/>
                  </a:cubicBezTo>
                  <a:cubicBezTo>
                    <a:pt x="7895" y="23531"/>
                    <a:pt x="7857" y="23849"/>
                    <a:pt x="7914" y="24120"/>
                  </a:cubicBezTo>
                  <a:cubicBezTo>
                    <a:pt x="7912" y="24185"/>
                    <a:pt x="7909" y="24249"/>
                    <a:pt x="7909" y="24314"/>
                  </a:cubicBezTo>
                  <a:cubicBezTo>
                    <a:pt x="7978" y="24643"/>
                    <a:pt x="7912" y="25027"/>
                    <a:pt x="7979" y="25350"/>
                  </a:cubicBezTo>
                  <a:cubicBezTo>
                    <a:pt x="7988" y="25520"/>
                    <a:pt x="7996" y="25687"/>
                    <a:pt x="8007" y="25856"/>
                  </a:cubicBezTo>
                  <a:cubicBezTo>
                    <a:pt x="8075" y="26250"/>
                    <a:pt x="8145" y="26642"/>
                    <a:pt x="8213" y="27036"/>
                  </a:cubicBezTo>
                  <a:cubicBezTo>
                    <a:pt x="8247" y="27182"/>
                    <a:pt x="8239" y="27638"/>
                    <a:pt x="8302" y="27724"/>
                  </a:cubicBezTo>
                  <a:cubicBezTo>
                    <a:pt x="8305" y="27501"/>
                    <a:pt x="8321" y="27253"/>
                    <a:pt x="8367" y="27054"/>
                  </a:cubicBezTo>
                  <a:cubicBezTo>
                    <a:pt x="8408" y="26889"/>
                    <a:pt x="8380" y="26713"/>
                    <a:pt x="8417" y="26562"/>
                  </a:cubicBezTo>
                  <a:cubicBezTo>
                    <a:pt x="8472" y="26331"/>
                    <a:pt x="8431" y="26074"/>
                    <a:pt x="8484" y="25854"/>
                  </a:cubicBezTo>
                  <a:lnTo>
                    <a:pt x="8489" y="25608"/>
                  </a:lnTo>
                  <a:cubicBezTo>
                    <a:pt x="8511" y="25515"/>
                    <a:pt x="8518" y="25345"/>
                    <a:pt x="8523" y="25246"/>
                  </a:cubicBezTo>
                  <a:cubicBezTo>
                    <a:pt x="8526" y="25165"/>
                    <a:pt x="8504" y="25018"/>
                    <a:pt x="8540" y="24963"/>
                  </a:cubicBezTo>
                  <a:lnTo>
                    <a:pt x="8540" y="24963"/>
                  </a:lnTo>
                  <a:cubicBezTo>
                    <a:pt x="8517" y="26270"/>
                    <a:pt x="8569" y="27632"/>
                    <a:pt x="8305" y="28733"/>
                  </a:cubicBezTo>
                  <a:cubicBezTo>
                    <a:pt x="8300" y="28865"/>
                    <a:pt x="8299" y="28999"/>
                    <a:pt x="8295" y="29133"/>
                  </a:cubicBezTo>
                  <a:cubicBezTo>
                    <a:pt x="8276" y="29216"/>
                    <a:pt x="8265" y="29365"/>
                    <a:pt x="8263" y="29454"/>
                  </a:cubicBezTo>
                  <a:cubicBezTo>
                    <a:pt x="8265" y="29505"/>
                    <a:pt x="8270" y="29557"/>
                    <a:pt x="8271" y="29608"/>
                  </a:cubicBezTo>
                  <a:cubicBezTo>
                    <a:pt x="8225" y="29897"/>
                    <a:pt x="8232" y="30245"/>
                    <a:pt x="8161" y="30537"/>
                  </a:cubicBezTo>
                  <a:cubicBezTo>
                    <a:pt x="8159" y="30616"/>
                    <a:pt x="8156" y="30691"/>
                    <a:pt x="8155" y="30770"/>
                  </a:cubicBezTo>
                  <a:cubicBezTo>
                    <a:pt x="8124" y="30899"/>
                    <a:pt x="8139" y="31078"/>
                    <a:pt x="8108" y="31207"/>
                  </a:cubicBezTo>
                  <a:cubicBezTo>
                    <a:pt x="8060" y="31402"/>
                    <a:pt x="8101" y="31630"/>
                    <a:pt x="8058" y="31815"/>
                  </a:cubicBezTo>
                  <a:cubicBezTo>
                    <a:pt x="8011" y="32000"/>
                    <a:pt x="8039" y="32166"/>
                    <a:pt x="7994" y="32343"/>
                  </a:cubicBezTo>
                  <a:cubicBezTo>
                    <a:pt x="7960" y="32472"/>
                    <a:pt x="7957" y="32618"/>
                    <a:pt x="7921" y="32756"/>
                  </a:cubicBezTo>
                  <a:cubicBezTo>
                    <a:pt x="7812" y="33150"/>
                    <a:pt x="7640" y="33846"/>
                    <a:pt x="7970" y="34114"/>
                  </a:cubicBezTo>
                  <a:lnTo>
                    <a:pt x="7970" y="34127"/>
                  </a:lnTo>
                  <a:lnTo>
                    <a:pt x="7982" y="34114"/>
                  </a:lnTo>
                  <a:cubicBezTo>
                    <a:pt x="8087" y="33974"/>
                    <a:pt x="8066" y="33683"/>
                    <a:pt x="8162" y="33535"/>
                  </a:cubicBezTo>
                  <a:cubicBezTo>
                    <a:pt x="8219" y="33481"/>
                    <a:pt x="8277" y="33426"/>
                    <a:pt x="8334" y="33372"/>
                  </a:cubicBezTo>
                  <a:cubicBezTo>
                    <a:pt x="8600" y="33116"/>
                    <a:pt x="8926" y="32910"/>
                    <a:pt x="9228" y="32695"/>
                  </a:cubicBezTo>
                  <a:cubicBezTo>
                    <a:pt x="9337" y="32616"/>
                    <a:pt x="9434" y="32484"/>
                    <a:pt x="9519" y="32378"/>
                  </a:cubicBezTo>
                  <a:cubicBezTo>
                    <a:pt x="9574" y="32324"/>
                    <a:pt x="9632" y="32269"/>
                    <a:pt x="9689" y="32215"/>
                  </a:cubicBezTo>
                  <a:cubicBezTo>
                    <a:pt x="9839" y="32023"/>
                    <a:pt x="10029" y="31831"/>
                    <a:pt x="10231" y="31696"/>
                  </a:cubicBezTo>
                  <a:cubicBezTo>
                    <a:pt x="10574" y="31468"/>
                    <a:pt x="11141" y="31399"/>
                    <a:pt x="11595" y="31299"/>
                  </a:cubicBezTo>
                  <a:cubicBezTo>
                    <a:pt x="11668" y="31303"/>
                    <a:pt x="11740" y="31309"/>
                    <a:pt x="11816" y="31316"/>
                  </a:cubicBezTo>
                  <a:cubicBezTo>
                    <a:pt x="11920" y="31296"/>
                    <a:pt x="12060" y="31268"/>
                    <a:pt x="12200" y="31268"/>
                  </a:cubicBezTo>
                  <a:cubicBezTo>
                    <a:pt x="12267" y="31268"/>
                    <a:pt x="12335" y="31275"/>
                    <a:pt x="12397" y="31292"/>
                  </a:cubicBezTo>
                  <a:cubicBezTo>
                    <a:pt x="12703" y="31373"/>
                    <a:pt x="12911" y="31514"/>
                    <a:pt x="13151" y="31644"/>
                  </a:cubicBezTo>
                  <a:cubicBezTo>
                    <a:pt x="13151" y="31610"/>
                    <a:pt x="13153" y="31575"/>
                    <a:pt x="13153" y="31540"/>
                  </a:cubicBezTo>
                  <a:cubicBezTo>
                    <a:pt x="13121" y="31492"/>
                    <a:pt x="13127" y="31430"/>
                    <a:pt x="13105" y="31372"/>
                  </a:cubicBezTo>
                  <a:cubicBezTo>
                    <a:pt x="13068" y="31271"/>
                    <a:pt x="13026" y="31168"/>
                    <a:pt x="12983" y="31059"/>
                  </a:cubicBezTo>
                  <a:cubicBezTo>
                    <a:pt x="12895" y="30835"/>
                    <a:pt x="12841" y="30576"/>
                    <a:pt x="12780" y="30318"/>
                  </a:cubicBezTo>
                  <a:cubicBezTo>
                    <a:pt x="12758" y="30127"/>
                    <a:pt x="12736" y="29938"/>
                    <a:pt x="12714" y="29746"/>
                  </a:cubicBezTo>
                  <a:cubicBezTo>
                    <a:pt x="12671" y="29531"/>
                    <a:pt x="12748" y="29285"/>
                    <a:pt x="12704" y="29061"/>
                  </a:cubicBezTo>
                  <a:cubicBezTo>
                    <a:pt x="12664" y="28855"/>
                    <a:pt x="12691" y="28263"/>
                    <a:pt x="12739" y="28067"/>
                  </a:cubicBezTo>
                  <a:cubicBezTo>
                    <a:pt x="12754" y="27783"/>
                    <a:pt x="12768" y="27499"/>
                    <a:pt x="12783" y="27215"/>
                  </a:cubicBezTo>
                  <a:cubicBezTo>
                    <a:pt x="12823" y="27033"/>
                    <a:pt x="12805" y="26774"/>
                    <a:pt x="12809" y="26569"/>
                  </a:cubicBezTo>
                  <a:cubicBezTo>
                    <a:pt x="12815" y="26287"/>
                    <a:pt x="12850" y="25960"/>
                    <a:pt x="12802" y="25717"/>
                  </a:cubicBezTo>
                  <a:cubicBezTo>
                    <a:pt x="12805" y="25670"/>
                    <a:pt x="12805" y="25623"/>
                    <a:pt x="12806" y="25576"/>
                  </a:cubicBezTo>
                  <a:cubicBezTo>
                    <a:pt x="12743" y="25267"/>
                    <a:pt x="12770" y="24924"/>
                    <a:pt x="12710" y="24618"/>
                  </a:cubicBezTo>
                  <a:cubicBezTo>
                    <a:pt x="12685" y="24496"/>
                    <a:pt x="12713" y="24365"/>
                    <a:pt x="12691" y="24256"/>
                  </a:cubicBezTo>
                  <a:cubicBezTo>
                    <a:pt x="12688" y="24050"/>
                    <a:pt x="12682" y="23842"/>
                    <a:pt x="12678" y="23637"/>
                  </a:cubicBezTo>
                  <a:cubicBezTo>
                    <a:pt x="12623" y="23355"/>
                    <a:pt x="12666" y="23057"/>
                    <a:pt x="12605" y="22769"/>
                  </a:cubicBezTo>
                  <a:cubicBezTo>
                    <a:pt x="12554" y="22520"/>
                    <a:pt x="12586" y="22246"/>
                    <a:pt x="12533" y="21980"/>
                  </a:cubicBezTo>
                  <a:cubicBezTo>
                    <a:pt x="12448" y="21138"/>
                    <a:pt x="12363" y="20294"/>
                    <a:pt x="12277" y="19453"/>
                  </a:cubicBezTo>
                  <a:cubicBezTo>
                    <a:pt x="12262" y="19120"/>
                    <a:pt x="12248" y="18790"/>
                    <a:pt x="12233" y="18457"/>
                  </a:cubicBezTo>
                  <a:lnTo>
                    <a:pt x="12245" y="17967"/>
                  </a:lnTo>
                  <a:cubicBezTo>
                    <a:pt x="12224" y="17728"/>
                    <a:pt x="12203" y="17491"/>
                    <a:pt x="12182" y="17254"/>
                  </a:cubicBezTo>
                  <a:cubicBezTo>
                    <a:pt x="12184" y="17198"/>
                    <a:pt x="12184" y="17141"/>
                    <a:pt x="12187" y="17087"/>
                  </a:cubicBezTo>
                  <a:cubicBezTo>
                    <a:pt x="12162" y="16965"/>
                    <a:pt x="12181" y="16796"/>
                    <a:pt x="12158" y="16673"/>
                  </a:cubicBezTo>
                  <a:cubicBezTo>
                    <a:pt x="12159" y="16587"/>
                    <a:pt x="12160" y="16500"/>
                    <a:pt x="12162" y="16414"/>
                  </a:cubicBezTo>
                  <a:cubicBezTo>
                    <a:pt x="12147" y="16338"/>
                    <a:pt x="12174" y="16209"/>
                    <a:pt x="12155" y="16116"/>
                  </a:cubicBezTo>
                  <a:cubicBezTo>
                    <a:pt x="12136" y="16011"/>
                    <a:pt x="12174" y="15851"/>
                    <a:pt x="12150" y="15729"/>
                  </a:cubicBezTo>
                  <a:cubicBezTo>
                    <a:pt x="12117" y="15562"/>
                    <a:pt x="12146" y="15324"/>
                    <a:pt x="12150" y="15135"/>
                  </a:cubicBezTo>
                  <a:cubicBezTo>
                    <a:pt x="12159" y="14700"/>
                    <a:pt x="12168" y="14264"/>
                    <a:pt x="12176" y="13830"/>
                  </a:cubicBezTo>
                  <a:cubicBezTo>
                    <a:pt x="12204" y="13330"/>
                    <a:pt x="12233" y="12832"/>
                    <a:pt x="12261" y="12333"/>
                  </a:cubicBezTo>
                  <a:cubicBezTo>
                    <a:pt x="12299" y="12169"/>
                    <a:pt x="12270" y="11980"/>
                    <a:pt x="12312" y="11804"/>
                  </a:cubicBezTo>
                  <a:cubicBezTo>
                    <a:pt x="12364" y="11578"/>
                    <a:pt x="12361" y="11301"/>
                    <a:pt x="12365" y="11029"/>
                  </a:cubicBezTo>
                  <a:cubicBezTo>
                    <a:pt x="12370" y="10901"/>
                    <a:pt x="12383" y="10737"/>
                    <a:pt x="12363" y="10628"/>
                  </a:cubicBezTo>
                  <a:cubicBezTo>
                    <a:pt x="12326" y="10440"/>
                    <a:pt x="12395" y="10204"/>
                    <a:pt x="12363" y="10033"/>
                  </a:cubicBezTo>
                  <a:cubicBezTo>
                    <a:pt x="12371" y="9611"/>
                    <a:pt x="12380" y="9190"/>
                    <a:pt x="12390" y="8767"/>
                  </a:cubicBezTo>
                  <a:cubicBezTo>
                    <a:pt x="12397" y="8461"/>
                    <a:pt x="12413" y="8048"/>
                    <a:pt x="12358" y="7771"/>
                  </a:cubicBezTo>
                  <a:cubicBezTo>
                    <a:pt x="12328" y="7615"/>
                    <a:pt x="12357" y="7457"/>
                    <a:pt x="12329" y="7318"/>
                  </a:cubicBezTo>
                  <a:cubicBezTo>
                    <a:pt x="12328" y="7233"/>
                    <a:pt x="12325" y="7145"/>
                    <a:pt x="12322" y="7060"/>
                  </a:cubicBezTo>
                  <a:cubicBezTo>
                    <a:pt x="12290" y="6895"/>
                    <a:pt x="12290" y="6689"/>
                    <a:pt x="12256" y="6529"/>
                  </a:cubicBezTo>
                  <a:cubicBezTo>
                    <a:pt x="12242" y="6379"/>
                    <a:pt x="12230" y="6228"/>
                    <a:pt x="12216" y="6077"/>
                  </a:cubicBezTo>
                  <a:cubicBezTo>
                    <a:pt x="12117" y="5629"/>
                    <a:pt x="12121" y="5125"/>
                    <a:pt x="12027" y="4665"/>
                  </a:cubicBezTo>
                  <a:cubicBezTo>
                    <a:pt x="11987" y="4478"/>
                    <a:pt x="12008" y="4284"/>
                    <a:pt x="11973" y="4108"/>
                  </a:cubicBezTo>
                  <a:cubicBezTo>
                    <a:pt x="11954" y="3799"/>
                    <a:pt x="11935" y="3487"/>
                    <a:pt x="11915" y="3176"/>
                  </a:cubicBezTo>
                  <a:cubicBezTo>
                    <a:pt x="11918" y="3086"/>
                    <a:pt x="11919" y="2995"/>
                    <a:pt x="11921" y="2906"/>
                  </a:cubicBezTo>
                  <a:cubicBezTo>
                    <a:pt x="11845" y="2513"/>
                    <a:pt x="11999" y="2006"/>
                    <a:pt x="11922" y="1613"/>
                  </a:cubicBezTo>
                  <a:cubicBezTo>
                    <a:pt x="11922" y="1432"/>
                    <a:pt x="11922" y="1253"/>
                    <a:pt x="11921" y="1071"/>
                  </a:cubicBezTo>
                  <a:cubicBezTo>
                    <a:pt x="11845" y="696"/>
                    <a:pt x="11819" y="529"/>
                    <a:pt x="11653" y="251"/>
                  </a:cubicBezTo>
                  <a:cubicBezTo>
                    <a:pt x="11609" y="175"/>
                    <a:pt x="11580" y="29"/>
                    <a:pt x="114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20"/>
            <p:cNvSpPr/>
            <p:nvPr/>
          </p:nvSpPr>
          <p:spPr>
            <a:xfrm>
              <a:off x="782018" y="3715853"/>
              <a:ext cx="34121" cy="26142"/>
            </a:xfrm>
            <a:custGeom>
              <a:rect b="b" l="l" r="r" t="t"/>
              <a:pathLst>
                <a:path extrusionOk="0" h="924" w="1206">
                  <a:moveTo>
                    <a:pt x="1116" y="1"/>
                  </a:moveTo>
                  <a:cubicBezTo>
                    <a:pt x="983" y="11"/>
                    <a:pt x="796" y="123"/>
                    <a:pt x="647" y="159"/>
                  </a:cubicBezTo>
                  <a:cubicBezTo>
                    <a:pt x="579" y="176"/>
                    <a:pt x="505" y="182"/>
                    <a:pt x="429" y="182"/>
                  </a:cubicBezTo>
                  <a:cubicBezTo>
                    <a:pt x="286" y="182"/>
                    <a:pt x="135" y="162"/>
                    <a:pt x="0" y="159"/>
                  </a:cubicBezTo>
                  <a:lnTo>
                    <a:pt x="0" y="185"/>
                  </a:lnTo>
                  <a:cubicBezTo>
                    <a:pt x="75" y="303"/>
                    <a:pt x="91" y="719"/>
                    <a:pt x="88" y="922"/>
                  </a:cubicBezTo>
                  <a:cubicBezTo>
                    <a:pt x="110" y="923"/>
                    <a:pt x="132" y="924"/>
                    <a:pt x="153" y="924"/>
                  </a:cubicBezTo>
                  <a:cubicBezTo>
                    <a:pt x="428" y="924"/>
                    <a:pt x="699" y="872"/>
                    <a:pt x="948" y="872"/>
                  </a:cubicBezTo>
                  <a:cubicBezTo>
                    <a:pt x="1003" y="872"/>
                    <a:pt x="1057" y="874"/>
                    <a:pt x="1110" y="880"/>
                  </a:cubicBezTo>
                  <a:cubicBezTo>
                    <a:pt x="1110" y="847"/>
                    <a:pt x="1111" y="812"/>
                    <a:pt x="1111" y="777"/>
                  </a:cubicBezTo>
                  <a:cubicBezTo>
                    <a:pt x="1206" y="638"/>
                    <a:pt x="1133" y="145"/>
                    <a:pt x="111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20"/>
            <p:cNvSpPr/>
            <p:nvPr/>
          </p:nvSpPr>
          <p:spPr>
            <a:xfrm>
              <a:off x="989792" y="3433842"/>
              <a:ext cx="50163" cy="23370"/>
            </a:xfrm>
            <a:custGeom>
              <a:rect b="b" l="l" r="r" t="t"/>
              <a:pathLst>
                <a:path extrusionOk="0" h="826" w="1773">
                  <a:moveTo>
                    <a:pt x="291" y="7"/>
                  </a:moveTo>
                  <a:cubicBezTo>
                    <a:pt x="214" y="46"/>
                    <a:pt x="134" y="1"/>
                    <a:pt x="97" y="89"/>
                  </a:cubicBezTo>
                  <a:cubicBezTo>
                    <a:pt x="0" y="196"/>
                    <a:pt x="90" y="366"/>
                    <a:pt x="141" y="441"/>
                  </a:cubicBezTo>
                  <a:cubicBezTo>
                    <a:pt x="188" y="507"/>
                    <a:pt x="279" y="587"/>
                    <a:pt x="358" y="613"/>
                  </a:cubicBezTo>
                  <a:cubicBezTo>
                    <a:pt x="490" y="611"/>
                    <a:pt x="625" y="610"/>
                    <a:pt x="758" y="610"/>
                  </a:cubicBezTo>
                  <a:cubicBezTo>
                    <a:pt x="925" y="639"/>
                    <a:pt x="1092" y="668"/>
                    <a:pt x="1259" y="699"/>
                  </a:cubicBezTo>
                  <a:cubicBezTo>
                    <a:pt x="1332" y="720"/>
                    <a:pt x="1584" y="826"/>
                    <a:pt x="1657" y="826"/>
                  </a:cubicBezTo>
                  <a:cubicBezTo>
                    <a:pt x="1663" y="826"/>
                    <a:pt x="1667" y="825"/>
                    <a:pt x="1671" y="824"/>
                  </a:cubicBezTo>
                  <a:cubicBezTo>
                    <a:pt x="1772" y="696"/>
                    <a:pt x="1650" y="472"/>
                    <a:pt x="1601" y="398"/>
                  </a:cubicBezTo>
                  <a:cubicBezTo>
                    <a:pt x="1423" y="123"/>
                    <a:pt x="749" y="15"/>
                    <a:pt x="291" y="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20"/>
            <p:cNvSpPr/>
            <p:nvPr/>
          </p:nvSpPr>
          <p:spPr>
            <a:xfrm>
              <a:off x="992791" y="3471498"/>
              <a:ext cx="4102" cy="4385"/>
            </a:xfrm>
            <a:custGeom>
              <a:rect b="b" l="l" r="r" t="t"/>
              <a:pathLst>
                <a:path extrusionOk="0" h="155" w="145">
                  <a:moveTo>
                    <a:pt x="55" y="0"/>
                  </a:moveTo>
                  <a:cubicBezTo>
                    <a:pt x="37" y="52"/>
                    <a:pt x="23" y="109"/>
                    <a:pt x="0" y="154"/>
                  </a:cubicBezTo>
                  <a:lnTo>
                    <a:pt x="13" y="154"/>
                  </a:lnTo>
                  <a:cubicBezTo>
                    <a:pt x="42" y="111"/>
                    <a:pt x="93" y="79"/>
                    <a:pt x="144" y="55"/>
                  </a:cubicBezTo>
                  <a:cubicBezTo>
                    <a:pt x="121" y="31"/>
                    <a:pt x="86" y="16"/>
                    <a:pt x="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20"/>
            <p:cNvSpPr/>
            <p:nvPr/>
          </p:nvSpPr>
          <p:spPr>
            <a:xfrm>
              <a:off x="993442" y="3455655"/>
              <a:ext cx="49625" cy="23087"/>
            </a:xfrm>
            <a:custGeom>
              <a:rect b="b" l="l" r="r" t="t"/>
              <a:pathLst>
                <a:path extrusionOk="0" h="816" w="1754">
                  <a:moveTo>
                    <a:pt x="408" y="0"/>
                  </a:moveTo>
                  <a:cubicBezTo>
                    <a:pt x="396" y="7"/>
                    <a:pt x="382" y="8"/>
                    <a:pt x="366" y="8"/>
                  </a:cubicBezTo>
                  <a:cubicBezTo>
                    <a:pt x="355" y="8"/>
                    <a:pt x="344" y="7"/>
                    <a:pt x="332" y="7"/>
                  </a:cubicBezTo>
                  <a:cubicBezTo>
                    <a:pt x="318" y="7"/>
                    <a:pt x="304" y="8"/>
                    <a:pt x="291" y="12"/>
                  </a:cubicBezTo>
                  <a:cubicBezTo>
                    <a:pt x="136" y="48"/>
                    <a:pt x="2" y="88"/>
                    <a:pt x="0" y="290"/>
                  </a:cubicBezTo>
                  <a:cubicBezTo>
                    <a:pt x="78" y="386"/>
                    <a:pt x="117" y="458"/>
                    <a:pt x="255" y="502"/>
                  </a:cubicBezTo>
                  <a:cubicBezTo>
                    <a:pt x="327" y="525"/>
                    <a:pt x="403" y="533"/>
                    <a:pt x="479" y="533"/>
                  </a:cubicBezTo>
                  <a:cubicBezTo>
                    <a:pt x="645" y="533"/>
                    <a:pt x="818" y="496"/>
                    <a:pt x="985" y="496"/>
                  </a:cubicBezTo>
                  <a:cubicBezTo>
                    <a:pt x="1057" y="496"/>
                    <a:pt x="1128" y="503"/>
                    <a:pt x="1197" y="522"/>
                  </a:cubicBezTo>
                  <a:cubicBezTo>
                    <a:pt x="1318" y="554"/>
                    <a:pt x="1443" y="604"/>
                    <a:pt x="1530" y="671"/>
                  </a:cubicBezTo>
                  <a:cubicBezTo>
                    <a:pt x="1579" y="707"/>
                    <a:pt x="1588" y="785"/>
                    <a:pt x="1643" y="816"/>
                  </a:cubicBezTo>
                  <a:cubicBezTo>
                    <a:pt x="1665" y="685"/>
                    <a:pt x="1747" y="639"/>
                    <a:pt x="1754" y="470"/>
                  </a:cubicBezTo>
                  <a:cubicBezTo>
                    <a:pt x="1697" y="409"/>
                    <a:pt x="1668" y="319"/>
                    <a:pt x="1603" y="271"/>
                  </a:cubicBezTo>
                  <a:cubicBezTo>
                    <a:pt x="1398" y="124"/>
                    <a:pt x="759" y="12"/>
                    <a:pt x="40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20"/>
            <p:cNvSpPr/>
            <p:nvPr/>
          </p:nvSpPr>
          <p:spPr>
            <a:xfrm>
              <a:off x="1007644" y="3415961"/>
              <a:ext cx="43401" cy="36186"/>
            </a:xfrm>
            <a:custGeom>
              <a:rect b="b" l="l" r="r" t="t"/>
              <a:pathLst>
                <a:path extrusionOk="0" h="1279" w="1534">
                  <a:moveTo>
                    <a:pt x="128" y="0"/>
                  </a:moveTo>
                  <a:cubicBezTo>
                    <a:pt x="112" y="28"/>
                    <a:pt x="102" y="29"/>
                    <a:pt x="89" y="64"/>
                  </a:cubicBezTo>
                  <a:cubicBezTo>
                    <a:pt x="0" y="176"/>
                    <a:pt x="113" y="322"/>
                    <a:pt x="160" y="390"/>
                  </a:cubicBezTo>
                  <a:cubicBezTo>
                    <a:pt x="342" y="652"/>
                    <a:pt x="756" y="615"/>
                    <a:pt x="1003" y="807"/>
                  </a:cubicBezTo>
                  <a:cubicBezTo>
                    <a:pt x="1083" y="870"/>
                    <a:pt x="1168" y="1009"/>
                    <a:pt x="1202" y="1110"/>
                  </a:cubicBezTo>
                  <a:cubicBezTo>
                    <a:pt x="1223" y="1168"/>
                    <a:pt x="1208" y="1230"/>
                    <a:pt x="1237" y="1278"/>
                  </a:cubicBezTo>
                  <a:lnTo>
                    <a:pt x="1237" y="1252"/>
                  </a:lnTo>
                  <a:cubicBezTo>
                    <a:pt x="1295" y="1194"/>
                    <a:pt x="1317" y="1126"/>
                    <a:pt x="1345" y="1034"/>
                  </a:cubicBezTo>
                  <a:cubicBezTo>
                    <a:pt x="1534" y="419"/>
                    <a:pt x="874" y="349"/>
                    <a:pt x="525" y="189"/>
                  </a:cubicBezTo>
                  <a:cubicBezTo>
                    <a:pt x="393" y="130"/>
                    <a:pt x="310" y="8"/>
                    <a:pt x="12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20"/>
            <p:cNvSpPr/>
            <p:nvPr/>
          </p:nvSpPr>
          <p:spPr>
            <a:xfrm>
              <a:off x="947072" y="3398930"/>
              <a:ext cx="92743" cy="130061"/>
            </a:xfrm>
            <a:custGeom>
              <a:rect b="b" l="l" r="r" t="t"/>
              <a:pathLst>
                <a:path extrusionOk="0" h="4597" w="3278">
                  <a:moveTo>
                    <a:pt x="2483" y="0"/>
                  </a:moveTo>
                  <a:cubicBezTo>
                    <a:pt x="2310" y="0"/>
                    <a:pt x="2236" y="127"/>
                    <a:pt x="2145" y="214"/>
                  </a:cubicBezTo>
                  <a:cubicBezTo>
                    <a:pt x="2070" y="287"/>
                    <a:pt x="1981" y="338"/>
                    <a:pt x="1897" y="403"/>
                  </a:cubicBezTo>
                  <a:cubicBezTo>
                    <a:pt x="1869" y="425"/>
                    <a:pt x="1866" y="464"/>
                    <a:pt x="1844" y="492"/>
                  </a:cubicBezTo>
                  <a:cubicBezTo>
                    <a:pt x="1811" y="530"/>
                    <a:pt x="1664" y="650"/>
                    <a:pt x="1621" y="681"/>
                  </a:cubicBezTo>
                  <a:cubicBezTo>
                    <a:pt x="1320" y="893"/>
                    <a:pt x="840" y="963"/>
                    <a:pt x="613" y="1254"/>
                  </a:cubicBezTo>
                  <a:cubicBezTo>
                    <a:pt x="386" y="1546"/>
                    <a:pt x="334" y="1920"/>
                    <a:pt x="228" y="2356"/>
                  </a:cubicBezTo>
                  <a:cubicBezTo>
                    <a:pt x="212" y="2558"/>
                    <a:pt x="194" y="2760"/>
                    <a:pt x="177" y="2963"/>
                  </a:cubicBezTo>
                  <a:cubicBezTo>
                    <a:pt x="151" y="3067"/>
                    <a:pt x="123" y="3177"/>
                    <a:pt x="81" y="3272"/>
                  </a:cubicBezTo>
                  <a:cubicBezTo>
                    <a:pt x="56" y="3327"/>
                    <a:pt x="14" y="3353"/>
                    <a:pt x="1" y="3424"/>
                  </a:cubicBezTo>
                  <a:cubicBezTo>
                    <a:pt x="132" y="3475"/>
                    <a:pt x="203" y="3680"/>
                    <a:pt x="277" y="3792"/>
                  </a:cubicBezTo>
                  <a:cubicBezTo>
                    <a:pt x="423" y="4010"/>
                    <a:pt x="638" y="4217"/>
                    <a:pt x="859" y="4361"/>
                  </a:cubicBezTo>
                  <a:cubicBezTo>
                    <a:pt x="1010" y="4457"/>
                    <a:pt x="1177" y="4464"/>
                    <a:pt x="1372" y="4526"/>
                  </a:cubicBezTo>
                  <a:cubicBezTo>
                    <a:pt x="1418" y="4541"/>
                    <a:pt x="1483" y="4596"/>
                    <a:pt x="1545" y="4596"/>
                  </a:cubicBezTo>
                  <a:cubicBezTo>
                    <a:pt x="1552" y="4596"/>
                    <a:pt x="1558" y="4596"/>
                    <a:pt x="1564" y="4595"/>
                  </a:cubicBezTo>
                  <a:cubicBezTo>
                    <a:pt x="1743" y="4564"/>
                    <a:pt x="1869" y="4398"/>
                    <a:pt x="1997" y="4308"/>
                  </a:cubicBezTo>
                  <a:cubicBezTo>
                    <a:pt x="2289" y="4098"/>
                    <a:pt x="2582" y="3877"/>
                    <a:pt x="2877" y="3669"/>
                  </a:cubicBezTo>
                  <a:cubicBezTo>
                    <a:pt x="3016" y="3568"/>
                    <a:pt x="3194" y="3435"/>
                    <a:pt x="3247" y="3250"/>
                  </a:cubicBezTo>
                  <a:cubicBezTo>
                    <a:pt x="3278" y="3144"/>
                    <a:pt x="3204" y="3026"/>
                    <a:pt x="3176" y="2965"/>
                  </a:cubicBezTo>
                  <a:cubicBezTo>
                    <a:pt x="3080" y="2743"/>
                    <a:pt x="2840" y="2640"/>
                    <a:pt x="2551" y="2640"/>
                  </a:cubicBezTo>
                  <a:cubicBezTo>
                    <a:pt x="2463" y="2640"/>
                    <a:pt x="2371" y="2650"/>
                    <a:pt x="2276" y="2668"/>
                  </a:cubicBezTo>
                  <a:cubicBezTo>
                    <a:pt x="2208" y="2667"/>
                    <a:pt x="2138" y="2665"/>
                    <a:pt x="2070" y="2665"/>
                  </a:cubicBezTo>
                  <a:cubicBezTo>
                    <a:pt x="1913" y="2705"/>
                    <a:pt x="1695" y="2767"/>
                    <a:pt x="1687" y="2966"/>
                  </a:cubicBezTo>
                  <a:cubicBezTo>
                    <a:pt x="1744" y="3038"/>
                    <a:pt x="1775" y="3100"/>
                    <a:pt x="1866" y="3139"/>
                  </a:cubicBezTo>
                  <a:cubicBezTo>
                    <a:pt x="1944" y="3173"/>
                    <a:pt x="2032" y="3184"/>
                    <a:pt x="2125" y="3184"/>
                  </a:cubicBezTo>
                  <a:cubicBezTo>
                    <a:pt x="2263" y="3184"/>
                    <a:pt x="2411" y="3161"/>
                    <a:pt x="2551" y="3161"/>
                  </a:cubicBezTo>
                  <a:cubicBezTo>
                    <a:pt x="2623" y="3161"/>
                    <a:pt x="2692" y="3167"/>
                    <a:pt x="2756" y="3184"/>
                  </a:cubicBezTo>
                  <a:cubicBezTo>
                    <a:pt x="2872" y="3216"/>
                    <a:pt x="2907" y="3286"/>
                    <a:pt x="2986" y="3344"/>
                  </a:cubicBezTo>
                  <a:lnTo>
                    <a:pt x="2986" y="3357"/>
                  </a:lnTo>
                  <a:lnTo>
                    <a:pt x="2960" y="3357"/>
                  </a:lnTo>
                  <a:cubicBezTo>
                    <a:pt x="2899" y="3302"/>
                    <a:pt x="2794" y="3290"/>
                    <a:pt x="2683" y="3290"/>
                  </a:cubicBezTo>
                  <a:cubicBezTo>
                    <a:pt x="2616" y="3290"/>
                    <a:pt x="2547" y="3294"/>
                    <a:pt x="2484" y="3296"/>
                  </a:cubicBezTo>
                  <a:cubicBezTo>
                    <a:pt x="2372" y="3300"/>
                    <a:pt x="2237" y="3338"/>
                    <a:pt x="2106" y="3338"/>
                  </a:cubicBezTo>
                  <a:cubicBezTo>
                    <a:pt x="2062" y="3338"/>
                    <a:pt x="2020" y="3333"/>
                    <a:pt x="1978" y="3323"/>
                  </a:cubicBezTo>
                  <a:cubicBezTo>
                    <a:pt x="1708" y="3256"/>
                    <a:pt x="1484" y="3134"/>
                    <a:pt x="1562" y="2811"/>
                  </a:cubicBezTo>
                  <a:lnTo>
                    <a:pt x="1549" y="2811"/>
                  </a:lnTo>
                  <a:cubicBezTo>
                    <a:pt x="1493" y="2892"/>
                    <a:pt x="1280" y="3068"/>
                    <a:pt x="1180" y="3100"/>
                  </a:cubicBezTo>
                  <a:lnTo>
                    <a:pt x="1180" y="3087"/>
                  </a:lnTo>
                  <a:lnTo>
                    <a:pt x="1193" y="3087"/>
                  </a:lnTo>
                  <a:cubicBezTo>
                    <a:pt x="1317" y="2907"/>
                    <a:pt x="1546" y="2754"/>
                    <a:pt x="1593" y="2501"/>
                  </a:cubicBezTo>
                  <a:cubicBezTo>
                    <a:pt x="1491" y="2433"/>
                    <a:pt x="1426" y="2210"/>
                    <a:pt x="1512" y="2072"/>
                  </a:cubicBezTo>
                  <a:cubicBezTo>
                    <a:pt x="1551" y="2010"/>
                    <a:pt x="1638" y="1978"/>
                    <a:pt x="1670" y="1908"/>
                  </a:cubicBezTo>
                  <a:cubicBezTo>
                    <a:pt x="1498" y="1850"/>
                    <a:pt x="1401" y="1648"/>
                    <a:pt x="1410" y="1411"/>
                  </a:cubicBezTo>
                  <a:lnTo>
                    <a:pt x="1372" y="1411"/>
                  </a:lnTo>
                  <a:cubicBezTo>
                    <a:pt x="1354" y="1385"/>
                    <a:pt x="1346" y="1380"/>
                    <a:pt x="1334" y="1345"/>
                  </a:cubicBezTo>
                  <a:cubicBezTo>
                    <a:pt x="1312" y="1319"/>
                    <a:pt x="1309" y="1291"/>
                    <a:pt x="1309" y="1242"/>
                  </a:cubicBezTo>
                  <a:lnTo>
                    <a:pt x="1298" y="1242"/>
                  </a:lnTo>
                  <a:lnTo>
                    <a:pt x="1298" y="1217"/>
                  </a:lnTo>
                  <a:cubicBezTo>
                    <a:pt x="1308" y="1229"/>
                    <a:pt x="1301" y="1220"/>
                    <a:pt x="1309" y="1242"/>
                  </a:cubicBezTo>
                  <a:lnTo>
                    <a:pt x="1323" y="1242"/>
                  </a:lnTo>
                  <a:cubicBezTo>
                    <a:pt x="1346" y="1280"/>
                    <a:pt x="1378" y="1319"/>
                    <a:pt x="1424" y="1335"/>
                  </a:cubicBezTo>
                  <a:cubicBezTo>
                    <a:pt x="1462" y="1206"/>
                    <a:pt x="1557" y="1124"/>
                    <a:pt x="1687" y="1095"/>
                  </a:cubicBezTo>
                  <a:cubicBezTo>
                    <a:pt x="1713" y="1089"/>
                    <a:pt x="1740" y="1087"/>
                    <a:pt x="1768" y="1087"/>
                  </a:cubicBezTo>
                  <a:cubicBezTo>
                    <a:pt x="1847" y="1087"/>
                    <a:pt x="1934" y="1104"/>
                    <a:pt x="2007" y="1104"/>
                  </a:cubicBezTo>
                  <a:cubicBezTo>
                    <a:pt x="2073" y="1104"/>
                    <a:pt x="2127" y="1091"/>
                    <a:pt x="2156" y="1040"/>
                  </a:cubicBezTo>
                  <a:cubicBezTo>
                    <a:pt x="2022" y="938"/>
                    <a:pt x="2039" y="647"/>
                    <a:pt x="2141" y="522"/>
                  </a:cubicBezTo>
                  <a:cubicBezTo>
                    <a:pt x="2182" y="471"/>
                    <a:pt x="2239" y="452"/>
                    <a:pt x="2299" y="452"/>
                  </a:cubicBezTo>
                  <a:cubicBezTo>
                    <a:pt x="2389" y="452"/>
                    <a:pt x="2487" y="494"/>
                    <a:pt x="2553" y="531"/>
                  </a:cubicBezTo>
                  <a:lnTo>
                    <a:pt x="2553" y="506"/>
                  </a:lnTo>
                  <a:cubicBezTo>
                    <a:pt x="2635" y="408"/>
                    <a:pt x="2589" y="171"/>
                    <a:pt x="2563" y="66"/>
                  </a:cubicBezTo>
                  <a:lnTo>
                    <a:pt x="2486" y="0"/>
                  </a:lnTo>
                  <a:cubicBezTo>
                    <a:pt x="2485" y="0"/>
                    <a:pt x="2484" y="0"/>
                    <a:pt x="248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20"/>
            <p:cNvSpPr/>
            <p:nvPr/>
          </p:nvSpPr>
          <p:spPr>
            <a:xfrm>
              <a:off x="733272" y="3253199"/>
              <a:ext cx="256754" cy="463261"/>
            </a:xfrm>
            <a:custGeom>
              <a:rect b="b" l="l" r="r" t="t"/>
              <a:pathLst>
                <a:path extrusionOk="0" h="16374" w="9075">
                  <a:moveTo>
                    <a:pt x="2548" y="2831"/>
                  </a:moveTo>
                  <a:cubicBezTo>
                    <a:pt x="2558" y="2844"/>
                    <a:pt x="2552" y="2835"/>
                    <a:pt x="2561" y="2857"/>
                  </a:cubicBezTo>
                  <a:lnTo>
                    <a:pt x="2548" y="2857"/>
                  </a:lnTo>
                  <a:lnTo>
                    <a:pt x="2548" y="2831"/>
                  </a:lnTo>
                  <a:close/>
                  <a:moveTo>
                    <a:pt x="2561" y="2857"/>
                  </a:moveTo>
                  <a:cubicBezTo>
                    <a:pt x="2620" y="2905"/>
                    <a:pt x="2652" y="2989"/>
                    <a:pt x="2699" y="3053"/>
                  </a:cubicBezTo>
                  <a:cubicBezTo>
                    <a:pt x="2830" y="3235"/>
                    <a:pt x="3006" y="3388"/>
                    <a:pt x="3007" y="3693"/>
                  </a:cubicBezTo>
                  <a:cubicBezTo>
                    <a:pt x="3005" y="3694"/>
                    <a:pt x="3004" y="3694"/>
                    <a:pt x="3002" y="3694"/>
                  </a:cubicBezTo>
                  <a:cubicBezTo>
                    <a:pt x="2999" y="3694"/>
                    <a:pt x="2997" y="3693"/>
                    <a:pt x="2996" y="3693"/>
                  </a:cubicBezTo>
                  <a:lnTo>
                    <a:pt x="2996" y="3667"/>
                  </a:lnTo>
                  <a:cubicBezTo>
                    <a:pt x="2853" y="3559"/>
                    <a:pt x="2590" y="3072"/>
                    <a:pt x="2561" y="2857"/>
                  </a:cubicBezTo>
                  <a:close/>
                  <a:moveTo>
                    <a:pt x="5018" y="8738"/>
                  </a:moveTo>
                  <a:cubicBezTo>
                    <a:pt x="5028" y="8750"/>
                    <a:pt x="5021" y="8741"/>
                    <a:pt x="5031" y="8763"/>
                  </a:cubicBezTo>
                  <a:lnTo>
                    <a:pt x="5018" y="8763"/>
                  </a:lnTo>
                  <a:lnTo>
                    <a:pt x="5018" y="8738"/>
                  </a:lnTo>
                  <a:close/>
                  <a:moveTo>
                    <a:pt x="5046" y="9916"/>
                  </a:moveTo>
                  <a:cubicBezTo>
                    <a:pt x="5056" y="9927"/>
                    <a:pt x="5048" y="9919"/>
                    <a:pt x="5057" y="9941"/>
                  </a:cubicBezTo>
                  <a:lnTo>
                    <a:pt x="5046" y="9941"/>
                  </a:lnTo>
                  <a:lnTo>
                    <a:pt x="5046" y="9916"/>
                  </a:lnTo>
                  <a:close/>
                  <a:moveTo>
                    <a:pt x="5006" y="8764"/>
                  </a:moveTo>
                  <a:lnTo>
                    <a:pt x="5006" y="8764"/>
                  </a:lnTo>
                  <a:cubicBezTo>
                    <a:pt x="5021" y="8796"/>
                    <a:pt x="4859" y="9186"/>
                    <a:pt x="4829" y="9265"/>
                  </a:cubicBezTo>
                  <a:cubicBezTo>
                    <a:pt x="4678" y="9628"/>
                    <a:pt x="4585" y="10042"/>
                    <a:pt x="4465" y="10447"/>
                  </a:cubicBezTo>
                  <a:cubicBezTo>
                    <a:pt x="4442" y="10579"/>
                    <a:pt x="4416" y="10711"/>
                    <a:pt x="4393" y="10846"/>
                  </a:cubicBezTo>
                  <a:cubicBezTo>
                    <a:pt x="4375" y="10909"/>
                    <a:pt x="4406" y="10995"/>
                    <a:pt x="4375" y="11038"/>
                  </a:cubicBezTo>
                  <a:lnTo>
                    <a:pt x="4359" y="10586"/>
                  </a:lnTo>
                  <a:cubicBezTo>
                    <a:pt x="4419" y="10345"/>
                    <a:pt x="4416" y="10106"/>
                    <a:pt x="4490" y="9891"/>
                  </a:cubicBezTo>
                  <a:cubicBezTo>
                    <a:pt x="4574" y="9651"/>
                    <a:pt x="4659" y="9411"/>
                    <a:pt x="4765" y="9186"/>
                  </a:cubicBezTo>
                  <a:cubicBezTo>
                    <a:pt x="4832" y="9041"/>
                    <a:pt x="4934" y="8905"/>
                    <a:pt x="5006" y="8764"/>
                  </a:cubicBezTo>
                  <a:close/>
                  <a:moveTo>
                    <a:pt x="5034" y="9939"/>
                  </a:moveTo>
                  <a:lnTo>
                    <a:pt x="5034" y="9939"/>
                  </a:lnTo>
                  <a:cubicBezTo>
                    <a:pt x="5062" y="10000"/>
                    <a:pt x="4982" y="10148"/>
                    <a:pt x="4961" y="10210"/>
                  </a:cubicBezTo>
                  <a:cubicBezTo>
                    <a:pt x="4887" y="10435"/>
                    <a:pt x="4858" y="10673"/>
                    <a:pt x="4793" y="10891"/>
                  </a:cubicBezTo>
                  <a:cubicBezTo>
                    <a:pt x="4771" y="10960"/>
                    <a:pt x="4765" y="11198"/>
                    <a:pt x="4721" y="11226"/>
                  </a:cubicBezTo>
                  <a:lnTo>
                    <a:pt x="4708" y="11239"/>
                  </a:lnTo>
                  <a:lnTo>
                    <a:pt x="4708" y="11213"/>
                  </a:lnTo>
                  <a:cubicBezTo>
                    <a:pt x="4646" y="11130"/>
                    <a:pt x="4672" y="10899"/>
                    <a:pt x="4705" y="10785"/>
                  </a:cubicBezTo>
                  <a:cubicBezTo>
                    <a:pt x="4765" y="10582"/>
                    <a:pt x="4827" y="10369"/>
                    <a:pt x="4912" y="10182"/>
                  </a:cubicBezTo>
                  <a:cubicBezTo>
                    <a:pt x="4948" y="10105"/>
                    <a:pt x="5006" y="10028"/>
                    <a:pt x="5034" y="9939"/>
                  </a:cubicBezTo>
                  <a:close/>
                  <a:moveTo>
                    <a:pt x="4970" y="10935"/>
                  </a:moveTo>
                  <a:cubicBezTo>
                    <a:pt x="5005" y="10992"/>
                    <a:pt x="4960" y="11169"/>
                    <a:pt x="4939" y="11243"/>
                  </a:cubicBezTo>
                  <a:cubicBezTo>
                    <a:pt x="4871" y="11498"/>
                    <a:pt x="4871" y="11810"/>
                    <a:pt x="4806" y="12069"/>
                  </a:cubicBezTo>
                  <a:cubicBezTo>
                    <a:pt x="4782" y="12158"/>
                    <a:pt x="4819" y="12309"/>
                    <a:pt x="4772" y="12377"/>
                  </a:cubicBezTo>
                  <a:cubicBezTo>
                    <a:pt x="4772" y="12232"/>
                    <a:pt x="4769" y="12072"/>
                    <a:pt x="4743" y="11938"/>
                  </a:cubicBezTo>
                  <a:cubicBezTo>
                    <a:pt x="4734" y="11887"/>
                    <a:pt x="4752" y="11813"/>
                    <a:pt x="4759" y="11784"/>
                  </a:cubicBezTo>
                  <a:cubicBezTo>
                    <a:pt x="4765" y="11690"/>
                    <a:pt x="4772" y="11595"/>
                    <a:pt x="4778" y="11499"/>
                  </a:cubicBezTo>
                  <a:cubicBezTo>
                    <a:pt x="4832" y="11288"/>
                    <a:pt x="4886" y="11099"/>
                    <a:pt x="4970" y="10935"/>
                  </a:cubicBezTo>
                  <a:close/>
                  <a:moveTo>
                    <a:pt x="7740" y="11989"/>
                  </a:moveTo>
                  <a:cubicBezTo>
                    <a:pt x="7815" y="12072"/>
                    <a:pt x="7773" y="12203"/>
                    <a:pt x="7796" y="12339"/>
                  </a:cubicBezTo>
                  <a:cubicBezTo>
                    <a:pt x="7853" y="12654"/>
                    <a:pt x="7692" y="12911"/>
                    <a:pt x="7586" y="13097"/>
                  </a:cubicBezTo>
                  <a:lnTo>
                    <a:pt x="7572" y="13097"/>
                  </a:lnTo>
                  <a:cubicBezTo>
                    <a:pt x="7575" y="13085"/>
                    <a:pt x="7575" y="13071"/>
                    <a:pt x="7575" y="13058"/>
                  </a:cubicBezTo>
                  <a:cubicBezTo>
                    <a:pt x="7631" y="12979"/>
                    <a:pt x="7616" y="12856"/>
                    <a:pt x="7645" y="12748"/>
                  </a:cubicBezTo>
                  <a:cubicBezTo>
                    <a:pt x="7709" y="12520"/>
                    <a:pt x="7738" y="12260"/>
                    <a:pt x="7740" y="11989"/>
                  </a:cubicBezTo>
                  <a:close/>
                  <a:moveTo>
                    <a:pt x="7282" y="12251"/>
                  </a:moveTo>
                  <a:cubicBezTo>
                    <a:pt x="7322" y="12305"/>
                    <a:pt x="7324" y="12542"/>
                    <a:pt x="7301" y="12639"/>
                  </a:cubicBezTo>
                  <a:cubicBezTo>
                    <a:pt x="7242" y="12872"/>
                    <a:pt x="7199" y="13439"/>
                    <a:pt x="7048" y="13552"/>
                  </a:cubicBezTo>
                  <a:lnTo>
                    <a:pt x="7048" y="13565"/>
                  </a:lnTo>
                  <a:lnTo>
                    <a:pt x="7035" y="13552"/>
                  </a:lnTo>
                  <a:cubicBezTo>
                    <a:pt x="6985" y="13481"/>
                    <a:pt x="7036" y="13289"/>
                    <a:pt x="7068" y="13203"/>
                  </a:cubicBezTo>
                  <a:cubicBezTo>
                    <a:pt x="7176" y="12908"/>
                    <a:pt x="7266" y="12635"/>
                    <a:pt x="7282" y="12251"/>
                  </a:cubicBezTo>
                  <a:close/>
                  <a:moveTo>
                    <a:pt x="6796" y="12578"/>
                  </a:moveTo>
                  <a:lnTo>
                    <a:pt x="6796" y="12578"/>
                  </a:lnTo>
                  <a:cubicBezTo>
                    <a:pt x="6886" y="12675"/>
                    <a:pt x="6837" y="12828"/>
                    <a:pt x="6866" y="12992"/>
                  </a:cubicBezTo>
                  <a:cubicBezTo>
                    <a:pt x="6907" y="13221"/>
                    <a:pt x="6798" y="13631"/>
                    <a:pt x="6719" y="13802"/>
                  </a:cubicBezTo>
                  <a:cubicBezTo>
                    <a:pt x="6693" y="13857"/>
                    <a:pt x="6646" y="13908"/>
                    <a:pt x="6625" y="13968"/>
                  </a:cubicBezTo>
                  <a:lnTo>
                    <a:pt x="6611" y="13968"/>
                  </a:lnTo>
                  <a:cubicBezTo>
                    <a:pt x="6611" y="13952"/>
                    <a:pt x="6611" y="13933"/>
                    <a:pt x="6613" y="13917"/>
                  </a:cubicBezTo>
                  <a:cubicBezTo>
                    <a:pt x="6672" y="13834"/>
                    <a:pt x="6655" y="13679"/>
                    <a:pt x="6686" y="13569"/>
                  </a:cubicBezTo>
                  <a:cubicBezTo>
                    <a:pt x="6779" y="13242"/>
                    <a:pt x="6815" y="12962"/>
                    <a:pt x="6796" y="12578"/>
                  </a:cubicBezTo>
                  <a:close/>
                  <a:moveTo>
                    <a:pt x="6392" y="13395"/>
                  </a:moveTo>
                  <a:cubicBezTo>
                    <a:pt x="6489" y="13503"/>
                    <a:pt x="6390" y="13982"/>
                    <a:pt x="6313" y="14039"/>
                  </a:cubicBezTo>
                  <a:lnTo>
                    <a:pt x="6300" y="14052"/>
                  </a:lnTo>
                  <a:cubicBezTo>
                    <a:pt x="6302" y="13995"/>
                    <a:pt x="6302" y="13939"/>
                    <a:pt x="6305" y="13885"/>
                  </a:cubicBezTo>
                  <a:cubicBezTo>
                    <a:pt x="6366" y="13795"/>
                    <a:pt x="6390" y="13545"/>
                    <a:pt x="6392" y="13395"/>
                  </a:cubicBezTo>
                  <a:close/>
                  <a:moveTo>
                    <a:pt x="104" y="0"/>
                  </a:moveTo>
                  <a:lnTo>
                    <a:pt x="104" y="12"/>
                  </a:lnTo>
                  <a:cubicBezTo>
                    <a:pt x="219" y="146"/>
                    <a:pt x="249" y="380"/>
                    <a:pt x="310" y="560"/>
                  </a:cubicBezTo>
                  <a:cubicBezTo>
                    <a:pt x="416" y="860"/>
                    <a:pt x="485" y="1159"/>
                    <a:pt x="576" y="1483"/>
                  </a:cubicBezTo>
                  <a:cubicBezTo>
                    <a:pt x="627" y="1665"/>
                    <a:pt x="679" y="1887"/>
                    <a:pt x="627" y="2104"/>
                  </a:cubicBezTo>
                  <a:cubicBezTo>
                    <a:pt x="585" y="2127"/>
                    <a:pt x="570" y="2140"/>
                    <a:pt x="496" y="2140"/>
                  </a:cubicBezTo>
                  <a:cubicBezTo>
                    <a:pt x="438" y="2081"/>
                    <a:pt x="354" y="2037"/>
                    <a:pt x="306" y="1967"/>
                  </a:cubicBezTo>
                  <a:cubicBezTo>
                    <a:pt x="223" y="1855"/>
                    <a:pt x="127" y="1732"/>
                    <a:pt x="2" y="1665"/>
                  </a:cubicBezTo>
                  <a:cubicBezTo>
                    <a:pt x="2" y="1690"/>
                    <a:pt x="1" y="1716"/>
                    <a:pt x="1" y="1742"/>
                  </a:cubicBezTo>
                  <a:cubicBezTo>
                    <a:pt x="59" y="1839"/>
                    <a:pt x="8" y="2159"/>
                    <a:pt x="2" y="2286"/>
                  </a:cubicBezTo>
                  <a:cubicBezTo>
                    <a:pt x="400" y="2309"/>
                    <a:pt x="367" y="2971"/>
                    <a:pt x="445" y="3317"/>
                  </a:cubicBezTo>
                  <a:cubicBezTo>
                    <a:pt x="461" y="3391"/>
                    <a:pt x="412" y="3625"/>
                    <a:pt x="412" y="3625"/>
                  </a:cubicBezTo>
                  <a:cubicBezTo>
                    <a:pt x="438" y="3712"/>
                    <a:pt x="514" y="3791"/>
                    <a:pt x="549" y="3875"/>
                  </a:cubicBezTo>
                  <a:cubicBezTo>
                    <a:pt x="643" y="4102"/>
                    <a:pt x="717" y="4355"/>
                    <a:pt x="793" y="4590"/>
                  </a:cubicBezTo>
                  <a:cubicBezTo>
                    <a:pt x="876" y="4858"/>
                    <a:pt x="912" y="5115"/>
                    <a:pt x="996" y="5383"/>
                  </a:cubicBezTo>
                  <a:cubicBezTo>
                    <a:pt x="1370" y="6586"/>
                    <a:pt x="1638" y="7853"/>
                    <a:pt x="1963" y="9099"/>
                  </a:cubicBezTo>
                  <a:cubicBezTo>
                    <a:pt x="2133" y="9756"/>
                    <a:pt x="2176" y="10454"/>
                    <a:pt x="2334" y="11124"/>
                  </a:cubicBezTo>
                  <a:cubicBezTo>
                    <a:pt x="2388" y="11354"/>
                    <a:pt x="2386" y="11591"/>
                    <a:pt x="2436" y="11810"/>
                  </a:cubicBezTo>
                  <a:cubicBezTo>
                    <a:pt x="2450" y="11959"/>
                    <a:pt x="2465" y="12105"/>
                    <a:pt x="2477" y="12251"/>
                  </a:cubicBezTo>
                  <a:cubicBezTo>
                    <a:pt x="2564" y="12639"/>
                    <a:pt x="2612" y="13081"/>
                    <a:pt x="2709" y="13458"/>
                  </a:cubicBezTo>
                  <a:cubicBezTo>
                    <a:pt x="2747" y="13606"/>
                    <a:pt x="2837" y="14036"/>
                    <a:pt x="2783" y="14195"/>
                  </a:cubicBezTo>
                  <a:cubicBezTo>
                    <a:pt x="2709" y="14420"/>
                    <a:pt x="2517" y="14538"/>
                    <a:pt x="2386" y="14704"/>
                  </a:cubicBezTo>
                  <a:cubicBezTo>
                    <a:pt x="2176" y="14970"/>
                    <a:pt x="1939" y="15217"/>
                    <a:pt x="1735" y="15492"/>
                  </a:cubicBezTo>
                  <a:cubicBezTo>
                    <a:pt x="1595" y="15681"/>
                    <a:pt x="1391" y="16136"/>
                    <a:pt x="1092" y="16136"/>
                  </a:cubicBezTo>
                  <a:cubicBezTo>
                    <a:pt x="1091" y="16136"/>
                    <a:pt x="1089" y="16136"/>
                    <a:pt x="1088" y="16136"/>
                  </a:cubicBezTo>
                  <a:cubicBezTo>
                    <a:pt x="983" y="16034"/>
                    <a:pt x="853" y="15958"/>
                    <a:pt x="773" y="15833"/>
                  </a:cubicBezTo>
                  <a:lnTo>
                    <a:pt x="759" y="15845"/>
                  </a:lnTo>
                  <a:cubicBezTo>
                    <a:pt x="726" y="15894"/>
                    <a:pt x="741" y="15982"/>
                    <a:pt x="716" y="16038"/>
                  </a:cubicBezTo>
                  <a:cubicBezTo>
                    <a:pt x="668" y="16146"/>
                    <a:pt x="579" y="16216"/>
                    <a:pt x="515" y="16306"/>
                  </a:cubicBezTo>
                  <a:cubicBezTo>
                    <a:pt x="636" y="16307"/>
                    <a:pt x="758" y="16310"/>
                    <a:pt x="877" y="16313"/>
                  </a:cubicBezTo>
                  <a:cubicBezTo>
                    <a:pt x="898" y="16300"/>
                    <a:pt x="926" y="16297"/>
                    <a:pt x="956" y="16297"/>
                  </a:cubicBezTo>
                  <a:cubicBezTo>
                    <a:pt x="1009" y="16297"/>
                    <a:pt x="1071" y="16308"/>
                    <a:pt x="1124" y="16308"/>
                  </a:cubicBezTo>
                  <a:cubicBezTo>
                    <a:pt x="1138" y="16308"/>
                    <a:pt x="1150" y="16307"/>
                    <a:pt x="1162" y="16306"/>
                  </a:cubicBezTo>
                  <a:cubicBezTo>
                    <a:pt x="1207" y="16298"/>
                    <a:pt x="1254" y="16295"/>
                    <a:pt x="1302" y="16295"/>
                  </a:cubicBezTo>
                  <a:cubicBezTo>
                    <a:pt x="1538" y="16295"/>
                    <a:pt x="1803" y="16373"/>
                    <a:pt x="2060" y="16373"/>
                  </a:cubicBezTo>
                  <a:cubicBezTo>
                    <a:pt x="2128" y="16373"/>
                    <a:pt x="2195" y="16368"/>
                    <a:pt x="2261" y="16354"/>
                  </a:cubicBezTo>
                  <a:cubicBezTo>
                    <a:pt x="2795" y="16243"/>
                    <a:pt x="3128" y="16027"/>
                    <a:pt x="3502" y="15761"/>
                  </a:cubicBezTo>
                  <a:cubicBezTo>
                    <a:pt x="3573" y="15692"/>
                    <a:pt x="3643" y="15625"/>
                    <a:pt x="3712" y="15558"/>
                  </a:cubicBezTo>
                  <a:cubicBezTo>
                    <a:pt x="3929" y="15401"/>
                    <a:pt x="4114" y="15179"/>
                    <a:pt x="4230" y="14925"/>
                  </a:cubicBezTo>
                  <a:cubicBezTo>
                    <a:pt x="4426" y="14496"/>
                    <a:pt x="4489" y="13497"/>
                    <a:pt x="4375" y="12937"/>
                  </a:cubicBezTo>
                  <a:cubicBezTo>
                    <a:pt x="4322" y="12668"/>
                    <a:pt x="4359" y="12421"/>
                    <a:pt x="4301" y="12159"/>
                  </a:cubicBezTo>
                  <a:lnTo>
                    <a:pt x="3946" y="10006"/>
                  </a:lnTo>
                  <a:cubicBezTo>
                    <a:pt x="3897" y="9768"/>
                    <a:pt x="3906" y="9520"/>
                    <a:pt x="3861" y="9294"/>
                  </a:cubicBezTo>
                  <a:cubicBezTo>
                    <a:pt x="3842" y="9096"/>
                    <a:pt x="3826" y="8895"/>
                    <a:pt x="3807" y="8697"/>
                  </a:cubicBezTo>
                  <a:cubicBezTo>
                    <a:pt x="3808" y="8628"/>
                    <a:pt x="3811" y="8559"/>
                    <a:pt x="3811" y="8491"/>
                  </a:cubicBezTo>
                  <a:cubicBezTo>
                    <a:pt x="3782" y="8346"/>
                    <a:pt x="3827" y="8173"/>
                    <a:pt x="3794" y="8013"/>
                  </a:cubicBezTo>
                  <a:cubicBezTo>
                    <a:pt x="3775" y="7912"/>
                    <a:pt x="3798" y="7790"/>
                    <a:pt x="3776" y="7677"/>
                  </a:cubicBezTo>
                  <a:cubicBezTo>
                    <a:pt x="3714" y="7373"/>
                    <a:pt x="3725" y="7053"/>
                    <a:pt x="3640" y="6770"/>
                  </a:cubicBezTo>
                  <a:cubicBezTo>
                    <a:pt x="3493" y="6278"/>
                    <a:pt x="3363" y="5774"/>
                    <a:pt x="3233" y="5260"/>
                  </a:cubicBezTo>
                  <a:cubicBezTo>
                    <a:pt x="3189" y="5089"/>
                    <a:pt x="3193" y="4936"/>
                    <a:pt x="3153" y="4756"/>
                  </a:cubicBezTo>
                  <a:cubicBezTo>
                    <a:pt x="3128" y="4645"/>
                    <a:pt x="3121" y="4497"/>
                    <a:pt x="3096" y="4379"/>
                  </a:cubicBezTo>
                  <a:cubicBezTo>
                    <a:pt x="3099" y="4323"/>
                    <a:pt x="3099" y="4267"/>
                    <a:pt x="3100" y="4212"/>
                  </a:cubicBezTo>
                  <a:cubicBezTo>
                    <a:pt x="3089" y="4156"/>
                    <a:pt x="3071" y="3993"/>
                    <a:pt x="3093" y="3955"/>
                  </a:cubicBezTo>
                  <a:lnTo>
                    <a:pt x="3093" y="3955"/>
                  </a:lnTo>
                  <a:cubicBezTo>
                    <a:pt x="3102" y="4060"/>
                    <a:pt x="3158" y="4161"/>
                    <a:pt x="3189" y="4254"/>
                  </a:cubicBezTo>
                  <a:cubicBezTo>
                    <a:pt x="3240" y="4401"/>
                    <a:pt x="3266" y="4567"/>
                    <a:pt x="3310" y="4708"/>
                  </a:cubicBezTo>
                  <a:cubicBezTo>
                    <a:pt x="3384" y="4952"/>
                    <a:pt x="3400" y="5181"/>
                    <a:pt x="3474" y="5423"/>
                  </a:cubicBezTo>
                  <a:cubicBezTo>
                    <a:pt x="3624" y="5907"/>
                    <a:pt x="3753" y="6393"/>
                    <a:pt x="3881" y="6892"/>
                  </a:cubicBezTo>
                  <a:cubicBezTo>
                    <a:pt x="3954" y="7171"/>
                    <a:pt x="3930" y="7478"/>
                    <a:pt x="3993" y="7773"/>
                  </a:cubicBezTo>
                  <a:cubicBezTo>
                    <a:pt x="4022" y="7917"/>
                    <a:pt x="3958" y="8197"/>
                    <a:pt x="4019" y="8303"/>
                  </a:cubicBezTo>
                  <a:cubicBezTo>
                    <a:pt x="4019" y="7941"/>
                    <a:pt x="4191" y="7577"/>
                    <a:pt x="4313" y="7315"/>
                  </a:cubicBezTo>
                  <a:cubicBezTo>
                    <a:pt x="4339" y="7258"/>
                    <a:pt x="4385" y="7215"/>
                    <a:pt x="4407" y="7149"/>
                  </a:cubicBezTo>
                  <a:lnTo>
                    <a:pt x="4419" y="7149"/>
                  </a:lnTo>
                  <a:lnTo>
                    <a:pt x="4419" y="7187"/>
                  </a:lnTo>
                  <a:cubicBezTo>
                    <a:pt x="4323" y="7309"/>
                    <a:pt x="4310" y="7517"/>
                    <a:pt x="4255" y="7674"/>
                  </a:cubicBezTo>
                  <a:cubicBezTo>
                    <a:pt x="4128" y="8026"/>
                    <a:pt x="3949" y="8401"/>
                    <a:pt x="4047" y="8872"/>
                  </a:cubicBezTo>
                  <a:cubicBezTo>
                    <a:pt x="4077" y="9022"/>
                    <a:pt x="4026" y="9227"/>
                    <a:pt x="4102" y="9339"/>
                  </a:cubicBezTo>
                  <a:cubicBezTo>
                    <a:pt x="4105" y="8910"/>
                    <a:pt x="4346" y="8391"/>
                    <a:pt x="4490" y="8081"/>
                  </a:cubicBezTo>
                  <a:cubicBezTo>
                    <a:pt x="4567" y="7918"/>
                    <a:pt x="4641" y="7700"/>
                    <a:pt x="4785" y="7609"/>
                  </a:cubicBezTo>
                  <a:lnTo>
                    <a:pt x="4785" y="7635"/>
                  </a:lnTo>
                  <a:cubicBezTo>
                    <a:pt x="4746" y="7684"/>
                    <a:pt x="4743" y="7752"/>
                    <a:pt x="4716" y="7815"/>
                  </a:cubicBezTo>
                  <a:cubicBezTo>
                    <a:pt x="4618" y="8035"/>
                    <a:pt x="4543" y="8261"/>
                    <a:pt x="4455" y="8507"/>
                  </a:cubicBezTo>
                  <a:cubicBezTo>
                    <a:pt x="4335" y="8849"/>
                    <a:pt x="4233" y="9233"/>
                    <a:pt x="4135" y="9599"/>
                  </a:cubicBezTo>
                  <a:cubicBezTo>
                    <a:pt x="4103" y="9720"/>
                    <a:pt x="4157" y="9880"/>
                    <a:pt x="4179" y="9975"/>
                  </a:cubicBezTo>
                  <a:cubicBezTo>
                    <a:pt x="4240" y="10240"/>
                    <a:pt x="4243" y="10506"/>
                    <a:pt x="4306" y="10753"/>
                  </a:cubicBezTo>
                  <a:cubicBezTo>
                    <a:pt x="4397" y="11125"/>
                    <a:pt x="4388" y="11489"/>
                    <a:pt x="4476" y="11868"/>
                  </a:cubicBezTo>
                  <a:cubicBezTo>
                    <a:pt x="4525" y="12079"/>
                    <a:pt x="4516" y="12312"/>
                    <a:pt x="4566" y="12543"/>
                  </a:cubicBezTo>
                  <a:cubicBezTo>
                    <a:pt x="4621" y="12803"/>
                    <a:pt x="4641" y="13114"/>
                    <a:pt x="4638" y="13410"/>
                  </a:cubicBezTo>
                  <a:cubicBezTo>
                    <a:pt x="4742" y="13485"/>
                    <a:pt x="4806" y="13619"/>
                    <a:pt x="4890" y="13713"/>
                  </a:cubicBezTo>
                  <a:cubicBezTo>
                    <a:pt x="5171" y="14020"/>
                    <a:pt x="5515" y="14331"/>
                    <a:pt x="5986" y="14448"/>
                  </a:cubicBezTo>
                  <a:cubicBezTo>
                    <a:pt x="6015" y="14455"/>
                    <a:pt x="6043" y="14458"/>
                    <a:pt x="6071" y="14458"/>
                  </a:cubicBezTo>
                  <a:cubicBezTo>
                    <a:pt x="6179" y="14458"/>
                    <a:pt x="6281" y="14414"/>
                    <a:pt x="6350" y="14391"/>
                  </a:cubicBezTo>
                  <a:cubicBezTo>
                    <a:pt x="6552" y="14323"/>
                    <a:pt x="6713" y="14243"/>
                    <a:pt x="6873" y="14132"/>
                  </a:cubicBezTo>
                  <a:cubicBezTo>
                    <a:pt x="6923" y="14086"/>
                    <a:pt x="6969" y="14039"/>
                    <a:pt x="7019" y="13991"/>
                  </a:cubicBezTo>
                  <a:cubicBezTo>
                    <a:pt x="7255" y="13821"/>
                    <a:pt x="7427" y="13581"/>
                    <a:pt x="7602" y="13344"/>
                  </a:cubicBezTo>
                  <a:cubicBezTo>
                    <a:pt x="7767" y="13119"/>
                    <a:pt x="7940" y="12886"/>
                    <a:pt x="8094" y="12645"/>
                  </a:cubicBezTo>
                  <a:cubicBezTo>
                    <a:pt x="8275" y="12361"/>
                    <a:pt x="8385" y="12041"/>
                    <a:pt x="8528" y="11723"/>
                  </a:cubicBezTo>
                  <a:cubicBezTo>
                    <a:pt x="8667" y="11412"/>
                    <a:pt x="8830" y="11076"/>
                    <a:pt x="8872" y="10672"/>
                  </a:cubicBezTo>
                  <a:lnTo>
                    <a:pt x="8859" y="10672"/>
                  </a:lnTo>
                  <a:cubicBezTo>
                    <a:pt x="8814" y="10725"/>
                    <a:pt x="8734" y="10745"/>
                    <a:pt x="8645" y="10745"/>
                  </a:cubicBezTo>
                  <a:cubicBezTo>
                    <a:pt x="8490" y="10745"/>
                    <a:pt x="8305" y="10686"/>
                    <a:pt x="8215" y="10644"/>
                  </a:cubicBezTo>
                  <a:cubicBezTo>
                    <a:pt x="7878" y="10490"/>
                    <a:pt x="7574" y="10231"/>
                    <a:pt x="7376" y="9941"/>
                  </a:cubicBezTo>
                  <a:cubicBezTo>
                    <a:pt x="7306" y="9837"/>
                    <a:pt x="7197" y="9722"/>
                    <a:pt x="7178" y="9576"/>
                  </a:cubicBezTo>
                  <a:lnTo>
                    <a:pt x="7192" y="9576"/>
                  </a:lnTo>
                  <a:lnTo>
                    <a:pt x="7192" y="9600"/>
                  </a:lnTo>
                  <a:cubicBezTo>
                    <a:pt x="7282" y="9667"/>
                    <a:pt x="7351" y="9795"/>
                    <a:pt x="7431" y="9877"/>
                  </a:cubicBezTo>
                  <a:cubicBezTo>
                    <a:pt x="7671" y="10125"/>
                    <a:pt x="7929" y="10378"/>
                    <a:pt x="8270" y="10528"/>
                  </a:cubicBezTo>
                  <a:cubicBezTo>
                    <a:pt x="8361" y="10567"/>
                    <a:pt x="8487" y="10594"/>
                    <a:pt x="8608" y="10594"/>
                  </a:cubicBezTo>
                  <a:cubicBezTo>
                    <a:pt x="8734" y="10594"/>
                    <a:pt x="8853" y="10564"/>
                    <a:pt x="8917" y="10489"/>
                  </a:cubicBezTo>
                  <a:cubicBezTo>
                    <a:pt x="8958" y="10435"/>
                    <a:pt x="9074" y="9964"/>
                    <a:pt x="9009" y="9897"/>
                  </a:cubicBezTo>
                  <a:cubicBezTo>
                    <a:pt x="8946" y="9840"/>
                    <a:pt x="8829" y="9852"/>
                    <a:pt x="8743" y="9826"/>
                  </a:cubicBezTo>
                  <a:cubicBezTo>
                    <a:pt x="8595" y="9781"/>
                    <a:pt x="8429" y="9728"/>
                    <a:pt x="8307" y="9648"/>
                  </a:cubicBezTo>
                  <a:cubicBezTo>
                    <a:pt x="8086" y="9504"/>
                    <a:pt x="7870" y="9298"/>
                    <a:pt x="7725" y="9080"/>
                  </a:cubicBezTo>
                  <a:cubicBezTo>
                    <a:pt x="7629" y="8937"/>
                    <a:pt x="7561" y="8795"/>
                    <a:pt x="7449" y="8673"/>
                  </a:cubicBezTo>
                  <a:cubicBezTo>
                    <a:pt x="7426" y="8680"/>
                    <a:pt x="7437" y="8674"/>
                    <a:pt x="7424" y="8684"/>
                  </a:cubicBezTo>
                  <a:cubicBezTo>
                    <a:pt x="7347" y="8734"/>
                    <a:pt x="7308" y="8815"/>
                    <a:pt x="7251" y="8888"/>
                  </a:cubicBezTo>
                  <a:cubicBezTo>
                    <a:pt x="7202" y="8953"/>
                    <a:pt x="7129" y="9012"/>
                    <a:pt x="7078" y="9080"/>
                  </a:cubicBezTo>
                  <a:cubicBezTo>
                    <a:pt x="6976" y="9214"/>
                    <a:pt x="6882" y="9375"/>
                    <a:pt x="6748" y="9474"/>
                  </a:cubicBezTo>
                  <a:cubicBezTo>
                    <a:pt x="6640" y="9549"/>
                    <a:pt x="6540" y="9641"/>
                    <a:pt x="6434" y="9712"/>
                  </a:cubicBezTo>
                  <a:cubicBezTo>
                    <a:pt x="6254" y="9832"/>
                    <a:pt x="6028" y="9933"/>
                    <a:pt x="5896" y="10100"/>
                  </a:cubicBezTo>
                  <a:cubicBezTo>
                    <a:pt x="5607" y="10465"/>
                    <a:pt x="5434" y="10829"/>
                    <a:pt x="5223" y="11287"/>
                  </a:cubicBezTo>
                  <a:cubicBezTo>
                    <a:pt x="5174" y="11394"/>
                    <a:pt x="5086" y="11496"/>
                    <a:pt x="5048" y="11607"/>
                  </a:cubicBezTo>
                  <a:lnTo>
                    <a:pt x="5035" y="11607"/>
                  </a:lnTo>
                  <a:cubicBezTo>
                    <a:pt x="5035" y="11582"/>
                    <a:pt x="5037" y="11556"/>
                    <a:pt x="5037" y="11530"/>
                  </a:cubicBezTo>
                  <a:cubicBezTo>
                    <a:pt x="5063" y="11489"/>
                    <a:pt x="5050" y="11426"/>
                    <a:pt x="5066" y="11374"/>
                  </a:cubicBezTo>
                  <a:cubicBezTo>
                    <a:pt x="5105" y="11251"/>
                    <a:pt x="5137" y="11109"/>
                    <a:pt x="5192" y="10989"/>
                  </a:cubicBezTo>
                  <a:cubicBezTo>
                    <a:pt x="5441" y="10435"/>
                    <a:pt x="5746" y="9911"/>
                    <a:pt x="6255" y="9629"/>
                  </a:cubicBezTo>
                  <a:cubicBezTo>
                    <a:pt x="6213" y="9410"/>
                    <a:pt x="6169" y="9189"/>
                    <a:pt x="6129" y="8968"/>
                  </a:cubicBezTo>
                  <a:cubicBezTo>
                    <a:pt x="5969" y="8450"/>
                    <a:pt x="5818" y="7936"/>
                    <a:pt x="5658" y="7408"/>
                  </a:cubicBezTo>
                  <a:cubicBezTo>
                    <a:pt x="5581" y="7156"/>
                    <a:pt x="5565" y="6880"/>
                    <a:pt x="5506" y="6630"/>
                  </a:cubicBezTo>
                  <a:cubicBezTo>
                    <a:pt x="5485" y="6536"/>
                    <a:pt x="5501" y="6457"/>
                    <a:pt x="5473" y="6370"/>
                  </a:cubicBezTo>
                  <a:cubicBezTo>
                    <a:pt x="5098" y="5170"/>
                    <a:pt x="4685" y="3978"/>
                    <a:pt x="4085" y="2981"/>
                  </a:cubicBezTo>
                  <a:cubicBezTo>
                    <a:pt x="3885" y="2648"/>
                    <a:pt x="3641" y="2356"/>
                    <a:pt x="3420" y="2047"/>
                  </a:cubicBezTo>
                  <a:cubicBezTo>
                    <a:pt x="3365" y="1972"/>
                    <a:pt x="3266" y="1908"/>
                    <a:pt x="3192" y="1850"/>
                  </a:cubicBezTo>
                  <a:cubicBezTo>
                    <a:pt x="3070" y="1754"/>
                    <a:pt x="2955" y="1632"/>
                    <a:pt x="2823" y="1544"/>
                  </a:cubicBezTo>
                  <a:cubicBezTo>
                    <a:pt x="2635" y="1421"/>
                    <a:pt x="2440" y="1332"/>
                    <a:pt x="2248" y="1208"/>
                  </a:cubicBezTo>
                  <a:cubicBezTo>
                    <a:pt x="1568" y="775"/>
                    <a:pt x="780" y="429"/>
                    <a:pt x="10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20"/>
            <p:cNvSpPr/>
            <p:nvPr/>
          </p:nvSpPr>
          <p:spPr>
            <a:xfrm>
              <a:off x="709818" y="3432257"/>
              <a:ext cx="6281" cy="6875"/>
            </a:xfrm>
            <a:custGeom>
              <a:rect b="b" l="l" r="r" t="t"/>
              <a:pathLst>
                <a:path extrusionOk="0" h="243" w="222">
                  <a:moveTo>
                    <a:pt x="185" y="0"/>
                  </a:moveTo>
                  <a:cubicBezTo>
                    <a:pt x="132" y="80"/>
                    <a:pt x="37" y="144"/>
                    <a:pt x="1" y="243"/>
                  </a:cubicBezTo>
                  <a:lnTo>
                    <a:pt x="12" y="243"/>
                  </a:lnTo>
                  <a:cubicBezTo>
                    <a:pt x="60" y="201"/>
                    <a:pt x="149" y="182"/>
                    <a:pt x="222" y="170"/>
                  </a:cubicBezTo>
                  <a:lnTo>
                    <a:pt x="222" y="157"/>
                  </a:lnTo>
                  <a:cubicBezTo>
                    <a:pt x="199" y="116"/>
                    <a:pt x="212" y="39"/>
                    <a:pt x="18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20"/>
            <p:cNvSpPr/>
            <p:nvPr/>
          </p:nvSpPr>
          <p:spPr>
            <a:xfrm>
              <a:off x="867204" y="3562512"/>
              <a:ext cx="7667" cy="40826"/>
            </a:xfrm>
            <a:custGeom>
              <a:rect b="b" l="l" r="r" t="t"/>
              <a:pathLst>
                <a:path extrusionOk="0" h="1443" w="271">
                  <a:moveTo>
                    <a:pt x="237" y="1"/>
                  </a:moveTo>
                  <a:cubicBezTo>
                    <a:pt x="153" y="168"/>
                    <a:pt x="98" y="357"/>
                    <a:pt x="44" y="565"/>
                  </a:cubicBezTo>
                  <a:cubicBezTo>
                    <a:pt x="38" y="659"/>
                    <a:pt x="31" y="754"/>
                    <a:pt x="25" y="848"/>
                  </a:cubicBezTo>
                  <a:cubicBezTo>
                    <a:pt x="18" y="877"/>
                    <a:pt x="0" y="953"/>
                    <a:pt x="9" y="1004"/>
                  </a:cubicBezTo>
                  <a:cubicBezTo>
                    <a:pt x="35" y="1138"/>
                    <a:pt x="38" y="1297"/>
                    <a:pt x="38" y="1443"/>
                  </a:cubicBezTo>
                  <a:cubicBezTo>
                    <a:pt x="85" y="1375"/>
                    <a:pt x="48" y="1223"/>
                    <a:pt x="70" y="1135"/>
                  </a:cubicBezTo>
                  <a:cubicBezTo>
                    <a:pt x="134" y="876"/>
                    <a:pt x="136" y="565"/>
                    <a:pt x="205" y="309"/>
                  </a:cubicBezTo>
                  <a:cubicBezTo>
                    <a:pt x="226" y="235"/>
                    <a:pt x="271" y="54"/>
                    <a:pt x="2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20"/>
            <p:cNvSpPr/>
            <p:nvPr/>
          </p:nvSpPr>
          <p:spPr>
            <a:xfrm>
              <a:off x="545160" y="3787545"/>
              <a:ext cx="27444" cy="61621"/>
            </a:xfrm>
            <a:custGeom>
              <a:rect b="b" l="l" r="r" t="t"/>
              <a:pathLst>
                <a:path extrusionOk="0" h="2178" w="970">
                  <a:moveTo>
                    <a:pt x="943" y="1"/>
                  </a:moveTo>
                  <a:lnTo>
                    <a:pt x="943" y="1"/>
                  </a:lnTo>
                  <a:cubicBezTo>
                    <a:pt x="896" y="119"/>
                    <a:pt x="771" y="225"/>
                    <a:pt x="703" y="331"/>
                  </a:cubicBezTo>
                  <a:cubicBezTo>
                    <a:pt x="547" y="574"/>
                    <a:pt x="437" y="830"/>
                    <a:pt x="312" y="1099"/>
                  </a:cubicBezTo>
                  <a:cubicBezTo>
                    <a:pt x="169" y="1399"/>
                    <a:pt x="1" y="1730"/>
                    <a:pt x="4" y="2177"/>
                  </a:cubicBezTo>
                  <a:cubicBezTo>
                    <a:pt x="39" y="2132"/>
                    <a:pt x="36" y="2067"/>
                    <a:pt x="59" y="2010"/>
                  </a:cubicBezTo>
                  <a:cubicBezTo>
                    <a:pt x="108" y="1900"/>
                    <a:pt x="153" y="1783"/>
                    <a:pt x="209" y="1666"/>
                  </a:cubicBezTo>
                  <a:cubicBezTo>
                    <a:pt x="380" y="1290"/>
                    <a:pt x="547" y="888"/>
                    <a:pt x="736" y="526"/>
                  </a:cubicBezTo>
                  <a:cubicBezTo>
                    <a:pt x="776" y="452"/>
                    <a:pt x="969" y="52"/>
                    <a:pt x="9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20"/>
            <p:cNvSpPr/>
            <p:nvPr/>
          </p:nvSpPr>
          <p:spPr>
            <a:xfrm>
              <a:off x="552544" y="4276680"/>
              <a:ext cx="481" cy="1867"/>
            </a:xfrm>
            <a:custGeom>
              <a:rect b="b" l="l" r="r" t="t"/>
              <a:pathLst>
                <a:path extrusionOk="0" h="66" w="17">
                  <a:moveTo>
                    <a:pt x="2" y="0"/>
                  </a:moveTo>
                  <a:lnTo>
                    <a:pt x="2" y="0"/>
                  </a:lnTo>
                  <a:cubicBezTo>
                    <a:pt x="0" y="23"/>
                    <a:pt x="0" y="44"/>
                    <a:pt x="0" y="66"/>
                  </a:cubicBezTo>
                  <a:cubicBezTo>
                    <a:pt x="15" y="44"/>
                    <a:pt x="16" y="23"/>
                    <a:pt x="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20"/>
            <p:cNvSpPr/>
            <p:nvPr/>
          </p:nvSpPr>
          <p:spPr>
            <a:xfrm>
              <a:off x="555769" y="4222133"/>
              <a:ext cx="26708" cy="108417"/>
            </a:xfrm>
            <a:custGeom>
              <a:rect b="b" l="l" r="r" t="t"/>
              <a:pathLst>
                <a:path extrusionOk="0" h="3832" w="944">
                  <a:moveTo>
                    <a:pt x="924" y="0"/>
                  </a:moveTo>
                  <a:lnTo>
                    <a:pt x="924" y="0"/>
                  </a:lnTo>
                  <a:cubicBezTo>
                    <a:pt x="899" y="143"/>
                    <a:pt x="841" y="281"/>
                    <a:pt x="798" y="410"/>
                  </a:cubicBezTo>
                  <a:cubicBezTo>
                    <a:pt x="716" y="659"/>
                    <a:pt x="674" y="926"/>
                    <a:pt x="600" y="1168"/>
                  </a:cubicBezTo>
                  <a:cubicBezTo>
                    <a:pt x="455" y="1643"/>
                    <a:pt x="398" y="2139"/>
                    <a:pt x="258" y="2609"/>
                  </a:cubicBezTo>
                  <a:cubicBezTo>
                    <a:pt x="223" y="2725"/>
                    <a:pt x="234" y="2822"/>
                    <a:pt x="200" y="2943"/>
                  </a:cubicBezTo>
                  <a:cubicBezTo>
                    <a:pt x="148" y="3129"/>
                    <a:pt x="129" y="3337"/>
                    <a:pt x="71" y="3535"/>
                  </a:cubicBezTo>
                  <a:cubicBezTo>
                    <a:pt x="45" y="3623"/>
                    <a:pt x="8" y="3725"/>
                    <a:pt x="1" y="3831"/>
                  </a:cubicBezTo>
                  <a:cubicBezTo>
                    <a:pt x="42" y="3782"/>
                    <a:pt x="42" y="3706"/>
                    <a:pt x="69" y="3638"/>
                  </a:cubicBezTo>
                  <a:cubicBezTo>
                    <a:pt x="141" y="3462"/>
                    <a:pt x="194" y="3280"/>
                    <a:pt x="264" y="3088"/>
                  </a:cubicBezTo>
                  <a:cubicBezTo>
                    <a:pt x="497" y="2437"/>
                    <a:pt x="600" y="1687"/>
                    <a:pt x="801" y="980"/>
                  </a:cubicBezTo>
                  <a:cubicBezTo>
                    <a:pt x="840" y="739"/>
                    <a:pt x="881" y="497"/>
                    <a:pt x="918" y="258"/>
                  </a:cubicBezTo>
                  <a:cubicBezTo>
                    <a:pt x="934" y="192"/>
                    <a:pt x="943" y="31"/>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20"/>
            <p:cNvSpPr/>
            <p:nvPr/>
          </p:nvSpPr>
          <p:spPr>
            <a:xfrm>
              <a:off x="555402" y="4330547"/>
              <a:ext cx="396" cy="736"/>
            </a:xfrm>
            <a:custGeom>
              <a:rect b="b" l="l" r="r" t="t"/>
              <a:pathLst>
                <a:path extrusionOk="0" h="26" w="14">
                  <a:moveTo>
                    <a:pt x="1" y="1"/>
                  </a:moveTo>
                  <a:lnTo>
                    <a:pt x="1" y="25"/>
                  </a:lnTo>
                  <a:lnTo>
                    <a:pt x="14" y="25"/>
                  </a:lnTo>
                  <a:cubicBezTo>
                    <a:pt x="7" y="4"/>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20"/>
            <p:cNvSpPr/>
            <p:nvPr/>
          </p:nvSpPr>
          <p:spPr>
            <a:xfrm>
              <a:off x="555034" y="4331622"/>
              <a:ext cx="396" cy="764"/>
            </a:xfrm>
            <a:custGeom>
              <a:rect b="b" l="l" r="r" t="t"/>
              <a:pathLst>
                <a:path extrusionOk="0" h="27" w="14">
                  <a:moveTo>
                    <a:pt x="1" y="1"/>
                  </a:moveTo>
                  <a:lnTo>
                    <a:pt x="1" y="27"/>
                  </a:lnTo>
                  <a:lnTo>
                    <a:pt x="14" y="27"/>
                  </a:lnTo>
                  <a:cubicBezTo>
                    <a:pt x="7" y="5"/>
                    <a:pt x="12"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20"/>
            <p:cNvSpPr/>
            <p:nvPr/>
          </p:nvSpPr>
          <p:spPr>
            <a:xfrm>
              <a:off x="549206" y="3822966"/>
              <a:ext cx="22719" cy="55510"/>
            </a:xfrm>
            <a:custGeom>
              <a:rect b="b" l="l" r="r" t="t"/>
              <a:pathLst>
                <a:path extrusionOk="0" h="1962" w="803">
                  <a:moveTo>
                    <a:pt x="787" y="1"/>
                  </a:moveTo>
                  <a:cubicBezTo>
                    <a:pt x="749" y="124"/>
                    <a:pt x="640" y="230"/>
                    <a:pt x="572" y="332"/>
                  </a:cubicBezTo>
                  <a:cubicBezTo>
                    <a:pt x="498" y="447"/>
                    <a:pt x="455" y="560"/>
                    <a:pt x="396" y="690"/>
                  </a:cubicBezTo>
                  <a:cubicBezTo>
                    <a:pt x="227" y="1050"/>
                    <a:pt x="0" y="1439"/>
                    <a:pt x="58" y="1962"/>
                  </a:cubicBezTo>
                  <a:cubicBezTo>
                    <a:pt x="85" y="1926"/>
                    <a:pt x="70" y="1870"/>
                    <a:pt x="88" y="1819"/>
                  </a:cubicBezTo>
                  <a:cubicBezTo>
                    <a:pt x="120" y="1718"/>
                    <a:pt x="154" y="1606"/>
                    <a:pt x="198" y="1500"/>
                  </a:cubicBezTo>
                  <a:cubicBezTo>
                    <a:pt x="336" y="1152"/>
                    <a:pt x="461" y="789"/>
                    <a:pt x="621" y="462"/>
                  </a:cubicBezTo>
                  <a:cubicBezTo>
                    <a:pt x="655" y="398"/>
                    <a:pt x="803" y="37"/>
                    <a:pt x="7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20"/>
            <p:cNvSpPr/>
            <p:nvPr/>
          </p:nvSpPr>
          <p:spPr>
            <a:xfrm>
              <a:off x="568444" y="3858387"/>
              <a:ext cx="396" cy="764"/>
            </a:xfrm>
            <a:custGeom>
              <a:rect b="b" l="l" r="r" t="t"/>
              <a:pathLst>
                <a:path extrusionOk="0" h="27" w="14">
                  <a:moveTo>
                    <a:pt x="1" y="0"/>
                  </a:moveTo>
                  <a:lnTo>
                    <a:pt x="1" y="27"/>
                  </a:lnTo>
                  <a:lnTo>
                    <a:pt x="14" y="27"/>
                  </a:lnTo>
                  <a:cubicBezTo>
                    <a:pt x="7" y="5"/>
                    <a:pt x="12"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20"/>
            <p:cNvSpPr/>
            <p:nvPr/>
          </p:nvSpPr>
          <p:spPr>
            <a:xfrm>
              <a:off x="557722" y="3859094"/>
              <a:ext cx="11345" cy="23172"/>
            </a:xfrm>
            <a:custGeom>
              <a:rect b="b" l="l" r="r" t="t"/>
              <a:pathLst>
                <a:path extrusionOk="0" h="819" w="401">
                  <a:moveTo>
                    <a:pt x="368" y="0"/>
                  </a:moveTo>
                  <a:cubicBezTo>
                    <a:pt x="333" y="175"/>
                    <a:pt x="182" y="310"/>
                    <a:pt x="111" y="460"/>
                  </a:cubicBezTo>
                  <a:cubicBezTo>
                    <a:pt x="66" y="556"/>
                    <a:pt x="61" y="701"/>
                    <a:pt x="0" y="794"/>
                  </a:cubicBezTo>
                  <a:lnTo>
                    <a:pt x="0" y="819"/>
                  </a:lnTo>
                  <a:cubicBezTo>
                    <a:pt x="220" y="727"/>
                    <a:pt x="246" y="476"/>
                    <a:pt x="324" y="233"/>
                  </a:cubicBezTo>
                  <a:cubicBezTo>
                    <a:pt x="342" y="176"/>
                    <a:pt x="400" y="55"/>
                    <a:pt x="3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20"/>
            <p:cNvSpPr/>
            <p:nvPr/>
          </p:nvSpPr>
          <p:spPr>
            <a:xfrm>
              <a:off x="552912" y="4199500"/>
              <a:ext cx="14090" cy="76956"/>
            </a:xfrm>
            <a:custGeom>
              <a:rect b="b" l="l" r="r" t="t"/>
              <a:pathLst>
                <a:path extrusionOk="0" h="2720" w="498">
                  <a:moveTo>
                    <a:pt x="473" y="1"/>
                  </a:moveTo>
                  <a:cubicBezTo>
                    <a:pt x="455" y="329"/>
                    <a:pt x="368" y="626"/>
                    <a:pt x="285" y="902"/>
                  </a:cubicBezTo>
                  <a:cubicBezTo>
                    <a:pt x="237" y="1056"/>
                    <a:pt x="243" y="1193"/>
                    <a:pt x="198" y="1353"/>
                  </a:cubicBezTo>
                  <a:cubicBezTo>
                    <a:pt x="87" y="1747"/>
                    <a:pt x="3" y="2238"/>
                    <a:pt x="0" y="2719"/>
                  </a:cubicBezTo>
                  <a:cubicBezTo>
                    <a:pt x="68" y="2621"/>
                    <a:pt x="74" y="2349"/>
                    <a:pt x="114" y="2218"/>
                  </a:cubicBezTo>
                  <a:cubicBezTo>
                    <a:pt x="255" y="1755"/>
                    <a:pt x="316" y="1247"/>
                    <a:pt x="444" y="751"/>
                  </a:cubicBezTo>
                  <a:cubicBezTo>
                    <a:pt x="487" y="581"/>
                    <a:pt x="477" y="399"/>
                    <a:pt x="481" y="207"/>
                  </a:cubicBezTo>
                  <a:cubicBezTo>
                    <a:pt x="483" y="146"/>
                    <a:pt x="497" y="40"/>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20"/>
            <p:cNvSpPr/>
            <p:nvPr/>
          </p:nvSpPr>
          <p:spPr>
            <a:xfrm>
              <a:off x="560353" y="4492998"/>
              <a:ext cx="424" cy="1471"/>
            </a:xfrm>
            <a:custGeom>
              <a:rect b="b" l="l" r="r" t="t"/>
              <a:pathLst>
                <a:path extrusionOk="0" h="52" w="15">
                  <a:moveTo>
                    <a:pt x="2" y="0"/>
                  </a:moveTo>
                  <a:lnTo>
                    <a:pt x="2" y="0"/>
                  </a:lnTo>
                  <a:cubicBezTo>
                    <a:pt x="0" y="16"/>
                    <a:pt x="0" y="35"/>
                    <a:pt x="0" y="51"/>
                  </a:cubicBezTo>
                  <a:cubicBezTo>
                    <a:pt x="15" y="29"/>
                    <a:pt x="15" y="22"/>
                    <a:pt x="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20"/>
            <p:cNvSpPr/>
            <p:nvPr/>
          </p:nvSpPr>
          <p:spPr>
            <a:xfrm>
              <a:off x="560749" y="4445270"/>
              <a:ext cx="9704" cy="46994"/>
            </a:xfrm>
            <a:custGeom>
              <a:rect b="b" l="l" r="r" t="t"/>
              <a:pathLst>
                <a:path extrusionOk="0" h="1661" w="343">
                  <a:moveTo>
                    <a:pt x="308" y="1"/>
                  </a:moveTo>
                  <a:lnTo>
                    <a:pt x="308" y="1"/>
                  </a:lnTo>
                  <a:cubicBezTo>
                    <a:pt x="297" y="161"/>
                    <a:pt x="248" y="306"/>
                    <a:pt x="207" y="438"/>
                  </a:cubicBezTo>
                  <a:cubicBezTo>
                    <a:pt x="104" y="778"/>
                    <a:pt x="2" y="1247"/>
                    <a:pt x="1" y="1661"/>
                  </a:cubicBezTo>
                  <a:cubicBezTo>
                    <a:pt x="60" y="1578"/>
                    <a:pt x="40" y="1421"/>
                    <a:pt x="74" y="1313"/>
                  </a:cubicBezTo>
                  <a:cubicBezTo>
                    <a:pt x="159" y="1030"/>
                    <a:pt x="207" y="713"/>
                    <a:pt x="286" y="415"/>
                  </a:cubicBezTo>
                  <a:cubicBezTo>
                    <a:pt x="305" y="345"/>
                    <a:pt x="343" y="57"/>
                    <a:pt x="3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20"/>
            <p:cNvSpPr/>
            <p:nvPr/>
          </p:nvSpPr>
          <p:spPr>
            <a:xfrm>
              <a:off x="586947" y="4446374"/>
              <a:ext cx="424" cy="792"/>
            </a:xfrm>
            <a:custGeom>
              <a:rect b="b" l="l" r="r" t="t"/>
              <a:pathLst>
                <a:path extrusionOk="0" h="28" w="15">
                  <a:moveTo>
                    <a:pt x="1" y="1"/>
                  </a:moveTo>
                  <a:lnTo>
                    <a:pt x="1" y="27"/>
                  </a:lnTo>
                  <a:lnTo>
                    <a:pt x="14" y="27"/>
                  </a:lnTo>
                  <a:cubicBezTo>
                    <a:pt x="5" y="5"/>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20"/>
            <p:cNvSpPr/>
            <p:nvPr/>
          </p:nvSpPr>
          <p:spPr>
            <a:xfrm>
              <a:off x="556760" y="4538633"/>
              <a:ext cx="396" cy="736"/>
            </a:xfrm>
            <a:custGeom>
              <a:rect b="b" l="l" r="r" t="t"/>
              <a:pathLst>
                <a:path extrusionOk="0" h="26" w="14">
                  <a:moveTo>
                    <a:pt x="1" y="1"/>
                  </a:moveTo>
                  <a:lnTo>
                    <a:pt x="1" y="26"/>
                  </a:lnTo>
                  <a:lnTo>
                    <a:pt x="14" y="26"/>
                  </a:lnTo>
                  <a:cubicBezTo>
                    <a:pt x="7" y="4"/>
                    <a:pt x="12" y="1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20"/>
            <p:cNvSpPr/>
            <p:nvPr/>
          </p:nvSpPr>
          <p:spPr>
            <a:xfrm>
              <a:off x="553648" y="4583164"/>
              <a:ext cx="396" cy="764"/>
            </a:xfrm>
            <a:custGeom>
              <a:rect b="b" l="l" r="r" t="t"/>
              <a:pathLst>
                <a:path extrusionOk="0" h="27" w="14">
                  <a:moveTo>
                    <a:pt x="0" y="0"/>
                  </a:moveTo>
                  <a:lnTo>
                    <a:pt x="0" y="26"/>
                  </a:lnTo>
                  <a:lnTo>
                    <a:pt x="13" y="26"/>
                  </a:lnTo>
                  <a:cubicBezTo>
                    <a:pt x="6" y="4"/>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20"/>
            <p:cNvSpPr/>
            <p:nvPr/>
          </p:nvSpPr>
          <p:spPr>
            <a:xfrm>
              <a:off x="555289" y="4386084"/>
              <a:ext cx="396" cy="736"/>
            </a:xfrm>
            <a:custGeom>
              <a:rect b="b" l="l" r="r" t="t"/>
              <a:pathLst>
                <a:path extrusionOk="0" h="26" w="14">
                  <a:moveTo>
                    <a:pt x="0" y="0"/>
                  </a:moveTo>
                  <a:lnTo>
                    <a:pt x="0" y="0"/>
                  </a:lnTo>
                  <a:cubicBezTo>
                    <a:pt x="3" y="9"/>
                    <a:pt x="0" y="19"/>
                    <a:pt x="0" y="25"/>
                  </a:cubicBezTo>
                  <a:lnTo>
                    <a:pt x="14" y="25"/>
                  </a:lnTo>
                  <a:cubicBezTo>
                    <a:pt x="6" y="3"/>
                    <a:pt x="12"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20"/>
            <p:cNvSpPr/>
            <p:nvPr/>
          </p:nvSpPr>
          <p:spPr>
            <a:xfrm>
              <a:off x="557212" y="4447137"/>
              <a:ext cx="30386" cy="91158"/>
            </a:xfrm>
            <a:custGeom>
              <a:rect b="b" l="l" r="r" t="t"/>
              <a:pathLst>
                <a:path extrusionOk="0" h="3222" w="1074">
                  <a:moveTo>
                    <a:pt x="1037" y="0"/>
                  </a:moveTo>
                  <a:cubicBezTo>
                    <a:pt x="965" y="278"/>
                    <a:pt x="844" y="567"/>
                    <a:pt x="750" y="835"/>
                  </a:cubicBezTo>
                  <a:cubicBezTo>
                    <a:pt x="594" y="1268"/>
                    <a:pt x="473" y="1703"/>
                    <a:pt x="321" y="2130"/>
                  </a:cubicBezTo>
                  <a:cubicBezTo>
                    <a:pt x="231" y="2379"/>
                    <a:pt x="183" y="2636"/>
                    <a:pt x="97" y="2874"/>
                  </a:cubicBezTo>
                  <a:cubicBezTo>
                    <a:pt x="60" y="2979"/>
                    <a:pt x="60" y="3104"/>
                    <a:pt x="1" y="3184"/>
                  </a:cubicBezTo>
                  <a:lnTo>
                    <a:pt x="1" y="3222"/>
                  </a:lnTo>
                  <a:lnTo>
                    <a:pt x="12" y="3222"/>
                  </a:lnTo>
                  <a:cubicBezTo>
                    <a:pt x="53" y="3076"/>
                    <a:pt x="132" y="2938"/>
                    <a:pt x="190" y="2813"/>
                  </a:cubicBezTo>
                  <a:cubicBezTo>
                    <a:pt x="292" y="2592"/>
                    <a:pt x="367" y="2364"/>
                    <a:pt x="462" y="2146"/>
                  </a:cubicBezTo>
                  <a:cubicBezTo>
                    <a:pt x="638" y="1740"/>
                    <a:pt x="707" y="1304"/>
                    <a:pt x="863" y="875"/>
                  </a:cubicBezTo>
                  <a:cubicBezTo>
                    <a:pt x="931" y="691"/>
                    <a:pt x="987" y="468"/>
                    <a:pt x="1020" y="257"/>
                  </a:cubicBezTo>
                  <a:cubicBezTo>
                    <a:pt x="1030" y="189"/>
                    <a:pt x="1074" y="55"/>
                    <a:pt x="10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20"/>
            <p:cNvSpPr/>
            <p:nvPr/>
          </p:nvSpPr>
          <p:spPr>
            <a:xfrm>
              <a:off x="555769" y="4278151"/>
              <a:ext cx="30103" cy="107992"/>
            </a:xfrm>
            <a:custGeom>
              <a:rect b="b" l="l" r="r" t="t"/>
              <a:pathLst>
                <a:path extrusionOk="0" h="3817" w="1064">
                  <a:moveTo>
                    <a:pt x="1023" y="0"/>
                  </a:moveTo>
                  <a:cubicBezTo>
                    <a:pt x="1016" y="143"/>
                    <a:pt x="963" y="251"/>
                    <a:pt x="926" y="361"/>
                  </a:cubicBezTo>
                  <a:cubicBezTo>
                    <a:pt x="860" y="547"/>
                    <a:pt x="825" y="746"/>
                    <a:pt x="771" y="927"/>
                  </a:cubicBezTo>
                  <a:cubicBezTo>
                    <a:pt x="600" y="1482"/>
                    <a:pt x="503" y="2053"/>
                    <a:pt x="335" y="2596"/>
                  </a:cubicBezTo>
                  <a:cubicBezTo>
                    <a:pt x="242" y="2894"/>
                    <a:pt x="194" y="3192"/>
                    <a:pt x="97" y="3471"/>
                  </a:cubicBezTo>
                  <a:cubicBezTo>
                    <a:pt x="61" y="3574"/>
                    <a:pt x="61" y="3698"/>
                    <a:pt x="1" y="3779"/>
                  </a:cubicBezTo>
                  <a:lnTo>
                    <a:pt x="1" y="3817"/>
                  </a:lnTo>
                  <a:lnTo>
                    <a:pt x="13" y="3817"/>
                  </a:lnTo>
                  <a:cubicBezTo>
                    <a:pt x="132" y="3532"/>
                    <a:pt x="250" y="3246"/>
                    <a:pt x="367" y="2959"/>
                  </a:cubicBezTo>
                  <a:cubicBezTo>
                    <a:pt x="536" y="2526"/>
                    <a:pt x="628" y="2048"/>
                    <a:pt x="769" y="1584"/>
                  </a:cubicBezTo>
                  <a:cubicBezTo>
                    <a:pt x="860" y="1287"/>
                    <a:pt x="888" y="975"/>
                    <a:pt x="969" y="684"/>
                  </a:cubicBezTo>
                  <a:cubicBezTo>
                    <a:pt x="1004" y="565"/>
                    <a:pt x="985" y="339"/>
                    <a:pt x="1043" y="246"/>
                  </a:cubicBezTo>
                  <a:cubicBezTo>
                    <a:pt x="1048" y="168"/>
                    <a:pt x="1064" y="40"/>
                    <a:pt x="10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20"/>
            <p:cNvSpPr/>
            <p:nvPr/>
          </p:nvSpPr>
          <p:spPr>
            <a:xfrm>
              <a:off x="554949" y="4386876"/>
              <a:ext cx="368" cy="707"/>
            </a:xfrm>
            <a:custGeom>
              <a:rect b="b" l="l" r="r" t="t"/>
              <a:pathLst>
                <a:path extrusionOk="0" h="25" w="13">
                  <a:moveTo>
                    <a:pt x="1" y="0"/>
                  </a:moveTo>
                  <a:lnTo>
                    <a:pt x="1" y="25"/>
                  </a:lnTo>
                  <a:lnTo>
                    <a:pt x="12" y="25"/>
                  </a:lnTo>
                  <a:cubicBezTo>
                    <a:pt x="5" y="3"/>
                    <a:pt x="11" y="12"/>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20"/>
            <p:cNvSpPr/>
            <p:nvPr/>
          </p:nvSpPr>
          <p:spPr>
            <a:xfrm>
              <a:off x="579959" y="4707449"/>
              <a:ext cx="7809" cy="24388"/>
            </a:xfrm>
            <a:custGeom>
              <a:rect b="b" l="l" r="r" t="t"/>
              <a:pathLst>
                <a:path extrusionOk="0" h="862" w="276">
                  <a:moveTo>
                    <a:pt x="257" y="1"/>
                  </a:moveTo>
                  <a:lnTo>
                    <a:pt x="257" y="1"/>
                  </a:lnTo>
                  <a:cubicBezTo>
                    <a:pt x="168" y="169"/>
                    <a:pt x="63" y="350"/>
                    <a:pt x="37" y="578"/>
                  </a:cubicBezTo>
                  <a:cubicBezTo>
                    <a:pt x="28" y="656"/>
                    <a:pt x="1" y="786"/>
                    <a:pt x="44" y="848"/>
                  </a:cubicBezTo>
                  <a:lnTo>
                    <a:pt x="44" y="861"/>
                  </a:lnTo>
                  <a:cubicBezTo>
                    <a:pt x="107" y="781"/>
                    <a:pt x="172" y="332"/>
                    <a:pt x="213" y="206"/>
                  </a:cubicBezTo>
                  <a:cubicBezTo>
                    <a:pt x="233" y="148"/>
                    <a:pt x="276" y="39"/>
                    <a:pt x="2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20"/>
            <p:cNvSpPr/>
            <p:nvPr/>
          </p:nvSpPr>
          <p:spPr>
            <a:xfrm>
              <a:off x="571415" y="4689201"/>
              <a:ext cx="17343" cy="33696"/>
            </a:xfrm>
            <a:custGeom>
              <a:rect b="b" l="l" r="r" t="t"/>
              <a:pathLst>
                <a:path extrusionOk="0" h="1191" w="613">
                  <a:moveTo>
                    <a:pt x="585" y="0"/>
                  </a:moveTo>
                  <a:lnTo>
                    <a:pt x="585" y="0"/>
                  </a:lnTo>
                  <a:cubicBezTo>
                    <a:pt x="556" y="89"/>
                    <a:pt x="492" y="154"/>
                    <a:pt x="451" y="228"/>
                  </a:cubicBezTo>
                  <a:cubicBezTo>
                    <a:pt x="339" y="429"/>
                    <a:pt x="250" y="620"/>
                    <a:pt x="153" y="830"/>
                  </a:cubicBezTo>
                  <a:cubicBezTo>
                    <a:pt x="124" y="894"/>
                    <a:pt x="0" y="1072"/>
                    <a:pt x="54" y="1165"/>
                  </a:cubicBezTo>
                  <a:lnTo>
                    <a:pt x="54" y="1191"/>
                  </a:lnTo>
                  <a:cubicBezTo>
                    <a:pt x="114" y="1114"/>
                    <a:pt x="134" y="999"/>
                    <a:pt x="176" y="909"/>
                  </a:cubicBezTo>
                  <a:cubicBezTo>
                    <a:pt x="269" y="711"/>
                    <a:pt x="376" y="495"/>
                    <a:pt x="474" y="294"/>
                  </a:cubicBezTo>
                  <a:cubicBezTo>
                    <a:pt x="506" y="231"/>
                    <a:pt x="613" y="54"/>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20"/>
            <p:cNvSpPr/>
            <p:nvPr/>
          </p:nvSpPr>
          <p:spPr>
            <a:xfrm>
              <a:off x="568670" y="4676725"/>
              <a:ext cx="17428" cy="28547"/>
            </a:xfrm>
            <a:custGeom>
              <a:rect b="b" l="l" r="r" t="t"/>
              <a:pathLst>
                <a:path extrusionOk="0" h="1009" w="616">
                  <a:moveTo>
                    <a:pt x="602" y="1"/>
                  </a:moveTo>
                  <a:cubicBezTo>
                    <a:pt x="406" y="197"/>
                    <a:pt x="208" y="419"/>
                    <a:pt x="84" y="688"/>
                  </a:cubicBezTo>
                  <a:cubicBezTo>
                    <a:pt x="49" y="764"/>
                    <a:pt x="44" y="905"/>
                    <a:pt x="0" y="970"/>
                  </a:cubicBezTo>
                  <a:lnTo>
                    <a:pt x="0" y="1008"/>
                  </a:lnTo>
                  <a:lnTo>
                    <a:pt x="13" y="1008"/>
                  </a:lnTo>
                  <a:cubicBezTo>
                    <a:pt x="80" y="752"/>
                    <a:pt x="259" y="544"/>
                    <a:pt x="390" y="345"/>
                  </a:cubicBezTo>
                  <a:cubicBezTo>
                    <a:pt x="457" y="238"/>
                    <a:pt x="512" y="98"/>
                    <a:pt x="615" y="27"/>
                  </a:cubicBezTo>
                  <a:cubicBezTo>
                    <a:pt x="608" y="5"/>
                    <a:pt x="614" y="14"/>
                    <a:pt x="6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20"/>
            <p:cNvSpPr/>
            <p:nvPr/>
          </p:nvSpPr>
          <p:spPr>
            <a:xfrm>
              <a:off x="587569" y="4706714"/>
              <a:ext cx="396" cy="764"/>
            </a:xfrm>
            <a:custGeom>
              <a:rect b="b" l="l" r="r" t="t"/>
              <a:pathLst>
                <a:path extrusionOk="0" h="27" w="14">
                  <a:moveTo>
                    <a:pt x="1" y="1"/>
                  </a:moveTo>
                  <a:lnTo>
                    <a:pt x="1" y="27"/>
                  </a:lnTo>
                  <a:lnTo>
                    <a:pt x="14" y="27"/>
                  </a:lnTo>
                  <a:cubicBezTo>
                    <a:pt x="7" y="3"/>
                    <a:pt x="12"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20"/>
            <p:cNvSpPr/>
            <p:nvPr/>
          </p:nvSpPr>
          <p:spPr>
            <a:xfrm>
              <a:off x="563889" y="3634119"/>
              <a:ext cx="17456" cy="45777"/>
            </a:xfrm>
            <a:custGeom>
              <a:rect b="b" l="l" r="r" t="t"/>
              <a:pathLst>
                <a:path extrusionOk="0" h="1618" w="617">
                  <a:moveTo>
                    <a:pt x="604" y="1"/>
                  </a:moveTo>
                  <a:lnTo>
                    <a:pt x="604" y="1"/>
                  </a:lnTo>
                  <a:cubicBezTo>
                    <a:pt x="569" y="116"/>
                    <a:pt x="489" y="206"/>
                    <a:pt x="442" y="308"/>
                  </a:cubicBezTo>
                  <a:cubicBezTo>
                    <a:pt x="325" y="561"/>
                    <a:pt x="211" y="822"/>
                    <a:pt x="115" y="1090"/>
                  </a:cubicBezTo>
                  <a:cubicBezTo>
                    <a:pt x="79" y="1193"/>
                    <a:pt x="0" y="1482"/>
                    <a:pt x="79" y="1593"/>
                  </a:cubicBezTo>
                  <a:lnTo>
                    <a:pt x="79" y="1618"/>
                  </a:lnTo>
                  <a:cubicBezTo>
                    <a:pt x="117" y="1561"/>
                    <a:pt x="122" y="1367"/>
                    <a:pt x="150" y="1296"/>
                  </a:cubicBezTo>
                  <a:cubicBezTo>
                    <a:pt x="264" y="1005"/>
                    <a:pt x="364" y="687"/>
                    <a:pt x="479" y="399"/>
                  </a:cubicBezTo>
                  <a:cubicBezTo>
                    <a:pt x="506" y="331"/>
                    <a:pt x="617" y="28"/>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20"/>
            <p:cNvSpPr/>
            <p:nvPr/>
          </p:nvSpPr>
          <p:spPr>
            <a:xfrm>
              <a:off x="546037" y="3812611"/>
              <a:ext cx="396" cy="707"/>
            </a:xfrm>
            <a:custGeom>
              <a:rect b="b" l="l" r="r" t="t"/>
              <a:pathLst>
                <a:path extrusionOk="0" h="25" w="14">
                  <a:moveTo>
                    <a:pt x="0" y="0"/>
                  </a:moveTo>
                  <a:lnTo>
                    <a:pt x="0" y="25"/>
                  </a:lnTo>
                  <a:lnTo>
                    <a:pt x="13" y="25"/>
                  </a:lnTo>
                  <a:cubicBezTo>
                    <a:pt x="6" y="3"/>
                    <a:pt x="12"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20"/>
            <p:cNvSpPr/>
            <p:nvPr/>
          </p:nvSpPr>
          <p:spPr>
            <a:xfrm>
              <a:off x="588305" y="4688466"/>
              <a:ext cx="424" cy="764"/>
            </a:xfrm>
            <a:custGeom>
              <a:rect b="b" l="l" r="r" t="t"/>
              <a:pathLst>
                <a:path extrusionOk="0" h="27" w="15">
                  <a:moveTo>
                    <a:pt x="1" y="0"/>
                  </a:moveTo>
                  <a:cubicBezTo>
                    <a:pt x="2" y="10"/>
                    <a:pt x="2" y="17"/>
                    <a:pt x="1" y="26"/>
                  </a:cubicBezTo>
                  <a:lnTo>
                    <a:pt x="14" y="26"/>
                  </a:lnTo>
                  <a:cubicBezTo>
                    <a:pt x="7" y="4"/>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20"/>
            <p:cNvSpPr/>
            <p:nvPr/>
          </p:nvSpPr>
          <p:spPr>
            <a:xfrm>
              <a:off x="574980" y="3640371"/>
              <a:ext cx="25293" cy="53303"/>
            </a:xfrm>
            <a:custGeom>
              <a:rect b="b" l="l" r="r" t="t"/>
              <a:pathLst>
                <a:path extrusionOk="0" h="1884" w="894">
                  <a:moveTo>
                    <a:pt x="867" y="1"/>
                  </a:moveTo>
                  <a:cubicBezTo>
                    <a:pt x="805" y="92"/>
                    <a:pt x="705" y="161"/>
                    <a:pt x="642" y="255"/>
                  </a:cubicBezTo>
                  <a:cubicBezTo>
                    <a:pt x="441" y="558"/>
                    <a:pt x="297" y="921"/>
                    <a:pt x="155" y="1279"/>
                  </a:cubicBezTo>
                  <a:cubicBezTo>
                    <a:pt x="101" y="1411"/>
                    <a:pt x="1" y="1745"/>
                    <a:pt x="116" y="1872"/>
                  </a:cubicBezTo>
                  <a:lnTo>
                    <a:pt x="116" y="1884"/>
                  </a:lnTo>
                  <a:cubicBezTo>
                    <a:pt x="138" y="1852"/>
                    <a:pt x="129" y="1782"/>
                    <a:pt x="145" y="1743"/>
                  </a:cubicBezTo>
                  <a:cubicBezTo>
                    <a:pt x="210" y="1574"/>
                    <a:pt x="261" y="1392"/>
                    <a:pt x="337" y="1218"/>
                  </a:cubicBezTo>
                  <a:cubicBezTo>
                    <a:pt x="518" y="803"/>
                    <a:pt x="681" y="374"/>
                    <a:pt x="8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20"/>
            <p:cNvSpPr/>
            <p:nvPr/>
          </p:nvSpPr>
          <p:spPr>
            <a:xfrm>
              <a:off x="581317" y="3633383"/>
              <a:ext cx="396" cy="764"/>
            </a:xfrm>
            <a:custGeom>
              <a:rect b="b" l="l" r="r" t="t"/>
              <a:pathLst>
                <a:path extrusionOk="0" h="27" w="14">
                  <a:moveTo>
                    <a:pt x="1" y="1"/>
                  </a:moveTo>
                  <a:lnTo>
                    <a:pt x="1" y="27"/>
                  </a:lnTo>
                  <a:lnTo>
                    <a:pt x="14" y="27"/>
                  </a:lnTo>
                  <a:cubicBezTo>
                    <a:pt x="7" y="5"/>
                    <a:pt x="11"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20"/>
            <p:cNvSpPr/>
            <p:nvPr/>
          </p:nvSpPr>
          <p:spPr>
            <a:xfrm>
              <a:off x="775851" y="4665210"/>
              <a:ext cx="25124" cy="29141"/>
            </a:xfrm>
            <a:custGeom>
              <a:rect b="b" l="l" r="r" t="t"/>
              <a:pathLst>
                <a:path extrusionOk="0" h="1030" w="888">
                  <a:moveTo>
                    <a:pt x="874" y="1"/>
                  </a:moveTo>
                  <a:cubicBezTo>
                    <a:pt x="819" y="56"/>
                    <a:pt x="752" y="94"/>
                    <a:pt x="691" y="139"/>
                  </a:cubicBezTo>
                  <a:cubicBezTo>
                    <a:pt x="641" y="174"/>
                    <a:pt x="608" y="230"/>
                    <a:pt x="570" y="280"/>
                  </a:cubicBezTo>
                  <a:cubicBezTo>
                    <a:pt x="470" y="405"/>
                    <a:pt x="325" y="502"/>
                    <a:pt x="227" y="633"/>
                  </a:cubicBezTo>
                  <a:cubicBezTo>
                    <a:pt x="146" y="742"/>
                    <a:pt x="95" y="905"/>
                    <a:pt x="0" y="1004"/>
                  </a:cubicBezTo>
                  <a:lnTo>
                    <a:pt x="0" y="1030"/>
                  </a:lnTo>
                  <a:cubicBezTo>
                    <a:pt x="70" y="982"/>
                    <a:pt x="120" y="893"/>
                    <a:pt x="172" y="826"/>
                  </a:cubicBezTo>
                  <a:cubicBezTo>
                    <a:pt x="316" y="640"/>
                    <a:pt x="503" y="477"/>
                    <a:pt x="649" y="294"/>
                  </a:cubicBezTo>
                  <a:cubicBezTo>
                    <a:pt x="720" y="204"/>
                    <a:pt x="793" y="89"/>
                    <a:pt x="887" y="27"/>
                  </a:cubicBezTo>
                  <a:cubicBezTo>
                    <a:pt x="878" y="5"/>
                    <a:pt x="884" y="14"/>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20"/>
            <p:cNvSpPr/>
            <p:nvPr/>
          </p:nvSpPr>
          <p:spPr>
            <a:xfrm>
              <a:off x="783772" y="3858585"/>
              <a:ext cx="453" cy="1471"/>
            </a:xfrm>
            <a:custGeom>
              <a:rect b="b" l="l" r="r" t="t"/>
              <a:pathLst>
                <a:path extrusionOk="0" h="52" w="16">
                  <a:moveTo>
                    <a:pt x="4" y="1"/>
                  </a:moveTo>
                  <a:cubicBezTo>
                    <a:pt x="4" y="18"/>
                    <a:pt x="4" y="36"/>
                    <a:pt x="1" y="52"/>
                  </a:cubicBezTo>
                  <a:cubicBezTo>
                    <a:pt x="15" y="30"/>
                    <a:pt x="15" y="25"/>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20"/>
            <p:cNvSpPr/>
            <p:nvPr/>
          </p:nvSpPr>
          <p:spPr>
            <a:xfrm>
              <a:off x="546405" y="3778180"/>
              <a:ext cx="15816" cy="34460"/>
            </a:xfrm>
            <a:custGeom>
              <a:rect b="b" l="l" r="r" t="t"/>
              <a:pathLst>
                <a:path extrusionOk="0" h="1218" w="559">
                  <a:moveTo>
                    <a:pt x="544" y="0"/>
                  </a:moveTo>
                  <a:cubicBezTo>
                    <a:pt x="362" y="332"/>
                    <a:pt x="3" y="724"/>
                    <a:pt x="0" y="1217"/>
                  </a:cubicBezTo>
                  <a:cubicBezTo>
                    <a:pt x="73" y="1131"/>
                    <a:pt x="101" y="988"/>
                    <a:pt x="150" y="884"/>
                  </a:cubicBezTo>
                  <a:cubicBezTo>
                    <a:pt x="237" y="698"/>
                    <a:pt x="348" y="495"/>
                    <a:pt x="432" y="309"/>
                  </a:cubicBezTo>
                  <a:cubicBezTo>
                    <a:pt x="460" y="250"/>
                    <a:pt x="559" y="32"/>
                    <a:pt x="5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20"/>
            <p:cNvSpPr/>
            <p:nvPr/>
          </p:nvSpPr>
          <p:spPr>
            <a:xfrm>
              <a:off x="565445" y="4596574"/>
              <a:ext cx="368" cy="1132"/>
            </a:xfrm>
            <a:custGeom>
              <a:rect b="b" l="l" r="r" t="t"/>
              <a:pathLst>
                <a:path extrusionOk="0" h="40" w="13">
                  <a:moveTo>
                    <a:pt x="1" y="0"/>
                  </a:moveTo>
                  <a:lnTo>
                    <a:pt x="1" y="39"/>
                  </a:lnTo>
                  <a:lnTo>
                    <a:pt x="12" y="39"/>
                  </a:lnTo>
                  <a:cubicBezTo>
                    <a:pt x="9" y="12"/>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20"/>
            <p:cNvSpPr/>
            <p:nvPr/>
          </p:nvSpPr>
          <p:spPr>
            <a:xfrm>
              <a:off x="666730" y="4613351"/>
              <a:ext cx="396" cy="707"/>
            </a:xfrm>
            <a:custGeom>
              <a:rect b="b" l="l" r="r" t="t"/>
              <a:pathLst>
                <a:path extrusionOk="0" h="25" w="14">
                  <a:moveTo>
                    <a:pt x="0" y="0"/>
                  </a:moveTo>
                  <a:lnTo>
                    <a:pt x="0" y="25"/>
                  </a:lnTo>
                  <a:lnTo>
                    <a:pt x="13" y="25"/>
                  </a:lnTo>
                  <a:cubicBezTo>
                    <a:pt x="6" y="3"/>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20"/>
            <p:cNvSpPr/>
            <p:nvPr/>
          </p:nvSpPr>
          <p:spPr>
            <a:xfrm>
              <a:off x="780292" y="4670925"/>
              <a:ext cx="31150" cy="37431"/>
            </a:xfrm>
            <a:custGeom>
              <a:rect b="b" l="l" r="r" t="t"/>
              <a:pathLst>
                <a:path extrusionOk="0" h="1323" w="1101">
                  <a:moveTo>
                    <a:pt x="1075" y="1"/>
                  </a:moveTo>
                  <a:cubicBezTo>
                    <a:pt x="1030" y="66"/>
                    <a:pt x="956" y="105"/>
                    <a:pt x="892" y="152"/>
                  </a:cubicBezTo>
                  <a:cubicBezTo>
                    <a:pt x="774" y="265"/>
                    <a:pt x="653" y="379"/>
                    <a:pt x="535" y="494"/>
                  </a:cubicBezTo>
                  <a:cubicBezTo>
                    <a:pt x="410" y="653"/>
                    <a:pt x="250" y="793"/>
                    <a:pt x="137" y="962"/>
                  </a:cubicBezTo>
                  <a:cubicBezTo>
                    <a:pt x="80" y="1047"/>
                    <a:pt x="63" y="1159"/>
                    <a:pt x="3" y="1244"/>
                  </a:cubicBezTo>
                  <a:cubicBezTo>
                    <a:pt x="3" y="1268"/>
                    <a:pt x="0" y="1295"/>
                    <a:pt x="0" y="1322"/>
                  </a:cubicBezTo>
                  <a:lnTo>
                    <a:pt x="13" y="1322"/>
                  </a:lnTo>
                  <a:cubicBezTo>
                    <a:pt x="61" y="1170"/>
                    <a:pt x="217" y="1056"/>
                    <a:pt x="306" y="940"/>
                  </a:cubicBezTo>
                  <a:cubicBezTo>
                    <a:pt x="487" y="701"/>
                    <a:pt x="681" y="488"/>
                    <a:pt x="864" y="255"/>
                  </a:cubicBezTo>
                  <a:cubicBezTo>
                    <a:pt x="931" y="166"/>
                    <a:pt x="1036" y="97"/>
                    <a:pt x="11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20"/>
            <p:cNvSpPr/>
            <p:nvPr/>
          </p:nvSpPr>
          <p:spPr>
            <a:xfrm>
              <a:off x="719409" y="3271306"/>
              <a:ext cx="9167" cy="10525"/>
            </a:xfrm>
            <a:custGeom>
              <a:rect b="b" l="l" r="r" t="t"/>
              <a:pathLst>
                <a:path extrusionOk="0" h="372" w="324">
                  <a:moveTo>
                    <a:pt x="255" y="0"/>
                  </a:moveTo>
                  <a:lnTo>
                    <a:pt x="255" y="0"/>
                  </a:lnTo>
                  <a:cubicBezTo>
                    <a:pt x="214" y="140"/>
                    <a:pt x="88" y="236"/>
                    <a:pt x="15" y="356"/>
                  </a:cubicBezTo>
                  <a:cubicBezTo>
                    <a:pt x="8" y="359"/>
                    <a:pt x="5" y="365"/>
                    <a:pt x="1" y="368"/>
                  </a:cubicBezTo>
                  <a:cubicBezTo>
                    <a:pt x="22" y="371"/>
                    <a:pt x="30" y="371"/>
                    <a:pt x="41" y="371"/>
                  </a:cubicBezTo>
                  <a:cubicBezTo>
                    <a:pt x="51" y="371"/>
                    <a:pt x="64" y="371"/>
                    <a:pt x="92" y="371"/>
                  </a:cubicBezTo>
                  <a:cubicBezTo>
                    <a:pt x="142" y="323"/>
                    <a:pt x="323" y="106"/>
                    <a:pt x="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20"/>
            <p:cNvSpPr/>
            <p:nvPr/>
          </p:nvSpPr>
          <p:spPr>
            <a:xfrm>
              <a:off x="795230" y="4687391"/>
              <a:ext cx="16523" cy="22351"/>
            </a:xfrm>
            <a:custGeom>
              <a:rect b="b" l="l" r="r" t="t"/>
              <a:pathLst>
                <a:path extrusionOk="0" h="790" w="584">
                  <a:moveTo>
                    <a:pt x="570" y="0"/>
                  </a:moveTo>
                  <a:cubicBezTo>
                    <a:pt x="481" y="130"/>
                    <a:pt x="327" y="217"/>
                    <a:pt x="228" y="342"/>
                  </a:cubicBezTo>
                  <a:cubicBezTo>
                    <a:pt x="176" y="409"/>
                    <a:pt x="115" y="477"/>
                    <a:pt x="68" y="545"/>
                  </a:cubicBezTo>
                  <a:cubicBezTo>
                    <a:pt x="39" y="591"/>
                    <a:pt x="35" y="646"/>
                    <a:pt x="2" y="685"/>
                  </a:cubicBezTo>
                  <a:cubicBezTo>
                    <a:pt x="2" y="720"/>
                    <a:pt x="0" y="755"/>
                    <a:pt x="0" y="790"/>
                  </a:cubicBezTo>
                  <a:lnTo>
                    <a:pt x="13" y="790"/>
                  </a:lnTo>
                  <a:cubicBezTo>
                    <a:pt x="47" y="691"/>
                    <a:pt x="131" y="625"/>
                    <a:pt x="185" y="547"/>
                  </a:cubicBezTo>
                  <a:cubicBezTo>
                    <a:pt x="301" y="380"/>
                    <a:pt x="416" y="137"/>
                    <a:pt x="583" y="26"/>
                  </a:cubicBezTo>
                  <a:cubicBezTo>
                    <a:pt x="576" y="5"/>
                    <a:pt x="582" y="13"/>
                    <a:pt x="5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20"/>
            <p:cNvSpPr/>
            <p:nvPr/>
          </p:nvSpPr>
          <p:spPr>
            <a:xfrm>
              <a:off x="725746" y="4061748"/>
              <a:ext cx="396" cy="764"/>
            </a:xfrm>
            <a:custGeom>
              <a:rect b="b" l="l" r="r" t="t"/>
              <a:pathLst>
                <a:path extrusionOk="0" h="27" w="14">
                  <a:moveTo>
                    <a:pt x="0" y="1"/>
                  </a:moveTo>
                  <a:lnTo>
                    <a:pt x="0" y="27"/>
                  </a:lnTo>
                  <a:lnTo>
                    <a:pt x="14" y="27"/>
                  </a:lnTo>
                  <a:cubicBezTo>
                    <a:pt x="5" y="5"/>
                    <a:pt x="9"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20"/>
            <p:cNvSpPr/>
            <p:nvPr/>
          </p:nvSpPr>
          <p:spPr>
            <a:xfrm>
              <a:off x="805302" y="3333293"/>
              <a:ext cx="396" cy="764"/>
            </a:xfrm>
            <a:custGeom>
              <a:rect b="b" l="l" r="r" t="t"/>
              <a:pathLst>
                <a:path extrusionOk="0" h="27" w="14">
                  <a:moveTo>
                    <a:pt x="0" y="0"/>
                  </a:moveTo>
                  <a:cubicBezTo>
                    <a:pt x="2" y="9"/>
                    <a:pt x="2" y="16"/>
                    <a:pt x="0" y="26"/>
                  </a:cubicBezTo>
                  <a:lnTo>
                    <a:pt x="13" y="26"/>
                  </a:lnTo>
                  <a:cubicBezTo>
                    <a:pt x="6" y="4"/>
                    <a:pt x="10"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20"/>
            <p:cNvSpPr/>
            <p:nvPr/>
          </p:nvSpPr>
          <p:spPr>
            <a:xfrm>
              <a:off x="565870" y="4595499"/>
              <a:ext cx="340" cy="764"/>
            </a:xfrm>
            <a:custGeom>
              <a:rect b="b" l="l" r="r" t="t"/>
              <a:pathLst>
                <a:path extrusionOk="0" h="27" w="12">
                  <a:moveTo>
                    <a:pt x="0" y="0"/>
                  </a:moveTo>
                  <a:lnTo>
                    <a:pt x="0" y="26"/>
                  </a:lnTo>
                  <a:lnTo>
                    <a:pt x="12" y="26"/>
                  </a:lnTo>
                  <a:cubicBezTo>
                    <a:pt x="4" y="5"/>
                    <a:pt x="10"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20"/>
            <p:cNvSpPr/>
            <p:nvPr/>
          </p:nvSpPr>
          <p:spPr>
            <a:xfrm>
              <a:off x="756725" y="4103421"/>
              <a:ext cx="18984" cy="49314"/>
            </a:xfrm>
            <a:custGeom>
              <a:rect b="b" l="l" r="r" t="t"/>
              <a:pathLst>
                <a:path extrusionOk="0" h="1743" w="671">
                  <a:moveTo>
                    <a:pt x="644" y="0"/>
                  </a:moveTo>
                  <a:lnTo>
                    <a:pt x="644" y="0"/>
                  </a:lnTo>
                  <a:cubicBezTo>
                    <a:pt x="605" y="146"/>
                    <a:pt x="513" y="271"/>
                    <a:pt x="455" y="396"/>
                  </a:cubicBezTo>
                  <a:cubicBezTo>
                    <a:pt x="269" y="800"/>
                    <a:pt x="55" y="1226"/>
                    <a:pt x="0" y="1742"/>
                  </a:cubicBezTo>
                  <a:lnTo>
                    <a:pt x="25" y="1742"/>
                  </a:lnTo>
                  <a:cubicBezTo>
                    <a:pt x="74" y="1652"/>
                    <a:pt x="141" y="1559"/>
                    <a:pt x="186" y="1461"/>
                  </a:cubicBezTo>
                  <a:cubicBezTo>
                    <a:pt x="330" y="1143"/>
                    <a:pt x="394" y="796"/>
                    <a:pt x="518" y="460"/>
                  </a:cubicBezTo>
                  <a:cubicBezTo>
                    <a:pt x="545" y="390"/>
                    <a:pt x="670" y="53"/>
                    <a:pt x="6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20"/>
            <p:cNvSpPr/>
            <p:nvPr/>
          </p:nvSpPr>
          <p:spPr>
            <a:xfrm>
              <a:off x="790110" y="3940320"/>
              <a:ext cx="396" cy="736"/>
            </a:xfrm>
            <a:custGeom>
              <a:rect b="b" l="l" r="r" t="t"/>
              <a:pathLst>
                <a:path extrusionOk="0" h="26" w="14">
                  <a:moveTo>
                    <a:pt x="1" y="1"/>
                  </a:moveTo>
                  <a:lnTo>
                    <a:pt x="1" y="25"/>
                  </a:lnTo>
                  <a:lnTo>
                    <a:pt x="14" y="25"/>
                  </a:lnTo>
                  <a:cubicBezTo>
                    <a:pt x="7" y="4"/>
                    <a:pt x="12" y="1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20"/>
            <p:cNvSpPr/>
            <p:nvPr/>
          </p:nvSpPr>
          <p:spPr>
            <a:xfrm>
              <a:off x="759922" y="4360169"/>
              <a:ext cx="16891" cy="81228"/>
            </a:xfrm>
            <a:custGeom>
              <a:rect b="b" l="l" r="r" t="t"/>
              <a:pathLst>
                <a:path extrusionOk="0" h="2871" w="597">
                  <a:moveTo>
                    <a:pt x="579" y="1"/>
                  </a:moveTo>
                  <a:lnTo>
                    <a:pt x="579" y="1"/>
                  </a:lnTo>
                  <a:cubicBezTo>
                    <a:pt x="563" y="115"/>
                    <a:pt x="501" y="223"/>
                    <a:pt x="459" y="319"/>
                  </a:cubicBezTo>
                  <a:cubicBezTo>
                    <a:pt x="403" y="499"/>
                    <a:pt x="348" y="678"/>
                    <a:pt x="291" y="858"/>
                  </a:cubicBezTo>
                  <a:cubicBezTo>
                    <a:pt x="169" y="1258"/>
                    <a:pt x="163" y="1693"/>
                    <a:pt x="57" y="2120"/>
                  </a:cubicBezTo>
                  <a:cubicBezTo>
                    <a:pt x="1" y="2347"/>
                    <a:pt x="66" y="2661"/>
                    <a:pt x="66" y="2871"/>
                  </a:cubicBezTo>
                  <a:cubicBezTo>
                    <a:pt x="131" y="2777"/>
                    <a:pt x="131" y="2372"/>
                    <a:pt x="169" y="2226"/>
                  </a:cubicBezTo>
                  <a:cubicBezTo>
                    <a:pt x="305" y="1715"/>
                    <a:pt x="321" y="1149"/>
                    <a:pt x="463" y="656"/>
                  </a:cubicBezTo>
                  <a:cubicBezTo>
                    <a:pt x="508" y="496"/>
                    <a:pt x="521" y="328"/>
                    <a:pt x="562" y="181"/>
                  </a:cubicBezTo>
                  <a:cubicBezTo>
                    <a:pt x="579" y="128"/>
                    <a:pt x="597" y="33"/>
                    <a:pt x="5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20"/>
            <p:cNvSpPr/>
            <p:nvPr/>
          </p:nvSpPr>
          <p:spPr>
            <a:xfrm>
              <a:off x="856539" y="3501091"/>
              <a:ext cx="18758" cy="64365"/>
            </a:xfrm>
            <a:custGeom>
              <a:rect b="b" l="l" r="r" t="t"/>
              <a:pathLst>
                <a:path extrusionOk="0" h="2275" w="663">
                  <a:moveTo>
                    <a:pt x="648" y="1"/>
                  </a:moveTo>
                  <a:cubicBezTo>
                    <a:pt x="575" y="140"/>
                    <a:pt x="473" y="277"/>
                    <a:pt x="407" y="423"/>
                  </a:cubicBezTo>
                  <a:cubicBezTo>
                    <a:pt x="300" y="648"/>
                    <a:pt x="217" y="888"/>
                    <a:pt x="132" y="1128"/>
                  </a:cubicBezTo>
                  <a:cubicBezTo>
                    <a:pt x="56" y="1343"/>
                    <a:pt x="59" y="1583"/>
                    <a:pt x="1" y="1823"/>
                  </a:cubicBezTo>
                  <a:lnTo>
                    <a:pt x="17" y="2275"/>
                  </a:lnTo>
                  <a:cubicBezTo>
                    <a:pt x="46" y="2231"/>
                    <a:pt x="20" y="2144"/>
                    <a:pt x="34" y="2081"/>
                  </a:cubicBezTo>
                  <a:cubicBezTo>
                    <a:pt x="58" y="1949"/>
                    <a:pt x="82" y="1817"/>
                    <a:pt x="107" y="1682"/>
                  </a:cubicBezTo>
                  <a:cubicBezTo>
                    <a:pt x="226" y="1279"/>
                    <a:pt x="319" y="865"/>
                    <a:pt x="468" y="501"/>
                  </a:cubicBezTo>
                  <a:cubicBezTo>
                    <a:pt x="501" y="424"/>
                    <a:pt x="662" y="34"/>
                    <a:pt x="6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20"/>
            <p:cNvSpPr/>
            <p:nvPr/>
          </p:nvSpPr>
          <p:spPr>
            <a:xfrm>
              <a:off x="727302" y="3940971"/>
              <a:ext cx="63262" cy="118263"/>
            </a:xfrm>
            <a:custGeom>
              <a:rect b="b" l="l" r="r" t="t"/>
              <a:pathLst>
                <a:path extrusionOk="0" h="4180" w="2236">
                  <a:moveTo>
                    <a:pt x="2211" y="1"/>
                  </a:moveTo>
                  <a:lnTo>
                    <a:pt x="2211" y="1"/>
                  </a:lnTo>
                  <a:cubicBezTo>
                    <a:pt x="2074" y="199"/>
                    <a:pt x="1914" y="386"/>
                    <a:pt x="1782" y="588"/>
                  </a:cubicBezTo>
                  <a:cubicBezTo>
                    <a:pt x="1549" y="940"/>
                    <a:pt x="1370" y="1320"/>
                    <a:pt x="1164" y="1698"/>
                  </a:cubicBezTo>
                  <a:cubicBezTo>
                    <a:pt x="1005" y="1987"/>
                    <a:pt x="832" y="2292"/>
                    <a:pt x="693" y="2592"/>
                  </a:cubicBezTo>
                  <a:cubicBezTo>
                    <a:pt x="534" y="2930"/>
                    <a:pt x="383" y="3266"/>
                    <a:pt x="230" y="3602"/>
                  </a:cubicBezTo>
                  <a:cubicBezTo>
                    <a:pt x="162" y="3758"/>
                    <a:pt x="104" y="4028"/>
                    <a:pt x="1" y="4140"/>
                  </a:cubicBezTo>
                  <a:lnTo>
                    <a:pt x="1" y="4179"/>
                  </a:lnTo>
                  <a:lnTo>
                    <a:pt x="12" y="4179"/>
                  </a:lnTo>
                  <a:cubicBezTo>
                    <a:pt x="63" y="4009"/>
                    <a:pt x="175" y="3852"/>
                    <a:pt x="257" y="3707"/>
                  </a:cubicBezTo>
                  <a:cubicBezTo>
                    <a:pt x="412" y="3420"/>
                    <a:pt x="549" y="3128"/>
                    <a:pt x="701" y="2851"/>
                  </a:cubicBezTo>
                  <a:cubicBezTo>
                    <a:pt x="946" y="2407"/>
                    <a:pt x="1164" y="1948"/>
                    <a:pt x="1404" y="1509"/>
                  </a:cubicBezTo>
                  <a:cubicBezTo>
                    <a:pt x="1487" y="1356"/>
                    <a:pt x="1539" y="1195"/>
                    <a:pt x="1632" y="1049"/>
                  </a:cubicBezTo>
                  <a:cubicBezTo>
                    <a:pt x="1792" y="801"/>
                    <a:pt x="1929" y="534"/>
                    <a:pt x="2075" y="270"/>
                  </a:cubicBezTo>
                  <a:cubicBezTo>
                    <a:pt x="2110" y="210"/>
                    <a:pt x="2235" y="66"/>
                    <a:pt x="22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20"/>
            <p:cNvSpPr/>
            <p:nvPr/>
          </p:nvSpPr>
          <p:spPr>
            <a:xfrm>
              <a:off x="754943" y="4307857"/>
              <a:ext cx="23285" cy="97553"/>
            </a:xfrm>
            <a:custGeom>
              <a:rect b="b" l="l" r="r" t="t"/>
              <a:pathLst>
                <a:path extrusionOk="0" h="3448" w="823">
                  <a:moveTo>
                    <a:pt x="799" y="0"/>
                  </a:moveTo>
                  <a:lnTo>
                    <a:pt x="799" y="0"/>
                  </a:lnTo>
                  <a:cubicBezTo>
                    <a:pt x="623" y="343"/>
                    <a:pt x="508" y="755"/>
                    <a:pt x="386" y="1155"/>
                  </a:cubicBezTo>
                  <a:cubicBezTo>
                    <a:pt x="348" y="1277"/>
                    <a:pt x="351" y="1378"/>
                    <a:pt x="313" y="1502"/>
                  </a:cubicBezTo>
                  <a:cubicBezTo>
                    <a:pt x="228" y="1786"/>
                    <a:pt x="191" y="2113"/>
                    <a:pt x="114" y="2417"/>
                  </a:cubicBezTo>
                  <a:cubicBezTo>
                    <a:pt x="102" y="2520"/>
                    <a:pt x="91" y="2623"/>
                    <a:pt x="81" y="2725"/>
                  </a:cubicBezTo>
                  <a:cubicBezTo>
                    <a:pt x="30" y="2933"/>
                    <a:pt x="5" y="3216"/>
                    <a:pt x="1" y="3447"/>
                  </a:cubicBezTo>
                  <a:cubicBezTo>
                    <a:pt x="47" y="3383"/>
                    <a:pt x="33" y="3274"/>
                    <a:pt x="57" y="3189"/>
                  </a:cubicBezTo>
                  <a:cubicBezTo>
                    <a:pt x="105" y="3021"/>
                    <a:pt x="132" y="2844"/>
                    <a:pt x="184" y="2662"/>
                  </a:cubicBezTo>
                  <a:cubicBezTo>
                    <a:pt x="360" y="2055"/>
                    <a:pt x="437" y="1378"/>
                    <a:pt x="626" y="785"/>
                  </a:cubicBezTo>
                  <a:cubicBezTo>
                    <a:pt x="687" y="589"/>
                    <a:pt x="720" y="391"/>
                    <a:pt x="780" y="207"/>
                  </a:cubicBezTo>
                  <a:cubicBezTo>
                    <a:pt x="799" y="154"/>
                    <a:pt x="822" y="41"/>
                    <a:pt x="7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20"/>
            <p:cNvSpPr/>
            <p:nvPr/>
          </p:nvSpPr>
          <p:spPr>
            <a:xfrm>
              <a:off x="875211" y="3500412"/>
              <a:ext cx="424" cy="707"/>
            </a:xfrm>
            <a:custGeom>
              <a:rect b="b" l="l" r="r" t="t"/>
              <a:pathLst>
                <a:path extrusionOk="0" h="25" w="15">
                  <a:moveTo>
                    <a:pt x="1" y="0"/>
                  </a:moveTo>
                  <a:lnTo>
                    <a:pt x="1" y="25"/>
                  </a:lnTo>
                  <a:lnTo>
                    <a:pt x="14" y="25"/>
                  </a:lnTo>
                  <a:cubicBezTo>
                    <a:pt x="7" y="3"/>
                    <a:pt x="11" y="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20"/>
            <p:cNvSpPr/>
            <p:nvPr/>
          </p:nvSpPr>
          <p:spPr>
            <a:xfrm>
              <a:off x="983823" y="3433276"/>
              <a:ext cx="396" cy="764"/>
            </a:xfrm>
            <a:custGeom>
              <a:rect b="b" l="l" r="r" t="t"/>
              <a:pathLst>
                <a:path extrusionOk="0" h="27" w="14">
                  <a:moveTo>
                    <a:pt x="0" y="0"/>
                  </a:moveTo>
                  <a:lnTo>
                    <a:pt x="0" y="27"/>
                  </a:lnTo>
                  <a:lnTo>
                    <a:pt x="13" y="27"/>
                  </a:lnTo>
                  <a:cubicBezTo>
                    <a:pt x="6" y="5"/>
                    <a:pt x="10"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20"/>
            <p:cNvSpPr/>
            <p:nvPr/>
          </p:nvSpPr>
          <p:spPr>
            <a:xfrm>
              <a:off x="864602" y="3534419"/>
              <a:ext cx="11883" cy="36809"/>
            </a:xfrm>
            <a:custGeom>
              <a:rect b="b" l="l" r="r" t="t"/>
              <a:pathLst>
                <a:path extrusionOk="0" h="1301" w="420">
                  <a:moveTo>
                    <a:pt x="389" y="1"/>
                  </a:moveTo>
                  <a:lnTo>
                    <a:pt x="389" y="1"/>
                  </a:lnTo>
                  <a:cubicBezTo>
                    <a:pt x="363" y="89"/>
                    <a:pt x="305" y="165"/>
                    <a:pt x="268" y="245"/>
                  </a:cubicBezTo>
                  <a:cubicBezTo>
                    <a:pt x="183" y="431"/>
                    <a:pt x="122" y="645"/>
                    <a:pt x="60" y="848"/>
                  </a:cubicBezTo>
                  <a:cubicBezTo>
                    <a:pt x="28" y="960"/>
                    <a:pt x="1" y="1191"/>
                    <a:pt x="65" y="1274"/>
                  </a:cubicBezTo>
                  <a:lnTo>
                    <a:pt x="65" y="1300"/>
                  </a:lnTo>
                  <a:lnTo>
                    <a:pt x="78" y="1287"/>
                  </a:lnTo>
                  <a:cubicBezTo>
                    <a:pt x="122" y="1260"/>
                    <a:pt x="129" y="1021"/>
                    <a:pt x="149" y="953"/>
                  </a:cubicBezTo>
                  <a:cubicBezTo>
                    <a:pt x="213" y="735"/>
                    <a:pt x="245" y="496"/>
                    <a:pt x="318" y="271"/>
                  </a:cubicBezTo>
                  <a:cubicBezTo>
                    <a:pt x="337" y="208"/>
                    <a:pt x="420" y="60"/>
                    <a:pt x="3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20"/>
            <p:cNvSpPr/>
            <p:nvPr/>
          </p:nvSpPr>
          <p:spPr>
            <a:xfrm>
              <a:off x="426872" y="2986069"/>
              <a:ext cx="624189" cy="1765339"/>
            </a:xfrm>
            <a:custGeom>
              <a:rect b="b" l="l" r="r" t="t"/>
              <a:pathLst>
                <a:path extrusionOk="0" h="62396" w="22062">
                  <a:moveTo>
                    <a:pt x="8209" y="191"/>
                  </a:moveTo>
                  <a:cubicBezTo>
                    <a:pt x="8667" y="203"/>
                    <a:pt x="9036" y="232"/>
                    <a:pt x="9356" y="371"/>
                  </a:cubicBezTo>
                  <a:cubicBezTo>
                    <a:pt x="9822" y="575"/>
                    <a:pt x="10191" y="895"/>
                    <a:pt x="10659" y="1084"/>
                  </a:cubicBezTo>
                  <a:cubicBezTo>
                    <a:pt x="10847" y="1160"/>
                    <a:pt x="11070" y="1196"/>
                    <a:pt x="11291" y="1196"/>
                  </a:cubicBezTo>
                  <a:cubicBezTo>
                    <a:pt x="11476" y="1196"/>
                    <a:pt x="11660" y="1171"/>
                    <a:pt x="11822" y="1122"/>
                  </a:cubicBezTo>
                  <a:cubicBezTo>
                    <a:pt x="11911" y="1094"/>
                    <a:pt x="12024" y="1100"/>
                    <a:pt x="12095" y="1050"/>
                  </a:cubicBezTo>
                  <a:cubicBezTo>
                    <a:pt x="12165" y="1050"/>
                    <a:pt x="12209" y="1058"/>
                    <a:pt x="12250" y="1079"/>
                  </a:cubicBezTo>
                  <a:cubicBezTo>
                    <a:pt x="12248" y="1191"/>
                    <a:pt x="12238" y="1279"/>
                    <a:pt x="12204" y="1363"/>
                  </a:cubicBezTo>
                  <a:cubicBezTo>
                    <a:pt x="12168" y="1453"/>
                    <a:pt x="11822" y="1774"/>
                    <a:pt x="11729" y="1818"/>
                  </a:cubicBezTo>
                  <a:lnTo>
                    <a:pt x="11729" y="1843"/>
                  </a:lnTo>
                  <a:cubicBezTo>
                    <a:pt x="11928" y="1840"/>
                    <a:pt x="12049" y="1732"/>
                    <a:pt x="12172" y="1645"/>
                  </a:cubicBezTo>
                  <a:cubicBezTo>
                    <a:pt x="12210" y="1619"/>
                    <a:pt x="12268" y="1545"/>
                    <a:pt x="12333" y="1545"/>
                  </a:cubicBezTo>
                  <a:cubicBezTo>
                    <a:pt x="12349" y="1545"/>
                    <a:pt x="12365" y="1549"/>
                    <a:pt x="12382" y="1559"/>
                  </a:cubicBezTo>
                  <a:cubicBezTo>
                    <a:pt x="12481" y="1600"/>
                    <a:pt x="12473" y="1806"/>
                    <a:pt x="12425" y="1911"/>
                  </a:cubicBezTo>
                  <a:cubicBezTo>
                    <a:pt x="12396" y="1972"/>
                    <a:pt x="12219" y="2152"/>
                    <a:pt x="12161" y="2189"/>
                  </a:cubicBezTo>
                  <a:cubicBezTo>
                    <a:pt x="12112" y="2220"/>
                    <a:pt x="12012" y="2240"/>
                    <a:pt x="11916" y="2240"/>
                  </a:cubicBezTo>
                  <a:cubicBezTo>
                    <a:pt x="11824" y="2240"/>
                    <a:pt x="11736" y="2222"/>
                    <a:pt x="11696" y="2180"/>
                  </a:cubicBezTo>
                  <a:lnTo>
                    <a:pt x="11656" y="2180"/>
                  </a:lnTo>
                  <a:cubicBezTo>
                    <a:pt x="11710" y="2398"/>
                    <a:pt x="11748" y="2669"/>
                    <a:pt x="11797" y="2907"/>
                  </a:cubicBezTo>
                  <a:lnTo>
                    <a:pt x="11802" y="3256"/>
                  </a:lnTo>
                  <a:cubicBezTo>
                    <a:pt x="11824" y="3366"/>
                    <a:pt x="11853" y="3577"/>
                    <a:pt x="11819" y="3721"/>
                  </a:cubicBezTo>
                  <a:cubicBezTo>
                    <a:pt x="11790" y="3888"/>
                    <a:pt x="11761" y="4056"/>
                    <a:pt x="11729" y="4223"/>
                  </a:cubicBezTo>
                  <a:cubicBezTo>
                    <a:pt x="11706" y="4182"/>
                    <a:pt x="11739" y="3747"/>
                    <a:pt x="11717" y="3641"/>
                  </a:cubicBezTo>
                  <a:cubicBezTo>
                    <a:pt x="11620" y="3192"/>
                    <a:pt x="11605" y="2703"/>
                    <a:pt x="11383" y="2379"/>
                  </a:cubicBezTo>
                  <a:cubicBezTo>
                    <a:pt x="11250" y="2188"/>
                    <a:pt x="11058" y="2125"/>
                    <a:pt x="10843" y="2125"/>
                  </a:cubicBezTo>
                  <a:cubicBezTo>
                    <a:pt x="10519" y="2125"/>
                    <a:pt x="10143" y="2269"/>
                    <a:pt x="9845" y="2334"/>
                  </a:cubicBezTo>
                  <a:cubicBezTo>
                    <a:pt x="9782" y="2348"/>
                    <a:pt x="9717" y="2354"/>
                    <a:pt x="9652" y="2354"/>
                  </a:cubicBezTo>
                  <a:cubicBezTo>
                    <a:pt x="9408" y="2354"/>
                    <a:pt x="9159" y="2272"/>
                    <a:pt x="8970" y="2225"/>
                  </a:cubicBezTo>
                  <a:cubicBezTo>
                    <a:pt x="8912" y="2211"/>
                    <a:pt x="8852" y="2204"/>
                    <a:pt x="8792" y="2204"/>
                  </a:cubicBezTo>
                  <a:cubicBezTo>
                    <a:pt x="8555" y="2204"/>
                    <a:pt x="8313" y="2301"/>
                    <a:pt x="8203" y="2376"/>
                  </a:cubicBezTo>
                  <a:cubicBezTo>
                    <a:pt x="8123" y="2432"/>
                    <a:pt x="8078" y="2526"/>
                    <a:pt x="8019" y="2605"/>
                  </a:cubicBezTo>
                  <a:cubicBezTo>
                    <a:pt x="7978" y="2642"/>
                    <a:pt x="7939" y="2682"/>
                    <a:pt x="7901" y="2719"/>
                  </a:cubicBezTo>
                  <a:cubicBezTo>
                    <a:pt x="7882" y="2770"/>
                    <a:pt x="7865" y="2821"/>
                    <a:pt x="7846" y="2874"/>
                  </a:cubicBezTo>
                  <a:cubicBezTo>
                    <a:pt x="7795" y="2987"/>
                    <a:pt x="7721" y="3106"/>
                    <a:pt x="7670" y="3220"/>
                  </a:cubicBezTo>
                  <a:cubicBezTo>
                    <a:pt x="7633" y="3302"/>
                    <a:pt x="7633" y="3388"/>
                    <a:pt x="7598" y="3476"/>
                  </a:cubicBezTo>
                  <a:cubicBezTo>
                    <a:pt x="7495" y="3744"/>
                    <a:pt x="7375" y="3965"/>
                    <a:pt x="7298" y="4269"/>
                  </a:cubicBezTo>
                  <a:cubicBezTo>
                    <a:pt x="7239" y="4496"/>
                    <a:pt x="7314" y="4719"/>
                    <a:pt x="7308" y="4942"/>
                  </a:cubicBezTo>
                  <a:cubicBezTo>
                    <a:pt x="7306" y="5054"/>
                    <a:pt x="7315" y="5191"/>
                    <a:pt x="7263" y="5251"/>
                  </a:cubicBezTo>
                  <a:cubicBezTo>
                    <a:pt x="7245" y="5264"/>
                    <a:pt x="7223" y="5271"/>
                    <a:pt x="7200" y="5271"/>
                  </a:cubicBezTo>
                  <a:cubicBezTo>
                    <a:pt x="7177" y="5271"/>
                    <a:pt x="7153" y="5263"/>
                    <a:pt x="7133" y="5248"/>
                  </a:cubicBezTo>
                  <a:cubicBezTo>
                    <a:pt x="7059" y="5206"/>
                    <a:pt x="7031" y="4931"/>
                    <a:pt x="6986" y="4844"/>
                  </a:cubicBezTo>
                  <a:cubicBezTo>
                    <a:pt x="6922" y="4719"/>
                    <a:pt x="6597" y="4399"/>
                    <a:pt x="6466" y="4342"/>
                  </a:cubicBezTo>
                  <a:cubicBezTo>
                    <a:pt x="6407" y="4316"/>
                    <a:pt x="6349" y="4305"/>
                    <a:pt x="6295" y="4305"/>
                  </a:cubicBezTo>
                  <a:cubicBezTo>
                    <a:pt x="6136" y="4305"/>
                    <a:pt x="6003" y="4401"/>
                    <a:pt x="5934" y="4499"/>
                  </a:cubicBezTo>
                  <a:cubicBezTo>
                    <a:pt x="5650" y="4896"/>
                    <a:pt x="5865" y="5669"/>
                    <a:pt x="6057" y="5999"/>
                  </a:cubicBezTo>
                  <a:cubicBezTo>
                    <a:pt x="6113" y="6094"/>
                    <a:pt x="6168" y="6197"/>
                    <a:pt x="6232" y="6289"/>
                  </a:cubicBezTo>
                  <a:cubicBezTo>
                    <a:pt x="6267" y="6324"/>
                    <a:pt x="6299" y="6360"/>
                    <a:pt x="6334" y="6393"/>
                  </a:cubicBezTo>
                  <a:cubicBezTo>
                    <a:pt x="6334" y="6428"/>
                    <a:pt x="6332" y="6463"/>
                    <a:pt x="6332" y="6498"/>
                  </a:cubicBezTo>
                  <a:cubicBezTo>
                    <a:pt x="6389" y="6763"/>
                    <a:pt x="6302" y="7038"/>
                    <a:pt x="6275" y="7285"/>
                  </a:cubicBezTo>
                  <a:lnTo>
                    <a:pt x="6262" y="7285"/>
                  </a:lnTo>
                  <a:cubicBezTo>
                    <a:pt x="6230" y="7171"/>
                    <a:pt x="6142" y="7123"/>
                    <a:pt x="6085" y="7038"/>
                  </a:cubicBezTo>
                  <a:cubicBezTo>
                    <a:pt x="6020" y="6937"/>
                    <a:pt x="5969" y="6798"/>
                    <a:pt x="5925" y="6684"/>
                  </a:cubicBezTo>
                  <a:cubicBezTo>
                    <a:pt x="5832" y="6444"/>
                    <a:pt x="5810" y="6190"/>
                    <a:pt x="5735" y="5943"/>
                  </a:cubicBezTo>
                  <a:cubicBezTo>
                    <a:pt x="5612" y="5546"/>
                    <a:pt x="5512" y="5114"/>
                    <a:pt x="5412" y="4682"/>
                  </a:cubicBezTo>
                  <a:cubicBezTo>
                    <a:pt x="5357" y="4442"/>
                    <a:pt x="5389" y="4211"/>
                    <a:pt x="5338" y="3957"/>
                  </a:cubicBezTo>
                  <a:cubicBezTo>
                    <a:pt x="5280" y="3663"/>
                    <a:pt x="5343" y="3032"/>
                    <a:pt x="5426" y="2783"/>
                  </a:cubicBezTo>
                  <a:cubicBezTo>
                    <a:pt x="5585" y="2320"/>
                    <a:pt x="5816" y="1955"/>
                    <a:pt x="6174" y="1700"/>
                  </a:cubicBezTo>
                  <a:cubicBezTo>
                    <a:pt x="6424" y="1523"/>
                    <a:pt x="6708" y="1254"/>
                    <a:pt x="7119" y="1254"/>
                  </a:cubicBezTo>
                  <a:cubicBezTo>
                    <a:pt x="7126" y="1254"/>
                    <a:pt x="7133" y="1254"/>
                    <a:pt x="7139" y="1254"/>
                  </a:cubicBezTo>
                  <a:lnTo>
                    <a:pt x="7139" y="1229"/>
                  </a:lnTo>
                  <a:cubicBezTo>
                    <a:pt x="7081" y="1227"/>
                    <a:pt x="7003" y="1219"/>
                    <a:pt x="6933" y="1219"/>
                  </a:cubicBezTo>
                  <a:cubicBezTo>
                    <a:pt x="6869" y="1219"/>
                    <a:pt x="6811" y="1225"/>
                    <a:pt x="6777" y="1247"/>
                  </a:cubicBezTo>
                  <a:cubicBezTo>
                    <a:pt x="6761" y="1247"/>
                    <a:pt x="6742" y="1247"/>
                    <a:pt x="6726" y="1245"/>
                  </a:cubicBezTo>
                  <a:cubicBezTo>
                    <a:pt x="6856" y="715"/>
                    <a:pt x="7219" y="462"/>
                    <a:pt x="7690" y="297"/>
                  </a:cubicBezTo>
                  <a:cubicBezTo>
                    <a:pt x="7802" y="270"/>
                    <a:pt x="7915" y="241"/>
                    <a:pt x="8027" y="213"/>
                  </a:cubicBezTo>
                  <a:cubicBezTo>
                    <a:pt x="8051" y="207"/>
                    <a:pt x="8076" y="207"/>
                    <a:pt x="8101" y="207"/>
                  </a:cubicBezTo>
                  <a:cubicBezTo>
                    <a:pt x="8106" y="207"/>
                    <a:pt x="8112" y="207"/>
                    <a:pt x="8117" y="207"/>
                  </a:cubicBezTo>
                  <a:cubicBezTo>
                    <a:pt x="8152" y="207"/>
                    <a:pt x="8184" y="206"/>
                    <a:pt x="8209" y="191"/>
                  </a:cubicBezTo>
                  <a:close/>
                  <a:moveTo>
                    <a:pt x="10775" y="2276"/>
                  </a:moveTo>
                  <a:cubicBezTo>
                    <a:pt x="11537" y="2283"/>
                    <a:pt x="11444" y="3191"/>
                    <a:pt x="11569" y="3804"/>
                  </a:cubicBezTo>
                  <a:cubicBezTo>
                    <a:pt x="11627" y="4088"/>
                    <a:pt x="11473" y="4332"/>
                    <a:pt x="11525" y="4604"/>
                  </a:cubicBezTo>
                  <a:cubicBezTo>
                    <a:pt x="11712" y="5547"/>
                    <a:pt x="11430" y="6558"/>
                    <a:pt x="11172" y="7288"/>
                  </a:cubicBezTo>
                  <a:cubicBezTo>
                    <a:pt x="11085" y="7538"/>
                    <a:pt x="10964" y="8003"/>
                    <a:pt x="10780" y="8134"/>
                  </a:cubicBezTo>
                  <a:cubicBezTo>
                    <a:pt x="10639" y="8231"/>
                    <a:pt x="10489" y="8236"/>
                    <a:pt x="10285" y="8279"/>
                  </a:cubicBezTo>
                  <a:cubicBezTo>
                    <a:pt x="10200" y="8297"/>
                    <a:pt x="10119" y="8305"/>
                    <a:pt x="10041" y="8305"/>
                  </a:cubicBezTo>
                  <a:cubicBezTo>
                    <a:pt x="9620" y="8305"/>
                    <a:pt x="9294" y="8077"/>
                    <a:pt x="9000" y="7940"/>
                  </a:cubicBezTo>
                  <a:cubicBezTo>
                    <a:pt x="8849" y="7869"/>
                    <a:pt x="8637" y="7796"/>
                    <a:pt x="8541" y="7671"/>
                  </a:cubicBezTo>
                  <a:lnTo>
                    <a:pt x="8514" y="7671"/>
                  </a:lnTo>
                  <a:cubicBezTo>
                    <a:pt x="8564" y="7747"/>
                    <a:pt x="8977" y="8041"/>
                    <a:pt x="9074" y="8071"/>
                  </a:cubicBezTo>
                  <a:cubicBezTo>
                    <a:pt x="9039" y="8128"/>
                    <a:pt x="9131" y="8253"/>
                    <a:pt x="9160" y="8332"/>
                  </a:cubicBezTo>
                  <a:cubicBezTo>
                    <a:pt x="9240" y="8555"/>
                    <a:pt x="9348" y="8868"/>
                    <a:pt x="9336" y="9149"/>
                  </a:cubicBezTo>
                  <a:cubicBezTo>
                    <a:pt x="9387" y="9076"/>
                    <a:pt x="9380" y="8919"/>
                    <a:pt x="9381" y="8801"/>
                  </a:cubicBezTo>
                  <a:cubicBezTo>
                    <a:pt x="9387" y="8554"/>
                    <a:pt x="9268" y="8224"/>
                    <a:pt x="9125" y="8124"/>
                  </a:cubicBezTo>
                  <a:lnTo>
                    <a:pt x="9125" y="8111"/>
                  </a:lnTo>
                  <a:cubicBezTo>
                    <a:pt x="9337" y="8246"/>
                    <a:pt x="9566" y="8462"/>
                    <a:pt x="9894" y="8464"/>
                  </a:cubicBezTo>
                  <a:cubicBezTo>
                    <a:pt x="9872" y="8516"/>
                    <a:pt x="9829" y="8535"/>
                    <a:pt x="9801" y="8579"/>
                  </a:cubicBezTo>
                  <a:lnTo>
                    <a:pt x="9664" y="8872"/>
                  </a:lnTo>
                  <a:cubicBezTo>
                    <a:pt x="9573" y="9136"/>
                    <a:pt x="9567" y="9538"/>
                    <a:pt x="9567" y="9865"/>
                  </a:cubicBezTo>
                  <a:cubicBezTo>
                    <a:pt x="9611" y="9807"/>
                    <a:pt x="9599" y="9710"/>
                    <a:pt x="9624" y="9634"/>
                  </a:cubicBezTo>
                  <a:cubicBezTo>
                    <a:pt x="9670" y="9489"/>
                    <a:pt x="9756" y="9329"/>
                    <a:pt x="9776" y="9173"/>
                  </a:cubicBezTo>
                  <a:lnTo>
                    <a:pt x="9788" y="9173"/>
                  </a:lnTo>
                  <a:cubicBezTo>
                    <a:pt x="9846" y="9487"/>
                    <a:pt x="9872" y="9995"/>
                    <a:pt x="9788" y="10348"/>
                  </a:cubicBezTo>
                  <a:cubicBezTo>
                    <a:pt x="9769" y="10435"/>
                    <a:pt x="9787" y="10562"/>
                    <a:pt x="9771" y="10632"/>
                  </a:cubicBezTo>
                  <a:cubicBezTo>
                    <a:pt x="9742" y="10755"/>
                    <a:pt x="9807" y="10965"/>
                    <a:pt x="9736" y="11044"/>
                  </a:cubicBezTo>
                  <a:lnTo>
                    <a:pt x="9723" y="11058"/>
                  </a:lnTo>
                  <a:cubicBezTo>
                    <a:pt x="9596" y="10848"/>
                    <a:pt x="9377" y="10700"/>
                    <a:pt x="9205" y="10528"/>
                  </a:cubicBezTo>
                  <a:lnTo>
                    <a:pt x="8523" y="9803"/>
                  </a:lnTo>
                  <a:cubicBezTo>
                    <a:pt x="8304" y="9631"/>
                    <a:pt x="8064" y="9476"/>
                    <a:pt x="7824" y="9323"/>
                  </a:cubicBezTo>
                  <a:cubicBezTo>
                    <a:pt x="7719" y="9256"/>
                    <a:pt x="7603" y="9221"/>
                    <a:pt x="7491" y="9162"/>
                  </a:cubicBezTo>
                  <a:cubicBezTo>
                    <a:pt x="7234" y="9021"/>
                    <a:pt x="6966" y="8875"/>
                    <a:pt x="6726" y="8718"/>
                  </a:cubicBezTo>
                  <a:cubicBezTo>
                    <a:pt x="6578" y="8622"/>
                    <a:pt x="6386" y="8521"/>
                    <a:pt x="6294" y="8374"/>
                  </a:cubicBezTo>
                  <a:cubicBezTo>
                    <a:pt x="6245" y="8297"/>
                    <a:pt x="6267" y="8055"/>
                    <a:pt x="6290" y="7959"/>
                  </a:cubicBezTo>
                  <a:cubicBezTo>
                    <a:pt x="6296" y="7874"/>
                    <a:pt x="6303" y="7786"/>
                    <a:pt x="6309" y="7701"/>
                  </a:cubicBezTo>
                  <a:cubicBezTo>
                    <a:pt x="6384" y="7462"/>
                    <a:pt x="6495" y="7219"/>
                    <a:pt x="6520" y="6917"/>
                  </a:cubicBezTo>
                  <a:cubicBezTo>
                    <a:pt x="6528" y="6793"/>
                    <a:pt x="6539" y="6607"/>
                    <a:pt x="6488" y="6529"/>
                  </a:cubicBezTo>
                  <a:lnTo>
                    <a:pt x="6488" y="6503"/>
                  </a:lnTo>
                  <a:cubicBezTo>
                    <a:pt x="6536" y="6510"/>
                    <a:pt x="6591" y="6516"/>
                    <a:pt x="6645" y="6516"/>
                  </a:cubicBezTo>
                  <a:cubicBezTo>
                    <a:pt x="6719" y="6516"/>
                    <a:pt x="6790" y="6505"/>
                    <a:pt x="6837" y="6472"/>
                  </a:cubicBezTo>
                  <a:cubicBezTo>
                    <a:pt x="7023" y="6481"/>
                    <a:pt x="6988" y="6753"/>
                    <a:pt x="7061" y="6878"/>
                  </a:cubicBezTo>
                  <a:cubicBezTo>
                    <a:pt x="7159" y="7045"/>
                    <a:pt x="7431" y="7247"/>
                    <a:pt x="7606" y="7341"/>
                  </a:cubicBezTo>
                  <a:cubicBezTo>
                    <a:pt x="7646" y="7363"/>
                    <a:pt x="7687" y="7357"/>
                    <a:pt x="7722" y="7382"/>
                  </a:cubicBezTo>
                  <a:lnTo>
                    <a:pt x="7748" y="7382"/>
                  </a:lnTo>
                  <a:lnTo>
                    <a:pt x="7748" y="7357"/>
                  </a:lnTo>
                  <a:cubicBezTo>
                    <a:pt x="7677" y="7277"/>
                    <a:pt x="7604" y="7199"/>
                    <a:pt x="7533" y="7119"/>
                  </a:cubicBezTo>
                  <a:cubicBezTo>
                    <a:pt x="7444" y="7048"/>
                    <a:pt x="7319" y="6974"/>
                    <a:pt x="7254" y="6881"/>
                  </a:cubicBezTo>
                  <a:cubicBezTo>
                    <a:pt x="7133" y="6709"/>
                    <a:pt x="7053" y="6433"/>
                    <a:pt x="6970" y="6229"/>
                  </a:cubicBezTo>
                  <a:cubicBezTo>
                    <a:pt x="6921" y="6109"/>
                    <a:pt x="6840" y="5970"/>
                    <a:pt x="6822" y="5825"/>
                  </a:cubicBezTo>
                  <a:lnTo>
                    <a:pt x="6822" y="5825"/>
                  </a:lnTo>
                  <a:cubicBezTo>
                    <a:pt x="6800" y="5861"/>
                    <a:pt x="6876" y="6225"/>
                    <a:pt x="6905" y="6267"/>
                  </a:cubicBezTo>
                  <a:lnTo>
                    <a:pt x="6905" y="6292"/>
                  </a:lnTo>
                  <a:cubicBezTo>
                    <a:pt x="6902" y="6292"/>
                    <a:pt x="6899" y="6292"/>
                    <a:pt x="6896" y="6292"/>
                  </a:cubicBezTo>
                  <a:cubicBezTo>
                    <a:pt x="6759" y="6292"/>
                    <a:pt x="6686" y="6324"/>
                    <a:pt x="6559" y="6324"/>
                  </a:cubicBezTo>
                  <a:cubicBezTo>
                    <a:pt x="6554" y="6324"/>
                    <a:pt x="6548" y="6324"/>
                    <a:pt x="6543" y="6324"/>
                  </a:cubicBezTo>
                  <a:cubicBezTo>
                    <a:pt x="6479" y="6261"/>
                    <a:pt x="6392" y="6223"/>
                    <a:pt x="6339" y="6151"/>
                  </a:cubicBezTo>
                  <a:cubicBezTo>
                    <a:pt x="6153" y="5890"/>
                    <a:pt x="6040" y="5571"/>
                    <a:pt x="5960" y="5211"/>
                  </a:cubicBezTo>
                  <a:cubicBezTo>
                    <a:pt x="5896" y="4928"/>
                    <a:pt x="5985" y="4553"/>
                    <a:pt x="6168" y="4479"/>
                  </a:cubicBezTo>
                  <a:cubicBezTo>
                    <a:pt x="6197" y="4467"/>
                    <a:pt x="6228" y="4461"/>
                    <a:pt x="6260" y="4461"/>
                  </a:cubicBezTo>
                  <a:cubicBezTo>
                    <a:pt x="6500" y="4461"/>
                    <a:pt x="6807" y="4759"/>
                    <a:pt x="6857" y="4880"/>
                  </a:cubicBezTo>
                  <a:cubicBezTo>
                    <a:pt x="6909" y="5005"/>
                    <a:pt x="6893" y="5185"/>
                    <a:pt x="6965" y="5296"/>
                  </a:cubicBezTo>
                  <a:cubicBezTo>
                    <a:pt x="6997" y="5348"/>
                    <a:pt x="7083" y="5379"/>
                    <a:pt x="7165" y="5379"/>
                  </a:cubicBezTo>
                  <a:cubicBezTo>
                    <a:pt x="7215" y="5379"/>
                    <a:pt x="7264" y="5368"/>
                    <a:pt x="7299" y="5342"/>
                  </a:cubicBezTo>
                  <a:cubicBezTo>
                    <a:pt x="7475" y="5214"/>
                    <a:pt x="7316" y="4608"/>
                    <a:pt x="7385" y="4348"/>
                  </a:cubicBezTo>
                  <a:cubicBezTo>
                    <a:pt x="7459" y="4063"/>
                    <a:pt x="7636" y="3862"/>
                    <a:pt x="7750" y="3606"/>
                  </a:cubicBezTo>
                  <a:cubicBezTo>
                    <a:pt x="7814" y="3457"/>
                    <a:pt x="7818" y="3304"/>
                    <a:pt x="7875" y="3143"/>
                  </a:cubicBezTo>
                  <a:cubicBezTo>
                    <a:pt x="7939" y="2961"/>
                    <a:pt x="8071" y="2751"/>
                    <a:pt x="8184" y="2606"/>
                  </a:cubicBezTo>
                  <a:cubicBezTo>
                    <a:pt x="8312" y="2442"/>
                    <a:pt x="8523" y="2387"/>
                    <a:pt x="8756" y="2387"/>
                  </a:cubicBezTo>
                  <a:cubicBezTo>
                    <a:pt x="8987" y="2387"/>
                    <a:pt x="9239" y="2441"/>
                    <a:pt x="9452" y="2493"/>
                  </a:cubicBezTo>
                  <a:cubicBezTo>
                    <a:pt x="9511" y="2507"/>
                    <a:pt x="9575" y="2513"/>
                    <a:pt x="9642" y="2513"/>
                  </a:cubicBezTo>
                  <a:cubicBezTo>
                    <a:pt x="9918" y="2513"/>
                    <a:pt x="10235" y="2408"/>
                    <a:pt x="10399" y="2357"/>
                  </a:cubicBezTo>
                  <a:lnTo>
                    <a:pt x="10775" y="2276"/>
                  </a:lnTo>
                  <a:close/>
                  <a:moveTo>
                    <a:pt x="9939" y="8710"/>
                  </a:moveTo>
                  <a:cubicBezTo>
                    <a:pt x="10120" y="8797"/>
                    <a:pt x="10278" y="8864"/>
                    <a:pt x="10423" y="8978"/>
                  </a:cubicBezTo>
                  <a:cubicBezTo>
                    <a:pt x="10841" y="9307"/>
                    <a:pt x="11027" y="10057"/>
                    <a:pt x="11203" y="10623"/>
                  </a:cubicBezTo>
                  <a:cubicBezTo>
                    <a:pt x="11254" y="10787"/>
                    <a:pt x="11290" y="10947"/>
                    <a:pt x="11335" y="11104"/>
                  </a:cubicBezTo>
                  <a:cubicBezTo>
                    <a:pt x="11355" y="11175"/>
                    <a:pt x="11336" y="11255"/>
                    <a:pt x="11370" y="11312"/>
                  </a:cubicBezTo>
                  <a:cubicBezTo>
                    <a:pt x="11370" y="11345"/>
                    <a:pt x="11367" y="11380"/>
                    <a:pt x="11367" y="11415"/>
                  </a:cubicBezTo>
                  <a:cubicBezTo>
                    <a:pt x="11300" y="11366"/>
                    <a:pt x="11265" y="11286"/>
                    <a:pt x="11217" y="11219"/>
                  </a:cubicBezTo>
                  <a:cubicBezTo>
                    <a:pt x="11087" y="11038"/>
                    <a:pt x="10740" y="10771"/>
                    <a:pt x="10388" y="10771"/>
                  </a:cubicBezTo>
                  <a:cubicBezTo>
                    <a:pt x="10326" y="10771"/>
                    <a:pt x="10265" y="10779"/>
                    <a:pt x="10204" y="10797"/>
                  </a:cubicBezTo>
                  <a:cubicBezTo>
                    <a:pt x="10090" y="10832"/>
                    <a:pt x="10018" y="10903"/>
                    <a:pt x="9931" y="10959"/>
                  </a:cubicBezTo>
                  <a:lnTo>
                    <a:pt x="9931" y="10985"/>
                  </a:lnTo>
                  <a:lnTo>
                    <a:pt x="9917" y="10985"/>
                  </a:lnTo>
                  <a:cubicBezTo>
                    <a:pt x="9949" y="10499"/>
                    <a:pt x="9981" y="10012"/>
                    <a:pt x="10013" y="9527"/>
                  </a:cubicBezTo>
                  <a:cubicBezTo>
                    <a:pt x="9984" y="9374"/>
                    <a:pt x="9983" y="9218"/>
                    <a:pt x="9932" y="9085"/>
                  </a:cubicBezTo>
                  <a:cubicBezTo>
                    <a:pt x="9912" y="9032"/>
                    <a:pt x="9848" y="8951"/>
                    <a:pt x="9872" y="8864"/>
                  </a:cubicBezTo>
                  <a:cubicBezTo>
                    <a:pt x="9887" y="8813"/>
                    <a:pt x="9925" y="8769"/>
                    <a:pt x="9939" y="8710"/>
                  </a:cubicBezTo>
                  <a:close/>
                  <a:moveTo>
                    <a:pt x="10368" y="10941"/>
                  </a:moveTo>
                  <a:cubicBezTo>
                    <a:pt x="10394" y="10941"/>
                    <a:pt x="10419" y="10943"/>
                    <a:pt x="10447" y="10943"/>
                  </a:cubicBezTo>
                  <a:cubicBezTo>
                    <a:pt x="10375" y="11116"/>
                    <a:pt x="10500" y="11546"/>
                    <a:pt x="10431" y="11654"/>
                  </a:cubicBezTo>
                  <a:lnTo>
                    <a:pt x="10431" y="11678"/>
                  </a:lnTo>
                  <a:cubicBezTo>
                    <a:pt x="10420" y="11678"/>
                    <a:pt x="10410" y="11678"/>
                    <a:pt x="10400" y="11678"/>
                  </a:cubicBezTo>
                  <a:cubicBezTo>
                    <a:pt x="10272" y="11678"/>
                    <a:pt x="10163" y="11686"/>
                    <a:pt x="10056" y="11697"/>
                  </a:cubicBezTo>
                  <a:cubicBezTo>
                    <a:pt x="10028" y="11494"/>
                    <a:pt x="9874" y="11434"/>
                    <a:pt x="9897" y="11203"/>
                  </a:cubicBezTo>
                  <a:cubicBezTo>
                    <a:pt x="9986" y="11114"/>
                    <a:pt x="10047" y="11024"/>
                    <a:pt x="10173" y="10976"/>
                  </a:cubicBezTo>
                  <a:cubicBezTo>
                    <a:pt x="10232" y="10954"/>
                    <a:pt x="10317" y="10970"/>
                    <a:pt x="10368" y="10941"/>
                  </a:cubicBezTo>
                  <a:close/>
                  <a:moveTo>
                    <a:pt x="10548" y="10972"/>
                  </a:moveTo>
                  <a:cubicBezTo>
                    <a:pt x="10594" y="10979"/>
                    <a:pt x="10636" y="10991"/>
                    <a:pt x="10665" y="11014"/>
                  </a:cubicBezTo>
                  <a:lnTo>
                    <a:pt x="10689" y="11014"/>
                  </a:lnTo>
                  <a:cubicBezTo>
                    <a:pt x="10694" y="11223"/>
                    <a:pt x="10729" y="11470"/>
                    <a:pt x="10726" y="11699"/>
                  </a:cubicBezTo>
                  <a:cubicBezTo>
                    <a:pt x="10672" y="11697"/>
                    <a:pt x="10615" y="11697"/>
                    <a:pt x="10559" y="11696"/>
                  </a:cubicBezTo>
                  <a:cubicBezTo>
                    <a:pt x="10578" y="11568"/>
                    <a:pt x="10605" y="11078"/>
                    <a:pt x="10548" y="10985"/>
                  </a:cubicBezTo>
                  <a:lnTo>
                    <a:pt x="10548" y="10972"/>
                  </a:lnTo>
                  <a:close/>
                  <a:moveTo>
                    <a:pt x="8740" y="10854"/>
                  </a:moveTo>
                  <a:cubicBezTo>
                    <a:pt x="8772" y="10854"/>
                    <a:pt x="8808" y="10859"/>
                    <a:pt x="8846" y="10870"/>
                  </a:cubicBezTo>
                  <a:cubicBezTo>
                    <a:pt x="8988" y="10914"/>
                    <a:pt x="9103" y="11012"/>
                    <a:pt x="9217" y="11085"/>
                  </a:cubicBezTo>
                  <a:cubicBezTo>
                    <a:pt x="9464" y="11245"/>
                    <a:pt x="9845" y="11388"/>
                    <a:pt x="9887" y="11732"/>
                  </a:cubicBezTo>
                  <a:cubicBezTo>
                    <a:pt x="9689" y="11747"/>
                    <a:pt x="9560" y="11851"/>
                    <a:pt x="9393" y="11889"/>
                  </a:cubicBezTo>
                  <a:cubicBezTo>
                    <a:pt x="9320" y="11816"/>
                    <a:pt x="9199" y="11786"/>
                    <a:pt x="9111" y="11728"/>
                  </a:cubicBezTo>
                  <a:cubicBezTo>
                    <a:pt x="8958" y="11626"/>
                    <a:pt x="8805" y="11497"/>
                    <a:pt x="8653" y="11395"/>
                  </a:cubicBezTo>
                  <a:cubicBezTo>
                    <a:pt x="8551" y="11328"/>
                    <a:pt x="8407" y="11276"/>
                    <a:pt x="8334" y="11181"/>
                  </a:cubicBezTo>
                  <a:cubicBezTo>
                    <a:pt x="8312" y="11152"/>
                    <a:pt x="8392" y="11097"/>
                    <a:pt x="8414" y="11068"/>
                  </a:cubicBezTo>
                  <a:cubicBezTo>
                    <a:pt x="8480" y="10982"/>
                    <a:pt x="8575" y="10854"/>
                    <a:pt x="8740" y="10854"/>
                  </a:cubicBezTo>
                  <a:close/>
                  <a:moveTo>
                    <a:pt x="6229" y="7504"/>
                  </a:moveTo>
                  <a:cubicBezTo>
                    <a:pt x="6193" y="7613"/>
                    <a:pt x="6150" y="7746"/>
                    <a:pt x="6117" y="7876"/>
                  </a:cubicBezTo>
                  <a:cubicBezTo>
                    <a:pt x="6095" y="7961"/>
                    <a:pt x="6126" y="8071"/>
                    <a:pt x="6086" y="8135"/>
                  </a:cubicBezTo>
                  <a:lnTo>
                    <a:pt x="6073" y="8148"/>
                  </a:lnTo>
                  <a:cubicBezTo>
                    <a:pt x="6030" y="8057"/>
                    <a:pt x="5973" y="7952"/>
                    <a:pt x="5964" y="7836"/>
                  </a:cubicBezTo>
                  <a:lnTo>
                    <a:pt x="5951" y="7836"/>
                  </a:lnTo>
                  <a:cubicBezTo>
                    <a:pt x="5831" y="8384"/>
                    <a:pt x="6383" y="8675"/>
                    <a:pt x="6691" y="8872"/>
                  </a:cubicBezTo>
                  <a:cubicBezTo>
                    <a:pt x="7200" y="9198"/>
                    <a:pt x="7809" y="9428"/>
                    <a:pt x="8314" y="9762"/>
                  </a:cubicBezTo>
                  <a:cubicBezTo>
                    <a:pt x="8618" y="9961"/>
                    <a:pt x="8862" y="10300"/>
                    <a:pt x="9073" y="10592"/>
                  </a:cubicBezTo>
                  <a:cubicBezTo>
                    <a:pt x="9220" y="10746"/>
                    <a:pt x="9366" y="10899"/>
                    <a:pt x="9513" y="11053"/>
                  </a:cubicBezTo>
                  <a:cubicBezTo>
                    <a:pt x="9356" y="10941"/>
                    <a:pt x="9223" y="10794"/>
                    <a:pt x="9031" y="10707"/>
                  </a:cubicBezTo>
                  <a:cubicBezTo>
                    <a:pt x="8921" y="10658"/>
                    <a:pt x="8823" y="10636"/>
                    <a:pt x="8736" y="10636"/>
                  </a:cubicBezTo>
                  <a:cubicBezTo>
                    <a:pt x="8284" y="10636"/>
                    <a:pt x="8095" y="11206"/>
                    <a:pt x="7902" y="11497"/>
                  </a:cubicBezTo>
                  <a:cubicBezTo>
                    <a:pt x="7774" y="11689"/>
                    <a:pt x="7613" y="11827"/>
                    <a:pt x="7453" y="11979"/>
                  </a:cubicBezTo>
                  <a:cubicBezTo>
                    <a:pt x="7263" y="11974"/>
                    <a:pt x="7190" y="11863"/>
                    <a:pt x="7110" y="11751"/>
                  </a:cubicBezTo>
                  <a:cubicBezTo>
                    <a:pt x="6914" y="11479"/>
                    <a:pt x="6739" y="11177"/>
                    <a:pt x="6546" y="10899"/>
                  </a:cubicBezTo>
                  <a:cubicBezTo>
                    <a:pt x="6357" y="10624"/>
                    <a:pt x="6124" y="10382"/>
                    <a:pt x="5929" y="10111"/>
                  </a:cubicBezTo>
                  <a:cubicBezTo>
                    <a:pt x="5688" y="9777"/>
                    <a:pt x="5287" y="9418"/>
                    <a:pt x="5439" y="8755"/>
                  </a:cubicBezTo>
                  <a:cubicBezTo>
                    <a:pt x="5458" y="8675"/>
                    <a:pt x="5444" y="8560"/>
                    <a:pt x="5458" y="8497"/>
                  </a:cubicBezTo>
                  <a:cubicBezTo>
                    <a:pt x="5498" y="8327"/>
                    <a:pt x="5485" y="8204"/>
                    <a:pt x="5544" y="8071"/>
                  </a:cubicBezTo>
                  <a:cubicBezTo>
                    <a:pt x="5601" y="7948"/>
                    <a:pt x="5756" y="7676"/>
                    <a:pt x="5865" y="7613"/>
                  </a:cubicBezTo>
                  <a:cubicBezTo>
                    <a:pt x="5964" y="7557"/>
                    <a:pt x="6120" y="7575"/>
                    <a:pt x="6203" y="7504"/>
                  </a:cubicBezTo>
                  <a:close/>
                  <a:moveTo>
                    <a:pt x="8229" y="11296"/>
                  </a:moveTo>
                  <a:cubicBezTo>
                    <a:pt x="8455" y="11421"/>
                    <a:pt x="8679" y="11575"/>
                    <a:pt x="8891" y="11725"/>
                  </a:cubicBezTo>
                  <a:cubicBezTo>
                    <a:pt x="9002" y="11802"/>
                    <a:pt x="9112" y="11911"/>
                    <a:pt x="9262" y="11952"/>
                  </a:cubicBezTo>
                  <a:lnTo>
                    <a:pt x="9262" y="11965"/>
                  </a:lnTo>
                  <a:cubicBezTo>
                    <a:pt x="9166" y="11990"/>
                    <a:pt x="9115" y="12061"/>
                    <a:pt x="9028" y="12088"/>
                  </a:cubicBezTo>
                  <a:cubicBezTo>
                    <a:pt x="8959" y="12013"/>
                    <a:pt x="8860" y="11984"/>
                    <a:pt x="8773" y="11928"/>
                  </a:cubicBezTo>
                  <a:cubicBezTo>
                    <a:pt x="8610" y="11822"/>
                    <a:pt x="8439" y="11712"/>
                    <a:pt x="8275" y="11606"/>
                  </a:cubicBezTo>
                  <a:cubicBezTo>
                    <a:pt x="8213" y="11566"/>
                    <a:pt x="8141" y="11553"/>
                    <a:pt x="8097" y="11500"/>
                  </a:cubicBezTo>
                  <a:lnTo>
                    <a:pt x="8084" y="11486"/>
                  </a:lnTo>
                  <a:cubicBezTo>
                    <a:pt x="8142" y="11449"/>
                    <a:pt x="8199" y="11359"/>
                    <a:pt x="8229" y="11296"/>
                  </a:cubicBezTo>
                  <a:close/>
                  <a:moveTo>
                    <a:pt x="10376" y="11842"/>
                  </a:moveTo>
                  <a:cubicBezTo>
                    <a:pt x="10584" y="11842"/>
                    <a:pt x="10828" y="11850"/>
                    <a:pt x="10905" y="11910"/>
                  </a:cubicBezTo>
                  <a:cubicBezTo>
                    <a:pt x="10992" y="11944"/>
                    <a:pt x="10977" y="12037"/>
                    <a:pt x="11002" y="12132"/>
                  </a:cubicBezTo>
                  <a:cubicBezTo>
                    <a:pt x="11041" y="12273"/>
                    <a:pt x="11063" y="12440"/>
                    <a:pt x="11097" y="12586"/>
                  </a:cubicBezTo>
                  <a:cubicBezTo>
                    <a:pt x="11111" y="12648"/>
                    <a:pt x="11092" y="12718"/>
                    <a:pt x="11118" y="12767"/>
                  </a:cubicBezTo>
                  <a:cubicBezTo>
                    <a:pt x="11117" y="12831"/>
                    <a:pt x="11115" y="12897"/>
                    <a:pt x="11114" y="12961"/>
                  </a:cubicBezTo>
                  <a:cubicBezTo>
                    <a:pt x="10854" y="13009"/>
                    <a:pt x="10650" y="13028"/>
                    <a:pt x="10463" y="13140"/>
                  </a:cubicBezTo>
                  <a:cubicBezTo>
                    <a:pt x="10317" y="13227"/>
                    <a:pt x="10173" y="13406"/>
                    <a:pt x="9967" y="13414"/>
                  </a:cubicBezTo>
                  <a:cubicBezTo>
                    <a:pt x="9766" y="13193"/>
                    <a:pt x="9595" y="12946"/>
                    <a:pt x="9387" y="12730"/>
                  </a:cubicBezTo>
                  <a:cubicBezTo>
                    <a:pt x="9262" y="12599"/>
                    <a:pt x="9080" y="12488"/>
                    <a:pt x="8981" y="12333"/>
                  </a:cubicBezTo>
                  <a:lnTo>
                    <a:pt x="8970" y="12321"/>
                  </a:lnTo>
                  <a:cubicBezTo>
                    <a:pt x="9044" y="12285"/>
                    <a:pt x="9097" y="12222"/>
                    <a:pt x="9166" y="12183"/>
                  </a:cubicBezTo>
                  <a:cubicBezTo>
                    <a:pt x="9316" y="12091"/>
                    <a:pt x="9497" y="12013"/>
                    <a:pt x="9662" y="11947"/>
                  </a:cubicBezTo>
                  <a:cubicBezTo>
                    <a:pt x="9765" y="11915"/>
                    <a:pt x="9871" y="11885"/>
                    <a:pt x="9974" y="11851"/>
                  </a:cubicBezTo>
                  <a:cubicBezTo>
                    <a:pt x="9987" y="11849"/>
                    <a:pt x="10000" y="11848"/>
                    <a:pt x="10013" y="11848"/>
                  </a:cubicBezTo>
                  <a:cubicBezTo>
                    <a:pt x="10041" y="11848"/>
                    <a:pt x="10070" y="11852"/>
                    <a:pt x="10095" y="11852"/>
                  </a:cubicBezTo>
                  <a:cubicBezTo>
                    <a:pt x="10113" y="11852"/>
                    <a:pt x="10129" y="11850"/>
                    <a:pt x="10143" y="11843"/>
                  </a:cubicBezTo>
                  <a:cubicBezTo>
                    <a:pt x="10157" y="11843"/>
                    <a:pt x="10174" y="11843"/>
                    <a:pt x="10191" y="11843"/>
                  </a:cubicBezTo>
                  <a:cubicBezTo>
                    <a:pt x="10244" y="11843"/>
                    <a:pt x="10308" y="11842"/>
                    <a:pt x="10376" y="11842"/>
                  </a:cubicBezTo>
                  <a:close/>
                  <a:moveTo>
                    <a:pt x="11165" y="13116"/>
                  </a:moveTo>
                  <a:cubicBezTo>
                    <a:pt x="11169" y="13209"/>
                    <a:pt x="11226" y="13283"/>
                    <a:pt x="11225" y="13363"/>
                  </a:cubicBezTo>
                  <a:cubicBezTo>
                    <a:pt x="11217" y="13456"/>
                    <a:pt x="11088" y="13647"/>
                    <a:pt x="11046" y="13721"/>
                  </a:cubicBezTo>
                  <a:cubicBezTo>
                    <a:pt x="10903" y="13981"/>
                    <a:pt x="10753" y="14214"/>
                    <a:pt x="10592" y="14448"/>
                  </a:cubicBezTo>
                  <a:cubicBezTo>
                    <a:pt x="10535" y="14531"/>
                    <a:pt x="10500" y="14623"/>
                    <a:pt x="10432" y="14691"/>
                  </a:cubicBezTo>
                  <a:cubicBezTo>
                    <a:pt x="10429" y="14692"/>
                    <a:pt x="10422" y="14693"/>
                    <a:pt x="10412" y="14693"/>
                  </a:cubicBezTo>
                  <a:cubicBezTo>
                    <a:pt x="10371" y="14693"/>
                    <a:pt x="10279" y="14681"/>
                    <a:pt x="10252" y="14662"/>
                  </a:cubicBezTo>
                  <a:cubicBezTo>
                    <a:pt x="10178" y="14615"/>
                    <a:pt x="10216" y="14423"/>
                    <a:pt x="10194" y="14323"/>
                  </a:cubicBezTo>
                  <a:cubicBezTo>
                    <a:pt x="10166" y="14166"/>
                    <a:pt x="10140" y="14012"/>
                    <a:pt x="10114" y="13856"/>
                  </a:cubicBezTo>
                  <a:cubicBezTo>
                    <a:pt x="10089" y="13769"/>
                    <a:pt x="10041" y="13683"/>
                    <a:pt x="10043" y="13571"/>
                  </a:cubicBezTo>
                  <a:cubicBezTo>
                    <a:pt x="10246" y="13539"/>
                    <a:pt x="10389" y="13377"/>
                    <a:pt x="10541" y="13283"/>
                  </a:cubicBezTo>
                  <a:cubicBezTo>
                    <a:pt x="10707" y="13183"/>
                    <a:pt x="10922" y="13135"/>
                    <a:pt x="11165" y="13116"/>
                  </a:cubicBezTo>
                  <a:close/>
                  <a:moveTo>
                    <a:pt x="10186" y="15771"/>
                  </a:moveTo>
                  <a:cubicBezTo>
                    <a:pt x="10213" y="15810"/>
                    <a:pt x="10200" y="15887"/>
                    <a:pt x="10223" y="15928"/>
                  </a:cubicBezTo>
                  <a:lnTo>
                    <a:pt x="10223" y="15941"/>
                  </a:lnTo>
                  <a:cubicBezTo>
                    <a:pt x="10150" y="15953"/>
                    <a:pt x="10061" y="15972"/>
                    <a:pt x="10013" y="16014"/>
                  </a:cubicBezTo>
                  <a:lnTo>
                    <a:pt x="10002" y="16014"/>
                  </a:lnTo>
                  <a:cubicBezTo>
                    <a:pt x="10038" y="15915"/>
                    <a:pt x="10133" y="15851"/>
                    <a:pt x="10186" y="15771"/>
                  </a:cubicBezTo>
                  <a:close/>
                  <a:moveTo>
                    <a:pt x="11255" y="13478"/>
                  </a:moveTo>
                  <a:cubicBezTo>
                    <a:pt x="11319" y="13688"/>
                    <a:pt x="11384" y="13894"/>
                    <a:pt x="11448" y="14103"/>
                  </a:cubicBezTo>
                  <a:cubicBezTo>
                    <a:pt x="11457" y="14149"/>
                    <a:pt x="11297" y="14531"/>
                    <a:pt x="11274" y="14592"/>
                  </a:cubicBezTo>
                  <a:cubicBezTo>
                    <a:pt x="11145" y="14921"/>
                    <a:pt x="11021" y="15197"/>
                    <a:pt x="10878" y="15501"/>
                  </a:cubicBezTo>
                  <a:cubicBezTo>
                    <a:pt x="10799" y="15671"/>
                    <a:pt x="10647" y="15837"/>
                    <a:pt x="10595" y="16024"/>
                  </a:cubicBezTo>
                  <a:cubicBezTo>
                    <a:pt x="10521" y="15996"/>
                    <a:pt x="10479" y="15950"/>
                    <a:pt x="10377" y="15943"/>
                  </a:cubicBezTo>
                  <a:cubicBezTo>
                    <a:pt x="10377" y="15851"/>
                    <a:pt x="10374" y="15704"/>
                    <a:pt x="10332" y="15645"/>
                  </a:cubicBezTo>
                  <a:cubicBezTo>
                    <a:pt x="10362" y="15566"/>
                    <a:pt x="10442" y="15528"/>
                    <a:pt x="10490" y="15466"/>
                  </a:cubicBezTo>
                  <a:cubicBezTo>
                    <a:pt x="10551" y="15386"/>
                    <a:pt x="10620" y="15275"/>
                    <a:pt x="10652" y="15172"/>
                  </a:cubicBezTo>
                  <a:cubicBezTo>
                    <a:pt x="10682" y="15072"/>
                    <a:pt x="10660" y="14932"/>
                    <a:pt x="10620" y="14861"/>
                  </a:cubicBezTo>
                  <a:cubicBezTo>
                    <a:pt x="10614" y="14852"/>
                    <a:pt x="10528" y="14758"/>
                    <a:pt x="10530" y="14756"/>
                  </a:cubicBezTo>
                  <a:cubicBezTo>
                    <a:pt x="10547" y="14698"/>
                    <a:pt x="10643" y="14617"/>
                    <a:pt x="10675" y="14564"/>
                  </a:cubicBezTo>
                  <a:cubicBezTo>
                    <a:pt x="10825" y="14336"/>
                    <a:pt x="10932" y="14092"/>
                    <a:pt x="11066" y="13849"/>
                  </a:cubicBezTo>
                  <a:cubicBezTo>
                    <a:pt x="11126" y="13739"/>
                    <a:pt x="11223" y="13624"/>
                    <a:pt x="11242" y="13478"/>
                  </a:cubicBezTo>
                  <a:close/>
                  <a:moveTo>
                    <a:pt x="20657" y="15195"/>
                  </a:moveTo>
                  <a:cubicBezTo>
                    <a:pt x="20839" y="15203"/>
                    <a:pt x="20924" y="15325"/>
                    <a:pt x="21054" y="15384"/>
                  </a:cubicBezTo>
                  <a:cubicBezTo>
                    <a:pt x="21402" y="15544"/>
                    <a:pt x="22062" y="15614"/>
                    <a:pt x="21874" y="16229"/>
                  </a:cubicBezTo>
                  <a:cubicBezTo>
                    <a:pt x="21847" y="16321"/>
                    <a:pt x="21823" y="16389"/>
                    <a:pt x="21767" y="16447"/>
                  </a:cubicBezTo>
                  <a:lnTo>
                    <a:pt x="21767" y="16473"/>
                  </a:lnTo>
                  <a:cubicBezTo>
                    <a:pt x="21738" y="16428"/>
                    <a:pt x="21752" y="16361"/>
                    <a:pt x="21732" y="16305"/>
                  </a:cubicBezTo>
                  <a:cubicBezTo>
                    <a:pt x="21697" y="16204"/>
                    <a:pt x="21613" y="16065"/>
                    <a:pt x="21533" y="16002"/>
                  </a:cubicBezTo>
                  <a:cubicBezTo>
                    <a:pt x="21283" y="15809"/>
                    <a:pt x="20871" y="15845"/>
                    <a:pt x="20689" y="15584"/>
                  </a:cubicBezTo>
                  <a:cubicBezTo>
                    <a:pt x="20643" y="15518"/>
                    <a:pt x="20530" y="15373"/>
                    <a:pt x="20618" y="15259"/>
                  </a:cubicBezTo>
                  <a:cubicBezTo>
                    <a:pt x="20631" y="15224"/>
                    <a:pt x="20641" y="15220"/>
                    <a:pt x="20657" y="15195"/>
                  </a:cubicBezTo>
                  <a:close/>
                  <a:moveTo>
                    <a:pt x="20194" y="15828"/>
                  </a:moveTo>
                  <a:cubicBezTo>
                    <a:pt x="20647" y="15839"/>
                    <a:pt x="21322" y="15946"/>
                    <a:pt x="21499" y="16220"/>
                  </a:cubicBezTo>
                  <a:cubicBezTo>
                    <a:pt x="21549" y="16294"/>
                    <a:pt x="21671" y="16520"/>
                    <a:pt x="21569" y="16648"/>
                  </a:cubicBezTo>
                  <a:cubicBezTo>
                    <a:pt x="21566" y="16649"/>
                    <a:pt x="21562" y="16650"/>
                    <a:pt x="21557" y="16650"/>
                  </a:cubicBezTo>
                  <a:cubicBezTo>
                    <a:pt x="21486" y="16650"/>
                    <a:pt x="21231" y="16544"/>
                    <a:pt x="21158" y="16523"/>
                  </a:cubicBezTo>
                  <a:cubicBezTo>
                    <a:pt x="20990" y="16494"/>
                    <a:pt x="20823" y="16465"/>
                    <a:pt x="20656" y="16433"/>
                  </a:cubicBezTo>
                  <a:cubicBezTo>
                    <a:pt x="20524" y="16436"/>
                    <a:pt x="20390" y="16437"/>
                    <a:pt x="20256" y="16437"/>
                  </a:cubicBezTo>
                  <a:cubicBezTo>
                    <a:pt x="20179" y="16409"/>
                    <a:pt x="20086" y="16329"/>
                    <a:pt x="20041" y="16264"/>
                  </a:cubicBezTo>
                  <a:cubicBezTo>
                    <a:pt x="19987" y="16190"/>
                    <a:pt x="19899" y="16018"/>
                    <a:pt x="19997" y="15914"/>
                  </a:cubicBezTo>
                  <a:cubicBezTo>
                    <a:pt x="20034" y="15825"/>
                    <a:pt x="20115" y="15870"/>
                    <a:pt x="20194" y="15828"/>
                  </a:cubicBezTo>
                  <a:close/>
                  <a:moveTo>
                    <a:pt x="20058" y="17158"/>
                  </a:moveTo>
                  <a:cubicBezTo>
                    <a:pt x="20089" y="17173"/>
                    <a:pt x="20124" y="17189"/>
                    <a:pt x="20147" y="17213"/>
                  </a:cubicBezTo>
                  <a:cubicBezTo>
                    <a:pt x="20099" y="17237"/>
                    <a:pt x="20048" y="17269"/>
                    <a:pt x="20016" y="17312"/>
                  </a:cubicBezTo>
                  <a:lnTo>
                    <a:pt x="20005" y="17312"/>
                  </a:lnTo>
                  <a:cubicBezTo>
                    <a:pt x="20024" y="17269"/>
                    <a:pt x="20038" y="17210"/>
                    <a:pt x="20058" y="17158"/>
                  </a:cubicBezTo>
                  <a:close/>
                  <a:moveTo>
                    <a:pt x="20434" y="16598"/>
                  </a:moveTo>
                  <a:cubicBezTo>
                    <a:pt x="20785" y="16610"/>
                    <a:pt x="21424" y="16723"/>
                    <a:pt x="21629" y="16869"/>
                  </a:cubicBezTo>
                  <a:cubicBezTo>
                    <a:pt x="21694" y="16917"/>
                    <a:pt x="21723" y="17007"/>
                    <a:pt x="21780" y="17068"/>
                  </a:cubicBezTo>
                  <a:cubicBezTo>
                    <a:pt x="21773" y="17237"/>
                    <a:pt x="21691" y="17282"/>
                    <a:pt x="21669" y="17414"/>
                  </a:cubicBezTo>
                  <a:cubicBezTo>
                    <a:pt x="21613" y="17383"/>
                    <a:pt x="21604" y="17308"/>
                    <a:pt x="21556" y="17269"/>
                  </a:cubicBezTo>
                  <a:cubicBezTo>
                    <a:pt x="21469" y="17202"/>
                    <a:pt x="21342" y="17152"/>
                    <a:pt x="21223" y="17120"/>
                  </a:cubicBezTo>
                  <a:cubicBezTo>
                    <a:pt x="21154" y="17101"/>
                    <a:pt x="21082" y="17094"/>
                    <a:pt x="21010" y="17094"/>
                  </a:cubicBezTo>
                  <a:cubicBezTo>
                    <a:pt x="20843" y="17094"/>
                    <a:pt x="20670" y="17130"/>
                    <a:pt x="20504" y="17130"/>
                  </a:cubicBezTo>
                  <a:cubicBezTo>
                    <a:pt x="20428" y="17130"/>
                    <a:pt x="20353" y="17122"/>
                    <a:pt x="20281" y="17100"/>
                  </a:cubicBezTo>
                  <a:cubicBezTo>
                    <a:pt x="20144" y="17058"/>
                    <a:pt x="20104" y="16984"/>
                    <a:pt x="20026" y="16888"/>
                  </a:cubicBezTo>
                  <a:cubicBezTo>
                    <a:pt x="20028" y="16686"/>
                    <a:pt x="20162" y="16646"/>
                    <a:pt x="20317" y="16610"/>
                  </a:cubicBezTo>
                  <a:cubicBezTo>
                    <a:pt x="20331" y="16606"/>
                    <a:pt x="20345" y="16605"/>
                    <a:pt x="20359" y="16605"/>
                  </a:cubicBezTo>
                  <a:cubicBezTo>
                    <a:pt x="20371" y="16605"/>
                    <a:pt x="20382" y="16606"/>
                    <a:pt x="20393" y="16606"/>
                  </a:cubicBezTo>
                  <a:cubicBezTo>
                    <a:pt x="20408" y="16606"/>
                    <a:pt x="20422" y="16605"/>
                    <a:pt x="20434" y="16598"/>
                  </a:cubicBezTo>
                  <a:close/>
                  <a:moveTo>
                    <a:pt x="11488" y="14314"/>
                  </a:moveTo>
                  <a:cubicBezTo>
                    <a:pt x="11544" y="14365"/>
                    <a:pt x="11536" y="14464"/>
                    <a:pt x="11560" y="14548"/>
                  </a:cubicBezTo>
                  <a:cubicBezTo>
                    <a:pt x="11617" y="14732"/>
                    <a:pt x="11656" y="14926"/>
                    <a:pt x="11716" y="15121"/>
                  </a:cubicBezTo>
                  <a:cubicBezTo>
                    <a:pt x="11764" y="15271"/>
                    <a:pt x="11825" y="15450"/>
                    <a:pt x="11861" y="15602"/>
                  </a:cubicBezTo>
                  <a:cubicBezTo>
                    <a:pt x="11880" y="15694"/>
                    <a:pt x="11757" y="16191"/>
                    <a:pt x="11728" y="16283"/>
                  </a:cubicBezTo>
                  <a:cubicBezTo>
                    <a:pt x="11685" y="16417"/>
                    <a:pt x="11675" y="16527"/>
                    <a:pt x="11629" y="16655"/>
                  </a:cubicBezTo>
                  <a:cubicBezTo>
                    <a:pt x="11472" y="17093"/>
                    <a:pt x="11273" y="17522"/>
                    <a:pt x="11086" y="17923"/>
                  </a:cubicBezTo>
                  <a:cubicBezTo>
                    <a:pt x="10982" y="18144"/>
                    <a:pt x="10886" y="18356"/>
                    <a:pt x="10762" y="18551"/>
                  </a:cubicBezTo>
                  <a:cubicBezTo>
                    <a:pt x="10710" y="18632"/>
                    <a:pt x="10692" y="18737"/>
                    <a:pt x="10628" y="18807"/>
                  </a:cubicBezTo>
                  <a:lnTo>
                    <a:pt x="10628" y="18832"/>
                  </a:lnTo>
                  <a:lnTo>
                    <a:pt x="10602" y="18832"/>
                  </a:lnTo>
                  <a:cubicBezTo>
                    <a:pt x="10608" y="18504"/>
                    <a:pt x="10605" y="18129"/>
                    <a:pt x="10547" y="17836"/>
                  </a:cubicBezTo>
                  <a:cubicBezTo>
                    <a:pt x="10508" y="17644"/>
                    <a:pt x="10543" y="17443"/>
                    <a:pt x="10506" y="17267"/>
                  </a:cubicBezTo>
                  <a:cubicBezTo>
                    <a:pt x="10468" y="17078"/>
                    <a:pt x="10524" y="16819"/>
                    <a:pt x="10428" y="16684"/>
                  </a:cubicBezTo>
                  <a:cubicBezTo>
                    <a:pt x="10470" y="16578"/>
                    <a:pt x="10633" y="16513"/>
                    <a:pt x="10694" y="16393"/>
                  </a:cubicBezTo>
                  <a:cubicBezTo>
                    <a:pt x="10746" y="16286"/>
                    <a:pt x="10659" y="16168"/>
                    <a:pt x="10673" y="16107"/>
                  </a:cubicBezTo>
                  <a:cubicBezTo>
                    <a:pt x="10697" y="16018"/>
                    <a:pt x="10826" y="15853"/>
                    <a:pt x="10876" y="15762"/>
                  </a:cubicBezTo>
                  <a:cubicBezTo>
                    <a:pt x="11034" y="15474"/>
                    <a:pt x="11155" y="15187"/>
                    <a:pt x="11296" y="14878"/>
                  </a:cubicBezTo>
                  <a:cubicBezTo>
                    <a:pt x="11366" y="14723"/>
                    <a:pt x="11475" y="14515"/>
                    <a:pt x="11488" y="14314"/>
                  </a:cubicBezTo>
                  <a:close/>
                  <a:moveTo>
                    <a:pt x="20868" y="14591"/>
                  </a:moveTo>
                  <a:cubicBezTo>
                    <a:pt x="20869" y="14591"/>
                    <a:pt x="20870" y="14591"/>
                    <a:pt x="20871" y="14591"/>
                  </a:cubicBezTo>
                  <a:lnTo>
                    <a:pt x="20947" y="14656"/>
                  </a:lnTo>
                  <a:cubicBezTo>
                    <a:pt x="20973" y="14759"/>
                    <a:pt x="21019" y="14998"/>
                    <a:pt x="20938" y="15095"/>
                  </a:cubicBezTo>
                  <a:lnTo>
                    <a:pt x="20938" y="15121"/>
                  </a:lnTo>
                  <a:cubicBezTo>
                    <a:pt x="20872" y="15085"/>
                    <a:pt x="20773" y="15042"/>
                    <a:pt x="20682" y="15042"/>
                  </a:cubicBezTo>
                  <a:cubicBezTo>
                    <a:pt x="20622" y="15042"/>
                    <a:pt x="20566" y="15061"/>
                    <a:pt x="20525" y="15112"/>
                  </a:cubicBezTo>
                  <a:cubicBezTo>
                    <a:pt x="20426" y="15238"/>
                    <a:pt x="20407" y="15528"/>
                    <a:pt x="20540" y="15630"/>
                  </a:cubicBezTo>
                  <a:cubicBezTo>
                    <a:pt x="20512" y="15680"/>
                    <a:pt x="20459" y="15693"/>
                    <a:pt x="20394" y="15693"/>
                  </a:cubicBezTo>
                  <a:cubicBezTo>
                    <a:pt x="20321" y="15693"/>
                    <a:pt x="20233" y="15676"/>
                    <a:pt x="20153" y="15676"/>
                  </a:cubicBezTo>
                  <a:cubicBezTo>
                    <a:pt x="20125" y="15676"/>
                    <a:pt x="20098" y="15678"/>
                    <a:pt x="20073" y="15684"/>
                  </a:cubicBezTo>
                  <a:cubicBezTo>
                    <a:pt x="19942" y="15713"/>
                    <a:pt x="19848" y="15796"/>
                    <a:pt x="19810" y="15924"/>
                  </a:cubicBezTo>
                  <a:cubicBezTo>
                    <a:pt x="19762" y="15908"/>
                    <a:pt x="19731" y="15870"/>
                    <a:pt x="19708" y="15832"/>
                  </a:cubicBezTo>
                  <a:lnTo>
                    <a:pt x="19695" y="15832"/>
                  </a:lnTo>
                  <a:cubicBezTo>
                    <a:pt x="19695" y="15880"/>
                    <a:pt x="19696" y="15908"/>
                    <a:pt x="19718" y="15935"/>
                  </a:cubicBezTo>
                  <a:cubicBezTo>
                    <a:pt x="19730" y="15970"/>
                    <a:pt x="19740" y="15973"/>
                    <a:pt x="19757" y="16001"/>
                  </a:cubicBezTo>
                  <a:lnTo>
                    <a:pt x="19795" y="16001"/>
                  </a:lnTo>
                  <a:cubicBezTo>
                    <a:pt x="19785" y="16236"/>
                    <a:pt x="19884" y="16440"/>
                    <a:pt x="20054" y="16497"/>
                  </a:cubicBezTo>
                  <a:cubicBezTo>
                    <a:pt x="20022" y="16568"/>
                    <a:pt x="19936" y="16597"/>
                    <a:pt x="19897" y="16662"/>
                  </a:cubicBezTo>
                  <a:cubicBezTo>
                    <a:pt x="19811" y="16800"/>
                    <a:pt x="19877" y="17020"/>
                    <a:pt x="19978" y="17091"/>
                  </a:cubicBezTo>
                  <a:cubicBezTo>
                    <a:pt x="19930" y="17344"/>
                    <a:pt x="19702" y="17497"/>
                    <a:pt x="19579" y="17676"/>
                  </a:cubicBezTo>
                  <a:lnTo>
                    <a:pt x="19566" y="17676"/>
                  </a:lnTo>
                  <a:lnTo>
                    <a:pt x="19566" y="17689"/>
                  </a:lnTo>
                  <a:cubicBezTo>
                    <a:pt x="19664" y="17658"/>
                    <a:pt x="19878" y="17482"/>
                    <a:pt x="19935" y="17399"/>
                  </a:cubicBezTo>
                  <a:lnTo>
                    <a:pt x="19948" y="17399"/>
                  </a:lnTo>
                  <a:cubicBezTo>
                    <a:pt x="19869" y="17724"/>
                    <a:pt x="20093" y="17846"/>
                    <a:pt x="20364" y="17913"/>
                  </a:cubicBezTo>
                  <a:cubicBezTo>
                    <a:pt x="20404" y="17923"/>
                    <a:pt x="20446" y="17927"/>
                    <a:pt x="20488" y="17927"/>
                  </a:cubicBezTo>
                  <a:cubicBezTo>
                    <a:pt x="20620" y="17927"/>
                    <a:pt x="20756" y="17888"/>
                    <a:pt x="20868" y="17885"/>
                  </a:cubicBezTo>
                  <a:cubicBezTo>
                    <a:pt x="20930" y="17883"/>
                    <a:pt x="20999" y="17879"/>
                    <a:pt x="21065" y="17879"/>
                  </a:cubicBezTo>
                  <a:cubicBezTo>
                    <a:pt x="21177" y="17879"/>
                    <a:pt x="21283" y="17891"/>
                    <a:pt x="21345" y="17948"/>
                  </a:cubicBezTo>
                  <a:lnTo>
                    <a:pt x="21371" y="17948"/>
                  </a:lnTo>
                  <a:lnTo>
                    <a:pt x="21371" y="17934"/>
                  </a:lnTo>
                  <a:cubicBezTo>
                    <a:pt x="21293" y="17876"/>
                    <a:pt x="21258" y="17805"/>
                    <a:pt x="21142" y="17775"/>
                  </a:cubicBezTo>
                  <a:cubicBezTo>
                    <a:pt x="21078" y="17757"/>
                    <a:pt x="21009" y="17752"/>
                    <a:pt x="20938" y="17752"/>
                  </a:cubicBezTo>
                  <a:cubicBezTo>
                    <a:pt x="20798" y="17752"/>
                    <a:pt x="20650" y="17774"/>
                    <a:pt x="20512" y="17774"/>
                  </a:cubicBezTo>
                  <a:cubicBezTo>
                    <a:pt x="20418" y="17774"/>
                    <a:pt x="20330" y="17764"/>
                    <a:pt x="20252" y="17729"/>
                  </a:cubicBezTo>
                  <a:cubicBezTo>
                    <a:pt x="20160" y="17689"/>
                    <a:pt x="20131" y="17628"/>
                    <a:pt x="20073" y="17556"/>
                  </a:cubicBezTo>
                  <a:cubicBezTo>
                    <a:pt x="20080" y="17356"/>
                    <a:pt x="20298" y="17295"/>
                    <a:pt x="20455" y="17254"/>
                  </a:cubicBezTo>
                  <a:cubicBezTo>
                    <a:pt x="20524" y="17257"/>
                    <a:pt x="20593" y="17258"/>
                    <a:pt x="20662" y="17258"/>
                  </a:cubicBezTo>
                  <a:cubicBezTo>
                    <a:pt x="20757" y="17240"/>
                    <a:pt x="20851" y="17230"/>
                    <a:pt x="20939" y="17230"/>
                  </a:cubicBezTo>
                  <a:cubicBezTo>
                    <a:pt x="21228" y="17230"/>
                    <a:pt x="21467" y="17331"/>
                    <a:pt x="21560" y="17549"/>
                  </a:cubicBezTo>
                  <a:cubicBezTo>
                    <a:pt x="21589" y="17616"/>
                    <a:pt x="21664" y="17732"/>
                    <a:pt x="21633" y="17840"/>
                  </a:cubicBezTo>
                  <a:cubicBezTo>
                    <a:pt x="21579" y="18023"/>
                    <a:pt x="21402" y="18158"/>
                    <a:pt x="21262" y="18257"/>
                  </a:cubicBezTo>
                  <a:cubicBezTo>
                    <a:pt x="20967" y="18467"/>
                    <a:pt x="20675" y="18686"/>
                    <a:pt x="20381" y="18897"/>
                  </a:cubicBezTo>
                  <a:cubicBezTo>
                    <a:pt x="20255" y="18989"/>
                    <a:pt x="20125" y="19154"/>
                    <a:pt x="19949" y="19185"/>
                  </a:cubicBezTo>
                  <a:cubicBezTo>
                    <a:pt x="19943" y="19186"/>
                    <a:pt x="19937" y="19187"/>
                    <a:pt x="19931" y="19187"/>
                  </a:cubicBezTo>
                  <a:cubicBezTo>
                    <a:pt x="19868" y="19187"/>
                    <a:pt x="19804" y="19131"/>
                    <a:pt x="19757" y="19115"/>
                  </a:cubicBezTo>
                  <a:cubicBezTo>
                    <a:pt x="19563" y="19054"/>
                    <a:pt x="19394" y="19047"/>
                    <a:pt x="19244" y="18951"/>
                  </a:cubicBezTo>
                  <a:cubicBezTo>
                    <a:pt x="19020" y="18807"/>
                    <a:pt x="18808" y="18599"/>
                    <a:pt x="18663" y="18381"/>
                  </a:cubicBezTo>
                  <a:cubicBezTo>
                    <a:pt x="18589" y="18270"/>
                    <a:pt x="18517" y="18065"/>
                    <a:pt x="18386" y="18014"/>
                  </a:cubicBezTo>
                  <a:cubicBezTo>
                    <a:pt x="18401" y="17942"/>
                    <a:pt x="18443" y="17916"/>
                    <a:pt x="18466" y="17862"/>
                  </a:cubicBezTo>
                  <a:cubicBezTo>
                    <a:pt x="18510" y="17767"/>
                    <a:pt x="18536" y="17657"/>
                    <a:pt x="18562" y="17552"/>
                  </a:cubicBezTo>
                  <a:cubicBezTo>
                    <a:pt x="18580" y="17351"/>
                    <a:pt x="18597" y="17149"/>
                    <a:pt x="18613" y="16946"/>
                  </a:cubicBezTo>
                  <a:cubicBezTo>
                    <a:pt x="18721" y="16510"/>
                    <a:pt x="18772" y="16135"/>
                    <a:pt x="18999" y="15842"/>
                  </a:cubicBezTo>
                  <a:cubicBezTo>
                    <a:pt x="19224" y="15552"/>
                    <a:pt x="19707" y="15483"/>
                    <a:pt x="20006" y="15269"/>
                  </a:cubicBezTo>
                  <a:cubicBezTo>
                    <a:pt x="20050" y="15239"/>
                    <a:pt x="20197" y="15120"/>
                    <a:pt x="20230" y="15080"/>
                  </a:cubicBezTo>
                  <a:cubicBezTo>
                    <a:pt x="20253" y="15054"/>
                    <a:pt x="20255" y="15014"/>
                    <a:pt x="20282" y="14992"/>
                  </a:cubicBezTo>
                  <a:cubicBezTo>
                    <a:pt x="20365" y="14928"/>
                    <a:pt x="20457" y="14875"/>
                    <a:pt x="20531" y="14803"/>
                  </a:cubicBezTo>
                  <a:cubicBezTo>
                    <a:pt x="20622" y="14716"/>
                    <a:pt x="20697" y="14591"/>
                    <a:pt x="20868" y="14591"/>
                  </a:cubicBezTo>
                  <a:close/>
                  <a:moveTo>
                    <a:pt x="9516" y="14543"/>
                  </a:moveTo>
                  <a:cubicBezTo>
                    <a:pt x="9563" y="14545"/>
                    <a:pt x="9611" y="14545"/>
                    <a:pt x="9657" y="14547"/>
                  </a:cubicBezTo>
                  <a:cubicBezTo>
                    <a:pt x="9701" y="14592"/>
                    <a:pt x="9742" y="14633"/>
                    <a:pt x="9785" y="14679"/>
                  </a:cubicBezTo>
                  <a:cubicBezTo>
                    <a:pt x="9782" y="14723"/>
                    <a:pt x="9782" y="14765"/>
                    <a:pt x="9781" y="14809"/>
                  </a:cubicBezTo>
                  <a:cubicBezTo>
                    <a:pt x="9615" y="14971"/>
                    <a:pt x="9445" y="15137"/>
                    <a:pt x="9254" y="15275"/>
                  </a:cubicBezTo>
                  <a:cubicBezTo>
                    <a:pt x="9161" y="15342"/>
                    <a:pt x="9084" y="15448"/>
                    <a:pt x="8990" y="15515"/>
                  </a:cubicBezTo>
                  <a:cubicBezTo>
                    <a:pt x="8789" y="15658"/>
                    <a:pt x="8574" y="15774"/>
                    <a:pt x="8375" y="15915"/>
                  </a:cubicBezTo>
                  <a:cubicBezTo>
                    <a:pt x="8295" y="15972"/>
                    <a:pt x="8193" y="16075"/>
                    <a:pt x="8136" y="16155"/>
                  </a:cubicBezTo>
                  <a:cubicBezTo>
                    <a:pt x="8103" y="16200"/>
                    <a:pt x="8100" y="16249"/>
                    <a:pt x="8056" y="16283"/>
                  </a:cubicBezTo>
                  <a:lnTo>
                    <a:pt x="8056" y="16308"/>
                  </a:lnTo>
                  <a:cubicBezTo>
                    <a:pt x="8150" y="16276"/>
                    <a:pt x="8305" y="16094"/>
                    <a:pt x="8411" y="16031"/>
                  </a:cubicBezTo>
                  <a:cubicBezTo>
                    <a:pt x="8654" y="15886"/>
                    <a:pt x="8894" y="15778"/>
                    <a:pt x="9118" y="15621"/>
                  </a:cubicBezTo>
                  <a:cubicBezTo>
                    <a:pt x="9346" y="15459"/>
                    <a:pt x="9523" y="15216"/>
                    <a:pt x="9750" y="15051"/>
                  </a:cubicBezTo>
                  <a:cubicBezTo>
                    <a:pt x="9849" y="14981"/>
                    <a:pt x="10026" y="14829"/>
                    <a:pt x="10221" y="14829"/>
                  </a:cubicBezTo>
                  <a:cubicBezTo>
                    <a:pt x="10267" y="14829"/>
                    <a:pt x="10315" y="14838"/>
                    <a:pt x="10362" y="14858"/>
                  </a:cubicBezTo>
                  <a:cubicBezTo>
                    <a:pt x="10426" y="14884"/>
                    <a:pt x="10447" y="14942"/>
                    <a:pt x="10490" y="14990"/>
                  </a:cubicBezTo>
                  <a:cubicBezTo>
                    <a:pt x="10479" y="15354"/>
                    <a:pt x="10160" y="15477"/>
                    <a:pt x="9997" y="15690"/>
                  </a:cubicBezTo>
                  <a:cubicBezTo>
                    <a:pt x="9901" y="15815"/>
                    <a:pt x="9790" y="15943"/>
                    <a:pt x="9705" y="16072"/>
                  </a:cubicBezTo>
                  <a:cubicBezTo>
                    <a:pt x="9670" y="16124"/>
                    <a:pt x="9662" y="16184"/>
                    <a:pt x="9622" y="16236"/>
                  </a:cubicBezTo>
                  <a:cubicBezTo>
                    <a:pt x="9571" y="16308"/>
                    <a:pt x="9470" y="16363"/>
                    <a:pt x="9400" y="16414"/>
                  </a:cubicBezTo>
                  <a:cubicBezTo>
                    <a:pt x="9368" y="16447"/>
                    <a:pt x="9337" y="16481"/>
                    <a:pt x="9307" y="16515"/>
                  </a:cubicBezTo>
                  <a:cubicBezTo>
                    <a:pt x="9183" y="16604"/>
                    <a:pt x="9063" y="16702"/>
                    <a:pt x="8952" y="16803"/>
                  </a:cubicBezTo>
                  <a:cubicBezTo>
                    <a:pt x="8878" y="16875"/>
                    <a:pt x="8804" y="16947"/>
                    <a:pt x="8728" y="17019"/>
                  </a:cubicBezTo>
                  <a:cubicBezTo>
                    <a:pt x="8687" y="17072"/>
                    <a:pt x="8663" y="17142"/>
                    <a:pt x="8609" y="17184"/>
                  </a:cubicBezTo>
                  <a:lnTo>
                    <a:pt x="8609" y="17196"/>
                  </a:lnTo>
                  <a:cubicBezTo>
                    <a:pt x="8734" y="17157"/>
                    <a:pt x="8844" y="17051"/>
                    <a:pt x="8949" y="16984"/>
                  </a:cubicBezTo>
                  <a:cubicBezTo>
                    <a:pt x="9292" y="16766"/>
                    <a:pt x="9585" y="16501"/>
                    <a:pt x="9920" y="16280"/>
                  </a:cubicBezTo>
                  <a:cubicBezTo>
                    <a:pt x="10043" y="16201"/>
                    <a:pt x="10168" y="16131"/>
                    <a:pt x="10290" y="16131"/>
                  </a:cubicBezTo>
                  <a:cubicBezTo>
                    <a:pt x="10376" y="16131"/>
                    <a:pt x="10461" y="16165"/>
                    <a:pt x="10543" y="16255"/>
                  </a:cubicBezTo>
                  <a:cubicBezTo>
                    <a:pt x="10519" y="16452"/>
                    <a:pt x="10317" y="16520"/>
                    <a:pt x="10186" y="16610"/>
                  </a:cubicBezTo>
                  <a:cubicBezTo>
                    <a:pt x="9989" y="16742"/>
                    <a:pt x="9775" y="16911"/>
                    <a:pt x="9634" y="17101"/>
                  </a:cubicBezTo>
                  <a:cubicBezTo>
                    <a:pt x="9475" y="17312"/>
                    <a:pt x="9332" y="17567"/>
                    <a:pt x="9218" y="17817"/>
                  </a:cubicBezTo>
                  <a:cubicBezTo>
                    <a:pt x="9093" y="18090"/>
                    <a:pt x="9023" y="18376"/>
                    <a:pt x="8852" y="18596"/>
                  </a:cubicBezTo>
                  <a:cubicBezTo>
                    <a:pt x="8433" y="19140"/>
                    <a:pt x="7776" y="19460"/>
                    <a:pt x="7350" y="19999"/>
                  </a:cubicBezTo>
                  <a:cubicBezTo>
                    <a:pt x="7282" y="20082"/>
                    <a:pt x="7162" y="20110"/>
                    <a:pt x="7098" y="20201"/>
                  </a:cubicBezTo>
                  <a:cubicBezTo>
                    <a:pt x="6464" y="20198"/>
                    <a:pt x="6303" y="19631"/>
                    <a:pt x="6179" y="19096"/>
                  </a:cubicBezTo>
                  <a:cubicBezTo>
                    <a:pt x="6147" y="18962"/>
                    <a:pt x="6129" y="18747"/>
                    <a:pt x="6165" y="18590"/>
                  </a:cubicBezTo>
                  <a:cubicBezTo>
                    <a:pt x="6166" y="18531"/>
                    <a:pt x="6166" y="18471"/>
                    <a:pt x="6168" y="18408"/>
                  </a:cubicBezTo>
                  <a:cubicBezTo>
                    <a:pt x="6280" y="18086"/>
                    <a:pt x="6510" y="17809"/>
                    <a:pt x="6653" y="17501"/>
                  </a:cubicBezTo>
                  <a:cubicBezTo>
                    <a:pt x="6786" y="17216"/>
                    <a:pt x="6883" y="16908"/>
                    <a:pt x="7008" y="16617"/>
                  </a:cubicBezTo>
                  <a:cubicBezTo>
                    <a:pt x="7037" y="16549"/>
                    <a:pt x="7033" y="16489"/>
                    <a:pt x="7065" y="16424"/>
                  </a:cubicBezTo>
                  <a:cubicBezTo>
                    <a:pt x="7219" y="16082"/>
                    <a:pt x="7533" y="15716"/>
                    <a:pt x="7758" y="15429"/>
                  </a:cubicBezTo>
                  <a:cubicBezTo>
                    <a:pt x="7888" y="15268"/>
                    <a:pt x="8128" y="15095"/>
                    <a:pt x="8311" y="14990"/>
                  </a:cubicBezTo>
                  <a:cubicBezTo>
                    <a:pt x="8407" y="14934"/>
                    <a:pt x="8542" y="14913"/>
                    <a:pt x="8623" y="14841"/>
                  </a:cubicBezTo>
                  <a:lnTo>
                    <a:pt x="8661" y="14841"/>
                  </a:lnTo>
                  <a:lnTo>
                    <a:pt x="8661" y="14854"/>
                  </a:lnTo>
                  <a:cubicBezTo>
                    <a:pt x="8506" y="14942"/>
                    <a:pt x="8388" y="15131"/>
                    <a:pt x="8279" y="15272"/>
                  </a:cubicBezTo>
                  <a:cubicBezTo>
                    <a:pt x="8104" y="15498"/>
                    <a:pt x="7854" y="15658"/>
                    <a:pt x="7684" y="15879"/>
                  </a:cubicBezTo>
                  <a:cubicBezTo>
                    <a:pt x="7617" y="15966"/>
                    <a:pt x="7569" y="16120"/>
                    <a:pt x="7497" y="16199"/>
                  </a:cubicBezTo>
                  <a:lnTo>
                    <a:pt x="7497" y="16236"/>
                  </a:lnTo>
                  <a:cubicBezTo>
                    <a:pt x="7494" y="16244"/>
                    <a:pt x="7498" y="16244"/>
                    <a:pt x="7503" y="16244"/>
                  </a:cubicBezTo>
                  <a:cubicBezTo>
                    <a:pt x="7606" y="16053"/>
                    <a:pt x="7873" y="15900"/>
                    <a:pt x="8029" y="15752"/>
                  </a:cubicBezTo>
                  <a:cubicBezTo>
                    <a:pt x="8302" y="15490"/>
                    <a:pt x="8530" y="15107"/>
                    <a:pt x="8836" y="14890"/>
                  </a:cubicBezTo>
                  <a:cubicBezTo>
                    <a:pt x="8959" y="14803"/>
                    <a:pt x="9112" y="14700"/>
                    <a:pt x="9256" y="14641"/>
                  </a:cubicBezTo>
                  <a:cubicBezTo>
                    <a:pt x="9342" y="14607"/>
                    <a:pt x="9445" y="14596"/>
                    <a:pt x="9516" y="14543"/>
                  </a:cubicBezTo>
                  <a:close/>
                  <a:moveTo>
                    <a:pt x="11941" y="15963"/>
                  </a:moveTo>
                  <a:cubicBezTo>
                    <a:pt x="12026" y="16088"/>
                    <a:pt x="12037" y="16360"/>
                    <a:pt x="12085" y="16523"/>
                  </a:cubicBezTo>
                  <a:cubicBezTo>
                    <a:pt x="12142" y="16712"/>
                    <a:pt x="12213" y="16924"/>
                    <a:pt x="12255" y="17120"/>
                  </a:cubicBezTo>
                  <a:cubicBezTo>
                    <a:pt x="12280" y="17253"/>
                    <a:pt x="12090" y="17674"/>
                    <a:pt x="12045" y="17776"/>
                  </a:cubicBezTo>
                  <a:cubicBezTo>
                    <a:pt x="11973" y="17940"/>
                    <a:pt x="11925" y="18081"/>
                    <a:pt x="11853" y="18238"/>
                  </a:cubicBezTo>
                  <a:cubicBezTo>
                    <a:pt x="11690" y="18592"/>
                    <a:pt x="11453" y="18930"/>
                    <a:pt x="11288" y="19285"/>
                  </a:cubicBezTo>
                  <a:cubicBezTo>
                    <a:pt x="11168" y="19541"/>
                    <a:pt x="11024" y="19779"/>
                    <a:pt x="10910" y="20027"/>
                  </a:cubicBezTo>
                  <a:cubicBezTo>
                    <a:pt x="10841" y="20173"/>
                    <a:pt x="10755" y="20429"/>
                    <a:pt x="10653" y="20537"/>
                  </a:cubicBezTo>
                  <a:lnTo>
                    <a:pt x="10653" y="20562"/>
                  </a:lnTo>
                  <a:lnTo>
                    <a:pt x="10642" y="20562"/>
                  </a:lnTo>
                  <a:cubicBezTo>
                    <a:pt x="10634" y="20072"/>
                    <a:pt x="10628" y="19579"/>
                    <a:pt x="10621" y="19089"/>
                  </a:cubicBezTo>
                  <a:cubicBezTo>
                    <a:pt x="10637" y="19039"/>
                    <a:pt x="10689" y="18981"/>
                    <a:pt x="10716" y="18936"/>
                  </a:cubicBezTo>
                  <a:cubicBezTo>
                    <a:pt x="10809" y="18765"/>
                    <a:pt x="10896" y="18602"/>
                    <a:pt x="10985" y="18438"/>
                  </a:cubicBezTo>
                  <a:cubicBezTo>
                    <a:pt x="11227" y="17994"/>
                    <a:pt x="11408" y="17543"/>
                    <a:pt x="11623" y="17055"/>
                  </a:cubicBezTo>
                  <a:cubicBezTo>
                    <a:pt x="11762" y="16734"/>
                    <a:pt x="11896" y="16377"/>
                    <a:pt x="11941" y="15963"/>
                  </a:cubicBezTo>
                  <a:close/>
                  <a:moveTo>
                    <a:pt x="12312" y="17392"/>
                  </a:moveTo>
                  <a:cubicBezTo>
                    <a:pt x="12363" y="17468"/>
                    <a:pt x="12354" y="17581"/>
                    <a:pt x="12383" y="17679"/>
                  </a:cubicBezTo>
                  <a:cubicBezTo>
                    <a:pt x="12443" y="17879"/>
                    <a:pt x="12478" y="18097"/>
                    <a:pt x="12537" y="18314"/>
                  </a:cubicBezTo>
                  <a:cubicBezTo>
                    <a:pt x="12619" y="18599"/>
                    <a:pt x="12651" y="18903"/>
                    <a:pt x="12725" y="19210"/>
                  </a:cubicBezTo>
                  <a:cubicBezTo>
                    <a:pt x="12745" y="19295"/>
                    <a:pt x="12817" y="19464"/>
                    <a:pt x="12796" y="19561"/>
                  </a:cubicBezTo>
                  <a:cubicBezTo>
                    <a:pt x="12776" y="19646"/>
                    <a:pt x="12705" y="19755"/>
                    <a:pt x="12673" y="19832"/>
                  </a:cubicBezTo>
                  <a:cubicBezTo>
                    <a:pt x="12564" y="20078"/>
                    <a:pt x="12453" y="20307"/>
                    <a:pt x="12347" y="20536"/>
                  </a:cubicBezTo>
                  <a:cubicBezTo>
                    <a:pt x="12071" y="21133"/>
                    <a:pt x="11774" y="21735"/>
                    <a:pt x="11431" y="22273"/>
                  </a:cubicBezTo>
                  <a:cubicBezTo>
                    <a:pt x="11374" y="22362"/>
                    <a:pt x="11354" y="22452"/>
                    <a:pt x="11297" y="22542"/>
                  </a:cubicBezTo>
                  <a:cubicBezTo>
                    <a:pt x="11140" y="22786"/>
                    <a:pt x="10974" y="23041"/>
                    <a:pt x="10815" y="23280"/>
                  </a:cubicBezTo>
                  <a:cubicBezTo>
                    <a:pt x="10739" y="23397"/>
                    <a:pt x="10687" y="23542"/>
                    <a:pt x="10588" y="23637"/>
                  </a:cubicBezTo>
                  <a:cubicBezTo>
                    <a:pt x="10579" y="23658"/>
                    <a:pt x="10585" y="23650"/>
                    <a:pt x="10575" y="23663"/>
                  </a:cubicBezTo>
                  <a:cubicBezTo>
                    <a:pt x="10559" y="23563"/>
                    <a:pt x="10573" y="23436"/>
                    <a:pt x="10595" y="23353"/>
                  </a:cubicBezTo>
                  <a:cubicBezTo>
                    <a:pt x="10601" y="23112"/>
                    <a:pt x="10607" y="22872"/>
                    <a:pt x="10611" y="22631"/>
                  </a:cubicBezTo>
                  <a:cubicBezTo>
                    <a:pt x="10621" y="22203"/>
                    <a:pt x="10630" y="21779"/>
                    <a:pt x="10639" y="21351"/>
                  </a:cubicBezTo>
                  <a:cubicBezTo>
                    <a:pt x="10639" y="21175"/>
                    <a:pt x="10637" y="20998"/>
                    <a:pt x="10637" y="20820"/>
                  </a:cubicBezTo>
                  <a:cubicBezTo>
                    <a:pt x="10659" y="20746"/>
                    <a:pt x="10723" y="20669"/>
                    <a:pt x="10759" y="20604"/>
                  </a:cubicBezTo>
                  <a:cubicBezTo>
                    <a:pt x="10861" y="20416"/>
                    <a:pt x="10967" y="20217"/>
                    <a:pt x="11054" y="20028"/>
                  </a:cubicBezTo>
                  <a:cubicBezTo>
                    <a:pt x="11379" y="19332"/>
                    <a:pt x="11777" y="18698"/>
                    <a:pt x="12093" y="18009"/>
                  </a:cubicBezTo>
                  <a:cubicBezTo>
                    <a:pt x="12184" y="17811"/>
                    <a:pt x="12236" y="17603"/>
                    <a:pt x="12312" y="17392"/>
                  </a:cubicBezTo>
                  <a:close/>
                  <a:moveTo>
                    <a:pt x="12841" y="19782"/>
                  </a:moveTo>
                  <a:cubicBezTo>
                    <a:pt x="12883" y="20054"/>
                    <a:pt x="12926" y="20328"/>
                    <a:pt x="12968" y="20598"/>
                  </a:cubicBezTo>
                  <a:cubicBezTo>
                    <a:pt x="12984" y="20669"/>
                    <a:pt x="13038" y="20822"/>
                    <a:pt x="13026" y="20896"/>
                  </a:cubicBezTo>
                  <a:cubicBezTo>
                    <a:pt x="13014" y="20960"/>
                    <a:pt x="12965" y="21039"/>
                    <a:pt x="12943" y="21091"/>
                  </a:cubicBezTo>
                  <a:cubicBezTo>
                    <a:pt x="12870" y="21257"/>
                    <a:pt x="12827" y="21405"/>
                    <a:pt x="12753" y="21565"/>
                  </a:cubicBezTo>
                  <a:cubicBezTo>
                    <a:pt x="12693" y="21696"/>
                    <a:pt x="12598" y="21832"/>
                    <a:pt x="12539" y="21962"/>
                  </a:cubicBezTo>
                  <a:cubicBezTo>
                    <a:pt x="12284" y="22510"/>
                    <a:pt x="11981" y="23030"/>
                    <a:pt x="11664" y="23519"/>
                  </a:cubicBezTo>
                  <a:cubicBezTo>
                    <a:pt x="11486" y="23797"/>
                    <a:pt x="11291" y="24166"/>
                    <a:pt x="11065" y="24385"/>
                  </a:cubicBezTo>
                  <a:lnTo>
                    <a:pt x="11065" y="24399"/>
                  </a:lnTo>
                  <a:cubicBezTo>
                    <a:pt x="10896" y="24335"/>
                    <a:pt x="10762" y="24003"/>
                    <a:pt x="10623" y="23884"/>
                  </a:cubicBezTo>
                  <a:cubicBezTo>
                    <a:pt x="10642" y="23750"/>
                    <a:pt x="10748" y="23661"/>
                    <a:pt x="10810" y="23564"/>
                  </a:cubicBezTo>
                  <a:cubicBezTo>
                    <a:pt x="10956" y="23343"/>
                    <a:pt x="11097" y="23121"/>
                    <a:pt x="11238" y="22901"/>
                  </a:cubicBezTo>
                  <a:cubicBezTo>
                    <a:pt x="11668" y="22231"/>
                    <a:pt x="12034" y="21498"/>
                    <a:pt x="12382" y="20755"/>
                  </a:cubicBezTo>
                  <a:cubicBezTo>
                    <a:pt x="12482" y="20538"/>
                    <a:pt x="12590" y="20320"/>
                    <a:pt x="12693" y="20089"/>
                  </a:cubicBezTo>
                  <a:cubicBezTo>
                    <a:pt x="12735" y="19996"/>
                    <a:pt x="12801" y="19899"/>
                    <a:pt x="12817" y="19782"/>
                  </a:cubicBezTo>
                  <a:close/>
                  <a:moveTo>
                    <a:pt x="5240" y="9175"/>
                  </a:moveTo>
                  <a:cubicBezTo>
                    <a:pt x="5338" y="9730"/>
                    <a:pt x="5535" y="9865"/>
                    <a:pt x="5800" y="10235"/>
                  </a:cubicBezTo>
                  <a:cubicBezTo>
                    <a:pt x="6020" y="10541"/>
                    <a:pt x="6280" y="10818"/>
                    <a:pt x="6492" y="11129"/>
                  </a:cubicBezTo>
                  <a:cubicBezTo>
                    <a:pt x="6662" y="11377"/>
                    <a:pt x="6822" y="11777"/>
                    <a:pt x="7055" y="11955"/>
                  </a:cubicBezTo>
                  <a:cubicBezTo>
                    <a:pt x="7180" y="12050"/>
                    <a:pt x="7289" y="12092"/>
                    <a:pt x="7388" y="12092"/>
                  </a:cubicBezTo>
                  <a:cubicBezTo>
                    <a:pt x="7553" y="12092"/>
                    <a:pt x="7689" y="11975"/>
                    <a:pt x="7821" y="11805"/>
                  </a:cubicBezTo>
                  <a:cubicBezTo>
                    <a:pt x="7866" y="11747"/>
                    <a:pt x="7939" y="11705"/>
                    <a:pt x="7966" y="11626"/>
                  </a:cubicBezTo>
                  <a:cubicBezTo>
                    <a:pt x="8048" y="11642"/>
                    <a:pt x="8090" y="11684"/>
                    <a:pt x="8144" y="11721"/>
                  </a:cubicBezTo>
                  <a:cubicBezTo>
                    <a:pt x="8304" y="11822"/>
                    <a:pt x="8469" y="11888"/>
                    <a:pt x="8629" y="11990"/>
                  </a:cubicBezTo>
                  <a:cubicBezTo>
                    <a:pt x="8715" y="12045"/>
                    <a:pt x="8802" y="12122"/>
                    <a:pt x="8911" y="12151"/>
                  </a:cubicBezTo>
                  <a:cubicBezTo>
                    <a:pt x="8887" y="12213"/>
                    <a:pt x="8821" y="12229"/>
                    <a:pt x="8804" y="12292"/>
                  </a:cubicBezTo>
                  <a:cubicBezTo>
                    <a:pt x="8769" y="12408"/>
                    <a:pt x="8894" y="12478"/>
                    <a:pt x="8940" y="12527"/>
                  </a:cubicBezTo>
                  <a:cubicBezTo>
                    <a:pt x="9102" y="12696"/>
                    <a:pt x="9308" y="12853"/>
                    <a:pt x="9445" y="13042"/>
                  </a:cubicBezTo>
                  <a:cubicBezTo>
                    <a:pt x="9541" y="13176"/>
                    <a:pt x="9638" y="13302"/>
                    <a:pt x="9734" y="13436"/>
                  </a:cubicBezTo>
                  <a:cubicBezTo>
                    <a:pt x="9765" y="13478"/>
                    <a:pt x="9832" y="13502"/>
                    <a:pt x="9861" y="13542"/>
                  </a:cubicBezTo>
                  <a:cubicBezTo>
                    <a:pt x="9926" y="13637"/>
                    <a:pt x="9912" y="13794"/>
                    <a:pt x="9944" y="13917"/>
                  </a:cubicBezTo>
                  <a:cubicBezTo>
                    <a:pt x="9999" y="14147"/>
                    <a:pt x="10061" y="14422"/>
                    <a:pt x="10056" y="14695"/>
                  </a:cubicBezTo>
                  <a:cubicBezTo>
                    <a:pt x="10011" y="14701"/>
                    <a:pt x="9977" y="14708"/>
                    <a:pt x="9952" y="14732"/>
                  </a:cubicBezTo>
                  <a:cubicBezTo>
                    <a:pt x="9875" y="14614"/>
                    <a:pt x="9910" y="14521"/>
                    <a:pt x="9778" y="14431"/>
                  </a:cubicBezTo>
                  <a:cubicBezTo>
                    <a:pt x="9727" y="14396"/>
                    <a:pt x="9665" y="14382"/>
                    <a:pt x="9597" y="14382"/>
                  </a:cubicBezTo>
                  <a:cubicBezTo>
                    <a:pt x="9367" y="14382"/>
                    <a:pt x="9072" y="14543"/>
                    <a:pt x="8948" y="14620"/>
                  </a:cubicBezTo>
                  <a:cubicBezTo>
                    <a:pt x="8920" y="14636"/>
                    <a:pt x="8884" y="14685"/>
                    <a:pt x="8855" y="14695"/>
                  </a:cubicBezTo>
                  <a:cubicBezTo>
                    <a:pt x="8776" y="14689"/>
                    <a:pt x="8701" y="14684"/>
                    <a:pt x="8622" y="14678"/>
                  </a:cubicBezTo>
                  <a:cubicBezTo>
                    <a:pt x="8520" y="14702"/>
                    <a:pt x="8420" y="14771"/>
                    <a:pt x="8334" y="14814"/>
                  </a:cubicBezTo>
                  <a:cubicBezTo>
                    <a:pt x="7772" y="15105"/>
                    <a:pt x="7488" y="15473"/>
                    <a:pt x="7146" y="15989"/>
                  </a:cubicBezTo>
                  <a:cubicBezTo>
                    <a:pt x="7039" y="16153"/>
                    <a:pt x="6912" y="16328"/>
                    <a:pt x="6825" y="16513"/>
                  </a:cubicBezTo>
                  <a:cubicBezTo>
                    <a:pt x="6691" y="16796"/>
                    <a:pt x="6616" y="17094"/>
                    <a:pt x="6483" y="17385"/>
                  </a:cubicBezTo>
                  <a:cubicBezTo>
                    <a:pt x="6347" y="17682"/>
                    <a:pt x="6187" y="17961"/>
                    <a:pt x="6050" y="18269"/>
                  </a:cubicBezTo>
                  <a:cubicBezTo>
                    <a:pt x="6040" y="18269"/>
                    <a:pt x="6030" y="18269"/>
                    <a:pt x="6020" y="18269"/>
                  </a:cubicBezTo>
                  <a:cubicBezTo>
                    <a:pt x="5622" y="18269"/>
                    <a:pt x="5482" y="18440"/>
                    <a:pt x="5242" y="18599"/>
                  </a:cubicBezTo>
                  <a:cubicBezTo>
                    <a:pt x="5120" y="18682"/>
                    <a:pt x="4983" y="18752"/>
                    <a:pt x="4862" y="18824"/>
                  </a:cubicBezTo>
                  <a:cubicBezTo>
                    <a:pt x="4691" y="18925"/>
                    <a:pt x="4506" y="19000"/>
                    <a:pt x="4339" y="19098"/>
                  </a:cubicBezTo>
                  <a:cubicBezTo>
                    <a:pt x="4285" y="19128"/>
                    <a:pt x="4225" y="19134"/>
                    <a:pt x="4182" y="19172"/>
                  </a:cubicBezTo>
                  <a:lnTo>
                    <a:pt x="4169" y="19172"/>
                  </a:lnTo>
                  <a:cubicBezTo>
                    <a:pt x="4201" y="18978"/>
                    <a:pt x="4252" y="18759"/>
                    <a:pt x="4234" y="18526"/>
                  </a:cubicBezTo>
                  <a:cubicBezTo>
                    <a:pt x="4237" y="18449"/>
                    <a:pt x="4239" y="18372"/>
                    <a:pt x="4240" y="18294"/>
                  </a:cubicBezTo>
                  <a:cubicBezTo>
                    <a:pt x="4196" y="18074"/>
                    <a:pt x="4159" y="17639"/>
                    <a:pt x="4220" y="17389"/>
                  </a:cubicBezTo>
                  <a:cubicBezTo>
                    <a:pt x="4332" y="16939"/>
                    <a:pt x="4393" y="16482"/>
                    <a:pt x="4507" y="16011"/>
                  </a:cubicBezTo>
                  <a:cubicBezTo>
                    <a:pt x="4515" y="15848"/>
                    <a:pt x="4523" y="15684"/>
                    <a:pt x="4531" y="15521"/>
                  </a:cubicBezTo>
                  <a:cubicBezTo>
                    <a:pt x="4547" y="15453"/>
                    <a:pt x="4529" y="15333"/>
                    <a:pt x="4548" y="15251"/>
                  </a:cubicBezTo>
                  <a:cubicBezTo>
                    <a:pt x="4574" y="15146"/>
                    <a:pt x="4567" y="14989"/>
                    <a:pt x="4571" y="14862"/>
                  </a:cubicBezTo>
                  <a:cubicBezTo>
                    <a:pt x="4576" y="14650"/>
                    <a:pt x="4582" y="14420"/>
                    <a:pt x="4585" y="14178"/>
                  </a:cubicBezTo>
                  <a:lnTo>
                    <a:pt x="4585" y="14178"/>
                  </a:lnTo>
                  <a:cubicBezTo>
                    <a:pt x="4532" y="14258"/>
                    <a:pt x="4555" y="14445"/>
                    <a:pt x="4551" y="14564"/>
                  </a:cubicBezTo>
                  <a:lnTo>
                    <a:pt x="4486" y="15197"/>
                  </a:lnTo>
                  <a:cubicBezTo>
                    <a:pt x="4417" y="15470"/>
                    <a:pt x="4426" y="15770"/>
                    <a:pt x="4350" y="16047"/>
                  </a:cubicBezTo>
                  <a:cubicBezTo>
                    <a:pt x="4218" y="16539"/>
                    <a:pt x="4137" y="17024"/>
                    <a:pt x="4047" y="17540"/>
                  </a:cubicBezTo>
                  <a:cubicBezTo>
                    <a:pt x="3965" y="18016"/>
                    <a:pt x="4182" y="18449"/>
                    <a:pt x="4070" y="18910"/>
                  </a:cubicBezTo>
                  <a:cubicBezTo>
                    <a:pt x="4044" y="19018"/>
                    <a:pt x="4076" y="19130"/>
                    <a:pt x="4023" y="19207"/>
                  </a:cubicBezTo>
                  <a:cubicBezTo>
                    <a:pt x="4000" y="19282"/>
                    <a:pt x="3919" y="19275"/>
                    <a:pt x="3853" y="19307"/>
                  </a:cubicBezTo>
                  <a:cubicBezTo>
                    <a:pt x="3679" y="19390"/>
                    <a:pt x="3497" y="19452"/>
                    <a:pt x="3307" y="19528"/>
                  </a:cubicBezTo>
                  <a:cubicBezTo>
                    <a:pt x="2750" y="19747"/>
                    <a:pt x="2155" y="19906"/>
                    <a:pt x="1701" y="20230"/>
                  </a:cubicBezTo>
                  <a:cubicBezTo>
                    <a:pt x="1629" y="20283"/>
                    <a:pt x="1581" y="20371"/>
                    <a:pt x="1515" y="20434"/>
                  </a:cubicBezTo>
                  <a:lnTo>
                    <a:pt x="1515" y="20458"/>
                  </a:lnTo>
                  <a:cubicBezTo>
                    <a:pt x="1840" y="20259"/>
                    <a:pt x="2196" y="20073"/>
                    <a:pt x="2574" y="19926"/>
                  </a:cubicBezTo>
                  <a:cubicBezTo>
                    <a:pt x="2939" y="19784"/>
                    <a:pt x="3323" y="19710"/>
                    <a:pt x="3680" y="19563"/>
                  </a:cubicBezTo>
                  <a:cubicBezTo>
                    <a:pt x="4317" y="19301"/>
                    <a:pt x="4922" y="18970"/>
                    <a:pt x="5483" y="18632"/>
                  </a:cubicBezTo>
                  <a:cubicBezTo>
                    <a:pt x="5599" y="18561"/>
                    <a:pt x="5713" y="18487"/>
                    <a:pt x="5823" y="18420"/>
                  </a:cubicBezTo>
                  <a:cubicBezTo>
                    <a:pt x="5865" y="18394"/>
                    <a:pt x="5916" y="18398"/>
                    <a:pt x="5954" y="18371"/>
                  </a:cubicBezTo>
                  <a:lnTo>
                    <a:pt x="5954" y="18371"/>
                  </a:lnTo>
                  <a:cubicBezTo>
                    <a:pt x="5985" y="18394"/>
                    <a:pt x="5967" y="18487"/>
                    <a:pt x="5950" y="18552"/>
                  </a:cubicBezTo>
                  <a:cubicBezTo>
                    <a:pt x="5912" y="18698"/>
                    <a:pt x="5903" y="18910"/>
                    <a:pt x="5940" y="19069"/>
                  </a:cubicBezTo>
                  <a:cubicBezTo>
                    <a:pt x="6052" y="19569"/>
                    <a:pt x="6209" y="20002"/>
                    <a:pt x="6573" y="20259"/>
                  </a:cubicBezTo>
                  <a:cubicBezTo>
                    <a:pt x="6634" y="20301"/>
                    <a:pt x="6828" y="20420"/>
                    <a:pt x="6982" y="20420"/>
                  </a:cubicBezTo>
                  <a:cubicBezTo>
                    <a:pt x="7026" y="20420"/>
                    <a:pt x="7067" y="20410"/>
                    <a:pt x="7101" y="20386"/>
                  </a:cubicBezTo>
                  <a:lnTo>
                    <a:pt x="7126" y="20386"/>
                  </a:lnTo>
                  <a:cubicBezTo>
                    <a:pt x="7084" y="20554"/>
                    <a:pt x="6986" y="20642"/>
                    <a:pt x="6899" y="20756"/>
                  </a:cubicBezTo>
                  <a:cubicBezTo>
                    <a:pt x="6854" y="20815"/>
                    <a:pt x="6815" y="20895"/>
                    <a:pt x="6754" y="20935"/>
                  </a:cubicBezTo>
                  <a:cubicBezTo>
                    <a:pt x="6685" y="20979"/>
                    <a:pt x="6595" y="20997"/>
                    <a:pt x="6502" y="20997"/>
                  </a:cubicBezTo>
                  <a:cubicBezTo>
                    <a:pt x="6392" y="20997"/>
                    <a:pt x="6280" y="20972"/>
                    <a:pt x="6197" y="20937"/>
                  </a:cubicBezTo>
                  <a:cubicBezTo>
                    <a:pt x="5833" y="20777"/>
                    <a:pt x="5642" y="20456"/>
                    <a:pt x="5453" y="20131"/>
                  </a:cubicBezTo>
                  <a:cubicBezTo>
                    <a:pt x="5393" y="20028"/>
                    <a:pt x="5368" y="19884"/>
                    <a:pt x="5293" y="19791"/>
                  </a:cubicBezTo>
                  <a:lnTo>
                    <a:pt x="5293" y="19766"/>
                  </a:lnTo>
                  <a:lnTo>
                    <a:pt x="5280" y="19766"/>
                  </a:lnTo>
                  <a:cubicBezTo>
                    <a:pt x="5287" y="19905"/>
                    <a:pt x="5346" y="20022"/>
                    <a:pt x="5389" y="20130"/>
                  </a:cubicBezTo>
                  <a:cubicBezTo>
                    <a:pt x="5553" y="20557"/>
                    <a:pt x="5626" y="20771"/>
                    <a:pt x="5990" y="21009"/>
                  </a:cubicBezTo>
                  <a:cubicBezTo>
                    <a:pt x="6048" y="21046"/>
                    <a:pt x="6275" y="21172"/>
                    <a:pt x="6434" y="21172"/>
                  </a:cubicBezTo>
                  <a:cubicBezTo>
                    <a:pt x="6470" y="21172"/>
                    <a:pt x="6503" y="21165"/>
                    <a:pt x="6530" y="21149"/>
                  </a:cubicBezTo>
                  <a:cubicBezTo>
                    <a:pt x="6552" y="21149"/>
                    <a:pt x="6573" y="21151"/>
                    <a:pt x="6595" y="21151"/>
                  </a:cubicBezTo>
                  <a:cubicBezTo>
                    <a:pt x="6515" y="21299"/>
                    <a:pt x="6392" y="21430"/>
                    <a:pt x="6290" y="21558"/>
                  </a:cubicBezTo>
                  <a:cubicBezTo>
                    <a:pt x="6229" y="21613"/>
                    <a:pt x="6166" y="21667"/>
                    <a:pt x="6107" y="21722"/>
                  </a:cubicBezTo>
                  <a:cubicBezTo>
                    <a:pt x="6076" y="21761"/>
                    <a:pt x="6054" y="21809"/>
                    <a:pt x="6014" y="21837"/>
                  </a:cubicBezTo>
                  <a:cubicBezTo>
                    <a:pt x="5889" y="21924"/>
                    <a:pt x="5758" y="21986"/>
                    <a:pt x="5634" y="22074"/>
                  </a:cubicBezTo>
                  <a:cubicBezTo>
                    <a:pt x="5466" y="22193"/>
                    <a:pt x="5316" y="22343"/>
                    <a:pt x="5147" y="22465"/>
                  </a:cubicBezTo>
                  <a:cubicBezTo>
                    <a:pt x="5089" y="22524"/>
                    <a:pt x="5032" y="22583"/>
                    <a:pt x="4974" y="22644"/>
                  </a:cubicBezTo>
                  <a:cubicBezTo>
                    <a:pt x="4820" y="22790"/>
                    <a:pt x="4660" y="22929"/>
                    <a:pt x="4525" y="23099"/>
                  </a:cubicBezTo>
                  <a:cubicBezTo>
                    <a:pt x="4473" y="23145"/>
                    <a:pt x="4420" y="23192"/>
                    <a:pt x="4368" y="23237"/>
                  </a:cubicBezTo>
                  <a:cubicBezTo>
                    <a:pt x="4086" y="23593"/>
                    <a:pt x="3689" y="23898"/>
                    <a:pt x="3288" y="24131"/>
                  </a:cubicBezTo>
                  <a:cubicBezTo>
                    <a:pt x="2991" y="24308"/>
                    <a:pt x="2628" y="24367"/>
                    <a:pt x="2221" y="24454"/>
                  </a:cubicBezTo>
                  <a:cubicBezTo>
                    <a:pt x="2152" y="24468"/>
                    <a:pt x="2080" y="24470"/>
                    <a:pt x="2007" y="24470"/>
                  </a:cubicBezTo>
                  <a:cubicBezTo>
                    <a:pt x="1988" y="24470"/>
                    <a:pt x="1970" y="24470"/>
                    <a:pt x="1952" y="24470"/>
                  </a:cubicBezTo>
                  <a:cubicBezTo>
                    <a:pt x="1885" y="24470"/>
                    <a:pt x="1818" y="24471"/>
                    <a:pt x="1755" y="24483"/>
                  </a:cubicBezTo>
                  <a:cubicBezTo>
                    <a:pt x="1747" y="24484"/>
                    <a:pt x="1740" y="24485"/>
                    <a:pt x="1733" y="24485"/>
                  </a:cubicBezTo>
                  <a:cubicBezTo>
                    <a:pt x="1701" y="24485"/>
                    <a:pt x="1680" y="24471"/>
                    <a:pt x="1652" y="24468"/>
                  </a:cubicBezTo>
                  <a:cubicBezTo>
                    <a:pt x="1331" y="24433"/>
                    <a:pt x="1113" y="24391"/>
                    <a:pt x="908" y="24259"/>
                  </a:cubicBezTo>
                  <a:cubicBezTo>
                    <a:pt x="771" y="24170"/>
                    <a:pt x="642" y="24084"/>
                    <a:pt x="551" y="23954"/>
                  </a:cubicBezTo>
                  <a:cubicBezTo>
                    <a:pt x="293" y="23581"/>
                    <a:pt x="102" y="22719"/>
                    <a:pt x="293" y="22087"/>
                  </a:cubicBezTo>
                  <a:cubicBezTo>
                    <a:pt x="370" y="21838"/>
                    <a:pt x="502" y="21597"/>
                    <a:pt x="631" y="21396"/>
                  </a:cubicBezTo>
                  <a:cubicBezTo>
                    <a:pt x="735" y="21235"/>
                    <a:pt x="820" y="21017"/>
                    <a:pt x="977" y="20914"/>
                  </a:cubicBezTo>
                  <a:lnTo>
                    <a:pt x="977" y="20887"/>
                  </a:lnTo>
                  <a:cubicBezTo>
                    <a:pt x="849" y="20967"/>
                    <a:pt x="450" y="21393"/>
                    <a:pt x="421" y="21561"/>
                  </a:cubicBezTo>
                  <a:cubicBezTo>
                    <a:pt x="373" y="21470"/>
                    <a:pt x="511" y="21024"/>
                    <a:pt x="537" y="20916"/>
                  </a:cubicBezTo>
                  <a:lnTo>
                    <a:pt x="569" y="20567"/>
                  </a:lnTo>
                  <a:cubicBezTo>
                    <a:pt x="684" y="20111"/>
                    <a:pt x="634" y="19551"/>
                    <a:pt x="692" y="19045"/>
                  </a:cubicBezTo>
                  <a:cubicBezTo>
                    <a:pt x="735" y="18670"/>
                    <a:pt x="672" y="18278"/>
                    <a:pt x="755" y="17934"/>
                  </a:cubicBezTo>
                  <a:lnTo>
                    <a:pt x="759" y="17689"/>
                  </a:lnTo>
                  <a:cubicBezTo>
                    <a:pt x="793" y="17362"/>
                    <a:pt x="825" y="17035"/>
                    <a:pt x="858" y="16709"/>
                  </a:cubicBezTo>
                  <a:cubicBezTo>
                    <a:pt x="903" y="16527"/>
                    <a:pt x="887" y="16322"/>
                    <a:pt x="934" y="16130"/>
                  </a:cubicBezTo>
                  <a:cubicBezTo>
                    <a:pt x="1078" y="15557"/>
                    <a:pt x="1094" y="14931"/>
                    <a:pt x="1243" y="14365"/>
                  </a:cubicBezTo>
                  <a:cubicBezTo>
                    <a:pt x="1264" y="14227"/>
                    <a:pt x="1283" y="14090"/>
                    <a:pt x="1303" y="13952"/>
                  </a:cubicBezTo>
                  <a:cubicBezTo>
                    <a:pt x="1432" y="13480"/>
                    <a:pt x="1475" y="12980"/>
                    <a:pt x="1630" y="12539"/>
                  </a:cubicBezTo>
                  <a:cubicBezTo>
                    <a:pt x="1719" y="12286"/>
                    <a:pt x="1819" y="12010"/>
                    <a:pt x="1956" y="11795"/>
                  </a:cubicBezTo>
                  <a:cubicBezTo>
                    <a:pt x="2005" y="11719"/>
                    <a:pt x="2074" y="11648"/>
                    <a:pt x="2116" y="11566"/>
                  </a:cubicBezTo>
                  <a:cubicBezTo>
                    <a:pt x="2327" y="11590"/>
                    <a:pt x="2488" y="11757"/>
                    <a:pt x="2626" y="11860"/>
                  </a:cubicBezTo>
                  <a:cubicBezTo>
                    <a:pt x="2923" y="12083"/>
                    <a:pt x="3198" y="12366"/>
                    <a:pt x="3410" y="12666"/>
                  </a:cubicBezTo>
                  <a:cubicBezTo>
                    <a:pt x="3504" y="12798"/>
                    <a:pt x="3584" y="12969"/>
                    <a:pt x="3699" y="13086"/>
                  </a:cubicBezTo>
                  <a:lnTo>
                    <a:pt x="3699" y="13099"/>
                  </a:lnTo>
                  <a:lnTo>
                    <a:pt x="3711" y="13099"/>
                  </a:lnTo>
                  <a:cubicBezTo>
                    <a:pt x="3667" y="12921"/>
                    <a:pt x="3536" y="12760"/>
                    <a:pt x="3449" y="12615"/>
                  </a:cubicBezTo>
                  <a:cubicBezTo>
                    <a:pt x="3248" y="12274"/>
                    <a:pt x="3097" y="11965"/>
                    <a:pt x="2783" y="11735"/>
                  </a:cubicBezTo>
                  <a:cubicBezTo>
                    <a:pt x="2671" y="11654"/>
                    <a:pt x="2539" y="11565"/>
                    <a:pt x="2412" y="11508"/>
                  </a:cubicBezTo>
                  <a:cubicBezTo>
                    <a:pt x="2354" y="11482"/>
                    <a:pt x="2282" y="11486"/>
                    <a:pt x="2232" y="11452"/>
                  </a:cubicBezTo>
                  <a:lnTo>
                    <a:pt x="2219" y="11452"/>
                  </a:lnTo>
                  <a:cubicBezTo>
                    <a:pt x="2257" y="11350"/>
                    <a:pt x="2370" y="11300"/>
                    <a:pt x="2430" y="11223"/>
                  </a:cubicBezTo>
                  <a:cubicBezTo>
                    <a:pt x="2641" y="10956"/>
                    <a:pt x="2936" y="10784"/>
                    <a:pt x="3231" y="10607"/>
                  </a:cubicBezTo>
                  <a:cubicBezTo>
                    <a:pt x="3375" y="10520"/>
                    <a:pt x="3526" y="10418"/>
                    <a:pt x="3664" y="10319"/>
                  </a:cubicBezTo>
                  <a:cubicBezTo>
                    <a:pt x="3714" y="10272"/>
                    <a:pt x="3760" y="10227"/>
                    <a:pt x="3810" y="10179"/>
                  </a:cubicBezTo>
                  <a:cubicBezTo>
                    <a:pt x="4143" y="9967"/>
                    <a:pt x="4486" y="9793"/>
                    <a:pt x="4806" y="9567"/>
                  </a:cubicBezTo>
                  <a:cubicBezTo>
                    <a:pt x="4907" y="9496"/>
                    <a:pt x="5018" y="9402"/>
                    <a:pt x="5109" y="9314"/>
                  </a:cubicBezTo>
                  <a:cubicBezTo>
                    <a:pt x="5150" y="9275"/>
                    <a:pt x="5179" y="9220"/>
                    <a:pt x="5227" y="9188"/>
                  </a:cubicBezTo>
                  <a:lnTo>
                    <a:pt x="5227" y="9175"/>
                  </a:lnTo>
                  <a:close/>
                  <a:moveTo>
                    <a:pt x="13048" y="21081"/>
                  </a:moveTo>
                  <a:cubicBezTo>
                    <a:pt x="13109" y="21175"/>
                    <a:pt x="13118" y="21513"/>
                    <a:pt x="13151" y="21651"/>
                  </a:cubicBezTo>
                  <a:cubicBezTo>
                    <a:pt x="13260" y="22098"/>
                    <a:pt x="13283" y="22625"/>
                    <a:pt x="13392" y="23065"/>
                  </a:cubicBezTo>
                  <a:cubicBezTo>
                    <a:pt x="13426" y="23198"/>
                    <a:pt x="13484" y="23522"/>
                    <a:pt x="13418" y="23647"/>
                  </a:cubicBezTo>
                  <a:cubicBezTo>
                    <a:pt x="13356" y="23765"/>
                    <a:pt x="13232" y="23849"/>
                    <a:pt x="13152" y="23952"/>
                  </a:cubicBezTo>
                  <a:cubicBezTo>
                    <a:pt x="12979" y="24172"/>
                    <a:pt x="12774" y="24362"/>
                    <a:pt x="12609" y="24586"/>
                  </a:cubicBezTo>
                  <a:cubicBezTo>
                    <a:pt x="12471" y="24774"/>
                    <a:pt x="12331" y="24958"/>
                    <a:pt x="12197" y="25146"/>
                  </a:cubicBezTo>
                  <a:cubicBezTo>
                    <a:pt x="12139" y="25227"/>
                    <a:pt x="12085" y="25352"/>
                    <a:pt x="11983" y="25387"/>
                  </a:cubicBezTo>
                  <a:cubicBezTo>
                    <a:pt x="11981" y="25388"/>
                    <a:pt x="11978" y="25388"/>
                    <a:pt x="11975" y="25388"/>
                  </a:cubicBezTo>
                  <a:cubicBezTo>
                    <a:pt x="11910" y="25388"/>
                    <a:pt x="11817" y="25225"/>
                    <a:pt x="11770" y="25176"/>
                  </a:cubicBezTo>
                  <a:cubicBezTo>
                    <a:pt x="11562" y="24960"/>
                    <a:pt x="11357" y="24746"/>
                    <a:pt x="11150" y="24529"/>
                  </a:cubicBezTo>
                  <a:cubicBezTo>
                    <a:pt x="11179" y="24409"/>
                    <a:pt x="11297" y="24326"/>
                    <a:pt x="11363" y="24237"/>
                  </a:cubicBezTo>
                  <a:cubicBezTo>
                    <a:pt x="11531" y="24007"/>
                    <a:pt x="11690" y="23765"/>
                    <a:pt x="11842" y="23522"/>
                  </a:cubicBezTo>
                  <a:cubicBezTo>
                    <a:pt x="11995" y="23285"/>
                    <a:pt x="12111" y="23027"/>
                    <a:pt x="12234" y="22769"/>
                  </a:cubicBezTo>
                  <a:cubicBezTo>
                    <a:pt x="12296" y="22632"/>
                    <a:pt x="12398" y="22495"/>
                    <a:pt x="12462" y="22359"/>
                  </a:cubicBezTo>
                  <a:cubicBezTo>
                    <a:pt x="12662" y="21934"/>
                    <a:pt x="12869" y="21529"/>
                    <a:pt x="13048" y="21081"/>
                  </a:cubicBezTo>
                  <a:close/>
                  <a:moveTo>
                    <a:pt x="10926" y="9442"/>
                  </a:moveTo>
                  <a:cubicBezTo>
                    <a:pt x="11603" y="9871"/>
                    <a:pt x="12393" y="10217"/>
                    <a:pt x="13071" y="10650"/>
                  </a:cubicBezTo>
                  <a:cubicBezTo>
                    <a:pt x="13263" y="10774"/>
                    <a:pt x="13458" y="10861"/>
                    <a:pt x="13645" y="10986"/>
                  </a:cubicBezTo>
                  <a:cubicBezTo>
                    <a:pt x="13776" y="11074"/>
                    <a:pt x="13892" y="11196"/>
                    <a:pt x="14015" y="11292"/>
                  </a:cubicBezTo>
                  <a:cubicBezTo>
                    <a:pt x="14089" y="11350"/>
                    <a:pt x="14189" y="11415"/>
                    <a:pt x="14243" y="11489"/>
                  </a:cubicBezTo>
                  <a:cubicBezTo>
                    <a:pt x="14465" y="11798"/>
                    <a:pt x="14708" y="12090"/>
                    <a:pt x="14909" y="12423"/>
                  </a:cubicBezTo>
                  <a:cubicBezTo>
                    <a:pt x="15506" y="13420"/>
                    <a:pt x="15921" y="14612"/>
                    <a:pt x="16297" y="15812"/>
                  </a:cubicBezTo>
                  <a:cubicBezTo>
                    <a:pt x="16323" y="15899"/>
                    <a:pt x="16307" y="15975"/>
                    <a:pt x="16329" y="16072"/>
                  </a:cubicBezTo>
                  <a:cubicBezTo>
                    <a:pt x="16389" y="16322"/>
                    <a:pt x="16403" y="16598"/>
                    <a:pt x="16480" y="16850"/>
                  </a:cubicBezTo>
                  <a:cubicBezTo>
                    <a:pt x="16640" y="17378"/>
                    <a:pt x="16792" y="17892"/>
                    <a:pt x="16951" y="18410"/>
                  </a:cubicBezTo>
                  <a:cubicBezTo>
                    <a:pt x="16992" y="18631"/>
                    <a:pt x="17036" y="18852"/>
                    <a:pt x="17078" y="19071"/>
                  </a:cubicBezTo>
                  <a:cubicBezTo>
                    <a:pt x="16569" y="19355"/>
                    <a:pt x="16264" y="19877"/>
                    <a:pt x="16015" y="20431"/>
                  </a:cubicBezTo>
                  <a:cubicBezTo>
                    <a:pt x="15960" y="20551"/>
                    <a:pt x="15929" y="20691"/>
                    <a:pt x="15890" y="20816"/>
                  </a:cubicBezTo>
                  <a:cubicBezTo>
                    <a:pt x="15873" y="20870"/>
                    <a:pt x="15886" y="20931"/>
                    <a:pt x="15861" y="20972"/>
                  </a:cubicBezTo>
                  <a:cubicBezTo>
                    <a:pt x="15861" y="20996"/>
                    <a:pt x="15858" y="21023"/>
                    <a:pt x="15858" y="21049"/>
                  </a:cubicBezTo>
                  <a:lnTo>
                    <a:pt x="15871" y="21049"/>
                  </a:lnTo>
                  <a:cubicBezTo>
                    <a:pt x="15909" y="20938"/>
                    <a:pt x="15996" y="20836"/>
                    <a:pt x="16046" y="20729"/>
                  </a:cubicBezTo>
                  <a:cubicBezTo>
                    <a:pt x="16255" y="20269"/>
                    <a:pt x="16429" y="19907"/>
                    <a:pt x="16719" y="19542"/>
                  </a:cubicBezTo>
                  <a:cubicBezTo>
                    <a:pt x="16851" y="19375"/>
                    <a:pt x="17076" y="19274"/>
                    <a:pt x="17257" y="19154"/>
                  </a:cubicBezTo>
                  <a:cubicBezTo>
                    <a:pt x="17363" y="19082"/>
                    <a:pt x="17465" y="18991"/>
                    <a:pt x="17571" y="18916"/>
                  </a:cubicBezTo>
                  <a:cubicBezTo>
                    <a:pt x="17705" y="18820"/>
                    <a:pt x="17802" y="18656"/>
                    <a:pt x="17901" y="18522"/>
                  </a:cubicBezTo>
                  <a:cubicBezTo>
                    <a:pt x="17950" y="18456"/>
                    <a:pt x="18023" y="18395"/>
                    <a:pt x="18074" y="18330"/>
                  </a:cubicBezTo>
                  <a:cubicBezTo>
                    <a:pt x="18129" y="18257"/>
                    <a:pt x="18170" y="18176"/>
                    <a:pt x="18247" y="18126"/>
                  </a:cubicBezTo>
                  <a:cubicBezTo>
                    <a:pt x="18260" y="18116"/>
                    <a:pt x="18250" y="18122"/>
                    <a:pt x="18272" y="18115"/>
                  </a:cubicBezTo>
                  <a:cubicBezTo>
                    <a:pt x="18384" y="18238"/>
                    <a:pt x="18452" y="18378"/>
                    <a:pt x="18548" y="18522"/>
                  </a:cubicBezTo>
                  <a:cubicBezTo>
                    <a:pt x="18693" y="18740"/>
                    <a:pt x="18908" y="18946"/>
                    <a:pt x="19129" y="19090"/>
                  </a:cubicBezTo>
                  <a:cubicBezTo>
                    <a:pt x="19252" y="19169"/>
                    <a:pt x="19417" y="19223"/>
                    <a:pt x="19566" y="19268"/>
                  </a:cubicBezTo>
                  <a:cubicBezTo>
                    <a:pt x="19651" y="19294"/>
                    <a:pt x="19769" y="19282"/>
                    <a:pt x="19823" y="19339"/>
                  </a:cubicBezTo>
                  <a:cubicBezTo>
                    <a:pt x="19897" y="19406"/>
                    <a:pt x="19781" y="19875"/>
                    <a:pt x="19740" y="19932"/>
                  </a:cubicBezTo>
                  <a:cubicBezTo>
                    <a:pt x="19676" y="20007"/>
                    <a:pt x="19557" y="20036"/>
                    <a:pt x="19432" y="20036"/>
                  </a:cubicBezTo>
                  <a:cubicBezTo>
                    <a:pt x="19311" y="20036"/>
                    <a:pt x="19184" y="20009"/>
                    <a:pt x="19093" y="19970"/>
                  </a:cubicBezTo>
                  <a:cubicBezTo>
                    <a:pt x="18751" y="19820"/>
                    <a:pt x="18494" y="19569"/>
                    <a:pt x="18254" y="19319"/>
                  </a:cubicBezTo>
                  <a:cubicBezTo>
                    <a:pt x="18174" y="19237"/>
                    <a:pt x="18104" y="19111"/>
                    <a:pt x="18014" y="19042"/>
                  </a:cubicBezTo>
                  <a:lnTo>
                    <a:pt x="18014" y="19018"/>
                  </a:lnTo>
                  <a:lnTo>
                    <a:pt x="18001" y="19018"/>
                  </a:lnTo>
                  <a:cubicBezTo>
                    <a:pt x="18020" y="19166"/>
                    <a:pt x="18131" y="19281"/>
                    <a:pt x="18199" y="19383"/>
                  </a:cubicBezTo>
                  <a:cubicBezTo>
                    <a:pt x="18398" y="19673"/>
                    <a:pt x="18700" y="19932"/>
                    <a:pt x="19038" y="20086"/>
                  </a:cubicBezTo>
                  <a:cubicBezTo>
                    <a:pt x="19127" y="20128"/>
                    <a:pt x="19313" y="20187"/>
                    <a:pt x="19468" y="20187"/>
                  </a:cubicBezTo>
                  <a:cubicBezTo>
                    <a:pt x="19558" y="20187"/>
                    <a:pt x="19637" y="20167"/>
                    <a:pt x="19682" y="20114"/>
                  </a:cubicBezTo>
                  <a:lnTo>
                    <a:pt x="19695" y="20114"/>
                  </a:lnTo>
                  <a:cubicBezTo>
                    <a:pt x="19651" y="20518"/>
                    <a:pt x="19489" y="20855"/>
                    <a:pt x="19350" y="21165"/>
                  </a:cubicBezTo>
                  <a:cubicBezTo>
                    <a:pt x="19208" y="21483"/>
                    <a:pt x="19097" y="21803"/>
                    <a:pt x="18917" y="22087"/>
                  </a:cubicBezTo>
                  <a:cubicBezTo>
                    <a:pt x="18763" y="22328"/>
                    <a:pt x="18590" y="22561"/>
                    <a:pt x="18424" y="22786"/>
                  </a:cubicBezTo>
                  <a:cubicBezTo>
                    <a:pt x="18250" y="23023"/>
                    <a:pt x="18078" y="23263"/>
                    <a:pt x="17841" y="23433"/>
                  </a:cubicBezTo>
                  <a:cubicBezTo>
                    <a:pt x="17792" y="23481"/>
                    <a:pt x="17745" y="23526"/>
                    <a:pt x="17696" y="23574"/>
                  </a:cubicBezTo>
                  <a:cubicBezTo>
                    <a:pt x="17536" y="23685"/>
                    <a:pt x="17375" y="23765"/>
                    <a:pt x="17172" y="23833"/>
                  </a:cubicBezTo>
                  <a:cubicBezTo>
                    <a:pt x="17105" y="23856"/>
                    <a:pt x="17003" y="23900"/>
                    <a:pt x="16895" y="23900"/>
                  </a:cubicBezTo>
                  <a:cubicBezTo>
                    <a:pt x="16867" y="23900"/>
                    <a:pt x="16838" y="23897"/>
                    <a:pt x="16809" y="23890"/>
                  </a:cubicBezTo>
                  <a:cubicBezTo>
                    <a:pt x="16338" y="23773"/>
                    <a:pt x="15993" y="23462"/>
                    <a:pt x="15713" y="23155"/>
                  </a:cubicBezTo>
                  <a:cubicBezTo>
                    <a:pt x="15628" y="23061"/>
                    <a:pt x="15566" y="22927"/>
                    <a:pt x="15461" y="22852"/>
                  </a:cubicBezTo>
                  <a:cubicBezTo>
                    <a:pt x="15466" y="22554"/>
                    <a:pt x="15444" y="22244"/>
                    <a:pt x="15389" y="21985"/>
                  </a:cubicBezTo>
                  <a:cubicBezTo>
                    <a:pt x="15339" y="21754"/>
                    <a:pt x="15348" y="21521"/>
                    <a:pt x="15298" y="21310"/>
                  </a:cubicBezTo>
                  <a:cubicBezTo>
                    <a:pt x="15214" y="20932"/>
                    <a:pt x="15223" y="20567"/>
                    <a:pt x="15128" y="20195"/>
                  </a:cubicBezTo>
                  <a:cubicBezTo>
                    <a:pt x="15066" y="19948"/>
                    <a:pt x="15063" y="19682"/>
                    <a:pt x="15003" y="19417"/>
                  </a:cubicBezTo>
                  <a:cubicBezTo>
                    <a:pt x="14981" y="19322"/>
                    <a:pt x="14926" y="19162"/>
                    <a:pt x="14958" y="19041"/>
                  </a:cubicBezTo>
                  <a:cubicBezTo>
                    <a:pt x="15057" y="18675"/>
                    <a:pt x="15159" y="18291"/>
                    <a:pt x="15278" y="17949"/>
                  </a:cubicBezTo>
                  <a:cubicBezTo>
                    <a:pt x="15365" y="17703"/>
                    <a:pt x="15441" y="17477"/>
                    <a:pt x="15538" y="17257"/>
                  </a:cubicBezTo>
                  <a:cubicBezTo>
                    <a:pt x="15566" y="17194"/>
                    <a:pt x="15569" y="17126"/>
                    <a:pt x="15608" y="17077"/>
                  </a:cubicBezTo>
                  <a:lnTo>
                    <a:pt x="15608" y="17051"/>
                  </a:lnTo>
                  <a:cubicBezTo>
                    <a:pt x="15464" y="17142"/>
                    <a:pt x="15390" y="17360"/>
                    <a:pt x="15313" y="17523"/>
                  </a:cubicBezTo>
                  <a:cubicBezTo>
                    <a:pt x="15169" y="17833"/>
                    <a:pt x="14928" y="18352"/>
                    <a:pt x="14925" y="18781"/>
                  </a:cubicBezTo>
                  <a:cubicBezTo>
                    <a:pt x="14849" y="18670"/>
                    <a:pt x="14900" y="18464"/>
                    <a:pt x="14869" y="18314"/>
                  </a:cubicBezTo>
                  <a:cubicBezTo>
                    <a:pt x="14769" y="17843"/>
                    <a:pt x="14951" y="17468"/>
                    <a:pt x="15077" y="17116"/>
                  </a:cubicBezTo>
                  <a:cubicBezTo>
                    <a:pt x="15133" y="16959"/>
                    <a:pt x="15146" y="16751"/>
                    <a:pt x="15242" y="16629"/>
                  </a:cubicBezTo>
                  <a:lnTo>
                    <a:pt x="15242" y="16591"/>
                  </a:lnTo>
                  <a:lnTo>
                    <a:pt x="15230" y="16591"/>
                  </a:lnTo>
                  <a:cubicBezTo>
                    <a:pt x="15208" y="16657"/>
                    <a:pt x="15162" y="16700"/>
                    <a:pt x="15136" y="16757"/>
                  </a:cubicBezTo>
                  <a:cubicBezTo>
                    <a:pt x="15013" y="17019"/>
                    <a:pt x="14842" y="17383"/>
                    <a:pt x="14842" y="17745"/>
                  </a:cubicBezTo>
                  <a:cubicBezTo>
                    <a:pt x="14779" y="17639"/>
                    <a:pt x="14845" y="17359"/>
                    <a:pt x="14816" y="17215"/>
                  </a:cubicBezTo>
                  <a:cubicBezTo>
                    <a:pt x="14753" y="16920"/>
                    <a:pt x="14779" y="16613"/>
                    <a:pt x="14704" y="16334"/>
                  </a:cubicBezTo>
                  <a:cubicBezTo>
                    <a:pt x="14573" y="15835"/>
                    <a:pt x="14446" y="15349"/>
                    <a:pt x="14297" y="14865"/>
                  </a:cubicBezTo>
                  <a:cubicBezTo>
                    <a:pt x="14222" y="14623"/>
                    <a:pt x="14206" y="14394"/>
                    <a:pt x="14132" y="14150"/>
                  </a:cubicBezTo>
                  <a:cubicBezTo>
                    <a:pt x="14089" y="14008"/>
                    <a:pt x="14064" y="13843"/>
                    <a:pt x="14012" y="13696"/>
                  </a:cubicBezTo>
                  <a:cubicBezTo>
                    <a:pt x="13980" y="13605"/>
                    <a:pt x="13924" y="13503"/>
                    <a:pt x="13916" y="13397"/>
                  </a:cubicBezTo>
                  <a:lnTo>
                    <a:pt x="13916" y="13397"/>
                  </a:lnTo>
                  <a:cubicBezTo>
                    <a:pt x="13894" y="13435"/>
                    <a:pt x="13911" y="13598"/>
                    <a:pt x="13923" y="13654"/>
                  </a:cubicBezTo>
                  <a:cubicBezTo>
                    <a:pt x="13922" y="13711"/>
                    <a:pt x="13922" y="13768"/>
                    <a:pt x="13919" y="13821"/>
                  </a:cubicBezTo>
                  <a:cubicBezTo>
                    <a:pt x="13943" y="13939"/>
                    <a:pt x="13951" y="14087"/>
                    <a:pt x="13975" y="14198"/>
                  </a:cubicBezTo>
                  <a:cubicBezTo>
                    <a:pt x="14016" y="14378"/>
                    <a:pt x="14012" y="14532"/>
                    <a:pt x="14055" y="14702"/>
                  </a:cubicBezTo>
                  <a:cubicBezTo>
                    <a:pt x="14186" y="15216"/>
                    <a:pt x="14316" y="15720"/>
                    <a:pt x="14462" y="16212"/>
                  </a:cubicBezTo>
                  <a:cubicBezTo>
                    <a:pt x="14548" y="16497"/>
                    <a:pt x="14537" y="16815"/>
                    <a:pt x="14599" y="17119"/>
                  </a:cubicBezTo>
                  <a:cubicBezTo>
                    <a:pt x="14622" y="17232"/>
                    <a:pt x="14598" y="17354"/>
                    <a:pt x="14618" y="17455"/>
                  </a:cubicBezTo>
                  <a:cubicBezTo>
                    <a:pt x="14650" y="17616"/>
                    <a:pt x="14605" y="17788"/>
                    <a:pt x="14634" y="17933"/>
                  </a:cubicBezTo>
                  <a:cubicBezTo>
                    <a:pt x="14632" y="18001"/>
                    <a:pt x="14630" y="18071"/>
                    <a:pt x="14630" y="18139"/>
                  </a:cubicBezTo>
                  <a:cubicBezTo>
                    <a:pt x="14648" y="18337"/>
                    <a:pt x="14664" y="18538"/>
                    <a:pt x="14683" y="18736"/>
                  </a:cubicBezTo>
                  <a:cubicBezTo>
                    <a:pt x="14730" y="18962"/>
                    <a:pt x="14720" y="19210"/>
                    <a:pt x="14771" y="19448"/>
                  </a:cubicBezTo>
                  <a:lnTo>
                    <a:pt x="15124" y="21601"/>
                  </a:lnTo>
                  <a:cubicBezTo>
                    <a:pt x="15181" y="21863"/>
                    <a:pt x="15144" y="22110"/>
                    <a:pt x="15199" y="22379"/>
                  </a:cubicBezTo>
                  <a:cubicBezTo>
                    <a:pt x="15311" y="22942"/>
                    <a:pt x="15249" y="23938"/>
                    <a:pt x="15054" y="24367"/>
                  </a:cubicBezTo>
                  <a:cubicBezTo>
                    <a:pt x="14936" y="24622"/>
                    <a:pt x="14752" y="24846"/>
                    <a:pt x="14535" y="25000"/>
                  </a:cubicBezTo>
                  <a:cubicBezTo>
                    <a:pt x="14464" y="25067"/>
                    <a:pt x="14395" y="25134"/>
                    <a:pt x="14324" y="25203"/>
                  </a:cubicBezTo>
                  <a:cubicBezTo>
                    <a:pt x="13951" y="25469"/>
                    <a:pt x="13618" y="25684"/>
                    <a:pt x="13084" y="25796"/>
                  </a:cubicBezTo>
                  <a:cubicBezTo>
                    <a:pt x="13018" y="25810"/>
                    <a:pt x="12951" y="25815"/>
                    <a:pt x="12883" y="25815"/>
                  </a:cubicBezTo>
                  <a:cubicBezTo>
                    <a:pt x="12627" y="25815"/>
                    <a:pt x="12363" y="25737"/>
                    <a:pt x="12127" y="25737"/>
                  </a:cubicBezTo>
                  <a:cubicBezTo>
                    <a:pt x="12079" y="25737"/>
                    <a:pt x="12032" y="25740"/>
                    <a:pt x="11986" y="25748"/>
                  </a:cubicBezTo>
                  <a:cubicBezTo>
                    <a:pt x="11974" y="25750"/>
                    <a:pt x="11960" y="25751"/>
                    <a:pt x="11946" y="25751"/>
                  </a:cubicBezTo>
                  <a:cubicBezTo>
                    <a:pt x="11893" y="25751"/>
                    <a:pt x="11832" y="25739"/>
                    <a:pt x="11779" y="25739"/>
                  </a:cubicBezTo>
                  <a:cubicBezTo>
                    <a:pt x="11749" y="25739"/>
                    <a:pt x="11721" y="25743"/>
                    <a:pt x="11700" y="25755"/>
                  </a:cubicBezTo>
                  <a:cubicBezTo>
                    <a:pt x="11581" y="25752"/>
                    <a:pt x="11459" y="25749"/>
                    <a:pt x="11339" y="25748"/>
                  </a:cubicBezTo>
                  <a:cubicBezTo>
                    <a:pt x="11400" y="25658"/>
                    <a:pt x="11492" y="25588"/>
                    <a:pt x="11539" y="25480"/>
                  </a:cubicBezTo>
                  <a:cubicBezTo>
                    <a:pt x="11565" y="25424"/>
                    <a:pt x="11550" y="25336"/>
                    <a:pt x="11582" y="25287"/>
                  </a:cubicBezTo>
                  <a:lnTo>
                    <a:pt x="11595" y="25275"/>
                  </a:lnTo>
                  <a:cubicBezTo>
                    <a:pt x="11675" y="25402"/>
                    <a:pt x="11806" y="25476"/>
                    <a:pt x="11911" y="25578"/>
                  </a:cubicBezTo>
                  <a:cubicBezTo>
                    <a:pt x="11912" y="25578"/>
                    <a:pt x="11914" y="25578"/>
                    <a:pt x="11915" y="25578"/>
                  </a:cubicBezTo>
                  <a:cubicBezTo>
                    <a:pt x="12214" y="25578"/>
                    <a:pt x="12419" y="25123"/>
                    <a:pt x="12558" y="24934"/>
                  </a:cubicBezTo>
                  <a:cubicBezTo>
                    <a:pt x="12760" y="24657"/>
                    <a:pt x="12998" y="24412"/>
                    <a:pt x="13209" y="24146"/>
                  </a:cubicBezTo>
                  <a:cubicBezTo>
                    <a:pt x="13340" y="23981"/>
                    <a:pt x="13535" y="23862"/>
                    <a:pt x="13607" y="23637"/>
                  </a:cubicBezTo>
                  <a:cubicBezTo>
                    <a:pt x="13660" y="23480"/>
                    <a:pt x="13571" y="23046"/>
                    <a:pt x="13532" y="22900"/>
                  </a:cubicBezTo>
                  <a:cubicBezTo>
                    <a:pt x="13434" y="22523"/>
                    <a:pt x="13386" y="22080"/>
                    <a:pt x="13299" y="21693"/>
                  </a:cubicBezTo>
                  <a:cubicBezTo>
                    <a:pt x="13285" y="21546"/>
                    <a:pt x="13270" y="21398"/>
                    <a:pt x="13259" y="21252"/>
                  </a:cubicBezTo>
                  <a:cubicBezTo>
                    <a:pt x="13209" y="21033"/>
                    <a:pt x="13211" y="20797"/>
                    <a:pt x="13157" y="20566"/>
                  </a:cubicBezTo>
                  <a:cubicBezTo>
                    <a:pt x="13000" y="19896"/>
                    <a:pt x="12956" y="19198"/>
                    <a:pt x="12786" y="18541"/>
                  </a:cubicBezTo>
                  <a:cubicBezTo>
                    <a:pt x="12460" y="17293"/>
                    <a:pt x="12193" y="16028"/>
                    <a:pt x="11819" y="14825"/>
                  </a:cubicBezTo>
                  <a:cubicBezTo>
                    <a:pt x="11735" y="14556"/>
                    <a:pt x="11698" y="14300"/>
                    <a:pt x="11616" y="14032"/>
                  </a:cubicBezTo>
                  <a:cubicBezTo>
                    <a:pt x="11540" y="13797"/>
                    <a:pt x="11466" y="13544"/>
                    <a:pt x="11371" y="13317"/>
                  </a:cubicBezTo>
                  <a:cubicBezTo>
                    <a:pt x="11336" y="13233"/>
                    <a:pt x="11261" y="13154"/>
                    <a:pt x="11235" y="13067"/>
                  </a:cubicBezTo>
                  <a:cubicBezTo>
                    <a:pt x="11235" y="13067"/>
                    <a:pt x="11284" y="12831"/>
                    <a:pt x="11268" y="12759"/>
                  </a:cubicBezTo>
                  <a:cubicBezTo>
                    <a:pt x="11190" y="12413"/>
                    <a:pt x="11223" y="11751"/>
                    <a:pt x="10825" y="11728"/>
                  </a:cubicBezTo>
                  <a:cubicBezTo>
                    <a:pt x="10831" y="11601"/>
                    <a:pt x="10881" y="11281"/>
                    <a:pt x="10823" y="11184"/>
                  </a:cubicBezTo>
                  <a:cubicBezTo>
                    <a:pt x="10823" y="11159"/>
                    <a:pt x="10825" y="11133"/>
                    <a:pt x="10825" y="11107"/>
                  </a:cubicBezTo>
                  <a:cubicBezTo>
                    <a:pt x="10951" y="11175"/>
                    <a:pt x="11046" y="11297"/>
                    <a:pt x="11129" y="11409"/>
                  </a:cubicBezTo>
                  <a:cubicBezTo>
                    <a:pt x="11177" y="11479"/>
                    <a:pt x="11259" y="11523"/>
                    <a:pt x="11319" y="11582"/>
                  </a:cubicBezTo>
                  <a:cubicBezTo>
                    <a:pt x="11392" y="11582"/>
                    <a:pt x="11406" y="11569"/>
                    <a:pt x="11450" y="11546"/>
                  </a:cubicBezTo>
                  <a:cubicBezTo>
                    <a:pt x="11502" y="11329"/>
                    <a:pt x="11450" y="11108"/>
                    <a:pt x="11399" y="10925"/>
                  </a:cubicBezTo>
                  <a:cubicBezTo>
                    <a:pt x="11307" y="10600"/>
                    <a:pt x="11239" y="10302"/>
                    <a:pt x="11133" y="10002"/>
                  </a:cubicBezTo>
                  <a:cubicBezTo>
                    <a:pt x="11072" y="9822"/>
                    <a:pt x="11041" y="9588"/>
                    <a:pt x="10926" y="9454"/>
                  </a:cubicBezTo>
                  <a:lnTo>
                    <a:pt x="10926" y="9442"/>
                  </a:lnTo>
                  <a:close/>
                  <a:moveTo>
                    <a:pt x="10338" y="16731"/>
                  </a:moveTo>
                  <a:cubicBezTo>
                    <a:pt x="10332" y="17081"/>
                    <a:pt x="10306" y="17455"/>
                    <a:pt x="10367" y="17764"/>
                  </a:cubicBezTo>
                  <a:cubicBezTo>
                    <a:pt x="10390" y="17885"/>
                    <a:pt x="10364" y="18010"/>
                    <a:pt x="10384" y="18113"/>
                  </a:cubicBezTo>
                  <a:cubicBezTo>
                    <a:pt x="10434" y="18366"/>
                    <a:pt x="10374" y="18635"/>
                    <a:pt x="10419" y="18877"/>
                  </a:cubicBezTo>
                  <a:cubicBezTo>
                    <a:pt x="10429" y="19609"/>
                    <a:pt x="10439" y="20342"/>
                    <a:pt x="10450" y="21075"/>
                  </a:cubicBezTo>
                  <a:cubicBezTo>
                    <a:pt x="10441" y="21712"/>
                    <a:pt x="10432" y="22349"/>
                    <a:pt x="10422" y="22987"/>
                  </a:cubicBezTo>
                  <a:cubicBezTo>
                    <a:pt x="10418" y="23205"/>
                    <a:pt x="10364" y="23679"/>
                    <a:pt x="10418" y="23852"/>
                  </a:cubicBezTo>
                  <a:cubicBezTo>
                    <a:pt x="10511" y="24157"/>
                    <a:pt x="10947" y="24574"/>
                    <a:pt x="11159" y="24798"/>
                  </a:cubicBezTo>
                  <a:cubicBezTo>
                    <a:pt x="11258" y="24903"/>
                    <a:pt x="11342" y="25044"/>
                    <a:pt x="11463" y="25127"/>
                  </a:cubicBezTo>
                  <a:cubicBezTo>
                    <a:pt x="11447" y="25658"/>
                    <a:pt x="11065" y="25754"/>
                    <a:pt x="10580" y="25754"/>
                  </a:cubicBezTo>
                  <a:cubicBezTo>
                    <a:pt x="10337" y="25754"/>
                    <a:pt x="10069" y="25730"/>
                    <a:pt x="9808" y="25724"/>
                  </a:cubicBezTo>
                  <a:cubicBezTo>
                    <a:pt x="9526" y="25720"/>
                    <a:pt x="9103" y="25727"/>
                    <a:pt x="8852" y="25665"/>
                  </a:cubicBezTo>
                  <a:lnTo>
                    <a:pt x="8608" y="25659"/>
                  </a:lnTo>
                  <a:cubicBezTo>
                    <a:pt x="8480" y="25637"/>
                    <a:pt x="8305" y="25642"/>
                    <a:pt x="8182" y="25613"/>
                  </a:cubicBezTo>
                  <a:cubicBezTo>
                    <a:pt x="7979" y="25599"/>
                    <a:pt x="7777" y="25586"/>
                    <a:pt x="7575" y="25575"/>
                  </a:cubicBezTo>
                  <a:cubicBezTo>
                    <a:pt x="7477" y="25551"/>
                    <a:pt x="7325" y="25538"/>
                    <a:pt x="7180" y="25538"/>
                  </a:cubicBezTo>
                  <a:cubicBezTo>
                    <a:pt x="7070" y="25538"/>
                    <a:pt x="6965" y="25545"/>
                    <a:pt x="6889" y="25560"/>
                  </a:cubicBezTo>
                  <a:cubicBezTo>
                    <a:pt x="6821" y="25557"/>
                    <a:pt x="6751" y="25556"/>
                    <a:pt x="6683" y="25556"/>
                  </a:cubicBezTo>
                  <a:cubicBezTo>
                    <a:pt x="6492" y="25575"/>
                    <a:pt x="6303" y="25591"/>
                    <a:pt x="6113" y="25608"/>
                  </a:cubicBezTo>
                  <a:cubicBezTo>
                    <a:pt x="5918" y="25652"/>
                    <a:pt x="5724" y="25662"/>
                    <a:pt x="5528" y="25713"/>
                  </a:cubicBezTo>
                  <a:cubicBezTo>
                    <a:pt x="5224" y="25793"/>
                    <a:pt x="4920" y="25877"/>
                    <a:pt x="4605" y="25950"/>
                  </a:cubicBezTo>
                  <a:cubicBezTo>
                    <a:pt x="4534" y="25966"/>
                    <a:pt x="4435" y="25974"/>
                    <a:pt x="4330" y="25974"/>
                  </a:cubicBezTo>
                  <a:cubicBezTo>
                    <a:pt x="4155" y="25974"/>
                    <a:pt x="3965" y="25952"/>
                    <a:pt x="3869" y="25909"/>
                  </a:cubicBezTo>
                  <a:cubicBezTo>
                    <a:pt x="3507" y="25748"/>
                    <a:pt x="3474" y="25265"/>
                    <a:pt x="3376" y="24840"/>
                  </a:cubicBezTo>
                  <a:cubicBezTo>
                    <a:pt x="3343" y="24694"/>
                    <a:pt x="3379" y="24502"/>
                    <a:pt x="3309" y="24385"/>
                  </a:cubicBezTo>
                  <a:cubicBezTo>
                    <a:pt x="3325" y="24282"/>
                    <a:pt x="3578" y="24202"/>
                    <a:pt x="3664" y="24148"/>
                  </a:cubicBezTo>
                  <a:cubicBezTo>
                    <a:pt x="3894" y="24000"/>
                    <a:pt x="4100" y="23807"/>
                    <a:pt x="4297" y="23619"/>
                  </a:cubicBezTo>
                  <a:cubicBezTo>
                    <a:pt x="4358" y="23564"/>
                    <a:pt x="4420" y="23510"/>
                    <a:pt x="4480" y="23455"/>
                  </a:cubicBezTo>
                  <a:cubicBezTo>
                    <a:pt x="4667" y="23219"/>
                    <a:pt x="4897" y="23017"/>
                    <a:pt x="5114" y="22811"/>
                  </a:cubicBezTo>
                  <a:cubicBezTo>
                    <a:pt x="5229" y="22702"/>
                    <a:pt x="5343" y="22590"/>
                    <a:pt x="5457" y="22481"/>
                  </a:cubicBezTo>
                  <a:cubicBezTo>
                    <a:pt x="5569" y="22401"/>
                    <a:pt x="5700" y="22325"/>
                    <a:pt x="5799" y="22231"/>
                  </a:cubicBezTo>
                  <a:cubicBezTo>
                    <a:pt x="5874" y="22160"/>
                    <a:pt x="5921" y="22059"/>
                    <a:pt x="5999" y="21988"/>
                  </a:cubicBezTo>
                  <a:cubicBezTo>
                    <a:pt x="6108" y="21891"/>
                    <a:pt x="6275" y="21840"/>
                    <a:pt x="6366" y="21725"/>
                  </a:cubicBezTo>
                  <a:cubicBezTo>
                    <a:pt x="6539" y="21508"/>
                    <a:pt x="6700" y="21287"/>
                    <a:pt x="6872" y="21063"/>
                  </a:cubicBezTo>
                  <a:cubicBezTo>
                    <a:pt x="6976" y="20925"/>
                    <a:pt x="7119" y="20807"/>
                    <a:pt x="7216" y="20658"/>
                  </a:cubicBezTo>
                  <a:cubicBezTo>
                    <a:pt x="7267" y="20581"/>
                    <a:pt x="7271" y="20466"/>
                    <a:pt x="7325" y="20389"/>
                  </a:cubicBezTo>
                  <a:cubicBezTo>
                    <a:pt x="7331" y="20166"/>
                    <a:pt x="7434" y="20175"/>
                    <a:pt x="7527" y="20057"/>
                  </a:cubicBezTo>
                  <a:cubicBezTo>
                    <a:pt x="7760" y="19762"/>
                    <a:pt x="8091" y="19521"/>
                    <a:pt x="8397" y="19301"/>
                  </a:cubicBezTo>
                  <a:cubicBezTo>
                    <a:pt x="8666" y="19106"/>
                    <a:pt x="9073" y="18641"/>
                    <a:pt x="9218" y="18323"/>
                  </a:cubicBezTo>
                  <a:cubicBezTo>
                    <a:pt x="9352" y="18032"/>
                    <a:pt x="9422" y="17721"/>
                    <a:pt x="9585" y="17465"/>
                  </a:cubicBezTo>
                  <a:cubicBezTo>
                    <a:pt x="9678" y="17321"/>
                    <a:pt x="9836" y="17078"/>
                    <a:pt x="9970" y="16982"/>
                  </a:cubicBezTo>
                  <a:cubicBezTo>
                    <a:pt x="10074" y="16907"/>
                    <a:pt x="10232" y="16831"/>
                    <a:pt x="10311" y="16731"/>
                  </a:cubicBezTo>
                  <a:close/>
                  <a:moveTo>
                    <a:pt x="14848" y="25075"/>
                  </a:moveTo>
                  <a:cubicBezTo>
                    <a:pt x="14849" y="25409"/>
                    <a:pt x="14968" y="25650"/>
                    <a:pt x="14970" y="25982"/>
                  </a:cubicBezTo>
                  <a:cubicBezTo>
                    <a:pt x="14970" y="26070"/>
                    <a:pt x="15013" y="26278"/>
                    <a:pt x="14963" y="26355"/>
                  </a:cubicBezTo>
                  <a:cubicBezTo>
                    <a:pt x="14922" y="26421"/>
                    <a:pt x="14808" y="26403"/>
                    <a:pt x="14728" y="26428"/>
                  </a:cubicBezTo>
                  <a:cubicBezTo>
                    <a:pt x="14628" y="26460"/>
                    <a:pt x="14379" y="26518"/>
                    <a:pt x="14300" y="26574"/>
                  </a:cubicBezTo>
                  <a:lnTo>
                    <a:pt x="14273" y="26574"/>
                  </a:lnTo>
                  <a:cubicBezTo>
                    <a:pt x="14292" y="26289"/>
                    <a:pt x="14343" y="25713"/>
                    <a:pt x="14166" y="25563"/>
                  </a:cubicBezTo>
                  <a:cubicBezTo>
                    <a:pt x="14186" y="25483"/>
                    <a:pt x="14289" y="25451"/>
                    <a:pt x="14350" y="25413"/>
                  </a:cubicBezTo>
                  <a:cubicBezTo>
                    <a:pt x="14500" y="25314"/>
                    <a:pt x="14717" y="25220"/>
                    <a:pt x="14823" y="25075"/>
                  </a:cubicBezTo>
                  <a:close/>
                  <a:moveTo>
                    <a:pt x="13670" y="25796"/>
                  </a:moveTo>
                  <a:cubicBezTo>
                    <a:pt x="13689" y="25940"/>
                    <a:pt x="13762" y="26433"/>
                    <a:pt x="13667" y="26572"/>
                  </a:cubicBezTo>
                  <a:cubicBezTo>
                    <a:pt x="13667" y="26607"/>
                    <a:pt x="13664" y="26642"/>
                    <a:pt x="13664" y="26675"/>
                  </a:cubicBezTo>
                  <a:cubicBezTo>
                    <a:pt x="13610" y="26669"/>
                    <a:pt x="13555" y="26666"/>
                    <a:pt x="13499" y="26666"/>
                  </a:cubicBezTo>
                  <a:cubicBezTo>
                    <a:pt x="13247" y="26666"/>
                    <a:pt x="12976" y="26720"/>
                    <a:pt x="12700" y="26720"/>
                  </a:cubicBezTo>
                  <a:cubicBezTo>
                    <a:pt x="12681" y="26720"/>
                    <a:pt x="12662" y="26719"/>
                    <a:pt x="12644" y="26719"/>
                  </a:cubicBezTo>
                  <a:cubicBezTo>
                    <a:pt x="12645" y="26514"/>
                    <a:pt x="12628" y="26098"/>
                    <a:pt x="12555" y="25980"/>
                  </a:cubicBezTo>
                  <a:lnTo>
                    <a:pt x="12555" y="25954"/>
                  </a:lnTo>
                  <a:cubicBezTo>
                    <a:pt x="12687" y="25958"/>
                    <a:pt x="12837" y="25977"/>
                    <a:pt x="12979" y="25977"/>
                  </a:cubicBezTo>
                  <a:cubicBezTo>
                    <a:pt x="13057" y="25977"/>
                    <a:pt x="13133" y="25971"/>
                    <a:pt x="13202" y="25954"/>
                  </a:cubicBezTo>
                  <a:cubicBezTo>
                    <a:pt x="13350" y="25918"/>
                    <a:pt x="13538" y="25806"/>
                    <a:pt x="13670" y="25796"/>
                  </a:cubicBezTo>
                  <a:close/>
                  <a:moveTo>
                    <a:pt x="8887" y="25876"/>
                  </a:moveTo>
                  <a:cubicBezTo>
                    <a:pt x="9409" y="25902"/>
                    <a:pt x="9967" y="25929"/>
                    <a:pt x="10500" y="25937"/>
                  </a:cubicBezTo>
                  <a:cubicBezTo>
                    <a:pt x="10498" y="26098"/>
                    <a:pt x="10515" y="26243"/>
                    <a:pt x="10543" y="26376"/>
                  </a:cubicBezTo>
                  <a:cubicBezTo>
                    <a:pt x="10559" y="26463"/>
                    <a:pt x="10522" y="26581"/>
                    <a:pt x="10563" y="26649"/>
                  </a:cubicBezTo>
                  <a:cubicBezTo>
                    <a:pt x="10563" y="26683"/>
                    <a:pt x="10562" y="26717"/>
                    <a:pt x="10562" y="26752"/>
                  </a:cubicBezTo>
                  <a:cubicBezTo>
                    <a:pt x="10390" y="26783"/>
                    <a:pt x="10179" y="26755"/>
                    <a:pt x="9992" y="26792"/>
                  </a:cubicBezTo>
                  <a:cubicBezTo>
                    <a:pt x="9733" y="26843"/>
                    <a:pt x="9422" y="26818"/>
                    <a:pt x="9163" y="26864"/>
                  </a:cubicBezTo>
                  <a:cubicBezTo>
                    <a:pt x="9079" y="26854"/>
                    <a:pt x="8991" y="26843"/>
                    <a:pt x="8906" y="26834"/>
                  </a:cubicBezTo>
                  <a:cubicBezTo>
                    <a:pt x="8863" y="26842"/>
                    <a:pt x="8817" y="26856"/>
                    <a:pt x="8757" y="26856"/>
                  </a:cubicBezTo>
                  <a:cubicBezTo>
                    <a:pt x="8755" y="26856"/>
                    <a:pt x="8752" y="26856"/>
                    <a:pt x="8749" y="26856"/>
                  </a:cubicBezTo>
                  <a:cubicBezTo>
                    <a:pt x="8756" y="26636"/>
                    <a:pt x="8738" y="26417"/>
                    <a:pt x="8789" y="26223"/>
                  </a:cubicBezTo>
                  <a:cubicBezTo>
                    <a:pt x="8817" y="26120"/>
                    <a:pt x="8863" y="26002"/>
                    <a:pt x="8875" y="25889"/>
                  </a:cubicBezTo>
                  <a:lnTo>
                    <a:pt x="8887" y="25876"/>
                  </a:lnTo>
                  <a:close/>
                  <a:moveTo>
                    <a:pt x="11831" y="25887"/>
                  </a:moveTo>
                  <a:cubicBezTo>
                    <a:pt x="11953" y="25887"/>
                    <a:pt x="12274" y="25889"/>
                    <a:pt x="12347" y="25937"/>
                  </a:cubicBezTo>
                  <a:cubicBezTo>
                    <a:pt x="12398" y="25969"/>
                    <a:pt x="12379" y="26039"/>
                    <a:pt x="12395" y="26105"/>
                  </a:cubicBezTo>
                  <a:cubicBezTo>
                    <a:pt x="12424" y="26225"/>
                    <a:pt x="12529" y="26690"/>
                    <a:pt x="12418" y="26803"/>
                  </a:cubicBezTo>
                  <a:cubicBezTo>
                    <a:pt x="12385" y="26827"/>
                    <a:pt x="12322" y="26835"/>
                    <a:pt x="12251" y="26835"/>
                  </a:cubicBezTo>
                  <a:cubicBezTo>
                    <a:pt x="12157" y="26835"/>
                    <a:pt x="12048" y="26822"/>
                    <a:pt x="11978" y="26819"/>
                  </a:cubicBezTo>
                  <a:cubicBezTo>
                    <a:pt x="11906" y="26818"/>
                    <a:pt x="11835" y="26816"/>
                    <a:pt x="11766" y="26816"/>
                  </a:cubicBezTo>
                  <a:cubicBezTo>
                    <a:pt x="11593" y="26816"/>
                    <a:pt x="11428" y="26824"/>
                    <a:pt x="11281" y="26856"/>
                  </a:cubicBezTo>
                  <a:cubicBezTo>
                    <a:pt x="11251" y="26862"/>
                    <a:pt x="11218" y="26863"/>
                    <a:pt x="11185" y="26863"/>
                  </a:cubicBezTo>
                  <a:cubicBezTo>
                    <a:pt x="11166" y="26863"/>
                    <a:pt x="11148" y="26863"/>
                    <a:pt x="11129" y="26863"/>
                  </a:cubicBezTo>
                  <a:cubicBezTo>
                    <a:pt x="11079" y="26863"/>
                    <a:pt x="11031" y="26866"/>
                    <a:pt x="10995" y="26888"/>
                  </a:cubicBezTo>
                  <a:lnTo>
                    <a:pt x="10749" y="26883"/>
                  </a:lnTo>
                  <a:cubicBezTo>
                    <a:pt x="10740" y="26713"/>
                    <a:pt x="10732" y="26546"/>
                    <a:pt x="10723" y="26377"/>
                  </a:cubicBezTo>
                  <a:cubicBezTo>
                    <a:pt x="10691" y="26229"/>
                    <a:pt x="10644" y="26062"/>
                    <a:pt x="10628" y="25924"/>
                  </a:cubicBezTo>
                  <a:lnTo>
                    <a:pt x="10628" y="25924"/>
                  </a:lnTo>
                  <a:cubicBezTo>
                    <a:pt x="10653" y="25924"/>
                    <a:pt x="10678" y="25924"/>
                    <a:pt x="10703" y="25924"/>
                  </a:cubicBezTo>
                  <a:cubicBezTo>
                    <a:pt x="11069" y="25924"/>
                    <a:pt x="11480" y="25887"/>
                    <a:pt x="11831" y="25887"/>
                  </a:cubicBezTo>
                  <a:close/>
                  <a:moveTo>
                    <a:pt x="7167" y="25740"/>
                  </a:moveTo>
                  <a:cubicBezTo>
                    <a:pt x="7252" y="25740"/>
                    <a:pt x="7350" y="25755"/>
                    <a:pt x="7402" y="25767"/>
                  </a:cubicBezTo>
                  <a:lnTo>
                    <a:pt x="7686" y="25772"/>
                  </a:lnTo>
                  <a:cubicBezTo>
                    <a:pt x="7847" y="25810"/>
                    <a:pt x="8046" y="25818"/>
                    <a:pt x="8228" y="25823"/>
                  </a:cubicBezTo>
                  <a:cubicBezTo>
                    <a:pt x="8200" y="26068"/>
                    <a:pt x="8068" y="26363"/>
                    <a:pt x="8120" y="26649"/>
                  </a:cubicBezTo>
                  <a:cubicBezTo>
                    <a:pt x="8131" y="26709"/>
                    <a:pt x="8104" y="26789"/>
                    <a:pt x="8129" y="26831"/>
                  </a:cubicBezTo>
                  <a:lnTo>
                    <a:pt x="8129" y="26843"/>
                  </a:lnTo>
                  <a:cubicBezTo>
                    <a:pt x="8081" y="26842"/>
                    <a:pt x="8032" y="26841"/>
                    <a:pt x="7984" y="26841"/>
                  </a:cubicBezTo>
                  <a:cubicBezTo>
                    <a:pt x="7345" y="26841"/>
                    <a:pt x="6761" y="26901"/>
                    <a:pt x="6134" y="26901"/>
                  </a:cubicBezTo>
                  <a:cubicBezTo>
                    <a:pt x="6050" y="26901"/>
                    <a:pt x="5965" y="26900"/>
                    <a:pt x="5880" y="26898"/>
                  </a:cubicBezTo>
                  <a:cubicBezTo>
                    <a:pt x="5844" y="26767"/>
                    <a:pt x="5807" y="26638"/>
                    <a:pt x="5772" y="26507"/>
                  </a:cubicBezTo>
                  <a:cubicBezTo>
                    <a:pt x="5727" y="26309"/>
                    <a:pt x="5765" y="26086"/>
                    <a:pt x="5772" y="25874"/>
                  </a:cubicBezTo>
                  <a:cubicBezTo>
                    <a:pt x="5990" y="25851"/>
                    <a:pt x="6259" y="25818"/>
                    <a:pt x="6485" y="25772"/>
                  </a:cubicBezTo>
                  <a:cubicBezTo>
                    <a:pt x="6545" y="25761"/>
                    <a:pt x="6608" y="25757"/>
                    <a:pt x="6672" y="25757"/>
                  </a:cubicBezTo>
                  <a:cubicBezTo>
                    <a:pt x="6748" y="25757"/>
                    <a:pt x="6825" y="25762"/>
                    <a:pt x="6901" y="25762"/>
                  </a:cubicBezTo>
                  <a:cubicBezTo>
                    <a:pt x="6962" y="25762"/>
                    <a:pt x="7022" y="25759"/>
                    <a:pt x="7079" y="25748"/>
                  </a:cubicBezTo>
                  <a:cubicBezTo>
                    <a:pt x="7105" y="25743"/>
                    <a:pt x="7135" y="25740"/>
                    <a:pt x="7167" y="25740"/>
                  </a:cubicBezTo>
                  <a:close/>
                  <a:moveTo>
                    <a:pt x="14048" y="25588"/>
                  </a:moveTo>
                  <a:cubicBezTo>
                    <a:pt x="14095" y="25662"/>
                    <a:pt x="14061" y="25791"/>
                    <a:pt x="14081" y="25884"/>
                  </a:cubicBezTo>
                  <a:cubicBezTo>
                    <a:pt x="14127" y="26101"/>
                    <a:pt x="14118" y="26712"/>
                    <a:pt x="14009" y="26866"/>
                  </a:cubicBezTo>
                  <a:cubicBezTo>
                    <a:pt x="14001" y="26924"/>
                    <a:pt x="13990" y="26921"/>
                    <a:pt x="13968" y="26956"/>
                  </a:cubicBezTo>
                  <a:cubicBezTo>
                    <a:pt x="13901" y="26953"/>
                    <a:pt x="13866" y="26946"/>
                    <a:pt x="13827" y="26927"/>
                  </a:cubicBezTo>
                  <a:cubicBezTo>
                    <a:pt x="13782" y="26799"/>
                    <a:pt x="13818" y="26603"/>
                    <a:pt x="13849" y="26473"/>
                  </a:cubicBezTo>
                  <a:cubicBezTo>
                    <a:pt x="13908" y="26228"/>
                    <a:pt x="13892" y="25893"/>
                    <a:pt x="13799" y="25723"/>
                  </a:cubicBezTo>
                  <a:cubicBezTo>
                    <a:pt x="13878" y="25690"/>
                    <a:pt x="13996" y="25649"/>
                    <a:pt x="14048" y="25588"/>
                  </a:cubicBezTo>
                  <a:close/>
                  <a:moveTo>
                    <a:pt x="8392" y="25839"/>
                  </a:moveTo>
                  <a:cubicBezTo>
                    <a:pt x="8456" y="25844"/>
                    <a:pt x="8638" y="25838"/>
                    <a:pt x="8689" y="25873"/>
                  </a:cubicBezTo>
                  <a:cubicBezTo>
                    <a:pt x="8711" y="25873"/>
                    <a:pt x="8733" y="25873"/>
                    <a:pt x="8754" y="25874"/>
                  </a:cubicBezTo>
                  <a:cubicBezTo>
                    <a:pt x="8653" y="26076"/>
                    <a:pt x="8635" y="26319"/>
                    <a:pt x="8571" y="26581"/>
                  </a:cubicBezTo>
                  <a:cubicBezTo>
                    <a:pt x="8535" y="26741"/>
                    <a:pt x="8602" y="26941"/>
                    <a:pt x="8523" y="27058"/>
                  </a:cubicBezTo>
                  <a:cubicBezTo>
                    <a:pt x="8519" y="27071"/>
                    <a:pt x="8514" y="27082"/>
                    <a:pt x="8509" y="27095"/>
                  </a:cubicBezTo>
                  <a:cubicBezTo>
                    <a:pt x="8413" y="27081"/>
                    <a:pt x="8378" y="27043"/>
                    <a:pt x="8317" y="27001"/>
                  </a:cubicBezTo>
                  <a:cubicBezTo>
                    <a:pt x="8225" y="26562"/>
                    <a:pt x="8293" y="26236"/>
                    <a:pt x="8392" y="25839"/>
                  </a:cubicBezTo>
                  <a:close/>
                  <a:moveTo>
                    <a:pt x="5069" y="26050"/>
                  </a:moveTo>
                  <a:cubicBezTo>
                    <a:pt x="5054" y="26284"/>
                    <a:pt x="5029" y="26824"/>
                    <a:pt x="5127" y="26970"/>
                  </a:cubicBezTo>
                  <a:lnTo>
                    <a:pt x="5127" y="26984"/>
                  </a:lnTo>
                  <a:cubicBezTo>
                    <a:pt x="5122" y="26983"/>
                    <a:pt x="5117" y="26983"/>
                    <a:pt x="5113" y="26983"/>
                  </a:cubicBezTo>
                  <a:cubicBezTo>
                    <a:pt x="4808" y="26983"/>
                    <a:pt x="4601" y="27076"/>
                    <a:pt x="4375" y="27136"/>
                  </a:cubicBezTo>
                  <a:cubicBezTo>
                    <a:pt x="4241" y="27170"/>
                    <a:pt x="4100" y="27130"/>
                    <a:pt x="3999" y="27191"/>
                  </a:cubicBezTo>
                  <a:cubicBezTo>
                    <a:pt x="3961" y="27191"/>
                    <a:pt x="3920" y="27190"/>
                    <a:pt x="3882" y="27190"/>
                  </a:cubicBezTo>
                  <a:cubicBezTo>
                    <a:pt x="3839" y="26957"/>
                    <a:pt x="3869" y="26648"/>
                    <a:pt x="3823" y="26399"/>
                  </a:cubicBezTo>
                  <a:cubicBezTo>
                    <a:pt x="3804" y="26315"/>
                    <a:pt x="3839" y="26220"/>
                    <a:pt x="3801" y="26155"/>
                  </a:cubicBezTo>
                  <a:cubicBezTo>
                    <a:pt x="3801" y="26133"/>
                    <a:pt x="3802" y="26111"/>
                    <a:pt x="3802" y="26089"/>
                  </a:cubicBezTo>
                  <a:cubicBezTo>
                    <a:pt x="3926" y="26147"/>
                    <a:pt x="4138" y="26174"/>
                    <a:pt x="4344" y="26174"/>
                  </a:cubicBezTo>
                  <a:cubicBezTo>
                    <a:pt x="4487" y="26174"/>
                    <a:pt x="4627" y="26161"/>
                    <a:pt x="4731" y="26134"/>
                  </a:cubicBezTo>
                  <a:cubicBezTo>
                    <a:pt x="4838" y="26107"/>
                    <a:pt x="4947" y="26057"/>
                    <a:pt x="5069" y="26050"/>
                  </a:cubicBezTo>
                  <a:close/>
                  <a:moveTo>
                    <a:pt x="5630" y="25896"/>
                  </a:moveTo>
                  <a:lnTo>
                    <a:pt x="5630" y="25896"/>
                  </a:lnTo>
                  <a:cubicBezTo>
                    <a:pt x="5672" y="25973"/>
                    <a:pt x="5576" y="26246"/>
                    <a:pt x="5605" y="26387"/>
                  </a:cubicBezTo>
                  <a:cubicBezTo>
                    <a:pt x="5647" y="26598"/>
                    <a:pt x="5685" y="26784"/>
                    <a:pt x="5749" y="26959"/>
                  </a:cubicBezTo>
                  <a:cubicBezTo>
                    <a:pt x="5768" y="27011"/>
                    <a:pt x="5810" y="27109"/>
                    <a:pt x="5783" y="27154"/>
                  </a:cubicBezTo>
                  <a:cubicBezTo>
                    <a:pt x="5764" y="27207"/>
                    <a:pt x="5620" y="27295"/>
                    <a:pt x="5515" y="27295"/>
                  </a:cubicBezTo>
                  <a:cubicBezTo>
                    <a:pt x="5488" y="27295"/>
                    <a:pt x="5464" y="27289"/>
                    <a:pt x="5445" y="27276"/>
                  </a:cubicBezTo>
                  <a:cubicBezTo>
                    <a:pt x="5258" y="27206"/>
                    <a:pt x="5237" y="26651"/>
                    <a:pt x="5205" y="26405"/>
                  </a:cubicBezTo>
                  <a:cubicBezTo>
                    <a:pt x="5191" y="26293"/>
                    <a:pt x="5202" y="26084"/>
                    <a:pt x="5252" y="26018"/>
                  </a:cubicBezTo>
                  <a:cubicBezTo>
                    <a:pt x="5307" y="25927"/>
                    <a:pt x="5538" y="25954"/>
                    <a:pt x="5630" y="25896"/>
                  </a:cubicBezTo>
                  <a:close/>
                  <a:moveTo>
                    <a:pt x="12617" y="30881"/>
                  </a:moveTo>
                  <a:lnTo>
                    <a:pt x="12617" y="30881"/>
                  </a:lnTo>
                  <a:cubicBezTo>
                    <a:pt x="12577" y="30929"/>
                    <a:pt x="12577" y="31006"/>
                    <a:pt x="12549" y="31073"/>
                  </a:cubicBezTo>
                  <a:cubicBezTo>
                    <a:pt x="12487" y="31226"/>
                    <a:pt x="12440" y="31387"/>
                    <a:pt x="12370" y="31547"/>
                  </a:cubicBezTo>
                  <a:cubicBezTo>
                    <a:pt x="12170" y="32010"/>
                    <a:pt x="11953" y="32469"/>
                    <a:pt x="11748" y="32918"/>
                  </a:cubicBezTo>
                  <a:cubicBezTo>
                    <a:pt x="11683" y="33059"/>
                    <a:pt x="11629" y="33205"/>
                    <a:pt x="11571" y="33341"/>
                  </a:cubicBezTo>
                  <a:cubicBezTo>
                    <a:pt x="11530" y="33437"/>
                    <a:pt x="11523" y="33546"/>
                    <a:pt x="11462" y="33623"/>
                  </a:cubicBezTo>
                  <a:lnTo>
                    <a:pt x="11462" y="33647"/>
                  </a:lnTo>
                  <a:lnTo>
                    <a:pt x="11462" y="33647"/>
                  </a:lnTo>
                  <a:cubicBezTo>
                    <a:pt x="11491" y="33603"/>
                    <a:pt x="11529" y="33558"/>
                    <a:pt x="11553" y="33520"/>
                  </a:cubicBezTo>
                  <a:cubicBezTo>
                    <a:pt x="11661" y="33353"/>
                    <a:pt x="11744" y="33173"/>
                    <a:pt x="11847" y="33008"/>
                  </a:cubicBezTo>
                  <a:cubicBezTo>
                    <a:pt x="11908" y="32914"/>
                    <a:pt x="11934" y="32818"/>
                    <a:pt x="11983" y="32715"/>
                  </a:cubicBezTo>
                  <a:cubicBezTo>
                    <a:pt x="12145" y="32367"/>
                    <a:pt x="12280" y="32031"/>
                    <a:pt x="12420" y="31639"/>
                  </a:cubicBezTo>
                  <a:cubicBezTo>
                    <a:pt x="12497" y="31422"/>
                    <a:pt x="12609" y="31143"/>
                    <a:pt x="12617" y="30881"/>
                  </a:cubicBezTo>
                  <a:close/>
                  <a:moveTo>
                    <a:pt x="11462" y="33647"/>
                  </a:moveTo>
                  <a:lnTo>
                    <a:pt x="11462" y="33647"/>
                  </a:lnTo>
                  <a:cubicBezTo>
                    <a:pt x="11461" y="33647"/>
                    <a:pt x="11461" y="33648"/>
                    <a:pt x="11460" y="33648"/>
                  </a:cubicBezTo>
                  <a:lnTo>
                    <a:pt x="11462" y="33648"/>
                  </a:lnTo>
                  <a:lnTo>
                    <a:pt x="11462" y="33647"/>
                  </a:lnTo>
                  <a:close/>
                  <a:moveTo>
                    <a:pt x="15028" y="26550"/>
                  </a:moveTo>
                  <a:cubicBezTo>
                    <a:pt x="15114" y="26591"/>
                    <a:pt x="15140" y="26738"/>
                    <a:pt x="15186" y="26812"/>
                  </a:cubicBezTo>
                  <a:cubicBezTo>
                    <a:pt x="15351" y="27090"/>
                    <a:pt x="15377" y="27257"/>
                    <a:pt x="15454" y="27632"/>
                  </a:cubicBezTo>
                  <a:cubicBezTo>
                    <a:pt x="15454" y="27814"/>
                    <a:pt x="15454" y="27994"/>
                    <a:pt x="15455" y="28176"/>
                  </a:cubicBezTo>
                  <a:cubicBezTo>
                    <a:pt x="15531" y="28568"/>
                    <a:pt x="15377" y="29074"/>
                    <a:pt x="15454" y="29467"/>
                  </a:cubicBezTo>
                  <a:cubicBezTo>
                    <a:pt x="15451" y="29558"/>
                    <a:pt x="15450" y="29649"/>
                    <a:pt x="15448" y="29739"/>
                  </a:cubicBezTo>
                  <a:cubicBezTo>
                    <a:pt x="15467" y="30048"/>
                    <a:pt x="15486" y="30359"/>
                    <a:pt x="15506" y="30671"/>
                  </a:cubicBezTo>
                  <a:cubicBezTo>
                    <a:pt x="15541" y="30845"/>
                    <a:pt x="15521" y="31041"/>
                    <a:pt x="15559" y="31226"/>
                  </a:cubicBezTo>
                  <a:cubicBezTo>
                    <a:pt x="15653" y="31688"/>
                    <a:pt x="15650" y="32190"/>
                    <a:pt x="15748" y="32639"/>
                  </a:cubicBezTo>
                  <a:cubicBezTo>
                    <a:pt x="15762" y="32789"/>
                    <a:pt x="15775" y="32940"/>
                    <a:pt x="15790" y="33091"/>
                  </a:cubicBezTo>
                  <a:cubicBezTo>
                    <a:pt x="15825" y="33253"/>
                    <a:pt x="15822" y="33456"/>
                    <a:pt x="15855" y="33622"/>
                  </a:cubicBezTo>
                  <a:cubicBezTo>
                    <a:pt x="15857" y="33708"/>
                    <a:pt x="15861" y="33795"/>
                    <a:pt x="15862" y="33879"/>
                  </a:cubicBezTo>
                  <a:cubicBezTo>
                    <a:pt x="15890" y="34020"/>
                    <a:pt x="15861" y="34176"/>
                    <a:pt x="15892" y="34333"/>
                  </a:cubicBezTo>
                  <a:cubicBezTo>
                    <a:pt x="15945" y="34611"/>
                    <a:pt x="15928" y="35024"/>
                    <a:pt x="15922" y="35329"/>
                  </a:cubicBezTo>
                  <a:cubicBezTo>
                    <a:pt x="15913" y="35751"/>
                    <a:pt x="15905" y="36171"/>
                    <a:pt x="15894" y="36595"/>
                  </a:cubicBezTo>
                  <a:cubicBezTo>
                    <a:pt x="15928" y="36765"/>
                    <a:pt x="15858" y="37002"/>
                    <a:pt x="15894" y="37188"/>
                  </a:cubicBezTo>
                  <a:cubicBezTo>
                    <a:pt x="15916" y="37297"/>
                    <a:pt x="15902" y="37460"/>
                    <a:pt x="15899" y="37591"/>
                  </a:cubicBezTo>
                  <a:cubicBezTo>
                    <a:pt x="15893" y="37863"/>
                    <a:pt x="15897" y="38139"/>
                    <a:pt x="15844" y="38365"/>
                  </a:cubicBezTo>
                  <a:cubicBezTo>
                    <a:pt x="15803" y="38542"/>
                    <a:pt x="15833" y="38731"/>
                    <a:pt x="15793" y="38894"/>
                  </a:cubicBezTo>
                  <a:cubicBezTo>
                    <a:pt x="15767" y="39394"/>
                    <a:pt x="15737" y="39891"/>
                    <a:pt x="15710" y="40391"/>
                  </a:cubicBezTo>
                  <a:cubicBezTo>
                    <a:pt x="15701" y="40826"/>
                    <a:pt x="15691" y="41262"/>
                    <a:pt x="15682" y="41695"/>
                  </a:cubicBezTo>
                  <a:cubicBezTo>
                    <a:pt x="15679" y="41885"/>
                    <a:pt x="15650" y="42123"/>
                    <a:pt x="15682" y="42290"/>
                  </a:cubicBezTo>
                  <a:cubicBezTo>
                    <a:pt x="15705" y="42412"/>
                    <a:pt x="15666" y="42572"/>
                    <a:pt x="15688" y="42677"/>
                  </a:cubicBezTo>
                  <a:cubicBezTo>
                    <a:pt x="15705" y="42770"/>
                    <a:pt x="15679" y="42898"/>
                    <a:pt x="15695" y="42975"/>
                  </a:cubicBezTo>
                  <a:cubicBezTo>
                    <a:pt x="15694" y="43061"/>
                    <a:pt x="15691" y="43148"/>
                    <a:pt x="15689" y="43234"/>
                  </a:cubicBezTo>
                  <a:cubicBezTo>
                    <a:pt x="15713" y="43357"/>
                    <a:pt x="15695" y="43526"/>
                    <a:pt x="15719" y="43648"/>
                  </a:cubicBezTo>
                  <a:cubicBezTo>
                    <a:pt x="15717" y="43705"/>
                    <a:pt x="15717" y="43761"/>
                    <a:pt x="15716" y="43815"/>
                  </a:cubicBezTo>
                  <a:cubicBezTo>
                    <a:pt x="15735" y="44054"/>
                    <a:pt x="15756" y="44289"/>
                    <a:pt x="15777" y="44528"/>
                  </a:cubicBezTo>
                  <a:lnTo>
                    <a:pt x="15767" y="45019"/>
                  </a:lnTo>
                  <a:cubicBezTo>
                    <a:pt x="15781" y="45351"/>
                    <a:pt x="15796" y="45682"/>
                    <a:pt x="15810" y="46015"/>
                  </a:cubicBezTo>
                  <a:cubicBezTo>
                    <a:pt x="15894" y="46855"/>
                    <a:pt x="15980" y="47699"/>
                    <a:pt x="16066" y="48540"/>
                  </a:cubicBezTo>
                  <a:cubicBezTo>
                    <a:pt x="16120" y="48807"/>
                    <a:pt x="16088" y="49081"/>
                    <a:pt x="16139" y="49331"/>
                  </a:cubicBezTo>
                  <a:cubicBezTo>
                    <a:pt x="16197" y="49619"/>
                    <a:pt x="16155" y="49917"/>
                    <a:pt x="16211" y="50198"/>
                  </a:cubicBezTo>
                  <a:cubicBezTo>
                    <a:pt x="16214" y="50406"/>
                    <a:pt x="16220" y="50612"/>
                    <a:pt x="16224" y="50817"/>
                  </a:cubicBezTo>
                  <a:cubicBezTo>
                    <a:pt x="16246" y="50926"/>
                    <a:pt x="16219" y="51060"/>
                    <a:pt x="16242" y="51179"/>
                  </a:cubicBezTo>
                  <a:cubicBezTo>
                    <a:pt x="16302" y="51485"/>
                    <a:pt x="16277" y="51828"/>
                    <a:pt x="16338" y="52137"/>
                  </a:cubicBezTo>
                  <a:cubicBezTo>
                    <a:pt x="16336" y="52184"/>
                    <a:pt x="16336" y="52232"/>
                    <a:pt x="16335" y="52278"/>
                  </a:cubicBezTo>
                  <a:cubicBezTo>
                    <a:pt x="16382" y="52524"/>
                    <a:pt x="16348" y="52850"/>
                    <a:pt x="16342" y="53132"/>
                  </a:cubicBezTo>
                  <a:cubicBezTo>
                    <a:pt x="16338" y="53337"/>
                    <a:pt x="16358" y="53594"/>
                    <a:pt x="16315" y="53776"/>
                  </a:cubicBezTo>
                  <a:cubicBezTo>
                    <a:pt x="16300" y="54059"/>
                    <a:pt x="16286" y="54344"/>
                    <a:pt x="16271" y="54629"/>
                  </a:cubicBezTo>
                  <a:cubicBezTo>
                    <a:pt x="16224" y="54827"/>
                    <a:pt x="16197" y="55416"/>
                    <a:pt x="16236" y="55622"/>
                  </a:cubicBezTo>
                  <a:cubicBezTo>
                    <a:pt x="16280" y="55846"/>
                    <a:pt x="16206" y="56092"/>
                    <a:pt x="16248" y="56309"/>
                  </a:cubicBezTo>
                  <a:cubicBezTo>
                    <a:pt x="16270" y="56499"/>
                    <a:pt x="16291" y="56688"/>
                    <a:pt x="16313" y="56879"/>
                  </a:cubicBezTo>
                  <a:cubicBezTo>
                    <a:pt x="16373" y="57139"/>
                    <a:pt x="16428" y="57396"/>
                    <a:pt x="16517" y="57620"/>
                  </a:cubicBezTo>
                  <a:cubicBezTo>
                    <a:pt x="16560" y="57729"/>
                    <a:pt x="16600" y="57832"/>
                    <a:pt x="16639" y="57933"/>
                  </a:cubicBezTo>
                  <a:cubicBezTo>
                    <a:pt x="16661" y="57991"/>
                    <a:pt x="16655" y="58055"/>
                    <a:pt x="16685" y="58101"/>
                  </a:cubicBezTo>
                  <a:cubicBezTo>
                    <a:pt x="16685" y="58136"/>
                    <a:pt x="16684" y="58171"/>
                    <a:pt x="16684" y="58206"/>
                  </a:cubicBezTo>
                  <a:cubicBezTo>
                    <a:pt x="16443" y="58078"/>
                    <a:pt x="16233" y="57934"/>
                    <a:pt x="15929" y="57853"/>
                  </a:cubicBezTo>
                  <a:cubicBezTo>
                    <a:pt x="15867" y="57836"/>
                    <a:pt x="15801" y="57830"/>
                    <a:pt x="15733" y="57830"/>
                  </a:cubicBezTo>
                  <a:cubicBezTo>
                    <a:pt x="15593" y="57830"/>
                    <a:pt x="15452" y="57857"/>
                    <a:pt x="15348" y="57879"/>
                  </a:cubicBezTo>
                  <a:cubicBezTo>
                    <a:pt x="15275" y="57873"/>
                    <a:pt x="15202" y="57867"/>
                    <a:pt x="15128" y="57860"/>
                  </a:cubicBezTo>
                  <a:cubicBezTo>
                    <a:pt x="14672" y="57959"/>
                    <a:pt x="14105" y="58029"/>
                    <a:pt x="13763" y="58258"/>
                  </a:cubicBezTo>
                  <a:cubicBezTo>
                    <a:pt x="13561" y="58392"/>
                    <a:pt x="13372" y="58587"/>
                    <a:pt x="13222" y="58776"/>
                  </a:cubicBezTo>
                  <a:cubicBezTo>
                    <a:pt x="13165" y="58831"/>
                    <a:pt x="13107" y="58885"/>
                    <a:pt x="13051" y="58940"/>
                  </a:cubicBezTo>
                  <a:cubicBezTo>
                    <a:pt x="12968" y="59046"/>
                    <a:pt x="12869" y="59177"/>
                    <a:pt x="12760" y="59256"/>
                  </a:cubicBezTo>
                  <a:cubicBezTo>
                    <a:pt x="12459" y="59474"/>
                    <a:pt x="12133" y="59679"/>
                    <a:pt x="11866" y="59933"/>
                  </a:cubicBezTo>
                  <a:cubicBezTo>
                    <a:pt x="11809" y="59988"/>
                    <a:pt x="11751" y="60042"/>
                    <a:pt x="11696" y="60097"/>
                  </a:cubicBezTo>
                  <a:cubicBezTo>
                    <a:pt x="11597" y="60244"/>
                    <a:pt x="11617" y="60535"/>
                    <a:pt x="11515" y="60675"/>
                  </a:cubicBezTo>
                  <a:lnTo>
                    <a:pt x="11502" y="60688"/>
                  </a:lnTo>
                  <a:lnTo>
                    <a:pt x="11502" y="60675"/>
                  </a:lnTo>
                  <a:cubicBezTo>
                    <a:pt x="11175" y="60407"/>
                    <a:pt x="11347" y="59712"/>
                    <a:pt x="11453" y="59317"/>
                  </a:cubicBezTo>
                  <a:cubicBezTo>
                    <a:pt x="11492" y="59181"/>
                    <a:pt x="11493" y="59033"/>
                    <a:pt x="11525" y="58905"/>
                  </a:cubicBezTo>
                  <a:cubicBezTo>
                    <a:pt x="11572" y="58726"/>
                    <a:pt x="11544" y="58561"/>
                    <a:pt x="11589" y="58376"/>
                  </a:cubicBezTo>
                  <a:cubicBezTo>
                    <a:pt x="11635" y="58193"/>
                    <a:pt x="11594" y="57965"/>
                    <a:pt x="11640" y="57768"/>
                  </a:cubicBezTo>
                  <a:cubicBezTo>
                    <a:pt x="11671" y="57640"/>
                    <a:pt x="11656" y="57460"/>
                    <a:pt x="11687" y="57331"/>
                  </a:cubicBezTo>
                  <a:cubicBezTo>
                    <a:pt x="11690" y="57252"/>
                    <a:pt x="11691" y="57177"/>
                    <a:pt x="11693" y="57098"/>
                  </a:cubicBezTo>
                  <a:cubicBezTo>
                    <a:pt x="11764" y="56806"/>
                    <a:pt x="11755" y="56458"/>
                    <a:pt x="11803" y="56169"/>
                  </a:cubicBezTo>
                  <a:cubicBezTo>
                    <a:pt x="11800" y="56118"/>
                    <a:pt x="11796" y="56066"/>
                    <a:pt x="11794" y="56015"/>
                  </a:cubicBezTo>
                  <a:cubicBezTo>
                    <a:pt x="11799" y="55926"/>
                    <a:pt x="11808" y="55776"/>
                    <a:pt x="11828" y="55694"/>
                  </a:cubicBezTo>
                  <a:cubicBezTo>
                    <a:pt x="11831" y="55561"/>
                    <a:pt x="11832" y="55426"/>
                    <a:pt x="11837" y="55294"/>
                  </a:cubicBezTo>
                  <a:cubicBezTo>
                    <a:pt x="12101" y="54195"/>
                    <a:pt x="12049" y="52831"/>
                    <a:pt x="12072" y="51524"/>
                  </a:cubicBezTo>
                  <a:lnTo>
                    <a:pt x="12072" y="51524"/>
                  </a:lnTo>
                  <a:cubicBezTo>
                    <a:pt x="12036" y="51579"/>
                    <a:pt x="12058" y="51727"/>
                    <a:pt x="12055" y="51807"/>
                  </a:cubicBezTo>
                  <a:cubicBezTo>
                    <a:pt x="12049" y="51906"/>
                    <a:pt x="12043" y="52075"/>
                    <a:pt x="12021" y="52169"/>
                  </a:cubicBezTo>
                  <a:lnTo>
                    <a:pt x="12017" y="52415"/>
                  </a:lnTo>
                  <a:cubicBezTo>
                    <a:pt x="11963" y="52635"/>
                    <a:pt x="12005" y="52895"/>
                    <a:pt x="11949" y="53123"/>
                  </a:cubicBezTo>
                  <a:cubicBezTo>
                    <a:pt x="11912" y="53274"/>
                    <a:pt x="11940" y="53449"/>
                    <a:pt x="11901" y="53615"/>
                  </a:cubicBezTo>
                  <a:cubicBezTo>
                    <a:pt x="11853" y="53814"/>
                    <a:pt x="11837" y="54064"/>
                    <a:pt x="11835" y="54285"/>
                  </a:cubicBezTo>
                  <a:cubicBezTo>
                    <a:pt x="11773" y="54199"/>
                    <a:pt x="11778" y="53744"/>
                    <a:pt x="11745" y="53599"/>
                  </a:cubicBezTo>
                  <a:cubicBezTo>
                    <a:pt x="11677" y="53203"/>
                    <a:pt x="11607" y="52811"/>
                    <a:pt x="11539" y="52417"/>
                  </a:cubicBezTo>
                  <a:cubicBezTo>
                    <a:pt x="11530" y="52248"/>
                    <a:pt x="11520" y="52081"/>
                    <a:pt x="11511" y="51912"/>
                  </a:cubicBezTo>
                  <a:cubicBezTo>
                    <a:pt x="11446" y="51588"/>
                    <a:pt x="11509" y="51204"/>
                    <a:pt x="11443" y="50875"/>
                  </a:cubicBezTo>
                  <a:cubicBezTo>
                    <a:pt x="11444" y="50810"/>
                    <a:pt x="11446" y="50746"/>
                    <a:pt x="11446" y="50681"/>
                  </a:cubicBezTo>
                  <a:cubicBezTo>
                    <a:pt x="11392" y="50410"/>
                    <a:pt x="11428" y="50092"/>
                    <a:pt x="11373" y="49827"/>
                  </a:cubicBezTo>
                  <a:cubicBezTo>
                    <a:pt x="11371" y="49736"/>
                    <a:pt x="11367" y="49645"/>
                    <a:pt x="11366" y="49557"/>
                  </a:cubicBezTo>
                  <a:cubicBezTo>
                    <a:pt x="11338" y="49429"/>
                    <a:pt x="11290" y="49011"/>
                    <a:pt x="11329" y="48859"/>
                  </a:cubicBezTo>
                  <a:cubicBezTo>
                    <a:pt x="11501" y="48197"/>
                    <a:pt x="11632" y="47536"/>
                    <a:pt x="11837" y="46905"/>
                  </a:cubicBezTo>
                  <a:cubicBezTo>
                    <a:pt x="11934" y="46605"/>
                    <a:pt x="11985" y="46294"/>
                    <a:pt x="12075" y="46005"/>
                  </a:cubicBezTo>
                  <a:cubicBezTo>
                    <a:pt x="12113" y="45883"/>
                    <a:pt x="12113" y="45665"/>
                    <a:pt x="12174" y="45567"/>
                  </a:cubicBezTo>
                  <a:cubicBezTo>
                    <a:pt x="12174" y="45551"/>
                    <a:pt x="12174" y="45532"/>
                    <a:pt x="12177" y="45516"/>
                  </a:cubicBezTo>
                  <a:lnTo>
                    <a:pt x="12164" y="45516"/>
                  </a:lnTo>
                  <a:cubicBezTo>
                    <a:pt x="12119" y="45643"/>
                    <a:pt x="12024" y="45765"/>
                    <a:pt x="11975" y="45900"/>
                  </a:cubicBezTo>
                  <a:cubicBezTo>
                    <a:pt x="11653" y="46784"/>
                    <a:pt x="11437" y="47793"/>
                    <a:pt x="11316" y="48870"/>
                  </a:cubicBezTo>
                  <a:cubicBezTo>
                    <a:pt x="11271" y="48795"/>
                    <a:pt x="11319" y="48660"/>
                    <a:pt x="11297" y="48561"/>
                  </a:cubicBezTo>
                  <a:cubicBezTo>
                    <a:pt x="11249" y="48331"/>
                    <a:pt x="11294" y="48042"/>
                    <a:pt x="11248" y="47809"/>
                  </a:cubicBezTo>
                  <a:lnTo>
                    <a:pt x="11254" y="47565"/>
                  </a:lnTo>
                  <a:cubicBezTo>
                    <a:pt x="11217" y="47386"/>
                    <a:pt x="11227" y="47132"/>
                    <a:pt x="11227" y="46943"/>
                  </a:cubicBezTo>
                  <a:cubicBezTo>
                    <a:pt x="11229" y="46852"/>
                    <a:pt x="11232" y="46761"/>
                    <a:pt x="11233" y="46672"/>
                  </a:cubicBezTo>
                  <a:cubicBezTo>
                    <a:pt x="11198" y="46501"/>
                    <a:pt x="11214" y="46275"/>
                    <a:pt x="11220" y="46091"/>
                  </a:cubicBezTo>
                  <a:cubicBezTo>
                    <a:pt x="11222" y="46018"/>
                    <a:pt x="11225" y="45944"/>
                    <a:pt x="11226" y="45871"/>
                  </a:cubicBezTo>
                  <a:cubicBezTo>
                    <a:pt x="11206" y="45769"/>
                    <a:pt x="11243" y="45612"/>
                    <a:pt x="11220" y="45496"/>
                  </a:cubicBezTo>
                  <a:cubicBezTo>
                    <a:pt x="11147" y="45138"/>
                    <a:pt x="11232" y="44696"/>
                    <a:pt x="11155" y="44344"/>
                  </a:cubicBezTo>
                  <a:cubicBezTo>
                    <a:pt x="11082" y="44010"/>
                    <a:pt x="11066" y="43663"/>
                    <a:pt x="10970" y="43344"/>
                  </a:cubicBezTo>
                  <a:cubicBezTo>
                    <a:pt x="10764" y="42662"/>
                    <a:pt x="10534" y="42018"/>
                    <a:pt x="10327" y="41352"/>
                  </a:cubicBezTo>
                  <a:cubicBezTo>
                    <a:pt x="10281" y="41200"/>
                    <a:pt x="10268" y="41066"/>
                    <a:pt x="10221" y="40910"/>
                  </a:cubicBezTo>
                  <a:cubicBezTo>
                    <a:pt x="10149" y="40671"/>
                    <a:pt x="10115" y="40384"/>
                    <a:pt x="10057" y="40118"/>
                  </a:cubicBezTo>
                  <a:cubicBezTo>
                    <a:pt x="10047" y="39984"/>
                    <a:pt x="10037" y="39852"/>
                    <a:pt x="10027" y="39717"/>
                  </a:cubicBezTo>
                  <a:cubicBezTo>
                    <a:pt x="10000" y="39595"/>
                    <a:pt x="9960" y="39377"/>
                    <a:pt x="9997" y="39224"/>
                  </a:cubicBezTo>
                  <a:cubicBezTo>
                    <a:pt x="10144" y="38639"/>
                    <a:pt x="10194" y="38058"/>
                    <a:pt x="10383" y="37527"/>
                  </a:cubicBezTo>
                  <a:cubicBezTo>
                    <a:pt x="10582" y="36963"/>
                    <a:pt x="10829" y="36475"/>
                    <a:pt x="11011" y="35886"/>
                  </a:cubicBezTo>
                  <a:cubicBezTo>
                    <a:pt x="11168" y="35378"/>
                    <a:pt x="11174" y="34775"/>
                    <a:pt x="11316" y="34265"/>
                  </a:cubicBezTo>
                  <a:cubicBezTo>
                    <a:pt x="11371" y="34073"/>
                    <a:pt x="11357" y="33876"/>
                    <a:pt x="11432" y="33698"/>
                  </a:cubicBezTo>
                  <a:cubicBezTo>
                    <a:pt x="11439" y="33682"/>
                    <a:pt x="11449" y="33665"/>
                    <a:pt x="11460" y="33648"/>
                  </a:cubicBezTo>
                  <a:lnTo>
                    <a:pt x="11450" y="33648"/>
                  </a:lnTo>
                  <a:cubicBezTo>
                    <a:pt x="11520" y="33365"/>
                    <a:pt x="11605" y="33086"/>
                    <a:pt x="11687" y="32815"/>
                  </a:cubicBezTo>
                  <a:cubicBezTo>
                    <a:pt x="11777" y="32521"/>
                    <a:pt x="11745" y="32190"/>
                    <a:pt x="11824" y="31873"/>
                  </a:cubicBezTo>
                  <a:cubicBezTo>
                    <a:pt x="11873" y="31671"/>
                    <a:pt x="11861" y="31448"/>
                    <a:pt x="11915" y="31227"/>
                  </a:cubicBezTo>
                  <a:cubicBezTo>
                    <a:pt x="12007" y="30848"/>
                    <a:pt x="12031" y="30377"/>
                    <a:pt x="12033" y="29925"/>
                  </a:cubicBezTo>
                  <a:lnTo>
                    <a:pt x="12033" y="29925"/>
                  </a:lnTo>
                  <a:cubicBezTo>
                    <a:pt x="11983" y="29997"/>
                    <a:pt x="12011" y="30274"/>
                    <a:pt x="11983" y="30375"/>
                  </a:cubicBezTo>
                  <a:lnTo>
                    <a:pt x="11755" y="31416"/>
                  </a:lnTo>
                  <a:cubicBezTo>
                    <a:pt x="11496" y="32270"/>
                    <a:pt x="11297" y="33107"/>
                    <a:pt x="11053" y="33974"/>
                  </a:cubicBezTo>
                  <a:cubicBezTo>
                    <a:pt x="10948" y="34350"/>
                    <a:pt x="10945" y="34763"/>
                    <a:pt x="10848" y="35146"/>
                  </a:cubicBezTo>
                  <a:cubicBezTo>
                    <a:pt x="10836" y="35245"/>
                    <a:pt x="10826" y="35345"/>
                    <a:pt x="10815" y="35442"/>
                  </a:cubicBezTo>
                  <a:cubicBezTo>
                    <a:pt x="10756" y="35708"/>
                    <a:pt x="10701" y="35974"/>
                    <a:pt x="10643" y="36240"/>
                  </a:cubicBezTo>
                  <a:cubicBezTo>
                    <a:pt x="10487" y="36719"/>
                    <a:pt x="10311" y="37202"/>
                    <a:pt x="10146" y="37665"/>
                  </a:cubicBezTo>
                  <a:cubicBezTo>
                    <a:pt x="10050" y="37936"/>
                    <a:pt x="9992" y="38225"/>
                    <a:pt x="9909" y="38500"/>
                  </a:cubicBezTo>
                  <a:cubicBezTo>
                    <a:pt x="9782" y="38914"/>
                    <a:pt x="9794" y="39379"/>
                    <a:pt x="9686" y="39813"/>
                  </a:cubicBezTo>
                  <a:cubicBezTo>
                    <a:pt x="9650" y="39958"/>
                    <a:pt x="9670" y="40118"/>
                    <a:pt x="9640" y="40252"/>
                  </a:cubicBezTo>
                  <a:cubicBezTo>
                    <a:pt x="9621" y="40500"/>
                    <a:pt x="9603" y="40750"/>
                    <a:pt x="9585" y="41001"/>
                  </a:cubicBezTo>
                  <a:lnTo>
                    <a:pt x="9579" y="41284"/>
                  </a:lnTo>
                  <a:cubicBezTo>
                    <a:pt x="9541" y="41441"/>
                    <a:pt x="9535" y="41745"/>
                    <a:pt x="9567" y="41903"/>
                  </a:cubicBezTo>
                  <a:cubicBezTo>
                    <a:pt x="9599" y="42074"/>
                    <a:pt x="9553" y="42255"/>
                    <a:pt x="9582" y="42408"/>
                  </a:cubicBezTo>
                  <a:cubicBezTo>
                    <a:pt x="9585" y="42603"/>
                    <a:pt x="9590" y="42796"/>
                    <a:pt x="9593" y="42989"/>
                  </a:cubicBezTo>
                  <a:cubicBezTo>
                    <a:pt x="9619" y="43117"/>
                    <a:pt x="9583" y="43272"/>
                    <a:pt x="9611" y="43417"/>
                  </a:cubicBezTo>
                  <a:cubicBezTo>
                    <a:pt x="9622" y="43481"/>
                    <a:pt x="9601" y="43596"/>
                    <a:pt x="9618" y="43676"/>
                  </a:cubicBezTo>
                  <a:cubicBezTo>
                    <a:pt x="9670" y="43946"/>
                    <a:pt x="9630" y="44326"/>
                    <a:pt x="9622" y="44631"/>
                  </a:cubicBezTo>
                  <a:cubicBezTo>
                    <a:pt x="9614" y="45034"/>
                    <a:pt x="9627" y="45548"/>
                    <a:pt x="9545" y="45896"/>
                  </a:cubicBezTo>
                  <a:cubicBezTo>
                    <a:pt x="9503" y="46070"/>
                    <a:pt x="9532" y="46256"/>
                    <a:pt x="9496" y="46412"/>
                  </a:cubicBezTo>
                  <a:cubicBezTo>
                    <a:pt x="9490" y="46506"/>
                    <a:pt x="9483" y="46601"/>
                    <a:pt x="9477" y="46695"/>
                  </a:cubicBezTo>
                  <a:cubicBezTo>
                    <a:pt x="9412" y="46962"/>
                    <a:pt x="9397" y="47261"/>
                    <a:pt x="9330" y="47518"/>
                  </a:cubicBezTo>
                  <a:cubicBezTo>
                    <a:pt x="9254" y="47815"/>
                    <a:pt x="9266" y="48135"/>
                    <a:pt x="9193" y="48420"/>
                  </a:cubicBezTo>
                  <a:cubicBezTo>
                    <a:pt x="9121" y="48709"/>
                    <a:pt x="9157" y="49016"/>
                    <a:pt x="9084" y="49310"/>
                  </a:cubicBezTo>
                  <a:cubicBezTo>
                    <a:pt x="9038" y="49501"/>
                    <a:pt x="9047" y="49722"/>
                    <a:pt x="8994" y="49927"/>
                  </a:cubicBezTo>
                  <a:cubicBezTo>
                    <a:pt x="8895" y="50313"/>
                    <a:pt x="8865" y="50743"/>
                    <a:pt x="8762" y="51124"/>
                  </a:cubicBezTo>
                  <a:cubicBezTo>
                    <a:pt x="8655" y="51512"/>
                    <a:pt x="8666" y="51928"/>
                    <a:pt x="8567" y="52322"/>
                  </a:cubicBezTo>
                  <a:cubicBezTo>
                    <a:pt x="8535" y="52459"/>
                    <a:pt x="8549" y="52600"/>
                    <a:pt x="8520" y="52722"/>
                  </a:cubicBezTo>
                  <a:cubicBezTo>
                    <a:pt x="8513" y="52886"/>
                    <a:pt x="8503" y="53049"/>
                    <a:pt x="8496" y="53213"/>
                  </a:cubicBezTo>
                  <a:cubicBezTo>
                    <a:pt x="8456" y="53383"/>
                    <a:pt x="8449" y="53712"/>
                    <a:pt x="8481" y="53885"/>
                  </a:cubicBezTo>
                  <a:cubicBezTo>
                    <a:pt x="8520" y="54089"/>
                    <a:pt x="8456" y="54276"/>
                    <a:pt x="8494" y="54467"/>
                  </a:cubicBezTo>
                  <a:cubicBezTo>
                    <a:pt x="8638" y="55183"/>
                    <a:pt x="8769" y="55833"/>
                    <a:pt x="8929" y="56531"/>
                  </a:cubicBezTo>
                  <a:cubicBezTo>
                    <a:pt x="9000" y="56842"/>
                    <a:pt x="8913" y="57214"/>
                    <a:pt x="8843" y="57473"/>
                  </a:cubicBezTo>
                  <a:lnTo>
                    <a:pt x="8827" y="57652"/>
                  </a:lnTo>
                  <a:cubicBezTo>
                    <a:pt x="8808" y="57722"/>
                    <a:pt x="8757" y="58020"/>
                    <a:pt x="8792" y="58078"/>
                  </a:cubicBezTo>
                  <a:lnTo>
                    <a:pt x="8792" y="58091"/>
                  </a:lnTo>
                  <a:cubicBezTo>
                    <a:pt x="8725" y="58042"/>
                    <a:pt x="8517" y="57633"/>
                    <a:pt x="8507" y="57528"/>
                  </a:cubicBezTo>
                  <a:lnTo>
                    <a:pt x="8494" y="57528"/>
                  </a:lnTo>
                  <a:cubicBezTo>
                    <a:pt x="8506" y="57680"/>
                    <a:pt x="8571" y="57819"/>
                    <a:pt x="8615" y="57946"/>
                  </a:cubicBezTo>
                  <a:cubicBezTo>
                    <a:pt x="8654" y="58101"/>
                    <a:pt x="8695" y="58258"/>
                    <a:pt x="8734" y="58412"/>
                  </a:cubicBezTo>
                  <a:cubicBezTo>
                    <a:pt x="8770" y="58507"/>
                    <a:pt x="8833" y="58607"/>
                    <a:pt x="8871" y="58699"/>
                  </a:cubicBezTo>
                  <a:cubicBezTo>
                    <a:pt x="8906" y="58789"/>
                    <a:pt x="8892" y="58917"/>
                    <a:pt x="8942" y="58997"/>
                  </a:cubicBezTo>
                  <a:cubicBezTo>
                    <a:pt x="8939" y="59054"/>
                    <a:pt x="8939" y="59110"/>
                    <a:pt x="8938" y="59164"/>
                  </a:cubicBezTo>
                  <a:cubicBezTo>
                    <a:pt x="8814" y="59072"/>
                    <a:pt x="8753" y="58870"/>
                    <a:pt x="8661" y="58745"/>
                  </a:cubicBezTo>
                  <a:cubicBezTo>
                    <a:pt x="8517" y="58543"/>
                    <a:pt x="8168" y="58318"/>
                    <a:pt x="7924" y="58212"/>
                  </a:cubicBezTo>
                  <a:cubicBezTo>
                    <a:pt x="7696" y="58113"/>
                    <a:pt x="7418" y="58070"/>
                    <a:pt x="7141" y="58070"/>
                  </a:cubicBezTo>
                  <a:cubicBezTo>
                    <a:pt x="6839" y="58070"/>
                    <a:pt x="6537" y="58120"/>
                    <a:pt x="6296" y="58203"/>
                  </a:cubicBezTo>
                  <a:cubicBezTo>
                    <a:pt x="5399" y="58508"/>
                    <a:pt x="4743" y="58776"/>
                    <a:pt x="4643" y="59913"/>
                  </a:cubicBezTo>
                  <a:cubicBezTo>
                    <a:pt x="4585" y="59818"/>
                    <a:pt x="4606" y="59506"/>
                    <a:pt x="4577" y="59371"/>
                  </a:cubicBezTo>
                  <a:cubicBezTo>
                    <a:pt x="4494" y="58972"/>
                    <a:pt x="4561" y="58514"/>
                    <a:pt x="4656" y="58171"/>
                  </a:cubicBezTo>
                  <a:cubicBezTo>
                    <a:pt x="4699" y="58011"/>
                    <a:pt x="4704" y="57841"/>
                    <a:pt x="4743" y="57694"/>
                  </a:cubicBezTo>
                  <a:cubicBezTo>
                    <a:pt x="4794" y="57505"/>
                    <a:pt x="4807" y="57129"/>
                    <a:pt x="4900" y="57001"/>
                  </a:cubicBezTo>
                  <a:cubicBezTo>
                    <a:pt x="4900" y="56983"/>
                    <a:pt x="4900" y="56966"/>
                    <a:pt x="4902" y="56950"/>
                  </a:cubicBezTo>
                  <a:lnTo>
                    <a:pt x="4888" y="56950"/>
                  </a:lnTo>
                  <a:cubicBezTo>
                    <a:pt x="4778" y="57265"/>
                    <a:pt x="4669" y="57582"/>
                    <a:pt x="4558" y="57898"/>
                  </a:cubicBezTo>
                  <a:lnTo>
                    <a:pt x="4558" y="57911"/>
                  </a:lnTo>
                  <a:lnTo>
                    <a:pt x="4545" y="57911"/>
                  </a:lnTo>
                  <a:cubicBezTo>
                    <a:pt x="4551" y="57568"/>
                    <a:pt x="4490" y="57252"/>
                    <a:pt x="4423" y="56964"/>
                  </a:cubicBezTo>
                  <a:cubicBezTo>
                    <a:pt x="4409" y="56829"/>
                    <a:pt x="4394" y="56697"/>
                    <a:pt x="4380" y="56562"/>
                  </a:cubicBezTo>
                  <a:cubicBezTo>
                    <a:pt x="4334" y="56355"/>
                    <a:pt x="4307" y="56121"/>
                    <a:pt x="4265" y="55913"/>
                  </a:cubicBezTo>
                  <a:cubicBezTo>
                    <a:pt x="4263" y="55794"/>
                    <a:pt x="4262" y="55672"/>
                    <a:pt x="4260" y="55551"/>
                  </a:cubicBezTo>
                  <a:cubicBezTo>
                    <a:pt x="4188" y="55191"/>
                    <a:pt x="4265" y="54754"/>
                    <a:pt x="4195" y="54400"/>
                  </a:cubicBezTo>
                  <a:cubicBezTo>
                    <a:pt x="4195" y="54167"/>
                    <a:pt x="4196" y="53934"/>
                    <a:pt x="4196" y="53702"/>
                  </a:cubicBezTo>
                  <a:cubicBezTo>
                    <a:pt x="4202" y="53433"/>
                    <a:pt x="4183" y="53135"/>
                    <a:pt x="4240" y="52902"/>
                  </a:cubicBezTo>
                  <a:cubicBezTo>
                    <a:pt x="4276" y="52745"/>
                    <a:pt x="4241" y="52579"/>
                    <a:pt x="4276" y="52437"/>
                  </a:cubicBezTo>
                  <a:cubicBezTo>
                    <a:pt x="4297" y="52072"/>
                    <a:pt x="4318" y="51704"/>
                    <a:pt x="4337" y="51339"/>
                  </a:cubicBezTo>
                  <a:cubicBezTo>
                    <a:pt x="4387" y="51140"/>
                    <a:pt x="4362" y="50854"/>
                    <a:pt x="4365" y="50628"/>
                  </a:cubicBezTo>
                  <a:cubicBezTo>
                    <a:pt x="4366" y="50512"/>
                    <a:pt x="4371" y="50396"/>
                    <a:pt x="4372" y="50279"/>
                  </a:cubicBezTo>
                  <a:cubicBezTo>
                    <a:pt x="4311" y="49967"/>
                    <a:pt x="4350" y="49638"/>
                    <a:pt x="4276" y="49347"/>
                  </a:cubicBezTo>
                  <a:cubicBezTo>
                    <a:pt x="4138" y="48814"/>
                    <a:pt x="3972" y="48331"/>
                    <a:pt x="3818" y="47812"/>
                  </a:cubicBezTo>
                  <a:cubicBezTo>
                    <a:pt x="3751" y="47584"/>
                    <a:pt x="3782" y="47318"/>
                    <a:pt x="3731" y="47062"/>
                  </a:cubicBezTo>
                  <a:cubicBezTo>
                    <a:pt x="3731" y="46841"/>
                    <a:pt x="3731" y="46621"/>
                    <a:pt x="3733" y="46402"/>
                  </a:cubicBezTo>
                  <a:cubicBezTo>
                    <a:pt x="3722" y="46076"/>
                    <a:pt x="3734" y="45700"/>
                    <a:pt x="3741" y="45355"/>
                  </a:cubicBezTo>
                  <a:cubicBezTo>
                    <a:pt x="3754" y="44759"/>
                    <a:pt x="3769" y="44147"/>
                    <a:pt x="3894" y="43639"/>
                  </a:cubicBezTo>
                  <a:cubicBezTo>
                    <a:pt x="3959" y="43378"/>
                    <a:pt x="3951" y="43101"/>
                    <a:pt x="4015" y="42854"/>
                  </a:cubicBezTo>
                  <a:cubicBezTo>
                    <a:pt x="4097" y="42526"/>
                    <a:pt x="4086" y="42180"/>
                    <a:pt x="4166" y="41861"/>
                  </a:cubicBezTo>
                  <a:cubicBezTo>
                    <a:pt x="4170" y="41789"/>
                    <a:pt x="4176" y="41716"/>
                    <a:pt x="4183" y="41642"/>
                  </a:cubicBezTo>
                  <a:cubicBezTo>
                    <a:pt x="4282" y="41254"/>
                    <a:pt x="4305" y="40753"/>
                    <a:pt x="4316" y="40301"/>
                  </a:cubicBezTo>
                  <a:cubicBezTo>
                    <a:pt x="4320" y="40106"/>
                    <a:pt x="4326" y="39913"/>
                    <a:pt x="4329" y="39720"/>
                  </a:cubicBezTo>
                  <a:cubicBezTo>
                    <a:pt x="4257" y="39359"/>
                    <a:pt x="4304" y="38974"/>
                    <a:pt x="4224" y="38631"/>
                  </a:cubicBezTo>
                  <a:cubicBezTo>
                    <a:pt x="4095" y="38077"/>
                    <a:pt x="3981" y="37548"/>
                    <a:pt x="3843" y="37020"/>
                  </a:cubicBezTo>
                  <a:cubicBezTo>
                    <a:pt x="3781" y="36771"/>
                    <a:pt x="3810" y="36492"/>
                    <a:pt x="3756" y="36230"/>
                  </a:cubicBezTo>
                  <a:cubicBezTo>
                    <a:pt x="3754" y="35947"/>
                    <a:pt x="3751" y="35660"/>
                    <a:pt x="3749" y="35377"/>
                  </a:cubicBezTo>
                  <a:cubicBezTo>
                    <a:pt x="3719" y="35230"/>
                    <a:pt x="3781" y="35024"/>
                    <a:pt x="3747" y="34861"/>
                  </a:cubicBezTo>
                  <a:cubicBezTo>
                    <a:pt x="3719" y="34723"/>
                    <a:pt x="3776" y="34525"/>
                    <a:pt x="3746" y="34371"/>
                  </a:cubicBezTo>
                  <a:cubicBezTo>
                    <a:pt x="3703" y="34167"/>
                    <a:pt x="3731" y="33860"/>
                    <a:pt x="3734" y="33635"/>
                  </a:cubicBezTo>
                  <a:cubicBezTo>
                    <a:pt x="3737" y="33324"/>
                    <a:pt x="3740" y="33014"/>
                    <a:pt x="3741" y="32705"/>
                  </a:cubicBezTo>
                  <a:cubicBezTo>
                    <a:pt x="3718" y="32591"/>
                    <a:pt x="3749" y="32455"/>
                    <a:pt x="3724" y="32330"/>
                  </a:cubicBezTo>
                  <a:cubicBezTo>
                    <a:pt x="3661" y="32026"/>
                    <a:pt x="3705" y="31709"/>
                    <a:pt x="3640" y="31398"/>
                  </a:cubicBezTo>
                  <a:cubicBezTo>
                    <a:pt x="3581" y="31117"/>
                    <a:pt x="3615" y="30783"/>
                    <a:pt x="3557" y="30490"/>
                  </a:cubicBezTo>
                  <a:cubicBezTo>
                    <a:pt x="3558" y="30418"/>
                    <a:pt x="3560" y="30343"/>
                    <a:pt x="3562" y="30271"/>
                  </a:cubicBezTo>
                  <a:cubicBezTo>
                    <a:pt x="3545" y="30185"/>
                    <a:pt x="3533" y="29887"/>
                    <a:pt x="3545" y="29806"/>
                  </a:cubicBezTo>
                  <a:cubicBezTo>
                    <a:pt x="3600" y="29465"/>
                    <a:pt x="3557" y="29002"/>
                    <a:pt x="3647" y="28657"/>
                  </a:cubicBezTo>
                  <a:cubicBezTo>
                    <a:pt x="3683" y="28519"/>
                    <a:pt x="3690" y="28365"/>
                    <a:pt x="3734" y="28219"/>
                  </a:cubicBezTo>
                  <a:cubicBezTo>
                    <a:pt x="3817" y="27952"/>
                    <a:pt x="3892" y="27667"/>
                    <a:pt x="3897" y="27330"/>
                  </a:cubicBezTo>
                  <a:cubicBezTo>
                    <a:pt x="3900" y="27330"/>
                    <a:pt x="3902" y="27330"/>
                    <a:pt x="3905" y="27330"/>
                  </a:cubicBezTo>
                  <a:cubicBezTo>
                    <a:pt x="4325" y="27330"/>
                    <a:pt x="4602" y="27137"/>
                    <a:pt x="4996" y="27137"/>
                  </a:cubicBezTo>
                  <a:cubicBezTo>
                    <a:pt x="5054" y="27137"/>
                    <a:pt x="5115" y="27141"/>
                    <a:pt x="5179" y="27151"/>
                  </a:cubicBezTo>
                  <a:cubicBezTo>
                    <a:pt x="5214" y="27231"/>
                    <a:pt x="5261" y="27337"/>
                    <a:pt x="5330" y="27386"/>
                  </a:cubicBezTo>
                  <a:cubicBezTo>
                    <a:pt x="5382" y="27423"/>
                    <a:pt x="5437" y="27437"/>
                    <a:pt x="5493" y="27437"/>
                  </a:cubicBezTo>
                  <a:cubicBezTo>
                    <a:pt x="5665" y="27437"/>
                    <a:pt x="5841" y="27297"/>
                    <a:pt x="5928" y="27232"/>
                  </a:cubicBezTo>
                  <a:cubicBezTo>
                    <a:pt x="5942" y="27133"/>
                    <a:pt x="5944" y="27088"/>
                    <a:pt x="5934" y="26986"/>
                  </a:cubicBezTo>
                  <a:lnTo>
                    <a:pt x="5934" y="26986"/>
                  </a:lnTo>
                  <a:cubicBezTo>
                    <a:pt x="6134" y="26990"/>
                    <a:pt x="6350" y="27009"/>
                    <a:pt x="6553" y="27009"/>
                  </a:cubicBezTo>
                  <a:cubicBezTo>
                    <a:pt x="6676" y="27009"/>
                    <a:pt x="6795" y="27002"/>
                    <a:pt x="6902" y="26981"/>
                  </a:cubicBezTo>
                  <a:cubicBezTo>
                    <a:pt x="6975" y="26984"/>
                    <a:pt x="7049" y="26985"/>
                    <a:pt x="7122" y="26986"/>
                  </a:cubicBezTo>
                  <a:cubicBezTo>
                    <a:pt x="7319" y="26950"/>
                    <a:pt x="7580" y="26939"/>
                    <a:pt x="7829" y="26939"/>
                  </a:cubicBezTo>
                  <a:cubicBezTo>
                    <a:pt x="7943" y="26939"/>
                    <a:pt x="8055" y="26942"/>
                    <a:pt x="8157" y="26944"/>
                  </a:cubicBezTo>
                  <a:cubicBezTo>
                    <a:pt x="8166" y="27052"/>
                    <a:pt x="8348" y="27255"/>
                    <a:pt x="8506" y="27255"/>
                  </a:cubicBezTo>
                  <a:cubicBezTo>
                    <a:pt x="8546" y="27255"/>
                    <a:pt x="8583" y="27243"/>
                    <a:pt x="8616" y="27213"/>
                  </a:cubicBezTo>
                  <a:cubicBezTo>
                    <a:pt x="8703" y="27187"/>
                    <a:pt x="8735" y="27059"/>
                    <a:pt x="8738" y="26944"/>
                  </a:cubicBezTo>
                  <a:cubicBezTo>
                    <a:pt x="8933" y="26954"/>
                    <a:pt x="9158" y="26966"/>
                    <a:pt x="9382" y="26966"/>
                  </a:cubicBezTo>
                  <a:cubicBezTo>
                    <a:pt x="9598" y="26966"/>
                    <a:pt x="9811" y="26955"/>
                    <a:pt x="9992" y="26920"/>
                  </a:cubicBezTo>
                  <a:cubicBezTo>
                    <a:pt x="10022" y="26914"/>
                    <a:pt x="10057" y="26912"/>
                    <a:pt x="10096" y="26912"/>
                  </a:cubicBezTo>
                  <a:cubicBezTo>
                    <a:pt x="10185" y="26912"/>
                    <a:pt x="10291" y="26922"/>
                    <a:pt x="10383" y="26922"/>
                  </a:cubicBezTo>
                  <a:cubicBezTo>
                    <a:pt x="10456" y="26922"/>
                    <a:pt x="10520" y="26916"/>
                    <a:pt x="10560" y="26892"/>
                  </a:cubicBezTo>
                  <a:cubicBezTo>
                    <a:pt x="10588" y="26921"/>
                    <a:pt x="10615" y="26976"/>
                    <a:pt x="10636" y="27010"/>
                  </a:cubicBezTo>
                  <a:cubicBezTo>
                    <a:pt x="10737" y="27035"/>
                    <a:pt x="10841" y="27044"/>
                    <a:pt x="10947" y="27044"/>
                  </a:cubicBezTo>
                  <a:cubicBezTo>
                    <a:pt x="11243" y="27044"/>
                    <a:pt x="11560" y="26973"/>
                    <a:pt x="11883" y="26973"/>
                  </a:cubicBezTo>
                  <a:cubicBezTo>
                    <a:pt x="11898" y="26973"/>
                    <a:pt x="11914" y="26973"/>
                    <a:pt x="11930" y="26973"/>
                  </a:cubicBezTo>
                  <a:cubicBezTo>
                    <a:pt x="12050" y="26976"/>
                    <a:pt x="12170" y="26991"/>
                    <a:pt x="12278" y="26991"/>
                  </a:cubicBezTo>
                  <a:cubicBezTo>
                    <a:pt x="12411" y="26991"/>
                    <a:pt x="12524" y="26968"/>
                    <a:pt x="12591" y="26872"/>
                  </a:cubicBezTo>
                  <a:cubicBezTo>
                    <a:pt x="12664" y="26876"/>
                    <a:pt x="12738" y="26879"/>
                    <a:pt x="12812" y="26879"/>
                  </a:cubicBezTo>
                  <a:cubicBezTo>
                    <a:pt x="13013" y="26879"/>
                    <a:pt x="13212" y="26861"/>
                    <a:pt x="13392" y="26825"/>
                  </a:cubicBezTo>
                  <a:cubicBezTo>
                    <a:pt x="13412" y="26822"/>
                    <a:pt x="13431" y="26820"/>
                    <a:pt x="13451" y="26820"/>
                  </a:cubicBezTo>
                  <a:cubicBezTo>
                    <a:pt x="13484" y="26820"/>
                    <a:pt x="13517" y="26824"/>
                    <a:pt x="13548" y="26824"/>
                  </a:cubicBezTo>
                  <a:cubicBezTo>
                    <a:pt x="13582" y="26824"/>
                    <a:pt x="13612" y="26820"/>
                    <a:pt x="13638" y="26805"/>
                  </a:cubicBezTo>
                  <a:cubicBezTo>
                    <a:pt x="13657" y="26838"/>
                    <a:pt x="13647" y="26879"/>
                    <a:pt x="13661" y="26921"/>
                  </a:cubicBezTo>
                  <a:cubicBezTo>
                    <a:pt x="13711" y="27061"/>
                    <a:pt x="13820" y="27109"/>
                    <a:pt x="14019" y="27110"/>
                  </a:cubicBezTo>
                  <a:cubicBezTo>
                    <a:pt x="14064" y="27068"/>
                    <a:pt x="14129" y="27052"/>
                    <a:pt x="14164" y="26997"/>
                  </a:cubicBezTo>
                  <a:cubicBezTo>
                    <a:pt x="14188" y="26921"/>
                    <a:pt x="14212" y="26843"/>
                    <a:pt x="14234" y="26767"/>
                  </a:cubicBezTo>
                  <a:cubicBezTo>
                    <a:pt x="14268" y="26715"/>
                    <a:pt x="14398" y="26725"/>
                    <a:pt x="14468" y="26706"/>
                  </a:cubicBezTo>
                  <a:cubicBezTo>
                    <a:pt x="14612" y="26668"/>
                    <a:pt x="14928" y="26632"/>
                    <a:pt x="15028" y="26550"/>
                  </a:cubicBezTo>
                  <a:close/>
                  <a:moveTo>
                    <a:pt x="15695" y="58026"/>
                  </a:moveTo>
                  <a:cubicBezTo>
                    <a:pt x="16366" y="58093"/>
                    <a:pt x="16778" y="58600"/>
                    <a:pt x="17303" y="58846"/>
                  </a:cubicBezTo>
                  <a:cubicBezTo>
                    <a:pt x="18022" y="59179"/>
                    <a:pt x="18852" y="59394"/>
                    <a:pt x="19467" y="59823"/>
                  </a:cubicBezTo>
                  <a:cubicBezTo>
                    <a:pt x="19679" y="59972"/>
                    <a:pt x="19897" y="60122"/>
                    <a:pt x="20102" y="60275"/>
                  </a:cubicBezTo>
                  <a:cubicBezTo>
                    <a:pt x="20189" y="60340"/>
                    <a:pt x="20293" y="60388"/>
                    <a:pt x="20329" y="60500"/>
                  </a:cubicBezTo>
                  <a:cubicBezTo>
                    <a:pt x="20343" y="60522"/>
                    <a:pt x="20342" y="60564"/>
                    <a:pt x="20340" y="60603"/>
                  </a:cubicBezTo>
                  <a:cubicBezTo>
                    <a:pt x="20261" y="60686"/>
                    <a:pt x="20199" y="60782"/>
                    <a:pt x="20102" y="60845"/>
                  </a:cubicBezTo>
                  <a:cubicBezTo>
                    <a:pt x="19852" y="61003"/>
                    <a:pt x="19519" y="61073"/>
                    <a:pt x="19192" y="61147"/>
                  </a:cubicBezTo>
                  <a:cubicBezTo>
                    <a:pt x="19070" y="61162"/>
                    <a:pt x="18951" y="61176"/>
                    <a:pt x="18828" y="61191"/>
                  </a:cubicBezTo>
                  <a:cubicBezTo>
                    <a:pt x="18265" y="61329"/>
                    <a:pt x="17647" y="61366"/>
                    <a:pt x="16979" y="61366"/>
                  </a:cubicBezTo>
                  <a:cubicBezTo>
                    <a:pt x="16784" y="61366"/>
                    <a:pt x="16585" y="61363"/>
                    <a:pt x="16382" y="61358"/>
                  </a:cubicBezTo>
                  <a:cubicBezTo>
                    <a:pt x="16364" y="61358"/>
                    <a:pt x="16346" y="61358"/>
                    <a:pt x="16329" y="61358"/>
                  </a:cubicBezTo>
                  <a:cubicBezTo>
                    <a:pt x="16205" y="61358"/>
                    <a:pt x="16084" y="61364"/>
                    <a:pt x="15964" y="61364"/>
                  </a:cubicBezTo>
                  <a:cubicBezTo>
                    <a:pt x="15838" y="61364"/>
                    <a:pt x="15714" y="61357"/>
                    <a:pt x="15595" y="61329"/>
                  </a:cubicBezTo>
                  <a:cubicBezTo>
                    <a:pt x="15519" y="61311"/>
                    <a:pt x="15439" y="61309"/>
                    <a:pt x="15360" y="61309"/>
                  </a:cubicBezTo>
                  <a:cubicBezTo>
                    <a:pt x="15329" y="61309"/>
                    <a:pt x="15299" y="61309"/>
                    <a:pt x="15268" y="61309"/>
                  </a:cubicBezTo>
                  <a:cubicBezTo>
                    <a:pt x="15196" y="61309"/>
                    <a:pt x="15127" y="61307"/>
                    <a:pt x="15066" y="61293"/>
                  </a:cubicBezTo>
                  <a:lnTo>
                    <a:pt x="14782" y="61288"/>
                  </a:lnTo>
                  <a:cubicBezTo>
                    <a:pt x="14467" y="61210"/>
                    <a:pt x="14102" y="61252"/>
                    <a:pt x="13791" y="61176"/>
                  </a:cubicBezTo>
                  <a:cubicBezTo>
                    <a:pt x="13623" y="61165"/>
                    <a:pt x="13455" y="61153"/>
                    <a:pt x="13288" y="61140"/>
                  </a:cubicBezTo>
                  <a:cubicBezTo>
                    <a:pt x="13152" y="61108"/>
                    <a:pt x="12992" y="61128"/>
                    <a:pt x="12849" y="61092"/>
                  </a:cubicBezTo>
                  <a:cubicBezTo>
                    <a:pt x="12462" y="60995"/>
                    <a:pt x="11991" y="60971"/>
                    <a:pt x="11693" y="60782"/>
                  </a:cubicBezTo>
                  <a:cubicBezTo>
                    <a:pt x="11735" y="60602"/>
                    <a:pt x="11778" y="60423"/>
                    <a:pt x="11821" y="60243"/>
                  </a:cubicBezTo>
                  <a:cubicBezTo>
                    <a:pt x="11857" y="60179"/>
                    <a:pt x="12005" y="60074"/>
                    <a:pt x="12071" y="60028"/>
                  </a:cubicBezTo>
                  <a:cubicBezTo>
                    <a:pt x="12142" y="59977"/>
                    <a:pt x="12207" y="59901"/>
                    <a:pt x="12282" y="59852"/>
                  </a:cubicBezTo>
                  <a:cubicBezTo>
                    <a:pt x="12439" y="59747"/>
                    <a:pt x="12600" y="59658"/>
                    <a:pt x="12754" y="59552"/>
                  </a:cubicBezTo>
                  <a:cubicBezTo>
                    <a:pt x="13283" y="59181"/>
                    <a:pt x="13587" y="58537"/>
                    <a:pt x="14228" y="58290"/>
                  </a:cubicBezTo>
                  <a:cubicBezTo>
                    <a:pt x="14531" y="58174"/>
                    <a:pt x="14955" y="58181"/>
                    <a:pt x="15279" y="58107"/>
                  </a:cubicBezTo>
                  <a:cubicBezTo>
                    <a:pt x="15418" y="58075"/>
                    <a:pt x="15588" y="58094"/>
                    <a:pt x="15695" y="58026"/>
                  </a:cubicBezTo>
                  <a:close/>
                  <a:moveTo>
                    <a:pt x="20428" y="60811"/>
                  </a:moveTo>
                  <a:cubicBezTo>
                    <a:pt x="20551" y="61013"/>
                    <a:pt x="20261" y="61194"/>
                    <a:pt x="20173" y="61246"/>
                  </a:cubicBezTo>
                  <a:cubicBezTo>
                    <a:pt x="19900" y="61409"/>
                    <a:pt x="19555" y="61514"/>
                    <a:pt x="19222" y="61612"/>
                  </a:cubicBezTo>
                  <a:cubicBezTo>
                    <a:pt x="19097" y="61637"/>
                    <a:pt x="18972" y="61659"/>
                    <a:pt x="18846" y="61682"/>
                  </a:cubicBezTo>
                  <a:cubicBezTo>
                    <a:pt x="18628" y="61742"/>
                    <a:pt x="18363" y="61759"/>
                    <a:pt x="18132" y="61809"/>
                  </a:cubicBezTo>
                  <a:cubicBezTo>
                    <a:pt x="18088" y="61819"/>
                    <a:pt x="18041" y="61821"/>
                    <a:pt x="17993" y="61821"/>
                  </a:cubicBezTo>
                  <a:cubicBezTo>
                    <a:pt x="17929" y="61821"/>
                    <a:pt x="17863" y="61816"/>
                    <a:pt x="17800" y="61816"/>
                  </a:cubicBezTo>
                  <a:cubicBezTo>
                    <a:pt x="17758" y="61816"/>
                    <a:pt x="17718" y="61818"/>
                    <a:pt x="17680" y="61826"/>
                  </a:cubicBezTo>
                  <a:cubicBezTo>
                    <a:pt x="17396" y="61823"/>
                    <a:pt x="17111" y="61822"/>
                    <a:pt x="16828" y="61820"/>
                  </a:cubicBezTo>
                  <a:cubicBezTo>
                    <a:pt x="16769" y="61831"/>
                    <a:pt x="16702" y="61835"/>
                    <a:pt x="16631" y="61835"/>
                  </a:cubicBezTo>
                  <a:cubicBezTo>
                    <a:pt x="16500" y="61835"/>
                    <a:pt x="16356" y="61822"/>
                    <a:pt x="16233" y="61820"/>
                  </a:cubicBezTo>
                  <a:cubicBezTo>
                    <a:pt x="16208" y="61820"/>
                    <a:pt x="16182" y="61820"/>
                    <a:pt x="16155" y="61820"/>
                  </a:cubicBezTo>
                  <a:cubicBezTo>
                    <a:pt x="16051" y="61820"/>
                    <a:pt x="15939" y="61823"/>
                    <a:pt x="15829" y="61823"/>
                  </a:cubicBezTo>
                  <a:cubicBezTo>
                    <a:pt x="15687" y="61823"/>
                    <a:pt x="15547" y="61817"/>
                    <a:pt x="15431" y="61790"/>
                  </a:cubicBezTo>
                  <a:cubicBezTo>
                    <a:pt x="15211" y="61780"/>
                    <a:pt x="14992" y="61771"/>
                    <a:pt x="14774" y="61762"/>
                  </a:cubicBezTo>
                  <a:cubicBezTo>
                    <a:pt x="14637" y="61729"/>
                    <a:pt x="14473" y="61762"/>
                    <a:pt x="14323" y="61726"/>
                  </a:cubicBezTo>
                  <a:cubicBezTo>
                    <a:pt x="14003" y="61649"/>
                    <a:pt x="13631" y="61676"/>
                    <a:pt x="13318" y="61601"/>
                  </a:cubicBezTo>
                  <a:cubicBezTo>
                    <a:pt x="13245" y="61595"/>
                    <a:pt x="13173" y="61589"/>
                    <a:pt x="13099" y="61582"/>
                  </a:cubicBezTo>
                  <a:cubicBezTo>
                    <a:pt x="12818" y="61511"/>
                    <a:pt x="12498" y="61503"/>
                    <a:pt x="12222" y="61435"/>
                  </a:cubicBezTo>
                  <a:cubicBezTo>
                    <a:pt x="12078" y="61399"/>
                    <a:pt x="11813" y="61428"/>
                    <a:pt x="11706" y="61358"/>
                  </a:cubicBezTo>
                  <a:lnTo>
                    <a:pt x="11680" y="61358"/>
                  </a:lnTo>
                  <a:cubicBezTo>
                    <a:pt x="11678" y="61314"/>
                    <a:pt x="11677" y="61234"/>
                    <a:pt x="11658" y="61202"/>
                  </a:cubicBezTo>
                  <a:cubicBezTo>
                    <a:pt x="11661" y="61124"/>
                    <a:pt x="11662" y="61047"/>
                    <a:pt x="11664" y="60970"/>
                  </a:cubicBezTo>
                  <a:cubicBezTo>
                    <a:pt x="11720" y="60986"/>
                    <a:pt x="11767" y="61021"/>
                    <a:pt x="11818" y="61037"/>
                  </a:cubicBezTo>
                  <a:cubicBezTo>
                    <a:pt x="12093" y="61102"/>
                    <a:pt x="12367" y="61169"/>
                    <a:pt x="12642" y="61234"/>
                  </a:cubicBezTo>
                  <a:cubicBezTo>
                    <a:pt x="12913" y="61266"/>
                    <a:pt x="13183" y="61298"/>
                    <a:pt x="13453" y="61329"/>
                  </a:cubicBezTo>
                  <a:cubicBezTo>
                    <a:pt x="13567" y="61336"/>
                    <a:pt x="13677" y="61342"/>
                    <a:pt x="13791" y="61349"/>
                  </a:cubicBezTo>
                  <a:cubicBezTo>
                    <a:pt x="14064" y="61416"/>
                    <a:pt x="14398" y="61378"/>
                    <a:pt x="14680" y="61445"/>
                  </a:cubicBezTo>
                  <a:cubicBezTo>
                    <a:pt x="14766" y="61448"/>
                    <a:pt x="14853" y="61450"/>
                    <a:pt x="14939" y="61451"/>
                  </a:cubicBezTo>
                  <a:cubicBezTo>
                    <a:pt x="15067" y="61482"/>
                    <a:pt x="15223" y="61451"/>
                    <a:pt x="15364" y="61486"/>
                  </a:cubicBezTo>
                  <a:cubicBezTo>
                    <a:pt x="15492" y="61517"/>
                    <a:pt x="15726" y="61538"/>
                    <a:pt x="15935" y="61538"/>
                  </a:cubicBezTo>
                  <a:cubicBezTo>
                    <a:pt x="16053" y="61538"/>
                    <a:pt x="16164" y="61532"/>
                    <a:pt x="16242" y="61516"/>
                  </a:cubicBezTo>
                  <a:cubicBezTo>
                    <a:pt x="16531" y="61522"/>
                    <a:pt x="16819" y="61530"/>
                    <a:pt x="17107" y="61535"/>
                  </a:cubicBezTo>
                  <a:cubicBezTo>
                    <a:pt x="17325" y="61492"/>
                    <a:pt x="17585" y="61515"/>
                    <a:pt x="17806" y="61473"/>
                  </a:cubicBezTo>
                  <a:cubicBezTo>
                    <a:pt x="17863" y="61474"/>
                    <a:pt x="17920" y="61474"/>
                    <a:pt x="17974" y="61477"/>
                  </a:cubicBezTo>
                  <a:cubicBezTo>
                    <a:pt x="18261" y="61419"/>
                    <a:pt x="18554" y="61391"/>
                    <a:pt x="18817" y="61326"/>
                  </a:cubicBezTo>
                  <a:cubicBezTo>
                    <a:pt x="18955" y="61317"/>
                    <a:pt x="19093" y="61306"/>
                    <a:pt x="19231" y="61297"/>
                  </a:cubicBezTo>
                  <a:cubicBezTo>
                    <a:pt x="19563" y="61224"/>
                    <a:pt x="19900" y="61169"/>
                    <a:pt x="20154" y="61019"/>
                  </a:cubicBezTo>
                  <a:cubicBezTo>
                    <a:pt x="20252" y="60968"/>
                    <a:pt x="20383" y="60923"/>
                    <a:pt x="20428" y="60811"/>
                  </a:cubicBezTo>
                  <a:close/>
                  <a:moveTo>
                    <a:pt x="6992" y="58289"/>
                  </a:moveTo>
                  <a:cubicBezTo>
                    <a:pt x="8094" y="58311"/>
                    <a:pt x="8571" y="58821"/>
                    <a:pt x="8904" y="59570"/>
                  </a:cubicBezTo>
                  <a:cubicBezTo>
                    <a:pt x="8836" y="59498"/>
                    <a:pt x="8769" y="59430"/>
                    <a:pt x="8702" y="59359"/>
                  </a:cubicBezTo>
                  <a:cubicBezTo>
                    <a:pt x="8573" y="59257"/>
                    <a:pt x="8448" y="59142"/>
                    <a:pt x="8308" y="59054"/>
                  </a:cubicBezTo>
                  <a:cubicBezTo>
                    <a:pt x="7976" y="58841"/>
                    <a:pt x="7501" y="58719"/>
                    <a:pt x="7029" y="58719"/>
                  </a:cubicBezTo>
                  <a:cubicBezTo>
                    <a:pt x="6738" y="58719"/>
                    <a:pt x="6448" y="58765"/>
                    <a:pt x="6193" y="58866"/>
                  </a:cubicBezTo>
                  <a:cubicBezTo>
                    <a:pt x="5977" y="58952"/>
                    <a:pt x="5793" y="59075"/>
                    <a:pt x="5615" y="59203"/>
                  </a:cubicBezTo>
                  <a:cubicBezTo>
                    <a:pt x="5560" y="59243"/>
                    <a:pt x="5531" y="59317"/>
                    <a:pt x="5470" y="59356"/>
                  </a:cubicBezTo>
                  <a:lnTo>
                    <a:pt x="5470" y="59381"/>
                  </a:lnTo>
                  <a:cubicBezTo>
                    <a:pt x="5562" y="59323"/>
                    <a:pt x="5633" y="59227"/>
                    <a:pt x="5722" y="59167"/>
                  </a:cubicBezTo>
                  <a:cubicBezTo>
                    <a:pt x="5883" y="59055"/>
                    <a:pt x="6081" y="58956"/>
                    <a:pt x="6283" y="58894"/>
                  </a:cubicBezTo>
                  <a:cubicBezTo>
                    <a:pt x="6440" y="58846"/>
                    <a:pt x="6625" y="58823"/>
                    <a:pt x="6812" y="58823"/>
                  </a:cubicBezTo>
                  <a:cubicBezTo>
                    <a:pt x="7044" y="58823"/>
                    <a:pt x="7280" y="58858"/>
                    <a:pt x="7471" y="58920"/>
                  </a:cubicBezTo>
                  <a:cubicBezTo>
                    <a:pt x="8203" y="59155"/>
                    <a:pt x="8641" y="59535"/>
                    <a:pt x="9009" y="60115"/>
                  </a:cubicBezTo>
                  <a:cubicBezTo>
                    <a:pt x="9127" y="60308"/>
                    <a:pt x="9183" y="60483"/>
                    <a:pt x="9276" y="60715"/>
                  </a:cubicBezTo>
                  <a:cubicBezTo>
                    <a:pt x="9301" y="60776"/>
                    <a:pt x="9369" y="60839"/>
                    <a:pt x="9388" y="60899"/>
                  </a:cubicBezTo>
                  <a:cubicBezTo>
                    <a:pt x="9416" y="60984"/>
                    <a:pt x="9416" y="61294"/>
                    <a:pt x="9391" y="61377"/>
                  </a:cubicBezTo>
                  <a:cubicBezTo>
                    <a:pt x="9292" y="61711"/>
                    <a:pt x="8908" y="61727"/>
                    <a:pt x="8593" y="61838"/>
                  </a:cubicBezTo>
                  <a:cubicBezTo>
                    <a:pt x="8218" y="61969"/>
                    <a:pt x="7796" y="62050"/>
                    <a:pt x="7385" y="62149"/>
                  </a:cubicBezTo>
                  <a:cubicBezTo>
                    <a:pt x="7220" y="62166"/>
                    <a:pt x="7055" y="62185"/>
                    <a:pt x="6892" y="62203"/>
                  </a:cubicBezTo>
                  <a:cubicBezTo>
                    <a:pt x="6832" y="62201"/>
                    <a:pt x="6771" y="62201"/>
                    <a:pt x="6710" y="62200"/>
                  </a:cubicBezTo>
                  <a:cubicBezTo>
                    <a:pt x="6642" y="62213"/>
                    <a:pt x="6515" y="62219"/>
                    <a:pt x="6375" y="62219"/>
                  </a:cubicBezTo>
                  <a:cubicBezTo>
                    <a:pt x="6154" y="62219"/>
                    <a:pt x="5899" y="62204"/>
                    <a:pt x="5793" y="62179"/>
                  </a:cubicBezTo>
                  <a:cubicBezTo>
                    <a:pt x="5707" y="62178"/>
                    <a:pt x="5620" y="62177"/>
                    <a:pt x="5534" y="62174"/>
                  </a:cubicBezTo>
                  <a:cubicBezTo>
                    <a:pt x="5375" y="62136"/>
                    <a:pt x="5162" y="62162"/>
                    <a:pt x="5005" y="62123"/>
                  </a:cubicBezTo>
                  <a:cubicBezTo>
                    <a:pt x="4976" y="62116"/>
                    <a:pt x="4946" y="62114"/>
                    <a:pt x="4916" y="62114"/>
                  </a:cubicBezTo>
                  <a:cubicBezTo>
                    <a:pt x="4890" y="62114"/>
                    <a:pt x="4864" y="62116"/>
                    <a:pt x="4839" y="62116"/>
                  </a:cubicBezTo>
                  <a:cubicBezTo>
                    <a:pt x="4795" y="62116"/>
                    <a:pt x="4753" y="62112"/>
                    <a:pt x="4721" y="62091"/>
                  </a:cubicBezTo>
                  <a:cubicBezTo>
                    <a:pt x="4596" y="62041"/>
                    <a:pt x="4602" y="61889"/>
                    <a:pt x="4561" y="61751"/>
                  </a:cubicBezTo>
                  <a:cubicBezTo>
                    <a:pt x="4484" y="61489"/>
                    <a:pt x="4493" y="61269"/>
                    <a:pt x="4566" y="60987"/>
                  </a:cubicBezTo>
                  <a:cubicBezTo>
                    <a:pt x="4596" y="60865"/>
                    <a:pt x="4590" y="60731"/>
                    <a:pt x="4625" y="60628"/>
                  </a:cubicBezTo>
                  <a:cubicBezTo>
                    <a:pt x="4714" y="60353"/>
                    <a:pt x="4787" y="60090"/>
                    <a:pt x="4877" y="59820"/>
                  </a:cubicBezTo>
                  <a:cubicBezTo>
                    <a:pt x="4963" y="59551"/>
                    <a:pt x="4987" y="59298"/>
                    <a:pt x="5125" y="59088"/>
                  </a:cubicBezTo>
                  <a:cubicBezTo>
                    <a:pt x="5240" y="58914"/>
                    <a:pt x="5553" y="58706"/>
                    <a:pt x="5756" y="58623"/>
                  </a:cubicBezTo>
                  <a:cubicBezTo>
                    <a:pt x="6008" y="58519"/>
                    <a:pt x="6275" y="58434"/>
                    <a:pt x="6550" y="58356"/>
                  </a:cubicBezTo>
                  <a:cubicBezTo>
                    <a:pt x="6697" y="58334"/>
                    <a:pt x="6844" y="58311"/>
                    <a:pt x="6992" y="58289"/>
                  </a:cubicBezTo>
                  <a:close/>
                  <a:moveTo>
                    <a:pt x="8304" y="1"/>
                  </a:moveTo>
                  <a:cubicBezTo>
                    <a:pt x="8291" y="8"/>
                    <a:pt x="8275" y="10"/>
                    <a:pt x="8258" y="10"/>
                  </a:cubicBezTo>
                  <a:cubicBezTo>
                    <a:pt x="8237" y="10"/>
                    <a:pt x="8214" y="7"/>
                    <a:pt x="8192" y="7"/>
                  </a:cubicBezTo>
                  <a:cubicBezTo>
                    <a:pt x="8182" y="7"/>
                    <a:pt x="8172" y="8"/>
                    <a:pt x="8163" y="9"/>
                  </a:cubicBezTo>
                  <a:cubicBezTo>
                    <a:pt x="8020" y="38"/>
                    <a:pt x="7869" y="50"/>
                    <a:pt x="7734" y="91"/>
                  </a:cubicBezTo>
                  <a:cubicBezTo>
                    <a:pt x="7447" y="178"/>
                    <a:pt x="7184" y="329"/>
                    <a:pt x="6963" y="488"/>
                  </a:cubicBezTo>
                  <a:cubicBezTo>
                    <a:pt x="6810" y="597"/>
                    <a:pt x="6703" y="780"/>
                    <a:pt x="6630" y="970"/>
                  </a:cubicBezTo>
                  <a:cubicBezTo>
                    <a:pt x="6595" y="1062"/>
                    <a:pt x="6603" y="1196"/>
                    <a:pt x="6546" y="1267"/>
                  </a:cubicBezTo>
                  <a:cubicBezTo>
                    <a:pt x="6478" y="1356"/>
                    <a:pt x="6185" y="1405"/>
                    <a:pt x="6078" y="1476"/>
                  </a:cubicBezTo>
                  <a:cubicBezTo>
                    <a:pt x="5794" y="1665"/>
                    <a:pt x="5550" y="1988"/>
                    <a:pt x="5400" y="2314"/>
                  </a:cubicBezTo>
                  <a:cubicBezTo>
                    <a:pt x="4877" y="3448"/>
                    <a:pt x="5301" y="5155"/>
                    <a:pt x="5601" y="6130"/>
                  </a:cubicBezTo>
                  <a:cubicBezTo>
                    <a:pt x="5746" y="6603"/>
                    <a:pt x="5796" y="7084"/>
                    <a:pt x="6158" y="7344"/>
                  </a:cubicBezTo>
                  <a:cubicBezTo>
                    <a:pt x="6114" y="7410"/>
                    <a:pt x="5964" y="7388"/>
                    <a:pt x="5884" y="7416"/>
                  </a:cubicBezTo>
                  <a:cubicBezTo>
                    <a:pt x="5783" y="7450"/>
                    <a:pt x="5681" y="7523"/>
                    <a:pt x="5623" y="7605"/>
                  </a:cubicBezTo>
                  <a:cubicBezTo>
                    <a:pt x="5506" y="7764"/>
                    <a:pt x="5389" y="7975"/>
                    <a:pt x="5327" y="8179"/>
                  </a:cubicBezTo>
                  <a:cubicBezTo>
                    <a:pt x="5307" y="8324"/>
                    <a:pt x="5287" y="8471"/>
                    <a:pt x="5265" y="8616"/>
                  </a:cubicBezTo>
                  <a:cubicBezTo>
                    <a:pt x="5262" y="8749"/>
                    <a:pt x="5259" y="8884"/>
                    <a:pt x="5256" y="9016"/>
                  </a:cubicBezTo>
                  <a:cubicBezTo>
                    <a:pt x="5237" y="9044"/>
                    <a:pt x="5024" y="9162"/>
                    <a:pt x="4981" y="9191"/>
                  </a:cubicBezTo>
                  <a:cubicBezTo>
                    <a:pt x="4739" y="9358"/>
                    <a:pt x="4496" y="9522"/>
                    <a:pt x="4234" y="9679"/>
                  </a:cubicBezTo>
                  <a:cubicBezTo>
                    <a:pt x="3972" y="9838"/>
                    <a:pt x="3722" y="10031"/>
                    <a:pt x="3474" y="10207"/>
                  </a:cubicBezTo>
                  <a:cubicBezTo>
                    <a:pt x="3379" y="10274"/>
                    <a:pt x="3293" y="10373"/>
                    <a:pt x="3198" y="10434"/>
                  </a:cubicBezTo>
                  <a:cubicBezTo>
                    <a:pt x="3052" y="10527"/>
                    <a:pt x="2895" y="10587"/>
                    <a:pt x="2751" y="10682"/>
                  </a:cubicBezTo>
                  <a:cubicBezTo>
                    <a:pt x="2450" y="10885"/>
                    <a:pt x="2094" y="11226"/>
                    <a:pt x="1893" y="11530"/>
                  </a:cubicBezTo>
                  <a:cubicBezTo>
                    <a:pt x="1566" y="12024"/>
                    <a:pt x="1431" y="12644"/>
                    <a:pt x="1249" y="13299"/>
                  </a:cubicBezTo>
                  <a:cubicBezTo>
                    <a:pt x="1180" y="13550"/>
                    <a:pt x="1166" y="13807"/>
                    <a:pt x="1104" y="14047"/>
                  </a:cubicBezTo>
                  <a:cubicBezTo>
                    <a:pt x="1024" y="14352"/>
                    <a:pt x="1018" y="14670"/>
                    <a:pt x="941" y="14961"/>
                  </a:cubicBezTo>
                  <a:cubicBezTo>
                    <a:pt x="852" y="15301"/>
                    <a:pt x="849" y="15661"/>
                    <a:pt x="765" y="15992"/>
                  </a:cubicBezTo>
                  <a:cubicBezTo>
                    <a:pt x="714" y="16395"/>
                    <a:pt x="662" y="16799"/>
                    <a:pt x="611" y="17203"/>
                  </a:cubicBezTo>
                  <a:cubicBezTo>
                    <a:pt x="581" y="17657"/>
                    <a:pt x="549" y="18108"/>
                    <a:pt x="517" y="18560"/>
                  </a:cubicBezTo>
                  <a:cubicBezTo>
                    <a:pt x="482" y="18759"/>
                    <a:pt x="533" y="18999"/>
                    <a:pt x="490" y="19179"/>
                  </a:cubicBezTo>
                  <a:cubicBezTo>
                    <a:pt x="487" y="19339"/>
                    <a:pt x="483" y="19497"/>
                    <a:pt x="480" y="19657"/>
                  </a:cubicBezTo>
                  <a:cubicBezTo>
                    <a:pt x="453" y="19944"/>
                    <a:pt x="423" y="20233"/>
                    <a:pt x="396" y="20521"/>
                  </a:cubicBezTo>
                  <a:cubicBezTo>
                    <a:pt x="335" y="20772"/>
                    <a:pt x="348" y="21055"/>
                    <a:pt x="277" y="21318"/>
                  </a:cubicBezTo>
                  <a:cubicBezTo>
                    <a:pt x="191" y="21635"/>
                    <a:pt x="131" y="21947"/>
                    <a:pt x="50" y="22283"/>
                  </a:cubicBezTo>
                  <a:cubicBezTo>
                    <a:pt x="0" y="22487"/>
                    <a:pt x="35" y="22886"/>
                    <a:pt x="72" y="23059"/>
                  </a:cubicBezTo>
                  <a:cubicBezTo>
                    <a:pt x="104" y="23212"/>
                    <a:pt x="98" y="23334"/>
                    <a:pt x="140" y="23474"/>
                  </a:cubicBezTo>
                  <a:cubicBezTo>
                    <a:pt x="307" y="24032"/>
                    <a:pt x="595" y="24362"/>
                    <a:pt x="1150" y="24556"/>
                  </a:cubicBezTo>
                  <a:cubicBezTo>
                    <a:pt x="1312" y="24611"/>
                    <a:pt x="1556" y="24651"/>
                    <a:pt x="1788" y="24651"/>
                  </a:cubicBezTo>
                  <a:cubicBezTo>
                    <a:pt x="1890" y="24651"/>
                    <a:pt x="1990" y="24643"/>
                    <a:pt x="2079" y="24625"/>
                  </a:cubicBezTo>
                  <a:cubicBezTo>
                    <a:pt x="2152" y="24624"/>
                    <a:pt x="2226" y="24621"/>
                    <a:pt x="2299" y="24617"/>
                  </a:cubicBezTo>
                  <a:cubicBezTo>
                    <a:pt x="2575" y="24560"/>
                    <a:pt x="3004" y="24522"/>
                    <a:pt x="3198" y="24377"/>
                  </a:cubicBezTo>
                  <a:lnTo>
                    <a:pt x="3209" y="24377"/>
                  </a:lnTo>
                  <a:cubicBezTo>
                    <a:pt x="3184" y="24817"/>
                    <a:pt x="3216" y="25265"/>
                    <a:pt x="3352" y="25595"/>
                  </a:cubicBezTo>
                  <a:cubicBezTo>
                    <a:pt x="3391" y="25692"/>
                    <a:pt x="3467" y="25799"/>
                    <a:pt x="3526" y="25881"/>
                  </a:cubicBezTo>
                  <a:cubicBezTo>
                    <a:pt x="3561" y="25916"/>
                    <a:pt x="3593" y="25953"/>
                    <a:pt x="3628" y="25988"/>
                  </a:cubicBezTo>
                  <a:cubicBezTo>
                    <a:pt x="3638" y="26267"/>
                    <a:pt x="3650" y="26547"/>
                    <a:pt x="3663" y="26828"/>
                  </a:cubicBezTo>
                  <a:cubicBezTo>
                    <a:pt x="3680" y="26944"/>
                    <a:pt x="3701" y="27061"/>
                    <a:pt x="3718" y="27180"/>
                  </a:cubicBezTo>
                  <a:cubicBezTo>
                    <a:pt x="3733" y="27226"/>
                    <a:pt x="3794" y="27270"/>
                    <a:pt x="3781" y="27335"/>
                  </a:cubicBezTo>
                  <a:lnTo>
                    <a:pt x="3503" y="28273"/>
                  </a:lnTo>
                  <a:lnTo>
                    <a:pt x="3372" y="28983"/>
                  </a:lnTo>
                  <a:cubicBezTo>
                    <a:pt x="3365" y="29089"/>
                    <a:pt x="3359" y="29196"/>
                    <a:pt x="3352" y="29305"/>
                  </a:cubicBezTo>
                  <a:cubicBezTo>
                    <a:pt x="3311" y="29465"/>
                    <a:pt x="3293" y="29827"/>
                    <a:pt x="3324" y="29990"/>
                  </a:cubicBezTo>
                  <a:lnTo>
                    <a:pt x="3324" y="30585"/>
                  </a:lnTo>
                  <a:cubicBezTo>
                    <a:pt x="3352" y="30723"/>
                    <a:pt x="3323" y="30877"/>
                    <a:pt x="3353" y="31025"/>
                  </a:cubicBezTo>
                  <a:cubicBezTo>
                    <a:pt x="3417" y="31332"/>
                    <a:pt x="3411" y="31681"/>
                    <a:pt x="3475" y="31985"/>
                  </a:cubicBezTo>
                  <a:cubicBezTo>
                    <a:pt x="3503" y="32356"/>
                    <a:pt x="3528" y="32726"/>
                    <a:pt x="3555" y="33099"/>
                  </a:cubicBezTo>
                  <a:cubicBezTo>
                    <a:pt x="3583" y="33238"/>
                    <a:pt x="3555" y="33766"/>
                    <a:pt x="3526" y="33885"/>
                  </a:cubicBezTo>
                  <a:cubicBezTo>
                    <a:pt x="3519" y="34221"/>
                    <a:pt x="3512" y="34558"/>
                    <a:pt x="3504" y="34893"/>
                  </a:cubicBezTo>
                  <a:cubicBezTo>
                    <a:pt x="3498" y="35184"/>
                    <a:pt x="3491" y="35490"/>
                    <a:pt x="3484" y="35783"/>
                  </a:cubicBezTo>
                  <a:cubicBezTo>
                    <a:pt x="3481" y="35929"/>
                    <a:pt x="3478" y="36075"/>
                    <a:pt x="3475" y="36223"/>
                  </a:cubicBezTo>
                  <a:cubicBezTo>
                    <a:pt x="3526" y="36473"/>
                    <a:pt x="3481" y="36746"/>
                    <a:pt x="3536" y="36986"/>
                  </a:cubicBezTo>
                  <a:cubicBezTo>
                    <a:pt x="3621" y="37345"/>
                    <a:pt x="3702" y="37699"/>
                    <a:pt x="3798" y="38037"/>
                  </a:cubicBezTo>
                  <a:cubicBezTo>
                    <a:pt x="3853" y="38302"/>
                    <a:pt x="3907" y="38567"/>
                    <a:pt x="3962" y="38830"/>
                  </a:cubicBezTo>
                  <a:cubicBezTo>
                    <a:pt x="4034" y="39116"/>
                    <a:pt x="3999" y="39426"/>
                    <a:pt x="4058" y="39724"/>
                  </a:cubicBezTo>
                  <a:cubicBezTo>
                    <a:pt x="4057" y="39816"/>
                    <a:pt x="4055" y="39906"/>
                    <a:pt x="4052" y="39996"/>
                  </a:cubicBezTo>
                  <a:cubicBezTo>
                    <a:pt x="4077" y="40114"/>
                    <a:pt x="4071" y="40342"/>
                    <a:pt x="4044" y="40461"/>
                  </a:cubicBezTo>
                  <a:cubicBezTo>
                    <a:pt x="4042" y="40559"/>
                    <a:pt x="4041" y="40659"/>
                    <a:pt x="4038" y="40756"/>
                  </a:cubicBezTo>
                  <a:cubicBezTo>
                    <a:pt x="3980" y="40993"/>
                    <a:pt x="4000" y="41275"/>
                    <a:pt x="3946" y="41504"/>
                  </a:cubicBezTo>
                  <a:cubicBezTo>
                    <a:pt x="3924" y="41684"/>
                    <a:pt x="3904" y="41866"/>
                    <a:pt x="3882" y="42046"/>
                  </a:cubicBezTo>
                  <a:cubicBezTo>
                    <a:pt x="3782" y="42651"/>
                    <a:pt x="3685" y="43256"/>
                    <a:pt x="3584" y="43860"/>
                  </a:cubicBezTo>
                  <a:cubicBezTo>
                    <a:pt x="3528" y="44081"/>
                    <a:pt x="3557" y="44318"/>
                    <a:pt x="3506" y="44532"/>
                  </a:cubicBezTo>
                  <a:cubicBezTo>
                    <a:pt x="3504" y="44616"/>
                    <a:pt x="3503" y="44704"/>
                    <a:pt x="3500" y="44789"/>
                  </a:cubicBezTo>
                  <a:cubicBezTo>
                    <a:pt x="3420" y="45118"/>
                    <a:pt x="3497" y="45564"/>
                    <a:pt x="3490" y="45900"/>
                  </a:cubicBezTo>
                  <a:cubicBezTo>
                    <a:pt x="3478" y="46429"/>
                    <a:pt x="3453" y="46969"/>
                    <a:pt x="3548" y="47414"/>
                  </a:cubicBezTo>
                  <a:lnTo>
                    <a:pt x="3592" y="47790"/>
                  </a:lnTo>
                  <a:cubicBezTo>
                    <a:pt x="3730" y="48330"/>
                    <a:pt x="3885" y="48818"/>
                    <a:pt x="4023" y="49349"/>
                  </a:cubicBezTo>
                  <a:cubicBezTo>
                    <a:pt x="4102" y="49647"/>
                    <a:pt x="4067" y="49977"/>
                    <a:pt x="4132" y="50294"/>
                  </a:cubicBezTo>
                  <a:cubicBezTo>
                    <a:pt x="4131" y="50399"/>
                    <a:pt x="4129" y="50502"/>
                    <a:pt x="4125" y="50605"/>
                  </a:cubicBezTo>
                  <a:cubicBezTo>
                    <a:pt x="4153" y="50743"/>
                    <a:pt x="4145" y="51011"/>
                    <a:pt x="4115" y="51149"/>
                  </a:cubicBezTo>
                  <a:cubicBezTo>
                    <a:pt x="4113" y="51252"/>
                    <a:pt x="4111" y="51355"/>
                    <a:pt x="4108" y="51460"/>
                  </a:cubicBezTo>
                  <a:cubicBezTo>
                    <a:pt x="4102" y="51704"/>
                    <a:pt x="4106" y="52049"/>
                    <a:pt x="4051" y="52271"/>
                  </a:cubicBezTo>
                  <a:cubicBezTo>
                    <a:pt x="4031" y="52620"/>
                    <a:pt x="4012" y="52969"/>
                    <a:pt x="3990" y="53316"/>
                  </a:cubicBezTo>
                  <a:cubicBezTo>
                    <a:pt x="3962" y="53427"/>
                    <a:pt x="3935" y="53924"/>
                    <a:pt x="3961" y="54052"/>
                  </a:cubicBezTo>
                  <a:cubicBezTo>
                    <a:pt x="3977" y="54333"/>
                    <a:pt x="3991" y="54615"/>
                    <a:pt x="4007" y="54894"/>
                  </a:cubicBezTo>
                  <a:cubicBezTo>
                    <a:pt x="4058" y="55132"/>
                    <a:pt x="4060" y="55409"/>
                    <a:pt x="4108" y="55647"/>
                  </a:cubicBezTo>
                  <a:lnTo>
                    <a:pt x="4113" y="55996"/>
                  </a:lnTo>
                  <a:cubicBezTo>
                    <a:pt x="4153" y="56194"/>
                    <a:pt x="4132" y="56407"/>
                    <a:pt x="4176" y="56617"/>
                  </a:cubicBezTo>
                  <a:cubicBezTo>
                    <a:pt x="4271" y="57065"/>
                    <a:pt x="4275" y="57518"/>
                    <a:pt x="4368" y="57978"/>
                  </a:cubicBezTo>
                  <a:cubicBezTo>
                    <a:pt x="4365" y="58305"/>
                    <a:pt x="4362" y="58632"/>
                    <a:pt x="4361" y="58959"/>
                  </a:cubicBezTo>
                  <a:cubicBezTo>
                    <a:pt x="4343" y="59027"/>
                    <a:pt x="4321" y="59181"/>
                    <a:pt x="4340" y="59269"/>
                  </a:cubicBezTo>
                  <a:cubicBezTo>
                    <a:pt x="4369" y="59410"/>
                    <a:pt x="4339" y="59576"/>
                    <a:pt x="4369" y="59721"/>
                  </a:cubicBezTo>
                  <a:cubicBezTo>
                    <a:pt x="4407" y="59903"/>
                    <a:pt x="4462" y="60063"/>
                    <a:pt x="4500" y="60228"/>
                  </a:cubicBezTo>
                  <a:cubicBezTo>
                    <a:pt x="4560" y="60486"/>
                    <a:pt x="4387" y="60765"/>
                    <a:pt x="4355" y="60987"/>
                  </a:cubicBezTo>
                  <a:cubicBezTo>
                    <a:pt x="4321" y="61213"/>
                    <a:pt x="4291" y="61579"/>
                    <a:pt x="4377" y="61790"/>
                  </a:cubicBezTo>
                  <a:cubicBezTo>
                    <a:pt x="4394" y="61833"/>
                    <a:pt x="4444" y="61870"/>
                    <a:pt x="4464" y="61908"/>
                  </a:cubicBezTo>
                  <a:cubicBezTo>
                    <a:pt x="4484" y="61973"/>
                    <a:pt x="4503" y="62038"/>
                    <a:pt x="4523" y="62102"/>
                  </a:cubicBezTo>
                  <a:cubicBezTo>
                    <a:pt x="4675" y="62374"/>
                    <a:pt x="5165" y="62258"/>
                    <a:pt x="5514" y="62344"/>
                  </a:cubicBezTo>
                  <a:cubicBezTo>
                    <a:pt x="5599" y="62345"/>
                    <a:pt x="5687" y="62347"/>
                    <a:pt x="5772" y="62350"/>
                  </a:cubicBezTo>
                  <a:cubicBezTo>
                    <a:pt x="5803" y="62357"/>
                    <a:pt x="5841" y="62359"/>
                    <a:pt x="5880" y="62359"/>
                  </a:cubicBezTo>
                  <a:cubicBezTo>
                    <a:pt x="5920" y="62359"/>
                    <a:pt x="5963" y="62357"/>
                    <a:pt x="6005" y="62357"/>
                  </a:cubicBezTo>
                  <a:cubicBezTo>
                    <a:pt x="6050" y="62357"/>
                    <a:pt x="6095" y="62359"/>
                    <a:pt x="6134" y="62368"/>
                  </a:cubicBezTo>
                  <a:cubicBezTo>
                    <a:pt x="6208" y="62387"/>
                    <a:pt x="6322" y="62395"/>
                    <a:pt x="6439" y="62395"/>
                  </a:cubicBezTo>
                  <a:cubicBezTo>
                    <a:pt x="6567" y="62395"/>
                    <a:pt x="6699" y="62385"/>
                    <a:pt x="6781" y="62368"/>
                  </a:cubicBezTo>
                  <a:cubicBezTo>
                    <a:pt x="6863" y="62352"/>
                    <a:pt x="6941" y="62350"/>
                    <a:pt x="7018" y="62350"/>
                  </a:cubicBezTo>
                  <a:cubicBezTo>
                    <a:pt x="7049" y="62350"/>
                    <a:pt x="7079" y="62351"/>
                    <a:pt x="7109" y="62351"/>
                  </a:cubicBezTo>
                  <a:cubicBezTo>
                    <a:pt x="7190" y="62351"/>
                    <a:pt x="7270" y="62348"/>
                    <a:pt x="7350" y="62329"/>
                  </a:cubicBezTo>
                  <a:cubicBezTo>
                    <a:pt x="7793" y="62226"/>
                    <a:pt x="8237" y="62146"/>
                    <a:pt x="8637" y="62008"/>
                  </a:cubicBezTo>
                  <a:cubicBezTo>
                    <a:pt x="8927" y="61908"/>
                    <a:pt x="9298" y="61873"/>
                    <a:pt x="9471" y="61652"/>
                  </a:cubicBezTo>
                  <a:cubicBezTo>
                    <a:pt x="9577" y="61514"/>
                    <a:pt x="9679" y="61140"/>
                    <a:pt x="9603" y="60891"/>
                  </a:cubicBezTo>
                  <a:cubicBezTo>
                    <a:pt x="9544" y="60694"/>
                    <a:pt x="9398" y="60525"/>
                    <a:pt x="9330" y="60343"/>
                  </a:cubicBezTo>
                  <a:cubicBezTo>
                    <a:pt x="9263" y="60159"/>
                    <a:pt x="9247" y="59980"/>
                    <a:pt x="9188" y="59785"/>
                  </a:cubicBezTo>
                  <a:cubicBezTo>
                    <a:pt x="9138" y="59647"/>
                    <a:pt x="9089" y="59507"/>
                    <a:pt x="9042" y="59369"/>
                  </a:cubicBezTo>
                  <a:cubicBezTo>
                    <a:pt x="9015" y="59292"/>
                    <a:pt x="9156" y="59158"/>
                    <a:pt x="9127" y="59008"/>
                  </a:cubicBezTo>
                  <a:cubicBezTo>
                    <a:pt x="9064" y="58681"/>
                    <a:pt x="8943" y="58516"/>
                    <a:pt x="8952" y="58113"/>
                  </a:cubicBezTo>
                  <a:cubicBezTo>
                    <a:pt x="8955" y="58040"/>
                    <a:pt x="8956" y="57966"/>
                    <a:pt x="8958" y="57893"/>
                  </a:cubicBezTo>
                  <a:cubicBezTo>
                    <a:pt x="8987" y="57777"/>
                    <a:pt x="8984" y="57643"/>
                    <a:pt x="9018" y="57518"/>
                  </a:cubicBezTo>
                  <a:cubicBezTo>
                    <a:pt x="9079" y="57300"/>
                    <a:pt x="9183" y="56915"/>
                    <a:pt x="9127" y="56643"/>
                  </a:cubicBezTo>
                  <a:cubicBezTo>
                    <a:pt x="9003" y="56048"/>
                    <a:pt x="8897" y="55465"/>
                    <a:pt x="8751" y="54903"/>
                  </a:cubicBezTo>
                  <a:cubicBezTo>
                    <a:pt x="8725" y="54708"/>
                    <a:pt x="8698" y="54514"/>
                    <a:pt x="8673" y="54320"/>
                  </a:cubicBezTo>
                  <a:cubicBezTo>
                    <a:pt x="8674" y="54254"/>
                    <a:pt x="8676" y="54190"/>
                    <a:pt x="8676" y="54125"/>
                  </a:cubicBezTo>
                  <a:cubicBezTo>
                    <a:pt x="8639" y="53939"/>
                    <a:pt x="8654" y="53303"/>
                    <a:pt x="8698" y="53119"/>
                  </a:cubicBezTo>
                  <a:cubicBezTo>
                    <a:pt x="8711" y="52941"/>
                    <a:pt x="8724" y="52765"/>
                    <a:pt x="8734" y="52590"/>
                  </a:cubicBezTo>
                  <a:cubicBezTo>
                    <a:pt x="8770" y="52440"/>
                    <a:pt x="8756" y="52273"/>
                    <a:pt x="8797" y="52113"/>
                  </a:cubicBezTo>
                  <a:cubicBezTo>
                    <a:pt x="8882" y="51771"/>
                    <a:pt x="8904" y="51392"/>
                    <a:pt x="8987" y="51070"/>
                  </a:cubicBezTo>
                  <a:cubicBezTo>
                    <a:pt x="9044" y="50636"/>
                    <a:pt x="9100" y="50201"/>
                    <a:pt x="9159" y="49769"/>
                  </a:cubicBezTo>
                  <a:cubicBezTo>
                    <a:pt x="9228" y="49487"/>
                    <a:pt x="9218" y="49157"/>
                    <a:pt x="9294" y="48868"/>
                  </a:cubicBezTo>
                  <a:lnTo>
                    <a:pt x="9611" y="47363"/>
                  </a:lnTo>
                  <a:cubicBezTo>
                    <a:pt x="9664" y="47155"/>
                    <a:pt x="9653" y="46934"/>
                    <a:pt x="9701" y="46732"/>
                  </a:cubicBezTo>
                  <a:cubicBezTo>
                    <a:pt x="9766" y="46469"/>
                    <a:pt x="9721" y="46163"/>
                    <a:pt x="9784" y="45907"/>
                  </a:cubicBezTo>
                  <a:cubicBezTo>
                    <a:pt x="9785" y="45835"/>
                    <a:pt x="9787" y="45759"/>
                    <a:pt x="9788" y="45686"/>
                  </a:cubicBezTo>
                  <a:cubicBezTo>
                    <a:pt x="9835" y="45497"/>
                    <a:pt x="9778" y="45263"/>
                    <a:pt x="9829" y="45054"/>
                  </a:cubicBezTo>
                  <a:cubicBezTo>
                    <a:pt x="9874" y="44868"/>
                    <a:pt x="9887" y="44224"/>
                    <a:pt x="9851" y="44033"/>
                  </a:cubicBezTo>
                  <a:cubicBezTo>
                    <a:pt x="9810" y="43825"/>
                    <a:pt x="9874" y="43603"/>
                    <a:pt x="9838" y="43414"/>
                  </a:cubicBezTo>
                  <a:cubicBezTo>
                    <a:pt x="9839" y="43341"/>
                    <a:pt x="9842" y="43266"/>
                    <a:pt x="9843" y="43193"/>
                  </a:cubicBezTo>
                  <a:cubicBezTo>
                    <a:pt x="9778" y="42869"/>
                    <a:pt x="9852" y="42485"/>
                    <a:pt x="9788" y="42158"/>
                  </a:cubicBezTo>
                  <a:cubicBezTo>
                    <a:pt x="9791" y="42042"/>
                    <a:pt x="9794" y="41925"/>
                    <a:pt x="9795" y="41809"/>
                  </a:cubicBezTo>
                  <a:cubicBezTo>
                    <a:pt x="9778" y="41720"/>
                    <a:pt x="9781" y="41549"/>
                    <a:pt x="9803" y="41460"/>
                  </a:cubicBezTo>
                  <a:cubicBezTo>
                    <a:pt x="9807" y="41309"/>
                    <a:pt x="9810" y="41158"/>
                    <a:pt x="9813" y="41008"/>
                  </a:cubicBezTo>
                  <a:cubicBezTo>
                    <a:pt x="9856" y="40823"/>
                    <a:pt x="9859" y="40586"/>
                    <a:pt x="9865" y="40387"/>
                  </a:cubicBezTo>
                  <a:cubicBezTo>
                    <a:pt x="9919" y="40473"/>
                    <a:pt x="9923" y="40820"/>
                    <a:pt x="9955" y="40945"/>
                  </a:cubicBezTo>
                  <a:cubicBezTo>
                    <a:pt x="10047" y="41294"/>
                    <a:pt x="10118" y="41656"/>
                    <a:pt x="10243" y="41985"/>
                  </a:cubicBezTo>
                  <a:cubicBezTo>
                    <a:pt x="10483" y="42609"/>
                    <a:pt x="10653" y="43251"/>
                    <a:pt x="10833" y="43949"/>
                  </a:cubicBezTo>
                  <a:cubicBezTo>
                    <a:pt x="10908" y="44237"/>
                    <a:pt x="10883" y="44555"/>
                    <a:pt x="10942" y="44856"/>
                  </a:cubicBezTo>
                  <a:cubicBezTo>
                    <a:pt x="10967" y="45916"/>
                    <a:pt x="10992" y="46977"/>
                    <a:pt x="11017" y="48037"/>
                  </a:cubicBezTo>
                  <a:cubicBezTo>
                    <a:pt x="11053" y="48577"/>
                    <a:pt x="11088" y="49115"/>
                    <a:pt x="11124" y="49654"/>
                  </a:cubicBezTo>
                  <a:cubicBezTo>
                    <a:pt x="11190" y="49986"/>
                    <a:pt x="11147" y="50351"/>
                    <a:pt x="11219" y="50691"/>
                  </a:cubicBezTo>
                  <a:cubicBezTo>
                    <a:pt x="11291" y="51041"/>
                    <a:pt x="11293" y="51432"/>
                    <a:pt x="11364" y="51778"/>
                  </a:cubicBezTo>
                  <a:cubicBezTo>
                    <a:pt x="11364" y="51951"/>
                    <a:pt x="11366" y="52124"/>
                    <a:pt x="11366" y="52294"/>
                  </a:cubicBezTo>
                  <a:cubicBezTo>
                    <a:pt x="11473" y="52838"/>
                    <a:pt x="11492" y="53369"/>
                    <a:pt x="11603" y="53904"/>
                  </a:cubicBezTo>
                  <a:cubicBezTo>
                    <a:pt x="11623" y="54202"/>
                    <a:pt x="11640" y="54500"/>
                    <a:pt x="11661" y="54795"/>
                  </a:cubicBezTo>
                  <a:cubicBezTo>
                    <a:pt x="11685" y="54926"/>
                    <a:pt x="11659" y="55381"/>
                    <a:pt x="11633" y="55493"/>
                  </a:cubicBezTo>
                  <a:cubicBezTo>
                    <a:pt x="11632" y="55579"/>
                    <a:pt x="11630" y="55666"/>
                    <a:pt x="11627" y="55752"/>
                  </a:cubicBezTo>
                  <a:cubicBezTo>
                    <a:pt x="11597" y="55881"/>
                    <a:pt x="11610" y="56060"/>
                    <a:pt x="11581" y="56189"/>
                  </a:cubicBezTo>
                  <a:cubicBezTo>
                    <a:pt x="11579" y="56259"/>
                    <a:pt x="11576" y="56328"/>
                    <a:pt x="11576" y="56397"/>
                  </a:cubicBezTo>
                  <a:cubicBezTo>
                    <a:pt x="11546" y="56530"/>
                    <a:pt x="11537" y="56720"/>
                    <a:pt x="11528" y="56860"/>
                  </a:cubicBezTo>
                  <a:lnTo>
                    <a:pt x="11523" y="57143"/>
                  </a:lnTo>
                  <a:cubicBezTo>
                    <a:pt x="11467" y="57368"/>
                    <a:pt x="11508" y="57655"/>
                    <a:pt x="11456" y="57880"/>
                  </a:cubicBezTo>
                  <a:cubicBezTo>
                    <a:pt x="11453" y="57949"/>
                    <a:pt x="11451" y="58018"/>
                    <a:pt x="11451" y="58087"/>
                  </a:cubicBezTo>
                  <a:cubicBezTo>
                    <a:pt x="11364" y="58444"/>
                    <a:pt x="11335" y="58866"/>
                    <a:pt x="11233" y="59219"/>
                  </a:cubicBezTo>
                  <a:cubicBezTo>
                    <a:pt x="11166" y="59455"/>
                    <a:pt x="11014" y="60033"/>
                    <a:pt x="11081" y="60316"/>
                  </a:cubicBezTo>
                  <a:cubicBezTo>
                    <a:pt x="11123" y="60486"/>
                    <a:pt x="11206" y="60599"/>
                    <a:pt x="11291" y="60720"/>
                  </a:cubicBezTo>
                  <a:cubicBezTo>
                    <a:pt x="11339" y="60788"/>
                    <a:pt x="11390" y="60869"/>
                    <a:pt x="11456" y="60919"/>
                  </a:cubicBezTo>
                  <a:cubicBezTo>
                    <a:pt x="11448" y="61124"/>
                    <a:pt x="11428" y="61384"/>
                    <a:pt x="11521" y="61502"/>
                  </a:cubicBezTo>
                  <a:cubicBezTo>
                    <a:pt x="11619" y="61627"/>
                    <a:pt x="11903" y="61583"/>
                    <a:pt x="12085" y="61631"/>
                  </a:cubicBezTo>
                  <a:cubicBezTo>
                    <a:pt x="12437" y="61720"/>
                    <a:pt x="12837" y="61733"/>
                    <a:pt x="13193" y="61822"/>
                  </a:cubicBezTo>
                  <a:cubicBezTo>
                    <a:pt x="13312" y="61832"/>
                    <a:pt x="13433" y="61844"/>
                    <a:pt x="13554" y="61854"/>
                  </a:cubicBezTo>
                  <a:cubicBezTo>
                    <a:pt x="13901" y="61940"/>
                    <a:pt x="14330" y="61894"/>
                    <a:pt x="14688" y="61982"/>
                  </a:cubicBezTo>
                  <a:lnTo>
                    <a:pt x="14971" y="61988"/>
                  </a:lnTo>
                  <a:cubicBezTo>
                    <a:pt x="15152" y="62031"/>
                    <a:pt x="15378" y="62021"/>
                    <a:pt x="15579" y="62025"/>
                  </a:cubicBezTo>
                  <a:cubicBezTo>
                    <a:pt x="15652" y="62027"/>
                    <a:pt x="15726" y="62028"/>
                    <a:pt x="15799" y="62031"/>
                  </a:cubicBezTo>
                  <a:cubicBezTo>
                    <a:pt x="15889" y="62053"/>
                    <a:pt x="16028" y="62064"/>
                    <a:pt x="16161" y="62064"/>
                  </a:cubicBezTo>
                  <a:cubicBezTo>
                    <a:pt x="16263" y="62064"/>
                    <a:pt x="16361" y="62057"/>
                    <a:pt x="16431" y="62043"/>
                  </a:cubicBezTo>
                  <a:cubicBezTo>
                    <a:pt x="16547" y="62046"/>
                    <a:pt x="16664" y="62049"/>
                    <a:pt x="16780" y="62050"/>
                  </a:cubicBezTo>
                  <a:cubicBezTo>
                    <a:pt x="17120" y="61983"/>
                    <a:pt x="17484" y="62021"/>
                    <a:pt x="17817" y="61956"/>
                  </a:cubicBezTo>
                  <a:cubicBezTo>
                    <a:pt x="17876" y="61958"/>
                    <a:pt x="17936" y="61958"/>
                    <a:pt x="17998" y="61960"/>
                  </a:cubicBezTo>
                  <a:cubicBezTo>
                    <a:pt x="18250" y="61909"/>
                    <a:pt x="18529" y="61954"/>
                    <a:pt x="18788" y="61900"/>
                  </a:cubicBezTo>
                  <a:cubicBezTo>
                    <a:pt x="19365" y="61778"/>
                    <a:pt x="19926" y="61662"/>
                    <a:pt x="20351" y="61378"/>
                  </a:cubicBezTo>
                  <a:cubicBezTo>
                    <a:pt x="20582" y="61226"/>
                    <a:pt x="20713" y="60992"/>
                    <a:pt x="20625" y="60595"/>
                  </a:cubicBezTo>
                  <a:cubicBezTo>
                    <a:pt x="20604" y="60491"/>
                    <a:pt x="20612" y="60411"/>
                    <a:pt x="20566" y="60334"/>
                  </a:cubicBezTo>
                  <a:cubicBezTo>
                    <a:pt x="20514" y="60246"/>
                    <a:pt x="20422" y="60222"/>
                    <a:pt x="20336" y="60163"/>
                  </a:cubicBezTo>
                  <a:cubicBezTo>
                    <a:pt x="20304" y="60122"/>
                    <a:pt x="20269" y="60084"/>
                    <a:pt x="20234" y="60044"/>
                  </a:cubicBezTo>
                  <a:cubicBezTo>
                    <a:pt x="20135" y="59952"/>
                    <a:pt x="20005" y="59897"/>
                    <a:pt x="19891" y="59817"/>
                  </a:cubicBezTo>
                  <a:cubicBezTo>
                    <a:pt x="19506" y="59548"/>
                    <a:pt x="19077" y="59321"/>
                    <a:pt x="18613" y="59118"/>
                  </a:cubicBezTo>
                  <a:cubicBezTo>
                    <a:pt x="18327" y="58992"/>
                    <a:pt x="18027" y="58930"/>
                    <a:pt x="17741" y="58801"/>
                  </a:cubicBezTo>
                  <a:cubicBezTo>
                    <a:pt x="17543" y="58712"/>
                    <a:pt x="17311" y="58622"/>
                    <a:pt x="17127" y="58503"/>
                  </a:cubicBezTo>
                  <a:cubicBezTo>
                    <a:pt x="17040" y="58447"/>
                    <a:pt x="16951" y="58348"/>
                    <a:pt x="16847" y="58316"/>
                  </a:cubicBezTo>
                  <a:cubicBezTo>
                    <a:pt x="16858" y="58238"/>
                    <a:pt x="16911" y="58158"/>
                    <a:pt x="16890" y="58058"/>
                  </a:cubicBezTo>
                  <a:cubicBezTo>
                    <a:pt x="16853" y="57860"/>
                    <a:pt x="16773" y="57703"/>
                    <a:pt x="16707" y="57536"/>
                  </a:cubicBezTo>
                  <a:cubicBezTo>
                    <a:pt x="16639" y="57358"/>
                    <a:pt x="16600" y="57150"/>
                    <a:pt x="16552" y="56964"/>
                  </a:cubicBezTo>
                  <a:cubicBezTo>
                    <a:pt x="16488" y="56714"/>
                    <a:pt x="16502" y="56445"/>
                    <a:pt x="16451" y="56186"/>
                  </a:cubicBezTo>
                  <a:cubicBezTo>
                    <a:pt x="16425" y="56063"/>
                    <a:pt x="16454" y="55925"/>
                    <a:pt x="16432" y="55811"/>
                  </a:cubicBezTo>
                  <a:cubicBezTo>
                    <a:pt x="16406" y="55670"/>
                    <a:pt x="16454" y="55484"/>
                    <a:pt x="16429" y="55359"/>
                  </a:cubicBezTo>
                  <a:cubicBezTo>
                    <a:pt x="16414" y="55278"/>
                    <a:pt x="16447" y="54885"/>
                    <a:pt x="16467" y="54805"/>
                  </a:cubicBezTo>
                  <a:cubicBezTo>
                    <a:pt x="16475" y="54645"/>
                    <a:pt x="16483" y="54487"/>
                    <a:pt x="16491" y="54327"/>
                  </a:cubicBezTo>
                  <a:cubicBezTo>
                    <a:pt x="16544" y="54109"/>
                    <a:pt x="16537" y="53782"/>
                    <a:pt x="16533" y="53565"/>
                  </a:cubicBezTo>
                  <a:lnTo>
                    <a:pt x="16533" y="52997"/>
                  </a:lnTo>
                  <a:cubicBezTo>
                    <a:pt x="16438" y="52508"/>
                    <a:pt x="16546" y="51921"/>
                    <a:pt x="16450" y="51432"/>
                  </a:cubicBezTo>
                  <a:cubicBezTo>
                    <a:pt x="16451" y="51130"/>
                    <a:pt x="16453" y="50829"/>
                    <a:pt x="16457" y="50526"/>
                  </a:cubicBezTo>
                  <a:cubicBezTo>
                    <a:pt x="16431" y="50147"/>
                    <a:pt x="16403" y="49768"/>
                    <a:pt x="16379" y="49387"/>
                  </a:cubicBezTo>
                  <a:cubicBezTo>
                    <a:pt x="16328" y="49139"/>
                    <a:pt x="16342" y="48846"/>
                    <a:pt x="16291" y="48597"/>
                  </a:cubicBezTo>
                  <a:cubicBezTo>
                    <a:pt x="16290" y="48519"/>
                    <a:pt x="16286" y="48442"/>
                    <a:pt x="16284" y="48365"/>
                  </a:cubicBezTo>
                  <a:cubicBezTo>
                    <a:pt x="16249" y="48194"/>
                    <a:pt x="16270" y="48004"/>
                    <a:pt x="16232" y="47821"/>
                  </a:cubicBezTo>
                  <a:cubicBezTo>
                    <a:pt x="16117" y="47264"/>
                    <a:pt x="16137" y="46659"/>
                    <a:pt x="16022" y="46111"/>
                  </a:cubicBezTo>
                  <a:cubicBezTo>
                    <a:pt x="15988" y="45947"/>
                    <a:pt x="16011" y="45777"/>
                    <a:pt x="15980" y="45618"/>
                  </a:cubicBezTo>
                  <a:cubicBezTo>
                    <a:pt x="15985" y="45476"/>
                    <a:pt x="15986" y="45335"/>
                    <a:pt x="15989" y="45191"/>
                  </a:cubicBezTo>
                  <a:cubicBezTo>
                    <a:pt x="15919" y="44832"/>
                    <a:pt x="16031" y="44366"/>
                    <a:pt x="15963" y="44014"/>
                  </a:cubicBezTo>
                  <a:cubicBezTo>
                    <a:pt x="15964" y="43949"/>
                    <a:pt x="15966" y="43887"/>
                    <a:pt x="15966" y="43821"/>
                  </a:cubicBezTo>
                  <a:cubicBezTo>
                    <a:pt x="15942" y="43702"/>
                    <a:pt x="15958" y="43538"/>
                    <a:pt x="15935" y="43418"/>
                  </a:cubicBezTo>
                  <a:cubicBezTo>
                    <a:pt x="15937" y="43346"/>
                    <a:pt x="15938" y="43272"/>
                    <a:pt x="15941" y="43199"/>
                  </a:cubicBezTo>
                  <a:cubicBezTo>
                    <a:pt x="15928" y="43130"/>
                    <a:pt x="15950" y="43011"/>
                    <a:pt x="15934" y="42928"/>
                  </a:cubicBezTo>
                  <a:cubicBezTo>
                    <a:pt x="15892" y="42713"/>
                    <a:pt x="15913" y="42415"/>
                    <a:pt x="15909" y="42190"/>
                  </a:cubicBezTo>
                  <a:cubicBezTo>
                    <a:pt x="15915" y="41941"/>
                    <a:pt x="15921" y="41691"/>
                    <a:pt x="15926" y="41441"/>
                  </a:cubicBezTo>
                  <a:cubicBezTo>
                    <a:pt x="15870" y="41149"/>
                    <a:pt x="15941" y="40794"/>
                    <a:pt x="15945" y="40486"/>
                  </a:cubicBezTo>
                  <a:cubicBezTo>
                    <a:pt x="15958" y="39852"/>
                    <a:pt x="15922" y="39129"/>
                    <a:pt x="16051" y="38589"/>
                  </a:cubicBezTo>
                  <a:cubicBezTo>
                    <a:pt x="16059" y="38416"/>
                    <a:pt x="16067" y="38245"/>
                    <a:pt x="16075" y="38072"/>
                  </a:cubicBezTo>
                  <a:cubicBezTo>
                    <a:pt x="16115" y="37904"/>
                    <a:pt x="16139" y="37418"/>
                    <a:pt x="16105" y="37245"/>
                  </a:cubicBezTo>
                  <a:cubicBezTo>
                    <a:pt x="16072" y="37062"/>
                    <a:pt x="16137" y="36831"/>
                    <a:pt x="16105" y="36664"/>
                  </a:cubicBezTo>
                  <a:cubicBezTo>
                    <a:pt x="16113" y="36319"/>
                    <a:pt x="16120" y="35974"/>
                    <a:pt x="16127" y="35630"/>
                  </a:cubicBezTo>
                  <a:cubicBezTo>
                    <a:pt x="16089" y="35434"/>
                    <a:pt x="16124" y="35131"/>
                    <a:pt x="16117" y="34932"/>
                  </a:cubicBezTo>
                  <a:lnTo>
                    <a:pt x="16123" y="34686"/>
                  </a:lnTo>
                  <a:cubicBezTo>
                    <a:pt x="16089" y="34516"/>
                    <a:pt x="16131" y="34324"/>
                    <a:pt x="16095" y="34143"/>
                  </a:cubicBezTo>
                  <a:cubicBezTo>
                    <a:pt x="16015" y="33734"/>
                    <a:pt x="16050" y="33277"/>
                    <a:pt x="15966" y="32888"/>
                  </a:cubicBezTo>
                  <a:cubicBezTo>
                    <a:pt x="15963" y="32827"/>
                    <a:pt x="15960" y="32767"/>
                    <a:pt x="15957" y="32706"/>
                  </a:cubicBezTo>
                  <a:cubicBezTo>
                    <a:pt x="15893" y="32402"/>
                    <a:pt x="15902" y="32078"/>
                    <a:pt x="15835" y="31758"/>
                  </a:cubicBezTo>
                  <a:cubicBezTo>
                    <a:pt x="15790" y="31546"/>
                    <a:pt x="15791" y="31289"/>
                    <a:pt x="15746" y="31072"/>
                  </a:cubicBezTo>
                  <a:cubicBezTo>
                    <a:pt x="15742" y="30999"/>
                    <a:pt x="15740" y="30925"/>
                    <a:pt x="15737" y="30852"/>
                  </a:cubicBezTo>
                  <a:cubicBezTo>
                    <a:pt x="15697" y="30653"/>
                    <a:pt x="15727" y="30434"/>
                    <a:pt x="15687" y="30217"/>
                  </a:cubicBezTo>
                  <a:cubicBezTo>
                    <a:pt x="15596" y="29765"/>
                    <a:pt x="15644" y="29176"/>
                    <a:pt x="15655" y="28653"/>
                  </a:cubicBezTo>
                  <a:cubicBezTo>
                    <a:pt x="15666" y="28142"/>
                    <a:pt x="15735" y="27476"/>
                    <a:pt x="15611" y="27075"/>
                  </a:cubicBezTo>
                  <a:cubicBezTo>
                    <a:pt x="15564" y="26920"/>
                    <a:pt x="15470" y="26783"/>
                    <a:pt x="15389" y="26658"/>
                  </a:cubicBezTo>
                  <a:cubicBezTo>
                    <a:pt x="15327" y="26565"/>
                    <a:pt x="15272" y="26463"/>
                    <a:pt x="15173" y="26406"/>
                  </a:cubicBezTo>
                  <a:cubicBezTo>
                    <a:pt x="15210" y="25960"/>
                    <a:pt x="15157" y="25586"/>
                    <a:pt x="15056" y="25255"/>
                  </a:cubicBezTo>
                  <a:cubicBezTo>
                    <a:pt x="15026" y="25160"/>
                    <a:pt x="15034" y="25044"/>
                    <a:pt x="14984" y="24968"/>
                  </a:cubicBezTo>
                  <a:cubicBezTo>
                    <a:pt x="14993" y="24842"/>
                    <a:pt x="15207" y="24601"/>
                    <a:pt x="15266" y="24471"/>
                  </a:cubicBezTo>
                  <a:cubicBezTo>
                    <a:pt x="15338" y="24319"/>
                    <a:pt x="15370" y="24138"/>
                    <a:pt x="15419" y="23970"/>
                  </a:cubicBezTo>
                  <a:lnTo>
                    <a:pt x="15435" y="23789"/>
                  </a:lnTo>
                  <a:cubicBezTo>
                    <a:pt x="15463" y="23689"/>
                    <a:pt x="15502" y="23337"/>
                    <a:pt x="15471" y="23286"/>
                  </a:cubicBezTo>
                  <a:cubicBezTo>
                    <a:pt x="15471" y="23260"/>
                    <a:pt x="15473" y="23235"/>
                    <a:pt x="15473" y="23208"/>
                  </a:cubicBezTo>
                  <a:lnTo>
                    <a:pt x="15790" y="23551"/>
                  </a:lnTo>
                  <a:cubicBezTo>
                    <a:pt x="16028" y="23738"/>
                    <a:pt x="16249" y="23935"/>
                    <a:pt x="16568" y="24045"/>
                  </a:cubicBezTo>
                  <a:cubicBezTo>
                    <a:pt x="16669" y="24081"/>
                    <a:pt x="16768" y="24095"/>
                    <a:pt x="16864" y="24095"/>
                  </a:cubicBezTo>
                  <a:cubicBezTo>
                    <a:pt x="17173" y="24095"/>
                    <a:pt x="17448" y="23941"/>
                    <a:pt x="17645" y="23824"/>
                  </a:cubicBezTo>
                  <a:cubicBezTo>
                    <a:pt x="18117" y="23541"/>
                    <a:pt x="18416" y="23134"/>
                    <a:pt x="18730" y="22684"/>
                  </a:cubicBezTo>
                  <a:cubicBezTo>
                    <a:pt x="18874" y="22479"/>
                    <a:pt x="19049" y="22260"/>
                    <a:pt x="19157" y="22021"/>
                  </a:cubicBezTo>
                  <a:cubicBezTo>
                    <a:pt x="19241" y="21834"/>
                    <a:pt x="19281" y="21656"/>
                    <a:pt x="19362" y="21470"/>
                  </a:cubicBezTo>
                  <a:cubicBezTo>
                    <a:pt x="19432" y="21316"/>
                    <a:pt x="19532" y="21145"/>
                    <a:pt x="19592" y="20998"/>
                  </a:cubicBezTo>
                  <a:cubicBezTo>
                    <a:pt x="19615" y="20908"/>
                    <a:pt x="19638" y="20818"/>
                    <a:pt x="19663" y="20727"/>
                  </a:cubicBezTo>
                  <a:cubicBezTo>
                    <a:pt x="19752" y="20482"/>
                    <a:pt x="19823" y="20236"/>
                    <a:pt x="19912" y="19970"/>
                  </a:cubicBezTo>
                  <a:cubicBezTo>
                    <a:pt x="19939" y="19886"/>
                    <a:pt x="20073" y="19483"/>
                    <a:pt x="20028" y="19403"/>
                  </a:cubicBezTo>
                  <a:cubicBezTo>
                    <a:pt x="20028" y="19371"/>
                    <a:pt x="20029" y="19342"/>
                    <a:pt x="20029" y="19311"/>
                  </a:cubicBezTo>
                  <a:cubicBezTo>
                    <a:pt x="20050" y="19284"/>
                    <a:pt x="20130" y="19281"/>
                    <a:pt x="20160" y="19262"/>
                  </a:cubicBezTo>
                  <a:cubicBezTo>
                    <a:pt x="20259" y="19204"/>
                    <a:pt x="20355" y="19128"/>
                    <a:pt x="20450" y="19063"/>
                  </a:cubicBezTo>
                  <a:cubicBezTo>
                    <a:pt x="20611" y="18948"/>
                    <a:pt x="20758" y="18797"/>
                    <a:pt x="20922" y="18685"/>
                  </a:cubicBezTo>
                  <a:cubicBezTo>
                    <a:pt x="21150" y="18528"/>
                    <a:pt x="21381" y="18395"/>
                    <a:pt x="21578" y="18208"/>
                  </a:cubicBezTo>
                  <a:cubicBezTo>
                    <a:pt x="21678" y="18113"/>
                    <a:pt x="21965" y="17757"/>
                    <a:pt x="21746" y="17593"/>
                  </a:cubicBezTo>
                  <a:cubicBezTo>
                    <a:pt x="21767" y="17456"/>
                    <a:pt x="21873" y="17394"/>
                    <a:pt x="21921" y="17285"/>
                  </a:cubicBezTo>
                  <a:cubicBezTo>
                    <a:pt x="22027" y="17052"/>
                    <a:pt x="21890" y="16787"/>
                    <a:pt x="21701" y="16725"/>
                  </a:cubicBezTo>
                  <a:cubicBezTo>
                    <a:pt x="21789" y="16553"/>
                    <a:pt x="21931" y="16514"/>
                    <a:pt x="22007" y="16344"/>
                  </a:cubicBezTo>
                  <a:cubicBezTo>
                    <a:pt x="22040" y="16273"/>
                    <a:pt x="22043" y="16089"/>
                    <a:pt x="22021" y="15986"/>
                  </a:cubicBezTo>
                  <a:cubicBezTo>
                    <a:pt x="21969" y="15727"/>
                    <a:pt x="21896" y="15572"/>
                    <a:pt x="21684" y="15476"/>
                  </a:cubicBezTo>
                  <a:cubicBezTo>
                    <a:pt x="21572" y="15447"/>
                    <a:pt x="21460" y="15419"/>
                    <a:pt x="21350" y="15390"/>
                  </a:cubicBezTo>
                  <a:cubicBezTo>
                    <a:pt x="21240" y="15341"/>
                    <a:pt x="21134" y="15255"/>
                    <a:pt x="21030" y="15203"/>
                  </a:cubicBezTo>
                  <a:cubicBezTo>
                    <a:pt x="21053" y="15076"/>
                    <a:pt x="21136" y="14948"/>
                    <a:pt x="21168" y="14830"/>
                  </a:cubicBezTo>
                  <a:cubicBezTo>
                    <a:pt x="21210" y="14660"/>
                    <a:pt x="21021" y="14426"/>
                    <a:pt x="20822" y="14426"/>
                  </a:cubicBezTo>
                  <a:cubicBezTo>
                    <a:pt x="20802" y="14426"/>
                    <a:pt x="20782" y="14428"/>
                    <a:pt x="20762" y="14434"/>
                  </a:cubicBezTo>
                  <a:cubicBezTo>
                    <a:pt x="20615" y="14473"/>
                    <a:pt x="20518" y="14605"/>
                    <a:pt x="20420" y="14698"/>
                  </a:cubicBezTo>
                  <a:cubicBezTo>
                    <a:pt x="20240" y="14870"/>
                    <a:pt x="20037" y="15063"/>
                    <a:pt x="19827" y="15201"/>
                  </a:cubicBezTo>
                  <a:cubicBezTo>
                    <a:pt x="19602" y="15352"/>
                    <a:pt x="19292" y="15403"/>
                    <a:pt x="19070" y="15559"/>
                  </a:cubicBezTo>
                  <a:cubicBezTo>
                    <a:pt x="18812" y="15741"/>
                    <a:pt x="18664" y="16071"/>
                    <a:pt x="18561" y="16414"/>
                  </a:cubicBezTo>
                  <a:lnTo>
                    <a:pt x="18474" y="16876"/>
                  </a:lnTo>
                  <a:cubicBezTo>
                    <a:pt x="18458" y="17074"/>
                    <a:pt x="18439" y="17273"/>
                    <a:pt x="18423" y="17471"/>
                  </a:cubicBezTo>
                  <a:cubicBezTo>
                    <a:pt x="18381" y="17629"/>
                    <a:pt x="18285" y="17798"/>
                    <a:pt x="18270" y="17945"/>
                  </a:cubicBezTo>
                  <a:cubicBezTo>
                    <a:pt x="17978" y="18058"/>
                    <a:pt x="17805" y="18395"/>
                    <a:pt x="17622" y="18628"/>
                  </a:cubicBezTo>
                  <a:cubicBezTo>
                    <a:pt x="17514" y="18763"/>
                    <a:pt x="17345" y="18846"/>
                    <a:pt x="17228" y="18968"/>
                  </a:cubicBezTo>
                  <a:cubicBezTo>
                    <a:pt x="17184" y="18910"/>
                    <a:pt x="17200" y="18817"/>
                    <a:pt x="17180" y="18734"/>
                  </a:cubicBezTo>
                  <a:cubicBezTo>
                    <a:pt x="17138" y="18563"/>
                    <a:pt x="17114" y="18385"/>
                    <a:pt x="17062" y="18214"/>
                  </a:cubicBezTo>
                  <a:cubicBezTo>
                    <a:pt x="16978" y="17942"/>
                    <a:pt x="16876" y="17661"/>
                    <a:pt x="16794" y="17395"/>
                  </a:cubicBezTo>
                  <a:cubicBezTo>
                    <a:pt x="16780" y="17290"/>
                    <a:pt x="16764" y="17187"/>
                    <a:pt x="16749" y="17084"/>
                  </a:cubicBezTo>
                  <a:cubicBezTo>
                    <a:pt x="16690" y="16847"/>
                    <a:pt x="16661" y="16601"/>
                    <a:pt x="16597" y="16357"/>
                  </a:cubicBezTo>
                  <a:cubicBezTo>
                    <a:pt x="16493" y="15957"/>
                    <a:pt x="16422" y="15531"/>
                    <a:pt x="16300" y="15136"/>
                  </a:cubicBezTo>
                  <a:cubicBezTo>
                    <a:pt x="16110" y="14513"/>
                    <a:pt x="15849" y="13932"/>
                    <a:pt x="15615" y="13363"/>
                  </a:cubicBezTo>
                  <a:cubicBezTo>
                    <a:pt x="15493" y="13070"/>
                    <a:pt x="15375" y="12783"/>
                    <a:pt x="15218" y="12514"/>
                  </a:cubicBezTo>
                  <a:cubicBezTo>
                    <a:pt x="14913" y="11991"/>
                    <a:pt x="14584" y="11408"/>
                    <a:pt x="14113" y="11043"/>
                  </a:cubicBezTo>
                  <a:cubicBezTo>
                    <a:pt x="13869" y="10854"/>
                    <a:pt x="13602" y="10677"/>
                    <a:pt x="13336" y="10508"/>
                  </a:cubicBezTo>
                  <a:cubicBezTo>
                    <a:pt x="13174" y="10405"/>
                    <a:pt x="13000" y="10344"/>
                    <a:pt x="12838" y="10239"/>
                  </a:cubicBezTo>
                  <a:cubicBezTo>
                    <a:pt x="12584" y="10076"/>
                    <a:pt x="12302" y="9900"/>
                    <a:pt x="12020" y="9769"/>
                  </a:cubicBezTo>
                  <a:cubicBezTo>
                    <a:pt x="11707" y="9624"/>
                    <a:pt x="11402" y="9482"/>
                    <a:pt x="11111" y="9323"/>
                  </a:cubicBezTo>
                  <a:cubicBezTo>
                    <a:pt x="11017" y="9272"/>
                    <a:pt x="10929" y="9224"/>
                    <a:pt x="10842" y="9176"/>
                  </a:cubicBezTo>
                  <a:cubicBezTo>
                    <a:pt x="10817" y="9162"/>
                    <a:pt x="10775" y="9168"/>
                    <a:pt x="10753" y="9149"/>
                  </a:cubicBezTo>
                  <a:cubicBezTo>
                    <a:pt x="10730" y="9131"/>
                    <a:pt x="10723" y="9083"/>
                    <a:pt x="10704" y="9058"/>
                  </a:cubicBezTo>
                  <a:cubicBezTo>
                    <a:pt x="10649" y="8980"/>
                    <a:pt x="10554" y="8868"/>
                    <a:pt x="10477" y="8807"/>
                  </a:cubicBezTo>
                  <a:cubicBezTo>
                    <a:pt x="10403" y="8749"/>
                    <a:pt x="10326" y="8683"/>
                    <a:pt x="10249" y="8635"/>
                  </a:cubicBezTo>
                  <a:cubicBezTo>
                    <a:pt x="10195" y="8600"/>
                    <a:pt x="10130" y="8592"/>
                    <a:pt x="10083" y="8553"/>
                  </a:cubicBezTo>
                  <a:lnTo>
                    <a:pt x="10070" y="8541"/>
                  </a:lnTo>
                  <a:cubicBezTo>
                    <a:pt x="10367" y="8407"/>
                    <a:pt x="10796" y="8406"/>
                    <a:pt x="10983" y="8158"/>
                  </a:cubicBezTo>
                  <a:cubicBezTo>
                    <a:pt x="11079" y="8032"/>
                    <a:pt x="11117" y="7882"/>
                    <a:pt x="11187" y="7724"/>
                  </a:cubicBezTo>
                  <a:cubicBezTo>
                    <a:pt x="11379" y="7280"/>
                    <a:pt x="11492" y="6767"/>
                    <a:pt x="11632" y="6261"/>
                  </a:cubicBezTo>
                  <a:cubicBezTo>
                    <a:pt x="11661" y="6072"/>
                    <a:pt x="11691" y="5883"/>
                    <a:pt x="11720" y="5694"/>
                  </a:cubicBezTo>
                  <a:cubicBezTo>
                    <a:pt x="11762" y="5524"/>
                    <a:pt x="11757" y="5105"/>
                    <a:pt x="11725" y="4945"/>
                  </a:cubicBezTo>
                  <a:cubicBezTo>
                    <a:pt x="11713" y="4892"/>
                    <a:pt x="11674" y="4764"/>
                    <a:pt x="11691" y="4700"/>
                  </a:cubicBezTo>
                  <a:cubicBezTo>
                    <a:pt x="11712" y="4627"/>
                    <a:pt x="11773" y="4532"/>
                    <a:pt x="11800" y="4457"/>
                  </a:cubicBezTo>
                  <a:cubicBezTo>
                    <a:pt x="11925" y="4099"/>
                    <a:pt x="12018" y="3561"/>
                    <a:pt x="11931" y="3154"/>
                  </a:cubicBezTo>
                  <a:cubicBezTo>
                    <a:pt x="11882" y="2926"/>
                    <a:pt x="11982" y="2692"/>
                    <a:pt x="11853" y="2545"/>
                  </a:cubicBezTo>
                  <a:cubicBezTo>
                    <a:pt x="11872" y="2366"/>
                    <a:pt x="12149" y="2369"/>
                    <a:pt x="12273" y="2296"/>
                  </a:cubicBezTo>
                  <a:cubicBezTo>
                    <a:pt x="12460" y="2184"/>
                    <a:pt x="12789" y="1825"/>
                    <a:pt x="12600" y="1501"/>
                  </a:cubicBezTo>
                  <a:cubicBezTo>
                    <a:pt x="12550" y="1418"/>
                    <a:pt x="12473" y="1412"/>
                    <a:pt x="12396" y="1354"/>
                  </a:cubicBezTo>
                  <a:cubicBezTo>
                    <a:pt x="12375" y="1271"/>
                    <a:pt x="12548" y="1130"/>
                    <a:pt x="12444" y="992"/>
                  </a:cubicBezTo>
                  <a:cubicBezTo>
                    <a:pt x="12416" y="907"/>
                    <a:pt x="12308" y="834"/>
                    <a:pt x="12174" y="834"/>
                  </a:cubicBezTo>
                  <a:cubicBezTo>
                    <a:pt x="12145" y="834"/>
                    <a:pt x="12116" y="837"/>
                    <a:pt x="12085" y="844"/>
                  </a:cubicBezTo>
                  <a:cubicBezTo>
                    <a:pt x="11855" y="895"/>
                    <a:pt x="11594" y="1031"/>
                    <a:pt x="11296" y="1031"/>
                  </a:cubicBezTo>
                  <a:cubicBezTo>
                    <a:pt x="11224" y="1031"/>
                    <a:pt x="11150" y="1023"/>
                    <a:pt x="11073" y="1004"/>
                  </a:cubicBezTo>
                  <a:cubicBezTo>
                    <a:pt x="10032" y="742"/>
                    <a:pt x="9663" y="4"/>
                    <a:pt x="83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20"/>
            <p:cNvSpPr/>
            <p:nvPr/>
          </p:nvSpPr>
          <p:spPr>
            <a:xfrm>
              <a:off x="947610" y="3592388"/>
              <a:ext cx="7894" cy="31320"/>
            </a:xfrm>
            <a:custGeom>
              <a:rect b="b" l="l" r="r" t="t"/>
              <a:pathLst>
                <a:path extrusionOk="0" h="1107" w="279">
                  <a:moveTo>
                    <a:pt x="167" y="0"/>
                  </a:moveTo>
                  <a:cubicBezTo>
                    <a:pt x="167" y="271"/>
                    <a:pt x="135" y="531"/>
                    <a:pt x="72" y="759"/>
                  </a:cubicBezTo>
                  <a:cubicBezTo>
                    <a:pt x="43" y="867"/>
                    <a:pt x="58" y="990"/>
                    <a:pt x="1" y="1069"/>
                  </a:cubicBezTo>
                  <a:lnTo>
                    <a:pt x="1" y="1107"/>
                  </a:lnTo>
                  <a:lnTo>
                    <a:pt x="14" y="1107"/>
                  </a:lnTo>
                  <a:cubicBezTo>
                    <a:pt x="116" y="922"/>
                    <a:pt x="279" y="663"/>
                    <a:pt x="222" y="350"/>
                  </a:cubicBezTo>
                  <a:cubicBezTo>
                    <a:pt x="199" y="214"/>
                    <a:pt x="239" y="83"/>
                    <a:pt x="1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20"/>
            <p:cNvSpPr/>
            <p:nvPr/>
          </p:nvSpPr>
          <p:spPr>
            <a:xfrm>
              <a:off x="930917" y="3599744"/>
              <a:ext cx="9563" cy="37176"/>
            </a:xfrm>
            <a:custGeom>
              <a:rect b="b" l="l" r="r" t="t"/>
              <a:pathLst>
                <a:path extrusionOk="0" h="1314" w="338">
                  <a:moveTo>
                    <a:pt x="296" y="0"/>
                  </a:moveTo>
                  <a:cubicBezTo>
                    <a:pt x="280" y="383"/>
                    <a:pt x="190" y="658"/>
                    <a:pt x="82" y="953"/>
                  </a:cubicBezTo>
                  <a:cubicBezTo>
                    <a:pt x="51" y="1040"/>
                    <a:pt x="1" y="1230"/>
                    <a:pt x="49" y="1302"/>
                  </a:cubicBezTo>
                  <a:lnTo>
                    <a:pt x="62" y="1313"/>
                  </a:lnTo>
                  <a:lnTo>
                    <a:pt x="62" y="1302"/>
                  </a:lnTo>
                  <a:cubicBezTo>
                    <a:pt x="211" y="1188"/>
                    <a:pt x="256" y="621"/>
                    <a:pt x="315" y="389"/>
                  </a:cubicBezTo>
                  <a:cubicBezTo>
                    <a:pt x="338" y="293"/>
                    <a:pt x="338" y="54"/>
                    <a:pt x="2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20"/>
            <p:cNvSpPr/>
            <p:nvPr/>
          </p:nvSpPr>
          <p:spPr>
            <a:xfrm>
              <a:off x="876003" y="3533711"/>
              <a:ext cx="368" cy="736"/>
            </a:xfrm>
            <a:custGeom>
              <a:rect b="b" l="l" r="r" t="t"/>
              <a:pathLst>
                <a:path extrusionOk="0" h="26" w="13">
                  <a:moveTo>
                    <a:pt x="1" y="1"/>
                  </a:moveTo>
                  <a:lnTo>
                    <a:pt x="1" y="26"/>
                  </a:lnTo>
                  <a:lnTo>
                    <a:pt x="12" y="26"/>
                  </a:lnTo>
                  <a:cubicBezTo>
                    <a:pt x="5" y="4"/>
                    <a:pt x="11" y="1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20"/>
            <p:cNvSpPr/>
            <p:nvPr/>
          </p:nvSpPr>
          <p:spPr>
            <a:xfrm>
              <a:off x="911509" y="3632110"/>
              <a:ext cx="5319" cy="18673"/>
            </a:xfrm>
            <a:custGeom>
              <a:rect b="b" l="l" r="r" t="t"/>
              <a:pathLst>
                <a:path extrusionOk="0" h="660" w="188">
                  <a:moveTo>
                    <a:pt x="92" y="1"/>
                  </a:moveTo>
                  <a:lnTo>
                    <a:pt x="92" y="1"/>
                  </a:lnTo>
                  <a:cubicBezTo>
                    <a:pt x="90" y="152"/>
                    <a:pt x="66" y="402"/>
                    <a:pt x="5" y="492"/>
                  </a:cubicBezTo>
                  <a:cubicBezTo>
                    <a:pt x="3" y="547"/>
                    <a:pt x="3" y="604"/>
                    <a:pt x="0" y="659"/>
                  </a:cubicBezTo>
                  <a:lnTo>
                    <a:pt x="13" y="646"/>
                  </a:lnTo>
                  <a:cubicBezTo>
                    <a:pt x="88" y="589"/>
                    <a:pt x="188" y="110"/>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20"/>
            <p:cNvSpPr/>
            <p:nvPr/>
          </p:nvSpPr>
          <p:spPr>
            <a:xfrm>
              <a:off x="920308" y="3608996"/>
              <a:ext cx="8375" cy="39355"/>
            </a:xfrm>
            <a:custGeom>
              <a:rect b="b" l="l" r="r" t="t"/>
              <a:pathLst>
                <a:path extrusionOk="0" h="1391" w="296">
                  <a:moveTo>
                    <a:pt x="187" y="0"/>
                  </a:moveTo>
                  <a:lnTo>
                    <a:pt x="187" y="0"/>
                  </a:lnTo>
                  <a:cubicBezTo>
                    <a:pt x="203" y="383"/>
                    <a:pt x="168" y="665"/>
                    <a:pt x="75" y="992"/>
                  </a:cubicBezTo>
                  <a:cubicBezTo>
                    <a:pt x="44" y="1101"/>
                    <a:pt x="63" y="1258"/>
                    <a:pt x="2" y="1340"/>
                  </a:cubicBezTo>
                  <a:cubicBezTo>
                    <a:pt x="2" y="1356"/>
                    <a:pt x="2" y="1374"/>
                    <a:pt x="0" y="1390"/>
                  </a:cubicBezTo>
                  <a:lnTo>
                    <a:pt x="14" y="1390"/>
                  </a:lnTo>
                  <a:cubicBezTo>
                    <a:pt x="35" y="1328"/>
                    <a:pt x="82" y="1280"/>
                    <a:pt x="108" y="1225"/>
                  </a:cubicBezTo>
                  <a:cubicBezTo>
                    <a:pt x="187" y="1052"/>
                    <a:pt x="296" y="643"/>
                    <a:pt x="255" y="415"/>
                  </a:cubicBezTo>
                  <a:cubicBezTo>
                    <a:pt x="226" y="251"/>
                    <a:pt x="275" y="99"/>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20"/>
            <p:cNvSpPr/>
            <p:nvPr/>
          </p:nvSpPr>
          <p:spPr>
            <a:xfrm>
              <a:off x="805698" y="3334029"/>
              <a:ext cx="12675" cy="23681"/>
            </a:xfrm>
            <a:custGeom>
              <a:rect b="b" l="l" r="r" t="t"/>
              <a:pathLst>
                <a:path extrusionOk="0" h="837" w="448">
                  <a:moveTo>
                    <a:pt x="1" y="0"/>
                  </a:moveTo>
                  <a:lnTo>
                    <a:pt x="1" y="0"/>
                  </a:lnTo>
                  <a:cubicBezTo>
                    <a:pt x="31" y="215"/>
                    <a:pt x="295" y="702"/>
                    <a:pt x="436" y="810"/>
                  </a:cubicBezTo>
                  <a:lnTo>
                    <a:pt x="436" y="836"/>
                  </a:lnTo>
                  <a:lnTo>
                    <a:pt x="447" y="836"/>
                  </a:lnTo>
                  <a:cubicBezTo>
                    <a:pt x="444" y="531"/>
                    <a:pt x="268" y="378"/>
                    <a:pt x="139" y="196"/>
                  </a:cubicBezTo>
                  <a:cubicBezTo>
                    <a:pt x="91" y="132"/>
                    <a:pt x="59" y="4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20"/>
            <p:cNvSpPr/>
            <p:nvPr/>
          </p:nvSpPr>
          <p:spPr>
            <a:xfrm>
              <a:off x="789261" y="3897147"/>
              <a:ext cx="396" cy="707"/>
            </a:xfrm>
            <a:custGeom>
              <a:rect b="b" l="l" r="r" t="t"/>
              <a:pathLst>
                <a:path extrusionOk="0" h="25" w="14">
                  <a:moveTo>
                    <a:pt x="0" y="0"/>
                  </a:moveTo>
                  <a:lnTo>
                    <a:pt x="0" y="25"/>
                  </a:lnTo>
                  <a:lnTo>
                    <a:pt x="13" y="25"/>
                  </a:lnTo>
                  <a:cubicBezTo>
                    <a:pt x="3" y="3"/>
                    <a:pt x="9"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20"/>
            <p:cNvSpPr/>
            <p:nvPr/>
          </p:nvSpPr>
          <p:spPr>
            <a:xfrm>
              <a:off x="759385" y="3770315"/>
              <a:ext cx="13694" cy="53926"/>
            </a:xfrm>
            <a:custGeom>
              <a:rect b="b" l="l" r="r" t="t"/>
              <a:pathLst>
                <a:path extrusionOk="0" h="1906" w="484">
                  <a:moveTo>
                    <a:pt x="1" y="1"/>
                  </a:moveTo>
                  <a:lnTo>
                    <a:pt x="1" y="1"/>
                  </a:lnTo>
                  <a:cubicBezTo>
                    <a:pt x="12" y="181"/>
                    <a:pt x="88" y="376"/>
                    <a:pt x="132" y="546"/>
                  </a:cubicBezTo>
                  <a:lnTo>
                    <a:pt x="257" y="1337"/>
                  </a:lnTo>
                  <a:cubicBezTo>
                    <a:pt x="287" y="1482"/>
                    <a:pt x="207" y="1769"/>
                    <a:pt x="284" y="1881"/>
                  </a:cubicBezTo>
                  <a:cubicBezTo>
                    <a:pt x="287" y="1889"/>
                    <a:pt x="293" y="1898"/>
                    <a:pt x="296" y="1905"/>
                  </a:cubicBezTo>
                  <a:cubicBezTo>
                    <a:pt x="328" y="1897"/>
                    <a:pt x="325" y="1892"/>
                    <a:pt x="350" y="1881"/>
                  </a:cubicBezTo>
                  <a:cubicBezTo>
                    <a:pt x="483" y="1331"/>
                    <a:pt x="308" y="764"/>
                    <a:pt x="149" y="377"/>
                  </a:cubicBezTo>
                  <a:cubicBezTo>
                    <a:pt x="98" y="259"/>
                    <a:pt x="79" y="9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20"/>
            <p:cNvSpPr/>
            <p:nvPr/>
          </p:nvSpPr>
          <p:spPr>
            <a:xfrm>
              <a:off x="726906" y="4059230"/>
              <a:ext cx="340" cy="1103"/>
            </a:xfrm>
            <a:custGeom>
              <a:rect b="b" l="l" r="r" t="t"/>
              <a:pathLst>
                <a:path extrusionOk="0" h="39" w="12">
                  <a:moveTo>
                    <a:pt x="0" y="1"/>
                  </a:moveTo>
                  <a:lnTo>
                    <a:pt x="0" y="39"/>
                  </a:lnTo>
                  <a:lnTo>
                    <a:pt x="12" y="39"/>
                  </a:lnTo>
                  <a:cubicBezTo>
                    <a:pt x="7" y="14"/>
                    <a:pt x="9"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20"/>
            <p:cNvSpPr/>
            <p:nvPr/>
          </p:nvSpPr>
          <p:spPr>
            <a:xfrm>
              <a:off x="758706" y="3768504"/>
              <a:ext cx="396" cy="764"/>
            </a:xfrm>
            <a:custGeom>
              <a:rect b="b" l="l" r="r" t="t"/>
              <a:pathLst>
                <a:path extrusionOk="0" h="27" w="14">
                  <a:moveTo>
                    <a:pt x="0" y="1"/>
                  </a:moveTo>
                  <a:lnTo>
                    <a:pt x="0" y="27"/>
                  </a:lnTo>
                  <a:lnTo>
                    <a:pt x="13" y="27"/>
                  </a:lnTo>
                  <a:cubicBezTo>
                    <a:pt x="6" y="5"/>
                    <a:pt x="12"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20"/>
            <p:cNvSpPr/>
            <p:nvPr/>
          </p:nvSpPr>
          <p:spPr>
            <a:xfrm>
              <a:off x="751010" y="3897826"/>
              <a:ext cx="38732" cy="75965"/>
            </a:xfrm>
            <a:custGeom>
              <a:rect b="b" l="l" r="r" t="t"/>
              <a:pathLst>
                <a:path extrusionOk="0" h="2685" w="1369">
                  <a:moveTo>
                    <a:pt x="1338" y="1"/>
                  </a:moveTo>
                  <a:lnTo>
                    <a:pt x="1338" y="1"/>
                  </a:lnTo>
                  <a:cubicBezTo>
                    <a:pt x="1306" y="172"/>
                    <a:pt x="1146" y="393"/>
                    <a:pt x="1066" y="537"/>
                  </a:cubicBezTo>
                  <a:cubicBezTo>
                    <a:pt x="932" y="784"/>
                    <a:pt x="825" y="1032"/>
                    <a:pt x="688" y="1279"/>
                  </a:cubicBezTo>
                  <a:cubicBezTo>
                    <a:pt x="606" y="1427"/>
                    <a:pt x="505" y="1585"/>
                    <a:pt x="432" y="1738"/>
                  </a:cubicBezTo>
                  <a:cubicBezTo>
                    <a:pt x="327" y="1963"/>
                    <a:pt x="221" y="2186"/>
                    <a:pt x="121" y="2404"/>
                  </a:cubicBezTo>
                  <a:cubicBezTo>
                    <a:pt x="80" y="2493"/>
                    <a:pt x="61" y="2593"/>
                    <a:pt x="0" y="2660"/>
                  </a:cubicBezTo>
                  <a:lnTo>
                    <a:pt x="0" y="2685"/>
                  </a:lnTo>
                  <a:lnTo>
                    <a:pt x="12" y="2685"/>
                  </a:lnTo>
                  <a:cubicBezTo>
                    <a:pt x="182" y="2363"/>
                    <a:pt x="381" y="2048"/>
                    <a:pt x="576" y="1742"/>
                  </a:cubicBezTo>
                  <a:cubicBezTo>
                    <a:pt x="778" y="1424"/>
                    <a:pt x="907" y="1062"/>
                    <a:pt x="1076" y="719"/>
                  </a:cubicBezTo>
                  <a:cubicBezTo>
                    <a:pt x="1156" y="555"/>
                    <a:pt x="1208" y="387"/>
                    <a:pt x="1281" y="206"/>
                  </a:cubicBezTo>
                  <a:cubicBezTo>
                    <a:pt x="1301" y="155"/>
                    <a:pt x="1368" y="57"/>
                    <a:pt x="13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20"/>
            <p:cNvSpPr/>
            <p:nvPr/>
          </p:nvSpPr>
          <p:spPr>
            <a:xfrm>
              <a:off x="554468" y="4489207"/>
              <a:ext cx="34743" cy="93648"/>
            </a:xfrm>
            <a:custGeom>
              <a:rect b="b" l="l" r="r" t="t"/>
              <a:pathLst>
                <a:path extrusionOk="0" h="3310" w="1228">
                  <a:moveTo>
                    <a:pt x="1196" y="0"/>
                  </a:moveTo>
                  <a:lnTo>
                    <a:pt x="1196" y="0"/>
                  </a:lnTo>
                  <a:cubicBezTo>
                    <a:pt x="1175" y="310"/>
                    <a:pt x="1017" y="570"/>
                    <a:pt x="919" y="820"/>
                  </a:cubicBezTo>
                  <a:cubicBezTo>
                    <a:pt x="719" y="1326"/>
                    <a:pt x="566" y="1848"/>
                    <a:pt x="370" y="2347"/>
                  </a:cubicBezTo>
                  <a:cubicBezTo>
                    <a:pt x="272" y="2597"/>
                    <a:pt x="200" y="2847"/>
                    <a:pt x="95" y="3078"/>
                  </a:cubicBezTo>
                  <a:cubicBezTo>
                    <a:pt x="63" y="3152"/>
                    <a:pt x="51" y="3229"/>
                    <a:pt x="0" y="3283"/>
                  </a:cubicBezTo>
                  <a:lnTo>
                    <a:pt x="0" y="3309"/>
                  </a:lnTo>
                  <a:lnTo>
                    <a:pt x="13" y="3309"/>
                  </a:lnTo>
                  <a:cubicBezTo>
                    <a:pt x="86" y="3173"/>
                    <a:pt x="187" y="3042"/>
                    <a:pt x="268" y="2914"/>
                  </a:cubicBezTo>
                  <a:cubicBezTo>
                    <a:pt x="370" y="2754"/>
                    <a:pt x="448" y="2553"/>
                    <a:pt x="524" y="2376"/>
                  </a:cubicBezTo>
                  <a:cubicBezTo>
                    <a:pt x="732" y="1904"/>
                    <a:pt x="822" y="1387"/>
                    <a:pt x="1008" y="887"/>
                  </a:cubicBezTo>
                  <a:cubicBezTo>
                    <a:pt x="1081" y="694"/>
                    <a:pt x="1130" y="464"/>
                    <a:pt x="1190" y="259"/>
                  </a:cubicBezTo>
                  <a:cubicBezTo>
                    <a:pt x="1206" y="201"/>
                    <a:pt x="1227" y="50"/>
                    <a:pt x="11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20"/>
            <p:cNvSpPr/>
            <p:nvPr/>
          </p:nvSpPr>
          <p:spPr>
            <a:xfrm>
              <a:off x="759017" y="3769240"/>
              <a:ext cx="396" cy="1103"/>
            </a:xfrm>
            <a:custGeom>
              <a:rect b="b" l="l" r="r" t="t"/>
              <a:pathLst>
                <a:path extrusionOk="0" h="39" w="14">
                  <a:moveTo>
                    <a:pt x="1" y="1"/>
                  </a:moveTo>
                  <a:cubicBezTo>
                    <a:pt x="2" y="14"/>
                    <a:pt x="2" y="26"/>
                    <a:pt x="1" y="39"/>
                  </a:cubicBezTo>
                  <a:lnTo>
                    <a:pt x="14" y="39"/>
                  </a:lnTo>
                  <a:cubicBezTo>
                    <a:pt x="8" y="11"/>
                    <a:pt x="11" y="1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20"/>
            <p:cNvSpPr/>
            <p:nvPr/>
          </p:nvSpPr>
          <p:spPr>
            <a:xfrm>
              <a:off x="563352" y="3762874"/>
              <a:ext cx="83067" cy="131447"/>
            </a:xfrm>
            <a:custGeom>
              <a:rect b="b" l="l" r="r" t="t"/>
              <a:pathLst>
                <a:path extrusionOk="0" h="4646" w="2936">
                  <a:moveTo>
                    <a:pt x="2476" y="127"/>
                  </a:moveTo>
                  <a:cubicBezTo>
                    <a:pt x="2569" y="127"/>
                    <a:pt x="2692" y="130"/>
                    <a:pt x="2747" y="174"/>
                  </a:cubicBezTo>
                  <a:cubicBezTo>
                    <a:pt x="2760" y="178"/>
                    <a:pt x="2773" y="182"/>
                    <a:pt x="2786" y="188"/>
                  </a:cubicBezTo>
                  <a:cubicBezTo>
                    <a:pt x="2776" y="328"/>
                    <a:pt x="2731" y="425"/>
                    <a:pt x="2699" y="534"/>
                  </a:cubicBezTo>
                  <a:cubicBezTo>
                    <a:pt x="2594" y="874"/>
                    <a:pt x="2535" y="1177"/>
                    <a:pt x="2408" y="1472"/>
                  </a:cubicBezTo>
                  <a:cubicBezTo>
                    <a:pt x="2120" y="2132"/>
                    <a:pt x="1853" y="2783"/>
                    <a:pt x="1475" y="3352"/>
                  </a:cubicBezTo>
                  <a:cubicBezTo>
                    <a:pt x="1421" y="3435"/>
                    <a:pt x="1351" y="3526"/>
                    <a:pt x="1289" y="3606"/>
                  </a:cubicBezTo>
                  <a:cubicBezTo>
                    <a:pt x="1226" y="3660"/>
                    <a:pt x="1165" y="3715"/>
                    <a:pt x="1104" y="3769"/>
                  </a:cubicBezTo>
                  <a:cubicBezTo>
                    <a:pt x="954" y="3961"/>
                    <a:pt x="762" y="4122"/>
                    <a:pt x="591" y="4288"/>
                  </a:cubicBezTo>
                  <a:cubicBezTo>
                    <a:pt x="515" y="4361"/>
                    <a:pt x="448" y="4467"/>
                    <a:pt x="339" y="4502"/>
                  </a:cubicBezTo>
                  <a:cubicBezTo>
                    <a:pt x="326" y="4513"/>
                    <a:pt x="336" y="4508"/>
                    <a:pt x="314" y="4515"/>
                  </a:cubicBezTo>
                  <a:cubicBezTo>
                    <a:pt x="271" y="4419"/>
                    <a:pt x="236" y="4340"/>
                    <a:pt x="243" y="4189"/>
                  </a:cubicBezTo>
                  <a:cubicBezTo>
                    <a:pt x="556" y="3884"/>
                    <a:pt x="797" y="3526"/>
                    <a:pt x="1041" y="3147"/>
                  </a:cubicBezTo>
                  <a:cubicBezTo>
                    <a:pt x="1150" y="2975"/>
                    <a:pt x="1213" y="2793"/>
                    <a:pt x="1325" y="2623"/>
                  </a:cubicBezTo>
                  <a:cubicBezTo>
                    <a:pt x="1595" y="2199"/>
                    <a:pt x="1860" y="1723"/>
                    <a:pt x="2077" y="1257"/>
                  </a:cubicBezTo>
                  <a:cubicBezTo>
                    <a:pt x="2184" y="1027"/>
                    <a:pt x="2260" y="777"/>
                    <a:pt x="2338" y="525"/>
                  </a:cubicBezTo>
                  <a:cubicBezTo>
                    <a:pt x="2379" y="395"/>
                    <a:pt x="2366" y="248"/>
                    <a:pt x="2437" y="153"/>
                  </a:cubicBezTo>
                  <a:cubicBezTo>
                    <a:pt x="2447" y="144"/>
                    <a:pt x="2466" y="137"/>
                    <a:pt x="2476" y="127"/>
                  </a:cubicBezTo>
                  <a:close/>
                  <a:moveTo>
                    <a:pt x="2452" y="1"/>
                  </a:moveTo>
                  <a:cubicBezTo>
                    <a:pt x="2437" y="11"/>
                    <a:pt x="2428" y="9"/>
                    <a:pt x="2398" y="11"/>
                  </a:cubicBezTo>
                  <a:cubicBezTo>
                    <a:pt x="2248" y="163"/>
                    <a:pt x="2333" y="203"/>
                    <a:pt x="2260" y="409"/>
                  </a:cubicBezTo>
                  <a:cubicBezTo>
                    <a:pt x="2174" y="655"/>
                    <a:pt x="2071" y="915"/>
                    <a:pt x="1960" y="1152"/>
                  </a:cubicBezTo>
                  <a:cubicBezTo>
                    <a:pt x="1738" y="1632"/>
                    <a:pt x="1472" y="2122"/>
                    <a:pt x="1193" y="2558"/>
                  </a:cubicBezTo>
                  <a:cubicBezTo>
                    <a:pt x="977" y="2895"/>
                    <a:pt x="828" y="3259"/>
                    <a:pt x="602" y="3579"/>
                  </a:cubicBezTo>
                  <a:cubicBezTo>
                    <a:pt x="538" y="3670"/>
                    <a:pt x="461" y="3757"/>
                    <a:pt x="390" y="3846"/>
                  </a:cubicBezTo>
                  <a:cubicBezTo>
                    <a:pt x="251" y="4022"/>
                    <a:pt x="0" y="4109"/>
                    <a:pt x="144" y="4474"/>
                  </a:cubicBezTo>
                  <a:cubicBezTo>
                    <a:pt x="166" y="4531"/>
                    <a:pt x="214" y="4583"/>
                    <a:pt x="245" y="4633"/>
                  </a:cubicBezTo>
                  <a:cubicBezTo>
                    <a:pt x="267" y="4641"/>
                    <a:pt x="258" y="4637"/>
                    <a:pt x="269" y="4646"/>
                  </a:cubicBezTo>
                  <a:cubicBezTo>
                    <a:pt x="271" y="4646"/>
                    <a:pt x="273" y="4646"/>
                    <a:pt x="275" y="4646"/>
                  </a:cubicBezTo>
                  <a:cubicBezTo>
                    <a:pt x="515" y="4646"/>
                    <a:pt x="600" y="4460"/>
                    <a:pt x="727" y="4346"/>
                  </a:cubicBezTo>
                  <a:cubicBezTo>
                    <a:pt x="787" y="4292"/>
                    <a:pt x="861" y="4266"/>
                    <a:pt x="924" y="4220"/>
                  </a:cubicBezTo>
                  <a:cubicBezTo>
                    <a:pt x="1044" y="4135"/>
                    <a:pt x="1149" y="4007"/>
                    <a:pt x="1242" y="3891"/>
                  </a:cubicBezTo>
                  <a:cubicBezTo>
                    <a:pt x="1300" y="3817"/>
                    <a:pt x="1385" y="3753"/>
                    <a:pt x="1440" y="3674"/>
                  </a:cubicBezTo>
                  <a:cubicBezTo>
                    <a:pt x="1952" y="2982"/>
                    <a:pt x="2353" y="2122"/>
                    <a:pt x="2668" y="1232"/>
                  </a:cubicBezTo>
                  <a:cubicBezTo>
                    <a:pt x="2725" y="1076"/>
                    <a:pt x="2774" y="889"/>
                    <a:pt x="2821" y="719"/>
                  </a:cubicBezTo>
                  <a:cubicBezTo>
                    <a:pt x="2833" y="646"/>
                    <a:pt x="2841" y="573"/>
                    <a:pt x="2853" y="498"/>
                  </a:cubicBezTo>
                  <a:cubicBezTo>
                    <a:pt x="2891" y="379"/>
                    <a:pt x="2936" y="287"/>
                    <a:pt x="2926" y="139"/>
                  </a:cubicBezTo>
                  <a:cubicBezTo>
                    <a:pt x="2905" y="112"/>
                    <a:pt x="2884" y="88"/>
                    <a:pt x="2863" y="60"/>
                  </a:cubicBezTo>
                  <a:cubicBezTo>
                    <a:pt x="2744" y="28"/>
                    <a:pt x="2623" y="1"/>
                    <a:pt x="24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20"/>
            <p:cNvSpPr/>
            <p:nvPr/>
          </p:nvSpPr>
          <p:spPr>
            <a:xfrm>
              <a:off x="726482" y="4060305"/>
              <a:ext cx="368" cy="764"/>
            </a:xfrm>
            <a:custGeom>
              <a:rect b="b" l="l" r="r" t="t"/>
              <a:pathLst>
                <a:path extrusionOk="0" h="27" w="13">
                  <a:moveTo>
                    <a:pt x="1" y="1"/>
                  </a:moveTo>
                  <a:lnTo>
                    <a:pt x="1" y="27"/>
                  </a:lnTo>
                  <a:lnTo>
                    <a:pt x="12" y="27"/>
                  </a:lnTo>
                  <a:cubicBezTo>
                    <a:pt x="5" y="5"/>
                    <a:pt x="11"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20"/>
            <p:cNvSpPr/>
            <p:nvPr/>
          </p:nvSpPr>
          <p:spPr>
            <a:xfrm>
              <a:off x="735450" y="4042651"/>
              <a:ext cx="40345" cy="76758"/>
            </a:xfrm>
            <a:custGeom>
              <a:rect b="b" l="l" r="r" t="t"/>
              <a:pathLst>
                <a:path extrusionOk="0" h="2713" w="1426">
                  <a:moveTo>
                    <a:pt x="1404" y="1"/>
                  </a:moveTo>
                  <a:cubicBezTo>
                    <a:pt x="1292" y="159"/>
                    <a:pt x="1142" y="305"/>
                    <a:pt x="1031" y="472"/>
                  </a:cubicBezTo>
                  <a:cubicBezTo>
                    <a:pt x="783" y="849"/>
                    <a:pt x="569" y="1250"/>
                    <a:pt x="371" y="1673"/>
                  </a:cubicBezTo>
                  <a:cubicBezTo>
                    <a:pt x="240" y="1952"/>
                    <a:pt x="5" y="2323"/>
                    <a:pt x="1" y="2712"/>
                  </a:cubicBezTo>
                  <a:cubicBezTo>
                    <a:pt x="47" y="2657"/>
                    <a:pt x="51" y="2564"/>
                    <a:pt x="83" y="2494"/>
                  </a:cubicBezTo>
                  <a:cubicBezTo>
                    <a:pt x="137" y="2377"/>
                    <a:pt x="198" y="2262"/>
                    <a:pt x="259" y="2137"/>
                  </a:cubicBezTo>
                  <a:cubicBezTo>
                    <a:pt x="342" y="1956"/>
                    <a:pt x="459" y="1773"/>
                    <a:pt x="556" y="1600"/>
                  </a:cubicBezTo>
                  <a:cubicBezTo>
                    <a:pt x="732" y="1276"/>
                    <a:pt x="886" y="944"/>
                    <a:pt x="1079" y="641"/>
                  </a:cubicBezTo>
                  <a:cubicBezTo>
                    <a:pt x="1177" y="486"/>
                    <a:pt x="1247" y="327"/>
                    <a:pt x="1335" y="168"/>
                  </a:cubicBezTo>
                  <a:cubicBezTo>
                    <a:pt x="1359" y="124"/>
                    <a:pt x="1425" y="50"/>
                    <a:pt x="14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20"/>
            <p:cNvSpPr/>
            <p:nvPr/>
          </p:nvSpPr>
          <p:spPr>
            <a:xfrm>
              <a:off x="775313" y="4102318"/>
              <a:ext cx="396" cy="764"/>
            </a:xfrm>
            <a:custGeom>
              <a:rect b="b" l="l" r="r" t="t"/>
              <a:pathLst>
                <a:path extrusionOk="0" h="27" w="14">
                  <a:moveTo>
                    <a:pt x="0" y="0"/>
                  </a:moveTo>
                  <a:lnTo>
                    <a:pt x="0" y="26"/>
                  </a:lnTo>
                  <a:lnTo>
                    <a:pt x="13" y="26"/>
                  </a:lnTo>
                  <a:cubicBezTo>
                    <a:pt x="6" y="4"/>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20"/>
            <p:cNvSpPr/>
            <p:nvPr/>
          </p:nvSpPr>
          <p:spPr>
            <a:xfrm>
              <a:off x="747870" y="4075950"/>
              <a:ext cx="26397" cy="58679"/>
            </a:xfrm>
            <a:custGeom>
              <a:rect b="b" l="l" r="r" t="t"/>
              <a:pathLst>
                <a:path extrusionOk="0" h="2074" w="933">
                  <a:moveTo>
                    <a:pt x="912" y="0"/>
                  </a:moveTo>
                  <a:cubicBezTo>
                    <a:pt x="805" y="169"/>
                    <a:pt x="687" y="340"/>
                    <a:pt x="578" y="510"/>
                  </a:cubicBezTo>
                  <a:cubicBezTo>
                    <a:pt x="425" y="750"/>
                    <a:pt x="332" y="1024"/>
                    <a:pt x="213" y="1291"/>
                  </a:cubicBezTo>
                  <a:cubicBezTo>
                    <a:pt x="113" y="1511"/>
                    <a:pt x="1" y="1755"/>
                    <a:pt x="2" y="2073"/>
                  </a:cubicBezTo>
                  <a:cubicBezTo>
                    <a:pt x="60" y="1998"/>
                    <a:pt x="107" y="1775"/>
                    <a:pt x="153" y="1676"/>
                  </a:cubicBezTo>
                  <a:cubicBezTo>
                    <a:pt x="329" y="1294"/>
                    <a:pt x="511" y="886"/>
                    <a:pt x="707" y="510"/>
                  </a:cubicBezTo>
                  <a:cubicBezTo>
                    <a:pt x="747" y="442"/>
                    <a:pt x="933" y="44"/>
                    <a:pt x="9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20"/>
            <p:cNvSpPr/>
            <p:nvPr/>
          </p:nvSpPr>
          <p:spPr>
            <a:xfrm>
              <a:off x="722096" y="3991245"/>
              <a:ext cx="59669" cy="105531"/>
            </a:xfrm>
            <a:custGeom>
              <a:rect b="b" l="l" r="r" t="t"/>
              <a:pathLst>
                <a:path extrusionOk="0" h="3730" w="2109">
                  <a:moveTo>
                    <a:pt x="2084" y="1"/>
                  </a:moveTo>
                  <a:cubicBezTo>
                    <a:pt x="1957" y="187"/>
                    <a:pt x="1784" y="347"/>
                    <a:pt x="1658" y="536"/>
                  </a:cubicBezTo>
                  <a:cubicBezTo>
                    <a:pt x="1284" y="1101"/>
                    <a:pt x="945" y="1707"/>
                    <a:pt x="611" y="2309"/>
                  </a:cubicBezTo>
                  <a:cubicBezTo>
                    <a:pt x="449" y="2600"/>
                    <a:pt x="313" y="2911"/>
                    <a:pt x="179" y="3218"/>
                  </a:cubicBezTo>
                  <a:cubicBezTo>
                    <a:pt x="113" y="3366"/>
                    <a:pt x="95" y="3567"/>
                    <a:pt x="0" y="3692"/>
                  </a:cubicBezTo>
                  <a:lnTo>
                    <a:pt x="0" y="3730"/>
                  </a:lnTo>
                  <a:lnTo>
                    <a:pt x="13" y="3730"/>
                  </a:lnTo>
                  <a:cubicBezTo>
                    <a:pt x="71" y="3538"/>
                    <a:pt x="195" y="3352"/>
                    <a:pt x="297" y="3195"/>
                  </a:cubicBezTo>
                  <a:cubicBezTo>
                    <a:pt x="393" y="3044"/>
                    <a:pt x="461" y="2878"/>
                    <a:pt x="553" y="2734"/>
                  </a:cubicBezTo>
                  <a:cubicBezTo>
                    <a:pt x="622" y="2622"/>
                    <a:pt x="654" y="2501"/>
                    <a:pt x="726" y="2389"/>
                  </a:cubicBezTo>
                  <a:cubicBezTo>
                    <a:pt x="989" y="1976"/>
                    <a:pt x="1185" y="1517"/>
                    <a:pt x="1451" y="1098"/>
                  </a:cubicBezTo>
                  <a:cubicBezTo>
                    <a:pt x="1579" y="895"/>
                    <a:pt x="1692" y="678"/>
                    <a:pt x="1828" y="473"/>
                  </a:cubicBezTo>
                  <a:cubicBezTo>
                    <a:pt x="1924" y="323"/>
                    <a:pt x="2036" y="179"/>
                    <a:pt x="21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20"/>
            <p:cNvSpPr/>
            <p:nvPr/>
          </p:nvSpPr>
          <p:spPr>
            <a:xfrm>
              <a:off x="721672" y="4096801"/>
              <a:ext cx="396" cy="1132"/>
            </a:xfrm>
            <a:custGeom>
              <a:rect b="b" l="l" r="r" t="t"/>
              <a:pathLst>
                <a:path extrusionOk="0" h="40" w="14">
                  <a:moveTo>
                    <a:pt x="1" y="0"/>
                  </a:moveTo>
                  <a:lnTo>
                    <a:pt x="1" y="39"/>
                  </a:lnTo>
                  <a:lnTo>
                    <a:pt x="14" y="39"/>
                  </a:lnTo>
                  <a:cubicBezTo>
                    <a:pt x="8" y="12"/>
                    <a:pt x="12"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20"/>
            <p:cNvSpPr/>
            <p:nvPr/>
          </p:nvSpPr>
          <p:spPr>
            <a:xfrm>
              <a:off x="750586" y="4257866"/>
              <a:ext cx="12053" cy="43627"/>
            </a:xfrm>
            <a:custGeom>
              <a:rect b="b" l="l" r="r" t="t"/>
              <a:pathLst>
                <a:path extrusionOk="0" h="1542" w="426">
                  <a:moveTo>
                    <a:pt x="368" y="1"/>
                  </a:moveTo>
                  <a:lnTo>
                    <a:pt x="368" y="1"/>
                  </a:lnTo>
                  <a:cubicBezTo>
                    <a:pt x="297" y="158"/>
                    <a:pt x="265" y="332"/>
                    <a:pt x="204" y="511"/>
                  </a:cubicBezTo>
                  <a:cubicBezTo>
                    <a:pt x="99" y="805"/>
                    <a:pt x="4" y="1146"/>
                    <a:pt x="1" y="1542"/>
                  </a:cubicBezTo>
                  <a:cubicBezTo>
                    <a:pt x="51" y="1476"/>
                    <a:pt x="51" y="1353"/>
                    <a:pt x="83" y="1273"/>
                  </a:cubicBezTo>
                  <a:cubicBezTo>
                    <a:pt x="191" y="1004"/>
                    <a:pt x="264" y="699"/>
                    <a:pt x="347" y="400"/>
                  </a:cubicBezTo>
                  <a:cubicBezTo>
                    <a:pt x="373" y="307"/>
                    <a:pt x="425" y="66"/>
                    <a:pt x="3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20"/>
            <p:cNvSpPr/>
            <p:nvPr/>
          </p:nvSpPr>
          <p:spPr>
            <a:xfrm>
              <a:off x="726114" y="4061041"/>
              <a:ext cx="396" cy="736"/>
            </a:xfrm>
            <a:custGeom>
              <a:rect b="b" l="l" r="r" t="t"/>
              <a:pathLst>
                <a:path extrusionOk="0" h="26" w="14">
                  <a:moveTo>
                    <a:pt x="1" y="1"/>
                  </a:moveTo>
                  <a:lnTo>
                    <a:pt x="1" y="26"/>
                  </a:lnTo>
                  <a:lnTo>
                    <a:pt x="14" y="26"/>
                  </a:lnTo>
                  <a:cubicBezTo>
                    <a:pt x="6" y="4"/>
                    <a:pt x="11"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20"/>
            <p:cNvSpPr/>
            <p:nvPr/>
          </p:nvSpPr>
          <p:spPr>
            <a:xfrm>
              <a:off x="589720" y="3655932"/>
              <a:ext cx="17711" cy="42156"/>
            </a:xfrm>
            <a:custGeom>
              <a:rect b="b" l="l" r="r" t="t"/>
              <a:pathLst>
                <a:path extrusionOk="0" h="1490" w="626">
                  <a:moveTo>
                    <a:pt x="605" y="0"/>
                  </a:moveTo>
                  <a:lnTo>
                    <a:pt x="605" y="0"/>
                  </a:lnTo>
                  <a:cubicBezTo>
                    <a:pt x="556" y="88"/>
                    <a:pt x="485" y="160"/>
                    <a:pt x="432" y="242"/>
                  </a:cubicBezTo>
                  <a:cubicBezTo>
                    <a:pt x="291" y="463"/>
                    <a:pt x="198" y="749"/>
                    <a:pt x="105" y="1011"/>
                  </a:cubicBezTo>
                  <a:cubicBezTo>
                    <a:pt x="73" y="1104"/>
                    <a:pt x="0" y="1344"/>
                    <a:pt x="70" y="1435"/>
                  </a:cubicBezTo>
                  <a:cubicBezTo>
                    <a:pt x="83" y="1464"/>
                    <a:pt x="92" y="1464"/>
                    <a:pt x="109" y="1489"/>
                  </a:cubicBezTo>
                  <a:cubicBezTo>
                    <a:pt x="157" y="1489"/>
                    <a:pt x="175" y="1486"/>
                    <a:pt x="200" y="1464"/>
                  </a:cubicBezTo>
                  <a:lnTo>
                    <a:pt x="213" y="1464"/>
                  </a:lnTo>
                  <a:cubicBezTo>
                    <a:pt x="200" y="1454"/>
                    <a:pt x="165" y="1444"/>
                    <a:pt x="149" y="1438"/>
                  </a:cubicBezTo>
                  <a:cubicBezTo>
                    <a:pt x="168" y="1273"/>
                    <a:pt x="227" y="1126"/>
                    <a:pt x="274" y="989"/>
                  </a:cubicBezTo>
                  <a:cubicBezTo>
                    <a:pt x="352" y="769"/>
                    <a:pt x="396" y="567"/>
                    <a:pt x="482" y="359"/>
                  </a:cubicBezTo>
                  <a:cubicBezTo>
                    <a:pt x="509" y="294"/>
                    <a:pt x="626" y="47"/>
                    <a:pt x="6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20"/>
            <p:cNvSpPr/>
            <p:nvPr/>
          </p:nvSpPr>
          <p:spPr>
            <a:xfrm>
              <a:off x="801766" y="4700914"/>
              <a:ext cx="8997" cy="12251"/>
            </a:xfrm>
            <a:custGeom>
              <a:rect b="b" l="l" r="r" t="t"/>
              <a:pathLst>
                <a:path extrusionOk="0" h="433" w="318">
                  <a:moveTo>
                    <a:pt x="317" y="1"/>
                  </a:moveTo>
                  <a:cubicBezTo>
                    <a:pt x="247" y="46"/>
                    <a:pt x="41" y="258"/>
                    <a:pt x="15" y="342"/>
                  </a:cubicBezTo>
                  <a:cubicBezTo>
                    <a:pt x="0" y="363"/>
                    <a:pt x="0" y="395"/>
                    <a:pt x="0" y="432"/>
                  </a:cubicBezTo>
                  <a:cubicBezTo>
                    <a:pt x="207" y="432"/>
                    <a:pt x="223" y="149"/>
                    <a:pt x="317" y="25"/>
                  </a:cubicBezTo>
                  <a:lnTo>
                    <a:pt x="3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20"/>
            <p:cNvSpPr/>
            <p:nvPr/>
          </p:nvSpPr>
          <p:spPr>
            <a:xfrm>
              <a:off x="667578" y="3225417"/>
              <a:ext cx="396" cy="736"/>
            </a:xfrm>
            <a:custGeom>
              <a:rect b="b" l="l" r="r" t="t"/>
              <a:pathLst>
                <a:path extrusionOk="0" h="26" w="14">
                  <a:moveTo>
                    <a:pt x="1" y="1"/>
                  </a:moveTo>
                  <a:lnTo>
                    <a:pt x="1" y="26"/>
                  </a:lnTo>
                  <a:lnTo>
                    <a:pt x="14" y="26"/>
                  </a:lnTo>
                  <a:cubicBezTo>
                    <a:pt x="6" y="4"/>
                    <a:pt x="12" y="1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20"/>
            <p:cNvSpPr/>
            <p:nvPr/>
          </p:nvSpPr>
          <p:spPr>
            <a:xfrm>
              <a:off x="655611" y="3151264"/>
              <a:ext cx="5715" cy="9648"/>
            </a:xfrm>
            <a:custGeom>
              <a:rect b="b" l="l" r="r" t="t"/>
              <a:pathLst>
                <a:path extrusionOk="0" h="341" w="202">
                  <a:moveTo>
                    <a:pt x="1" y="1"/>
                  </a:moveTo>
                  <a:lnTo>
                    <a:pt x="1" y="1"/>
                  </a:lnTo>
                  <a:cubicBezTo>
                    <a:pt x="28" y="108"/>
                    <a:pt x="115" y="254"/>
                    <a:pt x="188" y="328"/>
                  </a:cubicBezTo>
                  <a:lnTo>
                    <a:pt x="188" y="341"/>
                  </a:lnTo>
                  <a:lnTo>
                    <a:pt x="201" y="341"/>
                  </a:lnTo>
                  <a:cubicBezTo>
                    <a:pt x="174" y="232"/>
                    <a:pt x="81" y="66"/>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20"/>
            <p:cNvSpPr/>
            <p:nvPr/>
          </p:nvSpPr>
          <p:spPr>
            <a:xfrm>
              <a:off x="656262" y="3206150"/>
              <a:ext cx="11317" cy="19211"/>
            </a:xfrm>
            <a:custGeom>
              <a:rect b="b" l="l" r="r" t="t"/>
              <a:pathLst>
                <a:path extrusionOk="0" h="679" w="400">
                  <a:moveTo>
                    <a:pt x="1" y="0"/>
                  </a:moveTo>
                  <a:lnTo>
                    <a:pt x="1" y="0"/>
                  </a:lnTo>
                  <a:cubicBezTo>
                    <a:pt x="76" y="154"/>
                    <a:pt x="143" y="336"/>
                    <a:pt x="236" y="483"/>
                  </a:cubicBezTo>
                  <a:cubicBezTo>
                    <a:pt x="280" y="551"/>
                    <a:pt x="347" y="606"/>
                    <a:pt x="386" y="679"/>
                  </a:cubicBezTo>
                  <a:lnTo>
                    <a:pt x="399" y="679"/>
                  </a:lnTo>
                  <a:cubicBezTo>
                    <a:pt x="356" y="459"/>
                    <a:pt x="200" y="6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20"/>
            <p:cNvSpPr/>
            <p:nvPr/>
          </p:nvSpPr>
          <p:spPr>
            <a:xfrm>
              <a:off x="686675" y="3256141"/>
              <a:ext cx="396" cy="1103"/>
            </a:xfrm>
            <a:custGeom>
              <a:rect b="b" l="l" r="r" t="t"/>
              <a:pathLst>
                <a:path extrusionOk="0" h="39" w="14">
                  <a:moveTo>
                    <a:pt x="0" y="1"/>
                  </a:moveTo>
                  <a:lnTo>
                    <a:pt x="0" y="39"/>
                  </a:lnTo>
                  <a:lnTo>
                    <a:pt x="13" y="39"/>
                  </a:lnTo>
                  <a:cubicBezTo>
                    <a:pt x="8" y="13"/>
                    <a:pt x="12"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20"/>
            <p:cNvSpPr/>
            <p:nvPr/>
          </p:nvSpPr>
          <p:spPr>
            <a:xfrm>
              <a:off x="646303" y="3137826"/>
              <a:ext cx="7413" cy="18928"/>
            </a:xfrm>
            <a:custGeom>
              <a:rect b="b" l="l" r="r" t="t"/>
              <a:pathLst>
                <a:path extrusionOk="0" h="669" w="262">
                  <a:moveTo>
                    <a:pt x="4" y="3"/>
                  </a:moveTo>
                  <a:cubicBezTo>
                    <a:pt x="1" y="330"/>
                    <a:pt x="132" y="470"/>
                    <a:pt x="248" y="669"/>
                  </a:cubicBezTo>
                  <a:lnTo>
                    <a:pt x="261" y="669"/>
                  </a:lnTo>
                  <a:cubicBezTo>
                    <a:pt x="221" y="535"/>
                    <a:pt x="152" y="394"/>
                    <a:pt x="101" y="265"/>
                  </a:cubicBezTo>
                  <a:cubicBezTo>
                    <a:pt x="72" y="185"/>
                    <a:pt x="75" y="95"/>
                    <a:pt x="30" y="31"/>
                  </a:cubicBezTo>
                  <a:cubicBezTo>
                    <a:pt x="14" y="0"/>
                    <a:pt x="36" y="22"/>
                    <a:pt x="4" y="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20"/>
            <p:cNvSpPr/>
            <p:nvPr/>
          </p:nvSpPr>
          <p:spPr>
            <a:xfrm>
              <a:off x="673548" y="3100452"/>
              <a:ext cx="764" cy="424"/>
            </a:xfrm>
            <a:custGeom>
              <a:rect b="b" l="l" r="r" t="t"/>
              <a:pathLst>
                <a:path extrusionOk="0" h="15" w="27">
                  <a:moveTo>
                    <a:pt x="0" y="1"/>
                  </a:moveTo>
                  <a:cubicBezTo>
                    <a:pt x="14" y="13"/>
                    <a:pt x="5" y="7"/>
                    <a:pt x="27" y="14"/>
                  </a:cubicBezTo>
                  <a:lnTo>
                    <a:pt x="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20"/>
            <p:cNvSpPr/>
            <p:nvPr/>
          </p:nvSpPr>
          <p:spPr>
            <a:xfrm>
              <a:off x="665852" y="3207423"/>
              <a:ext cx="20880" cy="48748"/>
            </a:xfrm>
            <a:custGeom>
              <a:rect b="b" l="l" r="r" t="t"/>
              <a:pathLst>
                <a:path extrusionOk="0" h="1723" w="738">
                  <a:moveTo>
                    <a:pt x="1" y="0"/>
                  </a:moveTo>
                  <a:lnTo>
                    <a:pt x="1" y="0"/>
                  </a:lnTo>
                  <a:cubicBezTo>
                    <a:pt x="159" y="350"/>
                    <a:pt x="320" y="699"/>
                    <a:pt x="467" y="1059"/>
                  </a:cubicBezTo>
                  <a:cubicBezTo>
                    <a:pt x="539" y="1230"/>
                    <a:pt x="610" y="1393"/>
                    <a:pt x="677" y="1554"/>
                  </a:cubicBezTo>
                  <a:cubicBezTo>
                    <a:pt x="698" y="1607"/>
                    <a:pt x="697" y="1656"/>
                    <a:pt x="726" y="1698"/>
                  </a:cubicBezTo>
                  <a:lnTo>
                    <a:pt x="726" y="1723"/>
                  </a:lnTo>
                  <a:lnTo>
                    <a:pt x="738" y="1723"/>
                  </a:lnTo>
                  <a:cubicBezTo>
                    <a:pt x="722" y="1250"/>
                    <a:pt x="491" y="717"/>
                    <a:pt x="302" y="394"/>
                  </a:cubicBezTo>
                  <a:cubicBezTo>
                    <a:pt x="222" y="260"/>
                    <a:pt x="153" y="6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20"/>
            <p:cNvSpPr/>
            <p:nvPr/>
          </p:nvSpPr>
          <p:spPr>
            <a:xfrm>
              <a:off x="659657" y="3084835"/>
              <a:ext cx="8686" cy="3848"/>
            </a:xfrm>
            <a:custGeom>
              <a:rect b="b" l="l" r="r" t="t"/>
              <a:pathLst>
                <a:path extrusionOk="0" h="136" w="307">
                  <a:moveTo>
                    <a:pt x="65" y="0"/>
                  </a:moveTo>
                  <a:cubicBezTo>
                    <a:pt x="51" y="15"/>
                    <a:pt x="29" y="24"/>
                    <a:pt x="12" y="38"/>
                  </a:cubicBezTo>
                  <a:lnTo>
                    <a:pt x="0" y="38"/>
                  </a:lnTo>
                  <a:cubicBezTo>
                    <a:pt x="31" y="95"/>
                    <a:pt x="128" y="95"/>
                    <a:pt x="177" y="133"/>
                  </a:cubicBezTo>
                  <a:cubicBezTo>
                    <a:pt x="221" y="133"/>
                    <a:pt x="265" y="136"/>
                    <a:pt x="307" y="136"/>
                  </a:cubicBezTo>
                  <a:cubicBezTo>
                    <a:pt x="281" y="101"/>
                    <a:pt x="256" y="64"/>
                    <a:pt x="233" y="30"/>
                  </a:cubicBezTo>
                  <a:cubicBezTo>
                    <a:pt x="177" y="15"/>
                    <a:pt x="141"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20"/>
            <p:cNvSpPr/>
            <p:nvPr/>
          </p:nvSpPr>
          <p:spPr>
            <a:xfrm>
              <a:off x="659430" y="3100707"/>
              <a:ext cx="14090" cy="10440"/>
            </a:xfrm>
            <a:custGeom>
              <a:rect b="b" l="l" r="r" t="t"/>
              <a:pathLst>
                <a:path extrusionOk="0" h="369" w="498">
                  <a:moveTo>
                    <a:pt x="460" y="1"/>
                  </a:moveTo>
                  <a:cubicBezTo>
                    <a:pt x="403" y="43"/>
                    <a:pt x="315" y="37"/>
                    <a:pt x="251" y="73"/>
                  </a:cubicBezTo>
                  <a:cubicBezTo>
                    <a:pt x="148" y="136"/>
                    <a:pt x="88" y="238"/>
                    <a:pt x="2" y="318"/>
                  </a:cubicBezTo>
                  <a:cubicBezTo>
                    <a:pt x="2" y="334"/>
                    <a:pt x="2" y="351"/>
                    <a:pt x="1" y="369"/>
                  </a:cubicBezTo>
                  <a:cubicBezTo>
                    <a:pt x="30" y="357"/>
                    <a:pt x="447" y="47"/>
                    <a:pt x="473" y="15"/>
                  </a:cubicBezTo>
                  <a:lnTo>
                    <a:pt x="498" y="15"/>
                  </a:lnTo>
                  <a:cubicBezTo>
                    <a:pt x="483" y="5"/>
                    <a:pt x="486" y="7"/>
                    <a:pt x="4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20"/>
            <p:cNvSpPr/>
            <p:nvPr/>
          </p:nvSpPr>
          <p:spPr>
            <a:xfrm>
              <a:off x="745069" y="3088541"/>
              <a:ext cx="6988" cy="3650"/>
            </a:xfrm>
            <a:custGeom>
              <a:rect b="b" l="l" r="r" t="t"/>
              <a:pathLst>
                <a:path extrusionOk="0" h="129" w="247">
                  <a:moveTo>
                    <a:pt x="94" y="0"/>
                  </a:moveTo>
                  <a:cubicBezTo>
                    <a:pt x="63" y="29"/>
                    <a:pt x="31" y="58"/>
                    <a:pt x="1" y="89"/>
                  </a:cubicBezTo>
                  <a:lnTo>
                    <a:pt x="1" y="128"/>
                  </a:lnTo>
                  <a:cubicBezTo>
                    <a:pt x="31" y="114"/>
                    <a:pt x="99" y="87"/>
                    <a:pt x="160" y="87"/>
                  </a:cubicBezTo>
                  <a:cubicBezTo>
                    <a:pt x="187" y="87"/>
                    <a:pt x="213" y="93"/>
                    <a:pt x="233" y="108"/>
                  </a:cubicBezTo>
                  <a:lnTo>
                    <a:pt x="246" y="108"/>
                  </a:lnTo>
                  <a:cubicBezTo>
                    <a:pt x="238" y="70"/>
                    <a:pt x="223" y="48"/>
                    <a:pt x="210" y="16"/>
                  </a:cubicBezTo>
                  <a:cubicBezTo>
                    <a:pt x="174" y="8"/>
                    <a:pt x="143"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20"/>
            <p:cNvSpPr/>
            <p:nvPr/>
          </p:nvSpPr>
          <p:spPr>
            <a:xfrm>
              <a:off x="634194" y="3024404"/>
              <a:ext cx="10185" cy="3084"/>
            </a:xfrm>
            <a:custGeom>
              <a:rect b="b" l="l" r="r" t="t"/>
              <a:pathLst>
                <a:path extrusionOk="0" h="109" w="360">
                  <a:moveTo>
                    <a:pt x="156" y="1"/>
                  </a:moveTo>
                  <a:cubicBezTo>
                    <a:pt x="118" y="27"/>
                    <a:pt x="60" y="23"/>
                    <a:pt x="25" y="50"/>
                  </a:cubicBezTo>
                  <a:lnTo>
                    <a:pt x="0" y="50"/>
                  </a:lnTo>
                  <a:cubicBezTo>
                    <a:pt x="80" y="102"/>
                    <a:pt x="240" y="57"/>
                    <a:pt x="321" y="108"/>
                  </a:cubicBezTo>
                  <a:lnTo>
                    <a:pt x="359" y="108"/>
                  </a:lnTo>
                  <a:cubicBezTo>
                    <a:pt x="337" y="71"/>
                    <a:pt x="307" y="43"/>
                    <a:pt x="260" y="28"/>
                  </a:cubicBezTo>
                  <a:cubicBezTo>
                    <a:pt x="239" y="12"/>
                    <a:pt x="192" y="5"/>
                    <a:pt x="1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20"/>
            <p:cNvSpPr/>
            <p:nvPr/>
          </p:nvSpPr>
          <p:spPr>
            <a:xfrm>
              <a:off x="658893" y="3033344"/>
              <a:ext cx="15023" cy="1980"/>
            </a:xfrm>
            <a:custGeom>
              <a:rect b="b" l="l" r="r" t="t"/>
              <a:pathLst>
                <a:path extrusionOk="0" h="70" w="531">
                  <a:moveTo>
                    <a:pt x="170" y="0"/>
                  </a:moveTo>
                  <a:cubicBezTo>
                    <a:pt x="130" y="25"/>
                    <a:pt x="65" y="22"/>
                    <a:pt x="27" y="48"/>
                  </a:cubicBezTo>
                  <a:lnTo>
                    <a:pt x="1" y="48"/>
                  </a:lnTo>
                  <a:cubicBezTo>
                    <a:pt x="25" y="65"/>
                    <a:pt x="106" y="70"/>
                    <a:pt x="198" y="70"/>
                  </a:cubicBezTo>
                  <a:cubicBezTo>
                    <a:pt x="329" y="70"/>
                    <a:pt x="483" y="60"/>
                    <a:pt x="530" y="60"/>
                  </a:cubicBezTo>
                  <a:cubicBezTo>
                    <a:pt x="459" y="0"/>
                    <a:pt x="297" y="0"/>
                    <a:pt x="1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20"/>
            <p:cNvSpPr/>
            <p:nvPr/>
          </p:nvSpPr>
          <p:spPr>
            <a:xfrm>
              <a:off x="651452" y="3023329"/>
              <a:ext cx="19437" cy="2829"/>
            </a:xfrm>
            <a:custGeom>
              <a:rect b="b" l="l" r="r" t="t"/>
              <a:pathLst>
                <a:path extrusionOk="0" h="100" w="687">
                  <a:moveTo>
                    <a:pt x="318" y="0"/>
                  </a:moveTo>
                  <a:cubicBezTo>
                    <a:pt x="284" y="0"/>
                    <a:pt x="250" y="1"/>
                    <a:pt x="220" y="1"/>
                  </a:cubicBezTo>
                  <a:cubicBezTo>
                    <a:pt x="164" y="36"/>
                    <a:pt x="76" y="24"/>
                    <a:pt x="25" y="61"/>
                  </a:cubicBezTo>
                  <a:cubicBezTo>
                    <a:pt x="17" y="65"/>
                    <a:pt x="8" y="71"/>
                    <a:pt x="1" y="74"/>
                  </a:cubicBezTo>
                  <a:lnTo>
                    <a:pt x="1" y="100"/>
                  </a:lnTo>
                  <a:cubicBezTo>
                    <a:pt x="111" y="87"/>
                    <a:pt x="246" y="65"/>
                    <a:pt x="364" y="43"/>
                  </a:cubicBezTo>
                  <a:cubicBezTo>
                    <a:pt x="472" y="50"/>
                    <a:pt x="578" y="55"/>
                    <a:pt x="687" y="63"/>
                  </a:cubicBezTo>
                  <a:cubicBezTo>
                    <a:pt x="614" y="8"/>
                    <a:pt x="456"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20"/>
            <p:cNvSpPr/>
            <p:nvPr/>
          </p:nvSpPr>
          <p:spPr>
            <a:xfrm>
              <a:off x="680196" y="3163741"/>
              <a:ext cx="61140" cy="28943"/>
            </a:xfrm>
            <a:custGeom>
              <a:rect b="b" l="l" r="r" t="t"/>
              <a:pathLst>
                <a:path extrusionOk="0" h="1023" w="2161">
                  <a:moveTo>
                    <a:pt x="2121" y="0"/>
                  </a:moveTo>
                  <a:cubicBezTo>
                    <a:pt x="2077" y="38"/>
                    <a:pt x="2007" y="45"/>
                    <a:pt x="1952" y="73"/>
                  </a:cubicBezTo>
                  <a:cubicBezTo>
                    <a:pt x="1682" y="205"/>
                    <a:pt x="1296" y="258"/>
                    <a:pt x="903" y="258"/>
                  </a:cubicBezTo>
                  <a:cubicBezTo>
                    <a:pt x="660" y="258"/>
                    <a:pt x="414" y="237"/>
                    <a:pt x="191" y="204"/>
                  </a:cubicBezTo>
                  <a:cubicBezTo>
                    <a:pt x="209" y="153"/>
                    <a:pt x="242" y="125"/>
                    <a:pt x="284" y="102"/>
                  </a:cubicBezTo>
                  <a:lnTo>
                    <a:pt x="284" y="89"/>
                  </a:lnTo>
                  <a:cubicBezTo>
                    <a:pt x="78" y="127"/>
                    <a:pt x="1" y="221"/>
                    <a:pt x="17" y="458"/>
                  </a:cubicBezTo>
                  <a:cubicBezTo>
                    <a:pt x="55" y="412"/>
                    <a:pt x="59" y="334"/>
                    <a:pt x="98" y="292"/>
                  </a:cubicBezTo>
                  <a:cubicBezTo>
                    <a:pt x="129" y="300"/>
                    <a:pt x="350" y="643"/>
                    <a:pt x="401" y="712"/>
                  </a:cubicBezTo>
                  <a:cubicBezTo>
                    <a:pt x="482" y="824"/>
                    <a:pt x="626" y="928"/>
                    <a:pt x="769" y="979"/>
                  </a:cubicBezTo>
                  <a:cubicBezTo>
                    <a:pt x="855" y="1009"/>
                    <a:pt x="968" y="1022"/>
                    <a:pt x="1091" y="1022"/>
                  </a:cubicBezTo>
                  <a:cubicBezTo>
                    <a:pt x="1435" y="1022"/>
                    <a:pt x="1853" y="916"/>
                    <a:pt x="1949" y="785"/>
                  </a:cubicBezTo>
                  <a:cubicBezTo>
                    <a:pt x="2090" y="596"/>
                    <a:pt x="2012" y="192"/>
                    <a:pt x="2160" y="15"/>
                  </a:cubicBezTo>
                  <a:cubicBezTo>
                    <a:pt x="2145" y="3"/>
                    <a:pt x="2148" y="4"/>
                    <a:pt x="2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20"/>
            <p:cNvSpPr/>
            <p:nvPr/>
          </p:nvSpPr>
          <p:spPr>
            <a:xfrm>
              <a:off x="685883" y="3167560"/>
              <a:ext cx="51379" cy="22804"/>
            </a:xfrm>
            <a:custGeom>
              <a:rect b="b" l="l" r="r" t="t"/>
              <a:pathLst>
                <a:path extrusionOk="0" h="806" w="1816">
                  <a:moveTo>
                    <a:pt x="1801" y="0"/>
                  </a:moveTo>
                  <a:cubicBezTo>
                    <a:pt x="1620" y="154"/>
                    <a:pt x="1120" y="210"/>
                    <a:pt x="774" y="210"/>
                  </a:cubicBezTo>
                  <a:cubicBezTo>
                    <a:pt x="761" y="210"/>
                    <a:pt x="748" y="210"/>
                    <a:pt x="735" y="210"/>
                  </a:cubicBezTo>
                  <a:cubicBezTo>
                    <a:pt x="658" y="210"/>
                    <a:pt x="565" y="227"/>
                    <a:pt x="474" y="227"/>
                  </a:cubicBezTo>
                  <a:cubicBezTo>
                    <a:pt x="435" y="227"/>
                    <a:pt x="398" y="224"/>
                    <a:pt x="361" y="215"/>
                  </a:cubicBezTo>
                  <a:cubicBezTo>
                    <a:pt x="238" y="186"/>
                    <a:pt x="113" y="157"/>
                    <a:pt x="1" y="130"/>
                  </a:cubicBezTo>
                  <a:lnTo>
                    <a:pt x="1" y="156"/>
                  </a:lnTo>
                  <a:cubicBezTo>
                    <a:pt x="73" y="208"/>
                    <a:pt x="85" y="310"/>
                    <a:pt x="152" y="367"/>
                  </a:cubicBezTo>
                  <a:cubicBezTo>
                    <a:pt x="281" y="470"/>
                    <a:pt x="568" y="454"/>
                    <a:pt x="796" y="457"/>
                  </a:cubicBezTo>
                  <a:lnTo>
                    <a:pt x="796" y="470"/>
                  </a:lnTo>
                  <a:lnTo>
                    <a:pt x="783" y="470"/>
                  </a:lnTo>
                  <a:cubicBezTo>
                    <a:pt x="728" y="514"/>
                    <a:pt x="626" y="532"/>
                    <a:pt x="520" y="532"/>
                  </a:cubicBezTo>
                  <a:cubicBezTo>
                    <a:pt x="415" y="532"/>
                    <a:pt x="307" y="514"/>
                    <a:pt x="239" y="484"/>
                  </a:cubicBezTo>
                  <a:lnTo>
                    <a:pt x="239" y="498"/>
                  </a:lnTo>
                  <a:cubicBezTo>
                    <a:pt x="348" y="608"/>
                    <a:pt x="441" y="719"/>
                    <a:pt x="608" y="777"/>
                  </a:cubicBezTo>
                  <a:cubicBezTo>
                    <a:pt x="667" y="797"/>
                    <a:pt x="748" y="805"/>
                    <a:pt x="841" y="805"/>
                  </a:cubicBezTo>
                  <a:cubicBezTo>
                    <a:pt x="1127" y="805"/>
                    <a:pt x="1515" y="723"/>
                    <a:pt x="1619" y="657"/>
                  </a:cubicBezTo>
                  <a:cubicBezTo>
                    <a:pt x="1766" y="564"/>
                    <a:pt x="1708" y="399"/>
                    <a:pt x="1758" y="195"/>
                  </a:cubicBezTo>
                  <a:cubicBezTo>
                    <a:pt x="1770" y="151"/>
                    <a:pt x="1815" y="19"/>
                    <a:pt x="18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20"/>
            <p:cNvSpPr/>
            <p:nvPr/>
          </p:nvSpPr>
          <p:spPr>
            <a:xfrm>
              <a:off x="720484" y="3102489"/>
              <a:ext cx="29679" cy="16976"/>
            </a:xfrm>
            <a:custGeom>
              <a:rect b="b" l="l" r="r" t="t"/>
              <a:pathLst>
                <a:path extrusionOk="0" h="600" w="1049">
                  <a:moveTo>
                    <a:pt x="741" y="144"/>
                  </a:moveTo>
                  <a:cubicBezTo>
                    <a:pt x="766" y="144"/>
                    <a:pt x="802" y="149"/>
                    <a:pt x="819" y="162"/>
                  </a:cubicBezTo>
                  <a:cubicBezTo>
                    <a:pt x="868" y="167"/>
                    <a:pt x="867" y="173"/>
                    <a:pt x="896" y="189"/>
                  </a:cubicBezTo>
                  <a:cubicBezTo>
                    <a:pt x="908" y="249"/>
                    <a:pt x="915" y="338"/>
                    <a:pt x="879" y="381"/>
                  </a:cubicBezTo>
                  <a:cubicBezTo>
                    <a:pt x="854" y="416"/>
                    <a:pt x="820" y="417"/>
                    <a:pt x="787" y="444"/>
                  </a:cubicBezTo>
                  <a:lnTo>
                    <a:pt x="748" y="444"/>
                  </a:lnTo>
                  <a:cubicBezTo>
                    <a:pt x="775" y="415"/>
                    <a:pt x="801" y="384"/>
                    <a:pt x="828" y="355"/>
                  </a:cubicBezTo>
                  <a:cubicBezTo>
                    <a:pt x="826" y="300"/>
                    <a:pt x="819" y="285"/>
                    <a:pt x="804" y="250"/>
                  </a:cubicBezTo>
                  <a:cubicBezTo>
                    <a:pt x="772" y="236"/>
                    <a:pt x="751" y="227"/>
                    <a:pt x="701" y="224"/>
                  </a:cubicBezTo>
                  <a:cubicBezTo>
                    <a:pt x="703" y="189"/>
                    <a:pt x="703" y="166"/>
                    <a:pt x="716" y="147"/>
                  </a:cubicBezTo>
                  <a:cubicBezTo>
                    <a:pt x="721" y="145"/>
                    <a:pt x="730" y="144"/>
                    <a:pt x="741" y="144"/>
                  </a:cubicBezTo>
                  <a:close/>
                  <a:moveTo>
                    <a:pt x="428" y="205"/>
                  </a:moveTo>
                  <a:cubicBezTo>
                    <a:pt x="423" y="335"/>
                    <a:pt x="485" y="410"/>
                    <a:pt x="579" y="442"/>
                  </a:cubicBezTo>
                  <a:cubicBezTo>
                    <a:pt x="557" y="455"/>
                    <a:pt x="529" y="461"/>
                    <a:pt x="498" y="461"/>
                  </a:cubicBezTo>
                  <a:cubicBezTo>
                    <a:pt x="390" y="461"/>
                    <a:pt x="243" y="398"/>
                    <a:pt x="154" y="394"/>
                  </a:cubicBezTo>
                  <a:lnTo>
                    <a:pt x="154" y="381"/>
                  </a:lnTo>
                  <a:cubicBezTo>
                    <a:pt x="205" y="365"/>
                    <a:pt x="370" y="246"/>
                    <a:pt x="403" y="205"/>
                  </a:cubicBezTo>
                  <a:close/>
                  <a:moveTo>
                    <a:pt x="548" y="0"/>
                  </a:moveTo>
                  <a:cubicBezTo>
                    <a:pt x="482" y="25"/>
                    <a:pt x="412" y="51"/>
                    <a:pt x="343" y="74"/>
                  </a:cubicBezTo>
                  <a:cubicBezTo>
                    <a:pt x="259" y="124"/>
                    <a:pt x="214" y="202"/>
                    <a:pt x="144" y="263"/>
                  </a:cubicBezTo>
                  <a:lnTo>
                    <a:pt x="144" y="288"/>
                  </a:lnTo>
                  <a:lnTo>
                    <a:pt x="133" y="288"/>
                  </a:lnTo>
                  <a:cubicBezTo>
                    <a:pt x="133" y="247"/>
                    <a:pt x="130" y="196"/>
                    <a:pt x="146" y="173"/>
                  </a:cubicBezTo>
                  <a:lnTo>
                    <a:pt x="146" y="147"/>
                  </a:lnTo>
                  <a:lnTo>
                    <a:pt x="121" y="147"/>
                  </a:lnTo>
                  <a:cubicBezTo>
                    <a:pt x="92" y="231"/>
                    <a:pt x="0" y="326"/>
                    <a:pt x="37" y="468"/>
                  </a:cubicBezTo>
                  <a:cubicBezTo>
                    <a:pt x="48" y="515"/>
                    <a:pt x="77" y="541"/>
                    <a:pt x="86" y="599"/>
                  </a:cubicBezTo>
                  <a:cubicBezTo>
                    <a:pt x="101" y="577"/>
                    <a:pt x="90" y="545"/>
                    <a:pt x="101" y="509"/>
                  </a:cubicBezTo>
                  <a:cubicBezTo>
                    <a:pt x="109" y="480"/>
                    <a:pt x="140" y="457"/>
                    <a:pt x="153" y="432"/>
                  </a:cubicBezTo>
                  <a:cubicBezTo>
                    <a:pt x="228" y="442"/>
                    <a:pt x="499" y="524"/>
                    <a:pt x="680" y="524"/>
                  </a:cubicBezTo>
                  <a:cubicBezTo>
                    <a:pt x="735" y="524"/>
                    <a:pt x="781" y="517"/>
                    <a:pt x="812" y="497"/>
                  </a:cubicBezTo>
                  <a:cubicBezTo>
                    <a:pt x="899" y="495"/>
                    <a:pt x="1031" y="335"/>
                    <a:pt x="958" y="228"/>
                  </a:cubicBezTo>
                  <a:lnTo>
                    <a:pt x="958" y="191"/>
                  </a:lnTo>
                  <a:cubicBezTo>
                    <a:pt x="982" y="204"/>
                    <a:pt x="1006" y="212"/>
                    <a:pt x="1022" y="231"/>
                  </a:cubicBezTo>
                  <a:lnTo>
                    <a:pt x="1049" y="231"/>
                  </a:lnTo>
                  <a:lnTo>
                    <a:pt x="1049" y="218"/>
                  </a:lnTo>
                  <a:cubicBezTo>
                    <a:pt x="873" y="95"/>
                    <a:pt x="877" y="0"/>
                    <a:pt x="5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20"/>
            <p:cNvSpPr/>
            <p:nvPr/>
          </p:nvSpPr>
          <p:spPr>
            <a:xfrm>
              <a:off x="711346" y="3194381"/>
              <a:ext cx="14684" cy="2801"/>
            </a:xfrm>
            <a:custGeom>
              <a:rect b="b" l="l" r="r" t="t"/>
              <a:pathLst>
                <a:path extrusionOk="0" h="99" w="519">
                  <a:moveTo>
                    <a:pt x="480" y="0"/>
                  </a:moveTo>
                  <a:cubicBezTo>
                    <a:pt x="429" y="34"/>
                    <a:pt x="75" y="54"/>
                    <a:pt x="1" y="55"/>
                  </a:cubicBezTo>
                  <a:lnTo>
                    <a:pt x="1" y="82"/>
                  </a:lnTo>
                  <a:cubicBezTo>
                    <a:pt x="65" y="92"/>
                    <a:pt x="131" y="99"/>
                    <a:pt x="195" y="99"/>
                  </a:cubicBezTo>
                  <a:cubicBezTo>
                    <a:pt x="308" y="99"/>
                    <a:pt x="413" y="77"/>
                    <a:pt x="493" y="15"/>
                  </a:cubicBezTo>
                  <a:lnTo>
                    <a:pt x="518" y="15"/>
                  </a:lnTo>
                  <a:cubicBezTo>
                    <a:pt x="504" y="3"/>
                    <a:pt x="508" y="5"/>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20"/>
            <p:cNvSpPr/>
            <p:nvPr/>
          </p:nvSpPr>
          <p:spPr>
            <a:xfrm>
              <a:off x="658666" y="3103508"/>
              <a:ext cx="34771" cy="12958"/>
            </a:xfrm>
            <a:custGeom>
              <a:rect b="b" l="l" r="r" t="t"/>
              <a:pathLst>
                <a:path extrusionOk="0" h="458" w="1229">
                  <a:moveTo>
                    <a:pt x="588" y="102"/>
                  </a:moveTo>
                  <a:cubicBezTo>
                    <a:pt x="612" y="102"/>
                    <a:pt x="638" y="104"/>
                    <a:pt x="665" y="104"/>
                  </a:cubicBezTo>
                  <a:cubicBezTo>
                    <a:pt x="640" y="197"/>
                    <a:pt x="624" y="304"/>
                    <a:pt x="698" y="364"/>
                  </a:cubicBezTo>
                  <a:lnTo>
                    <a:pt x="698" y="374"/>
                  </a:lnTo>
                  <a:cubicBezTo>
                    <a:pt x="608" y="368"/>
                    <a:pt x="391" y="302"/>
                    <a:pt x="278" y="302"/>
                  </a:cubicBezTo>
                  <a:cubicBezTo>
                    <a:pt x="253" y="302"/>
                    <a:pt x="233" y="306"/>
                    <a:pt x="221" y="313"/>
                  </a:cubicBezTo>
                  <a:lnTo>
                    <a:pt x="183" y="313"/>
                  </a:lnTo>
                  <a:lnTo>
                    <a:pt x="183" y="300"/>
                  </a:lnTo>
                  <a:cubicBezTo>
                    <a:pt x="275" y="277"/>
                    <a:pt x="335" y="217"/>
                    <a:pt x="406" y="176"/>
                  </a:cubicBezTo>
                  <a:cubicBezTo>
                    <a:pt x="464" y="144"/>
                    <a:pt x="534" y="140"/>
                    <a:pt x="588" y="102"/>
                  </a:cubicBezTo>
                  <a:close/>
                  <a:moveTo>
                    <a:pt x="963" y="147"/>
                  </a:moveTo>
                  <a:lnTo>
                    <a:pt x="963" y="147"/>
                  </a:lnTo>
                  <a:cubicBezTo>
                    <a:pt x="1009" y="175"/>
                    <a:pt x="1054" y="203"/>
                    <a:pt x="1101" y="227"/>
                  </a:cubicBezTo>
                  <a:cubicBezTo>
                    <a:pt x="1089" y="306"/>
                    <a:pt x="1054" y="328"/>
                    <a:pt x="1021" y="380"/>
                  </a:cubicBezTo>
                  <a:lnTo>
                    <a:pt x="983" y="380"/>
                  </a:lnTo>
                  <a:cubicBezTo>
                    <a:pt x="992" y="364"/>
                    <a:pt x="998" y="352"/>
                    <a:pt x="1011" y="342"/>
                  </a:cubicBezTo>
                  <a:cubicBezTo>
                    <a:pt x="1009" y="233"/>
                    <a:pt x="967" y="243"/>
                    <a:pt x="963" y="147"/>
                  </a:cubicBezTo>
                  <a:close/>
                  <a:moveTo>
                    <a:pt x="712" y="1"/>
                  </a:moveTo>
                  <a:cubicBezTo>
                    <a:pt x="710" y="1"/>
                    <a:pt x="708" y="1"/>
                    <a:pt x="707" y="1"/>
                  </a:cubicBezTo>
                  <a:cubicBezTo>
                    <a:pt x="635" y="44"/>
                    <a:pt x="457" y="33"/>
                    <a:pt x="369" y="83"/>
                  </a:cubicBezTo>
                  <a:cubicBezTo>
                    <a:pt x="221" y="169"/>
                    <a:pt x="138" y="326"/>
                    <a:pt x="0" y="413"/>
                  </a:cubicBezTo>
                  <a:lnTo>
                    <a:pt x="0" y="438"/>
                  </a:lnTo>
                  <a:cubicBezTo>
                    <a:pt x="52" y="418"/>
                    <a:pt x="103" y="399"/>
                    <a:pt x="156" y="377"/>
                  </a:cubicBezTo>
                  <a:cubicBezTo>
                    <a:pt x="178" y="372"/>
                    <a:pt x="200" y="369"/>
                    <a:pt x="222" y="369"/>
                  </a:cubicBezTo>
                  <a:cubicBezTo>
                    <a:pt x="310" y="369"/>
                    <a:pt x="395" y="406"/>
                    <a:pt x="452" y="422"/>
                  </a:cubicBezTo>
                  <a:cubicBezTo>
                    <a:pt x="538" y="445"/>
                    <a:pt x="659" y="458"/>
                    <a:pt x="769" y="458"/>
                  </a:cubicBezTo>
                  <a:cubicBezTo>
                    <a:pt x="829" y="458"/>
                    <a:pt x="885" y="454"/>
                    <a:pt x="931" y="445"/>
                  </a:cubicBezTo>
                  <a:cubicBezTo>
                    <a:pt x="995" y="443"/>
                    <a:pt x="1057" y="438"/>
                    <a:pt x="1123" y="435"/>
                  </a:cubicBezTo>
                  <a:cubicBezTo>
                    <a:pt x="1155" y="424"/>
                    <a:pt x="1181" y="387"/>
                    <a:pt x="1216" y="373"/>
                  </a:cubicBezTo>
                  <a:lnTo>
                    <a:pt x="1229" y="360"/>
                  </a:lnTo>
                  <a:cubicBezTo>
                    <a:pt x="1219" y="354"/>
                    <a:pt x="1214" y="352"/>
                    <a:pt x="1211" y="352"/>
                  </a:cubicBezTo>
                  <a:cubicBezTo>
                    <a:pt x="1204" y="352"/>
                    <a:pt x="1200" y="357"/>
                    <a:pt x="1178" y="358"/>
                  </a:cubicBezTo>
                  <a:cubicBezTo>
                    <a:pt x="1178" y="328"/>
                    <a:pt x="1179" y="299"/>
                    <a:pt x="1179" y="268"/>
                  </a:cubicBezTo>
                  <a:cubicBezTo>
                    <a:pt x="1188" y="277"/>
                    <a:pt x="1195" y="286"/>
                    <a:pt x="1205" y="294"/>
                  </a:cubicBezTo>
                  <a:lnTo>
                    <a:pt x="1217" y="294"/>
                  </a:lnTo>
                  <a:cubicBezTo>
                    <a:pt x="1165" y="111"/>
                    <a:pt x="958" y="1"/>
                    <a:pt x="7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20"/>
            <p:cNvSpPr/>
            <p:nvPr/>
          </p:nvSpPr>
          <p:spPr>
            <a:xfrm>
              <a:off x="715844" y="3249125"/>
              <a:ext cx="3593" cy="12392"/>
            </a:xfrm>
            <a:custGeom>
              <a:rect b="b" l="l" r="r" t="t"/>
              <a:pathLst>
                <a:path extrusionOk="0" h="438" w="127">
                  <a:moveTo>
                    <a:pt x="35" y="0"/>
                  </a:moveTo>
                  <a:cubicBezTo>
                    <a:pt x="35" y="80"/>
                    <a:pt x="32" y="277"/>
                    <a:pt x="2" y="322"/>
                  </a:cubicBezTo>
                  <a:cubicBezTo>
                    <a:pt x="2" y="359"/>
                    <a:pt x="0" y="400"/>
                    <a:pt x="0" y="438"/>
                  </a:cubicBezTo>
                  <a:lnTo>
                    <a:pt x="13" y="438"/>
                  </a:lnTo>
                  <a:cubicBezTo>
                    <a:pt x="42" y="336"/>
                    <a:pt x="127" y="102"/>
                    <a:pt x="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20"/>
            <p:cNvSpPr/>
            <p:nvPr/>
          </p:nvSpPr>
          <p:spPr>
            <a:xfrm>
              <a:off x="619115" y="3149793"/>
              <a:ext cx="368" cy="1075"/>
            </a:xfrm>
            <a:custGeom>
              <a:rect b="b" l="l" r="r" t="t"/>
              <a:pathLst>
                <a:path extrusionOk="0" h="38" w="13">
                  <a:moveTo>
                    <a:pt x="1" y="0"/>
                  </a:moveTo>
                  <a:lnTo>
                    <a:pt x="1" y="38"/>
                  </a:lnTo>
                  <a:lnTo>
                    <a:pt x="13" y="38"/>
                  </a:lnTo>
                  <a:cubicBezTo>
                    <a:pt x="8" y="10"/>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20"/>
            <p:cNvSpPr/>
            <p:nvPr/>
          </p:nvSpPr>
          <p:spPr>
            <a:xfrm>
              <a:off x="618803" y="3148633"/>
              <a:ext cx="396" cy="764"/>
            </a:xfrm>
            <a:custGeom>
              <a:rect b="b" l="l" r="r" t="t"/>
              <a:pathLst>
                <a:path extrusionOk="0" h="27" w="14">
                  <a:moveTo>
                    <a:pt x="0" y="0"/>
                  </a:moveTo>
                  <a:lnTo>
                    <a:pt x="0" y="27"/>
                  </a:lnTo>
                  <a:lnTo>
                    <a:pt x="13" y="27"/>
                  </a:lnTo>
                  <a:cubicBezTo>
                    <a:pt x="5" y="5"/>
                    <a:pt x="9"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20"/>
            <p:cNvSpPr/>
            <p:nvPr/>
          </p:nvSpPr>
          <p:spPr>
            <a:xfrm>
              <a:off x="599678" y="3119436"/>
              <a:ext cx="15476" cy="35705"/>
            </a:xfrm>
            <a:custGeom>
              <a:rect b="b" l="l" r="r" t="t"/>
              <a:pathLst>
                <a:path extrusionOk="0" h="1262" w="547">
                  <a:moveTo>
                    <a:pt x="157" y="0"/>
                  </a:moveTo>
                  <a:cubicBezTo>
                    <a:pt x="137" y="21"/>
                    <a:pt x="102" y="37"/>
                    <a:pt x="79" y="51"/>
                  </a:cubicBezTo>
                  <a:cubicBezTo>
                    <a:pt x="58" y="114"/>
                    <a:pt x="0" y="230"/>
                    <a:pt x="60" y="297"/>
                  </a:cubicBezTo>
                  <a:lnTo>
                    <a:pt x="60" y="310"/>
                  </a:lnTo>
                  <a:cubicBezTo>
                    <a:pt x="93" y="266"/>
                    <a:pt x="79" y="201"/>
                    <a:pt x="102" y="143"/>
                  </a:cubicBezTo>
                  <a:cubicBezTo>
                    <a:pt x="111" y="121"/>
                    <a:pt x="143" y="101"/>
                    <a:pt x="154" y="79"/>
                  </a:cubicBezTo>
                  <a:cubicBezTo>
                    <a:pt x="186" y="79"/>
                    <a:pt x="215" y="80"/>
                    <a:pt x="246" y="80"/>
                  </a:cubicBezTo>
                  <a:cubicBezTo>
                    <a:pt x="348" y="189"/>
                    <a:pt x="413" y="317"/>
                    <a:pt x="404" y="537"/>
                  </a:cubicBezTo>
                  <a:cubicBezTo>
                    <a:pt x="335" y="596"/>
                    <a:pt x="291" y="654"/>
                    <a:pt x="231" y="727"/>
                  </a:cubicBezTo>
                  <a:cubicBezTo>
                    <a:pt x="234" y="883"/>
                    <a:pt x="349" y="982"/>
                    <a:pt x="431" y="1067"/>
                  </a:cubicBezTo>
                  <a:cubicBezTo>
                    <a:pt x="426" y="1133"/>
                    <a:pt x="415" y="1133"/>
                    <a:pt x="390" y="1169"/>
                  </a:cubicBezTo>
                  <a:cubicBezTo>
                    <a:pt x="384" y="1169"/>
                    <a:pt x="379" y="1169"/>
                    <a:pt x="373" y="1169"/>
                  </a:cubicBezTo>
                  <a:cubicBezTo>
                    <a:pt x="315" y="1169"/>
                    <a:pt x="265" y="1168"/>
                    <a:pt x="234" y="1140"/>
                  </a:cubicBezTo>
                  <a:lnTo>
                    <a:pt x="210" y="1140"/>
                  </a:lnTo>
                  <a:cubicBezTo>
                    <a:pt x="227" y="1183"/>
                    <a:pt x="328" y="1262"/>
                    <a:pt x="406" y="1262"/>
                  </a:cubicBezTo>
                  <a:cubicBezTo>
                    <a:pt x="423" y="1262"/>
                    <a:pt x="439" y="1258"/>
                    <a:pt x="452" y="1249"/>
                  </a:cubicBezTo>
                  <a:cubicBezTo>
                    <a:pt x="509" y="1232"/>
                    <a:pt x="509" y="1197"/>
                    <a:pt x="545" y="1160"/>
                  </a:cubicBezTo>
                  <a:cubicBezTo>
                    <a:pt x="547" y="966"/>
                    <a:pt x="444" y="875"/>
                    <a:pt x="346" y="781"/>
                  </a:cubicBezTo>
                  <a:cubicBezTo>
                    <a:pt x="356" y="652"/>
                    <a:pt x="448" y="654"/>
                    <a:pt x="480" y="564"/>
                  </a:cubicBezTo>
                  <a:cubicBezTo>
                    <a:pt x="528" y="433"/>
                    <a:pt x="429" y="157"/>
                    <a:pt x="387" y="98"/>
                  </a:cubicBezTo>
                  <a:cubicBezTo>
                    <a:pt x="365" y="66"/>
                    <a:pt x="322" y="50"/>
                    <a:pt x="298" y="18"/>
                  </a:cubicBezTo>
                  <a:lnTo>
                    <a:pt x="15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20"/>
            <p:cNvSpPr/>
            <p:nvPr/>
          </p:nvSpPr>
          <p:spPr>
            <a:xfrm>
              <a:off x="638749" y="3134431"/>
              <a:ext cx="4895" cy="16240"/>
            </a:xfrm>
            <a:custGeom>
              <a:rect b="b" l="l" r="r" t="t"/>
              <a:pathLst>
                <a:path extrusionOk="0" h="574" w="173">
                  <a:moveTo>
                    <a:pt x="2" y="1"/>
                  </a:moveTo>
                  <a:cubicBezTo>
                    <a:pt x="0" y="222"/>
                    <a:pt x="51" y="441"/>
                    <a:pt x="159" y="561"/>
                  </a:cubicBezTo>
                  <a:lnTo>
                    <a:pt x="159" y="574"/>
                  </a:lnTo>
                  <a:lnTo>
                    <a:pt x="172" y="574"/>
                  </a:lnTo>
                  <a:cubicBezTo>
                    <a:pt x="144" y="444"/>
                    <a:pt x="75" y="88"/>
                    <a:pt x="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20"/>
            <p:cNvSpPr/>
            <p:nvPr/>
          </p:nvSpPr>
          <p:spPr>
            <a:xfrm>
              <a:off x="666645" y="3202302"/>
              <a:ext cx="1075" cy="820"/>
            </a:xfrm>
            <a:custGeom>
              <a:rect b="b" l="l" r="r" t="t"/>
              <a:pathLst>
                <a:path extrusionOk="0" h="29" w="38">
                  <a:moveTo>
                    <a:pt x="0" y="1"/>
                  </a:moveTo>
                  <a:lnTo>
                    <a:pt x="0" y="1"/>
                  </a:lnTo>
                  <a:cubicBezTo>
                    <a:pt x="16" y="23"/>
                    <a:pt x="7" y="15"/>
                    <a:pt x="38" y="28"/>
                  </a:cubicBezTo>
                  <a:lnTo>
                    <a:pt x="38" y="15"/>
                  </a:lnTo>
                  <a:cubicBezTo>
                    <a:pt x="25" y="11"/>
                    <a:pt x="12" y="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20"/>
            <p:cNvSpPr/>
            <p:nvPr/>
          </p:nvSpPr>
          <p:spPr>
            <a:xfrm>
              <a:off x="641267" y="3015521"/>
              <a:ext cx="22012" cy="4555"/>
            </a:xfrm>
            <a:custGeom>
              <a:rect b="b" l="l" r="r" t="t"/>
              <a:pathLst>
                <a:path extrusionOk="0" h="161" w="778">
                  <a:moveTo>
                    <a:pt x="474" y="0"/>
                  </a:moveTo>
                  <a:cubicBezTo>
                    <a:pt x="442" y="0"/>
                    <a:pt x="414" y="1"/>
                    <a:pt x="391" y="1"/>
                  </a:cubicBezTo>
                  <a:cubicBezTo>
                    <a:pt x="356" y="22"/>
                    <a:pt x="305" y="9"/>
                    <a:pt x="262" y="24"/>
                  </a:cubicBezTo>
                  <a:cubicBezTo>
                    <a:pt x="180" y="49"/>
                    <a:pt x="71" y="94"/>
                    <a:pt x="13" y="148"/>
                  </a:cubicBezTo>
                  <a:lnTo>
                    <a:pt x="0" y="148"/>
                  </a:lnTo>
                  <a:lnTo>
                    <a:pt x="0" y="161"/>
                  </a:lnTo>
                  <a:cubicBezTo>
                    <a:pt x="240" y="129"/>
                    <a:pt x="430" y="34"/>
                    <a:pt x="723" y="34"/>
                  </a:cubicBezTo>
                  <a:cubicBezTo>
                    <a:pt x="741" y="34"/>
                    <a:pt x="759" y="35"/>
                    <a:pt x="778" y="36"/>
                  </a:cubicBezTo>
                  <a:cubicBezTo>
                    <a:pt x="733" y="4"/>
                    <a:pt x="585" y="0"/>
                    <a:pt x="4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20"/>
            <p:cNvSpPr/>
            <p:nvPr/>
          </p:nvSpPr>
          <p:spPr>
            <a:xfrm>
              <a:off x="697087" y="3265167"/>
              <a:ext cx="481" cy="1867"/>
            </a:xfrm>
            <a:custGeom>
              <a:rect b="b" l="l" r="r" t="t"/>
              <a:pathLst>
                <a:path extrusionOk="0" h="66" w="17">
                  <a:moveTo>
                    <a:pt x="2" y="0"/>
                  </a:moveTo>
                  <a:cubicBezTo>
                    <a:pt x="2" y="22"/>
                    <a:pt x="2" y="44"/>
                    <a:pt x="0" y="66"/>
                  </a:cubicBezTo>
                  <a:cubicBezTo>
                    <a:pt x="15" y="43"/>
                    <a:pt x="16" y="22"/>
                    <a:pt x="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20"/>
            <p:cNvSpPr/>
            <p:nvPr/>
          </p:nvSpPr>
          <p:spPr>
            <a:xfrm>
              <a:off x="715504" y="3253595"/>
              <a:ext cx="8120" cy="23596"/>
            </a:xfrm>
            <a:custGeom>
              <a:rect b="b" l="l" r="r" t="t"/>
              <a:pathLst>
                <a:path extrusionOk="0" h="834" w="287">
                  <a:moveTo>
                    <a:pt x="251" y="1"/>
                  </a:moveTo>
                  <a:cubicBezTo>
                    <a:pt x="239" y="226"/>
                    <a:pt x="134" y="386"/>
                    <a:pt x="70" y="565"/>
                  </a:cubicBezTo>
                  <a:cubicBezTo>
                    <a:pt x="41" y="648"/>
                    <a:pt x="48" y="750"/>
                    <a:pt x="0" y="809"/>
                  </a:cubicBezTo>
                  <a:lnTo>
                    <a:pt x="0" y="834"/>
                  </a:lnTo>
                  <a:cubicBezTo>
                    <a:pt x="146" y="744"/>
                    <a:pt x="232" y="504"/>
                    <a:pt x="269" y="299"/>
                  </a:cubicBezTo>
                  <a:cubicBezTo>
                    <a:pt x="287" y="213"/>
                    <a:pt x="287" y="47"/>
                    <a:pt x="2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20"/>
            <p:cNvSpPr/>
            <p:nvPr/>
          </p:nvSpPr>
          <p:spPr>
            <a:xfrm>
              <a:off x="666645" y="3082770"/>
              <a:ext cx="10497" cy="6818"/>
            </a:xfrm>
            <a:custGeom>
              <a:rect b="b" l="l" r="r" t="t"/>
              <a:pathLst>
                <a:path extrusionOk="0" h="241" w="371">
                  <a:moveTo>
                    <a:pt x="77" y="1"/>
                  </a:moveTo>
                  <a:cubicBezTo>
                    <a:pt x="60" y="15"/>
                    <a:pt x="31" y="23"/>
                    <a:pt x="12" y="39"/>
                  </a:cubicBezTo>
                  <a:lnTo>
                    <a:pt x="0" y="39"/>
                  </a:lnTo>
                  <a:cubicBezTo>
                    <a:pt x="103" y="124"/>
                    <a:pt x="242" y="158"/>
                    <a:pt x="345" y="241"/>
                  </a:cubicBezTo>
                  <a:lnTo>
                    <a:pt x="371" y="241"/>
                  </a:lnTo>
                  <a:cubicBezTo>
                    <a:pt x="338" y="140"/>
                    <a:pt x="313" y="60"/>
                    <a:pt x="207" y="30"/>
                  </a:cubicBezTo>
                  <a:cubicBezTo>
                    <a:pt x="178" y="7"/>
                    <a:pt x="133"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20"/>
            <p:cNvSpPr/>
            <p:nvPr/>
          </p:nvSpPr>
          <p:spPr>
            <a:xfrm>
              <a:off x="692560" y="3086222"/>
              <a:ext cx="5064" cy="7809"/>
            </a:xfrm>
            <a:custGeom>
              <a:rect b="b" l="l" r="r" t="t"/>
              <a:pathLst>
                <a:path extrusionOk="0" h="276" w="179">
                  <a:moveTo>
                    <a:pt x="0" y="1"/>
                  </a:moveTo>
                  <a:cubicBezTo>
                    <a:pt x="39" y="77"/>
                    <a:pt x="54" y="188"/>
                    <a:pt x="111" y="248"/>
                  </a:cubicBezTo>
                  <a:cubicBezTo>
                    <a:pt x="118" y="271"/>
                    <a:pt x="112" y="263"/>
                    <a:pt x="124" y="276"/>
                  </a:cubicBezTo>
                  <a:cubicBezTo>
                    <a:pt x="179" y="152"/>
                    <a:pt x="111"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20"/>
            <p:cNvSpPr/>
            <p:nvPr/>
          </p:nvSpPr>
          <p:spPr>
            <a:xfrm>
              <a:off x="700623" y="3128235"/>
              <a:ext cx="34404" cy="31433"/>
            </a:xfrm>
            <a:custGeom>
              <a:rect b="b" l="l" r="r" t="t"/>
              <a:pathLst>
                <a:path extrusionOk="0" h="1111" w="1216">
                  <a:moveTo>
                    <a:pt x="820" y="0"/>
                  </a:moveTo>
                  <a:cubicBezTo>
                    <a:pt x="843" y="218"/>
                    <a:pt x="925" y="358"/>
                    <a:pt x="989" y="521"/>
                  </a:cubicBezTo>
                  <a:cubicBezTo>
                    <a:pt x="1006" y="566"/>
                    <a:pt x="999" y="612"/>
                    <a:pt x="1025" y="652"/>
                  </a:cubicBezTo>
                  <a:cubicBezTo>
                    <a:pt x="1025" y="733"/>
                    <a:pt x="1019" y="800"/>
                    <a:pt x="982" y="844"/>
                  </a:cubicBezTo>
                  <a:cubicBezTo>
                    <a:pt x="949" y="882"/>
                    <a:pt x="644" y="1005"/>
                    <a:pt x="516" y="1005"/>
                  </a:cubicBezTo>
                  <a:cubicBezTo>
                    <a:pt x="505" y="1005"/>
                    <a:pt x="495" y="1004"/>
                    <a:pt x="487" y="1002"/>
                  </a:cubicBezTo>
                  <a:cubicBezTo>
                    <a:pt x="391" y="976"/>
                    <a:pt x="294" y="938"/>
                    <a:pt x="164" y="931"/>
                  </a:cubicBezTo>
                  <a:cubicBezTo>
                    <a:pt x="127" y="896"/>
                    <a:pt x="89" y="860"/>
                    <a:pt x="51" y="826"/>
                  </a:cubicBezTo>
                  <a:cubicBezTo>
                    <a:pt x="38" y="787"/>
                    <a:pt x="28" y="748"/>
                    <a:pt x="15" y="710"/>
                  </a:cubicBezTo>
                  <a:lnTo>
                    <a:pt x="15" y="684"/>
                  </a:lnTo>
                  <a:lnTo>
                    <a:pt x="2" y="684"/>
                  </a:lnTo>
                  <a:cubicBezTo>
                    <a:pt x="0" y="836"/>
                    <a:pt x="44" y="916"/>
                    <a:pt x="98" y="1009"/>
                  </a:cubicBezTo>
                  <a:cubicBezTo>
                    <a:pt x="187" y="1027"/>
                    <a:pt x="460" y="1111"/>
                    <a:pt x="587" y="1111"/>
                  </a:cubicBezTo>
                  <a:cubicBezTo>
                    <a:pt x="602" y="1111"/>
                    <a:pt x="616" y="1110"/>
                    <a:pt x="627" y="1107"/>
                  </a:cubicBezTo>
                  <a:cubicBezTo>
                    <a:pt x="701" y="1089"/>
                    <a:pt x="771" y="1034"/>
                    <a:pt x="836" y="1009"/>
                  </a:cubicBezTo>
                  <a:cubicBezTo>
                    <a:pt x="909" y="979"/>
                    <a:pt x="999" y="967"/>
                    <a:pt x="1045" y="910"/>
                  </a:cubicBezTo>
                  <a:cubicBezTo>
                    <a:pt x="1216" y="697"/>
                    <a:pt x="1024" y="413"/>
                    <a:pt x="944" y="249"/>
                  </a:cubicBezTo>
                  <a:cubicBezTo>
                    <a:pt x="903" y="168"/>
                    <a:pt x="878" y="66"/>
                    <a:pt x="8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20"/>
            <p:cNvSpPr/>
            <p:nvPr/>
          </p:nvSpPr>
          <p:spPr>
            <a:xfrm>
              <a:off x="683789" y="3084213"/>
              <a:ext cx="7215" cy="7158"/>
            </a:xfrm>
            <a:custGeom>
              <a:rect b="b" l="l" r="r" t="t"/>
              <a:pathLst>
                <a:path extrusionOk="0" h="253" w="255">
                  <a:moveTo>
                    <a:pt x="0" y="1"/>
                  </a:moveTo>
                  <a:lnTo>
                    <a:pt x="240" y="252"/>
                  </a:lnTo>
                  <a:lnTo>
                    <a:pt x="253" y="252"/>
                  </a:lnTo>
                  <a:cubicBezTo>
                    <a:pt x="255" y="196"/>
                    <a:pt x="255" y="162"/>
                    <a:pt x="230" y="136"/>
                  </a:cubicBezTo>
                  <a:cubicBezTo>
                    <a:pt x="205" y="57"/>
                    <a:pt x="107"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20"/>
            <p:cNvSpPr/>
            <p:nvPr/>
          </p:nvSpPr>
          <p:spPr>
            <a:xfrm>
              <a:off x="675358" y="3083364"/>
              <a:ext cx="9733" cy="7498"/>
            </a:xfrm>
            <a:custGeom>
              <a:rect b="b" l="l" r="r" t="t"/>
              <a:pathLst>
                <a:path extrusionOk="0" h="265" w="344">
                  <a:moveTo>
                    <a:pt x="27" y="0"/>
                  </a:moveTo>
                  <a:cubicBezTo>
                    <a:pt x="14" y="10"/>
                    <a:pt x="22" y="6"/>
                    <a:pt x="0" y="13"/>
                  </a:cubicBezTo>
                  <a:cubicBezTo>
                    <a:pt x="99" y="98"/>
                    <a:pt x="239" y="176"/>
                    <a:pt x="332" y="265"/>
                  </a:cubicBezTo>
                  <a:cubicBezTo>
                    <a:pt x="333" y="264"/>
                    <a:pt x="335" y="264"/>
                    <a:pt x="336" y="264"/>
                  </a:cubicBezTo>
                  <a:cubicBezTo>
                    <a:pt x="339" y="264"/>
                    <a:pt x="342" y="265"/>
                    <a:pt x="344" y="265"/>
                  </a:cubicBezTo>
                  <a:cubicBezTo>
                    <a:pt x="329" y="100"/>
                    <a:pt x="217" y="0"/>
                    <a:pt x="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20"/>
            <p:cNvSpPr/>
            <p:nvPr/>
          </p:nvSpPr>
          <p:spPr>
            <a:xfrm>
              <a:off x="722606" y="3089560"/>
              <a:ext cx="6055" cy="6111"/>
            </a:xfrm>
            <a:custGeom>
              <a:rect b="b" l="l" r="r" t="t"/>
              <a:pathLst>
                <a:path extrusionOk="0" h="216" w="214">
                  <a:moveTo>
                    <a:pt x="189" y="1"/>
                  </a:moveTo>
                  <a:cubicBezTo>
                    <a:pt x="142" y="37"/>
                    <a:pt x="77" y="73"/>
                    <a:pt x="30" y="101"/>
                  </a:cubicBezTo>
                  <a:cubicBezTo>
                    <a:pt x="23" y="129"/>
                    <a:pt x="17" y="148"/>
                    <a:pt x="2" y="165"/>
                  </a:cubicBezTo>
                  <a:cubicBezTo>
                    <a:pt x="2" y="181"/>
                    <a:pt x="2" y="198"/>
                    <a:pt x="1" y="216"/>
                  </a:cubicBezTo>
                  <a:cubicBezTo>
                    <a:pt x="74" y="172"/>
                    <a:pt x="155" y="82"/>
                    <a:pt x="200" y="14"/>
                  </a:cubicBezTo>
                  <a:lnTo>
                    <a:pt x="21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20"/>
            <p:cNvSpPr/>
            <p:nvPr/>
          </p:nvSpPr>
          <p:spPr>
            <a:xfrm>
              <a:off x="728179" y="3087212"/>
              <a:ext cx="8629" cy="8601"/>
            </a:xfrm>
            <a:custGeom>
              <a:rect b="b" l="l" r="r" t="t"/>
              <a:pathLst>
                <a:path extrusionOk="0" h="304" w="305">
                  <a:moveTo>
                    <a:pt x="278" y="1"/>
                  </a:moveTo>
                  <a:cubicBezTo>
                    <a:pt x="226" y="47"/>
                    <a:pt x="133" y="52"/>
                    <a:pt x="82" y="100"/>
                  </a:cubicBezTo>
                  <a:cubicBezTo>
                    <a:pt x="44" y="136"/>
                    <a:pt x="35" y="200"/>
                    <a:pt x="2" y="241"/>
                  </a:cubicBezTo>
                  <a:cubicBezTo>
                    <a:pt x="0" y="260"/>
                    <a:pt x="0" y="281"/>
                    <a:pt x="0" y="303"/>
                  </a:cubicBezTo>
                  <a:cubicBezTo>
                    <a:pt x="103" y="236"/>
                    <a:pt x="204" y="101"/>
                    <a:pt x="291" y="12"/>
                  </a:cubicBezTo>
                  <a:lnTo>
                    <a:pt x="30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20"/>
            <p:cNvSpPr/>
            <p:nvPr/>
          </p:nvSpPr>
          <p:spPr>
            <a:xfrm>
              <a:off x="735535" y="3086476"/>
              <a:ext cx="11826" cy="7639"/>
            </a:xfrm>
            <a:custGeom>
              <a:rect b="b" l="l" r="r" t="t"/>
              <a:pathLst>
                <a:path extrusionOk="0" h="270" w="418">
                  <a:moveTo>
                    <a:pt x="312" y="0"/>
                  </a:moveTo>
                  <a:cubicBezTo>
                    <a:pt x="164" y="0"/>
                    <a:pt x="6" y="164"/>
                    <a:pt x="0" y="270"/>
                  </a:cubicBezTo>
                  <a:cubicBezTo>
                    <a:pt x="168" y="239"/>
                    <a:pt x="245" y="57"/>
                    <a:pt x="418" y="34"/>
                  </a:cubicBezTo>
                  <a:cubicBezTo>
                    <a:pt x="385" y="10"/>
                    <a:pt x="348"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20"/>
            <p:cNvSpPr/>
            <p:nvPr/>
          </p:nvSpPr>
          <p:spPr>
            <a:xfrm>
              <a:off x="725378" y="3099151"/>
              <a:ext cx="8573" cy="6479"/>
            </a:xfrm>
            <a:custGeom>
              <a:rect b="b" l="l" r="r" t="t"/>
              <a:pathLst>
                <a:path extrusionOk="0" h="229" w="303">
                  <a:moveTo>
                    <a:pt x="264" y="0"/>
                  </a:moveTo>
                  <a:cubicBezTo>
                    <a:pt x="168" y="73"/>
                    <a:pt x="57" y="75"/>
                    <a:pt x="13" y="204"/>
                  </a:cubicBezTo>
                  <a:lnTo>
                    <a:pt x="0" y="204"/>
                  </a:lnTo>
                  <a:lnTo>
                    <a:pt x="0" y="229"/>
                  </a:lnTo>
                  <a:cubicBezTo>
                    <a:pt x="88" y="200"/>
                    <a:pt x="226" y="89"/>
                    <a:pt x="277" y="15"/>
                  </a:cubicBezTo>
                  <a:lnTo>
                    <a:pt x="303" y="15"/>
                  </a:lnTo>
                  <a:cubicBezTo>
                    <a:pt x="288" y="3"/>
                    <a:pt x="291" y="5"/>
                    <a:pt x="2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20"/>
            <p:cNvSpPr/>
            <p:nvPr/>
          </p:nvSpPr>
          <p:spPr>
            <a:xfrm>
              <a:off x="578120" y="3425665"/>
              <a:ext cx="396" cy="1132"/>
            </a:xfrm>
            <a:custGeom>
              <a:rect b="b" l="l" r="r" t="t"/>
              <a:pathLst>
                <a:path extrusionOk="0" h="40" w="14">
                  <a:moveTo>
                    <a:pt x="0" y="0"/>
                  </a:moveTo>
                  <a:lnTo>
                    <a:pt x="0" y="40"/>
                  </a:lnTo>
                  <a:lnTo>
                    <a:pt x="13" y="40"/>
                  </a:lnTo>
                  <a:cubicBezTo>
                    <a:pt x="8" y="14"/>
                    <a:pt x="11" y="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20"/>
            <p:cNvSpPr/>
            <p:nvPr/>
          </p:nvSpPr>
          <p:spPr>
            <a:xfrm>
              <a:off x="515397" y="3315752"/>
              <a:ext cx="1132" cy="820"/>
            </a:xfrm>
            <a:custGeom>
              <a:rect b="b" l="l" r="r" t="t"/>
              <a:pathLst>
                <a:path extrusionOk="0" h="29" w="40">
                  <a:moveTo>
                    <a:pt x="0" y="1"/>
                  </a:moveTo>
                  <a:cubicBezTo>
                    <a:pt x="18" y="22"/>
                    <a:pt x="7" y="15"/>
                    <a:pt x="39" y="28"/>
                  </a:cubicBezTo>
                  <a:lnTo>
                    <a:pt x="39" y="15"/>
                  </a:lnTo>
                  <a:cubicBezTo>
                    <a:pt x="26" y="9"/>
                    <a:pt x="13"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20"/>
            <p:cNvSpPr/>
            <p:nvPr/>
          </p:nvSpPr>
          <p:spPr>
            <a:xfrm>
              <a:off x="516416" y="3316459"/>
              <a:ext cx="19522" cy="29339"/>
            </a:xfrm>
            <a:custGeom>
              <a:rect b="b" l="l" r="r" t="t"/>
              <a:pathLst>
                <a:path extrusionOk="0" h="1037" w="690">
                  <a:moveTo>
                    <a:pt x="1" y="0"/>
                  </a:moveTo>
                  <a:lnTo>
                    <a:pt x="1" y="0"/>
                  </a:lnTo>
                  <a:cubicBezTo>
                    <a:pt x="40" y="59"/>
                    <a:pt x="105" y="98"/>
                    <a:pt x="153" y="146"/>
                  </a:cubicBezTo>
                  <a:cubicBezTo>
                    <a:pt x="239" y="236"/>
                    <a:pt x="328" y="355"/>
                    <a:pt x="392" y="461"/>
                  </a:cubicBezTo>
                  <a:cubicBezTo>
                    <a:pt x="480" y="610"/>
                    <a:pt x="572" y="890"/>
                    <a:pt x="677" y="1009"/>
                  </a:cubicBezTo>
                  <a:cubicBezTo>
                    <a:pt x="680" y="1018"/>
                    <a:pt x="677" y="1028"/>
                    <a:pt x="677" y="1037"/>
                  </a:cubicBezTo>
                  <a:lnTo>
                    <a:pt x="690" y="1037"/>
                  </a:lnTo>
                  <a:cubicBezTo>
                    <a:pt x="650" y="732"/>
                    <a:pt x="408" y="374"/>
                    <a:pt x="230" y="186"/>
                  </a:cubicBezTo>
                  <a:cubicBezTo>
                    <a:pt x="163" y="117"/>
                    <a:pt x="107" y="32"/>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20"/>
            <p:cNvSpPr/>
            <p:nvPr/>
          </p:nvSpPr>
          <p:spPr>
            <a:xfrm>
              <a:off x="515171" y="3512040"/>
              <a:ext cx="9450" cy="11911"/>
            </a:xfrm>
            <a:custGeom>
              <a:rect b="b" l="l" r="r" t="t"/>
              <a:pathLst>
                <a:path extrusionOk="0" h="421" w="334">
                  <a:moveTo>
                    <a:pt x="1" y="1"/>
                  </a:moveTo>
                  <a:cubicBezTo>
                    <a:pt x="52" y="53"/>
                    <a:pt x="103" y="107"/>
                    <a:pt x="152" y="159"/>
                  </a:cubicBezTo>
                  <a:cubicBezTo>
                    <a:pt x="209" y="238"/>
                    <a:pt x="239" y="341"/>
                    <a:pt x="316" y="396"/>
                  </a:cubicBezTo>
                  <a:lnTo>
                    <a:pt x="316" y="421"/>
                  </a:lnTo>
                  <a:lnTo>
                    <a:pt x="328" y="421"/>
                  </a:lnTo>
                  <a:cubicBezTo>
                    <a:pt x="334" y="219"/>
                    <a:pt x="152" y="5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20"/>
            <p:cNvSpPr/>
            <p:nvPr/>
          </p:nvSpPr>
          <p:spPr>
            <a:xfrm>
              <a:off x="612268" y="3664561"/>
              <a:ext cx="8007" cy="26652"/>
            </a:xfrm>
            <a:custGeom>
              <a:rect b="b" l="l" r="r" t="t"/>
              <a:pathLst>
                <a:path extrusionOk="0" h="942" w="283">
                  <a:moveTo>
                    <a:pt x="252" y="1"/>
                  </a:moveTo>
                  <a:lnTo>
                    <a:pt x="252" y="1"/>
                  </a:lnTo>
                  <a:cubicBezTo>
                    <a:pt x="230" y="66"/>
                    <a:pt x="182" y="110"/>
                    <a:pt x="157" y="166"/>
                  </a:cubicBezTo>
                  <a:cubicBezTo>
                    <a:pt x="106" y="278"/>
                    <a:pt x="0" y="758"/>
                    <a:pt x="90" y="874"/>
                  </a:cubicBezTo>
                  <a:cubicBezTo>
                    <a:pt x="105" y="912"/>
                    <a:pt x="114" y="915"/>
                    <a:pt x="130" y="941"/>
                  </a:cubicBezTo>
                  <a:lnTo>
                    <a:pt x="156" y="941"/>
                  </a:lnTo>
                  <a:cubicBezTo>
                    <a:pt x="163" y="825"/>
                    <a:pt x="175" y="700"/>
                    <a:pt x="201" y="594"/>
                  </a:cubicBezTo>
                  <a:cubicBezTo>
                    <a:pt x="208" y="488"/>
                    <a:pt x="214" y="380"/>
                    <a:pt x="221" y="271"/>
                  </a:cubicBezTo>
                  <a:cubicBezTo>
                    <a:pt x="236" y="210"/>
                    <a:pt x="282" y="54"/>
                    <a:pt x="2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20"/>
            <p:cNvSpPr/>
            <p:nvPr/>
          </p:nvSpPr>
          <p:spPr>
            <a:xfrm>
              <a:off x="559080" y="3412283"/>
              <a:ext cx="12024" cy="34177"/>
            </a:xfrm>
            <a:custGeom>
              <a:rect b="b" l="l" r="r" t="t"/>
              <a:pathLst>
                <a:path extrusionOk="0" h="1208" w="425">
                  <a:moveTo>
                    <a:pt x="387" y="1"/>
                  </a:moveTo>
                  <a:lnTo>
                    <a:pt x="387" y="1"/>
                  </a:lnTo>
                  <a:cubicBezTo>
                    <a:pt x="332" y="436"/>
                    <a:pt x="10" y="716"/>
                    <a:pt x="0" y="1208"/>
                  </a:cubicBezTo>
                  <a:cubicBezTo>
                    <a:pt x="165" y="1023"/>
                    <a:pt x="256" y="619"/>
                    <a:pt x="342" y="350"/>
                  </a:cubicBezTo>
                  <a:cubicBezTo>
                    <a:pt x="364" y="276"/>
                    <a:pt x="425" y="65"/>
                    <a:pt x="3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20"/>
            <p:cNvSpPr/>
            <p:nvPr/>
          </p:nvSpPr>
          <p:spPr>
            <a:xfrm>
              <a:off x="494999" y="3516736"/>
              <a:ext cx="23087" cy="13722"/>
            </a:xfrm>
            <a:custGeom>
              <a:rect b="b" l="l" r="r" t="t"/>
              <a:pathLst>
                <a:path extrusionOk="0" h="485" w="816">
                  <a:moveTo>
                    <a:pt x="0" y="0"/>
                  </a:moveTo>
                  <a:cubicBezTo>
                    <a:pt x="73" y="24"/>
                    <a:pt x="145" y="45"/>
                    <a:pt x="218" y="70"/>
                  </a:cubicBezTo>
                  <a:cubicBezTo>
                    <a:pt x="372" y="143"/>
                    <a:pt x="484" y="269"/>
                    <a:pt x="612" y="364"/>
                  </a:cubicBezTo>
                  <a:cubicBezTo>
                    <a:pt x="675" y="409"/>
                    <a:pt x="750" y="429"/>
                    <a:pt x="804" y="485"/>
                  </a:cubicBezTo>
                  <a:lnTo>
                    <a:pt x="816" y="485"/>
                  </a:lnTo>
                  <a:cubicBezTo>
                    <a:pt x="746" y="176"/>
                    <a:pt x="397"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20"/>
            <p:cNvSpPr/>
            <p:nvPr/>
          </p:nvSpPr>
          <p:spPr>
            <a:xfrm>
              <a:off x="557354" y="3426769"/>
              <a:ext cx="21333" cy="58820"/>
            </a:xfrm>
            <a:custGeom>
              <a:rect b="b" l="l" r="r" t="t"/>
              <a:pathLst>
                <a:path extrusionOk="0" h="2079" w="754">
                  <a:moveTo>
                    <a:pt x="720" y="1"/>
                  </a:moveTo>
                  <a:cubicBezTo>
                    <a:pt x="694" y="161"/>
                    <a:pt x="602" y="303"/>
                    <a:pt x="542" y="437"/>
                  </a:cubicBezTo>
                  <a:cubicBezTo>
                    <a:pt x="455" y="630"/>
                    <a:pt x="399" y="818"/>
                    <a:pt x="310" y="1013"/>
                  </a:cubicBezTo>
                  <a:cubicBezTo>
                    <a:pt x="173" y="1314"/>
                    <a:pt x="0" y="1648"/>
                    <a:pt x="3" y="2078"/>
                  </a:cubicBezTo>
                  <a:cubicBezTo>
                    <a:pt x="77" y="1981"/>
                    <a:pt x="112" y="1776"/>
                    <a:pt x="166" y="1655"/>
                  </a:cubicBezTo>
                  <a:cubicBezTo>
                    <a:pt x="333" y="1296"/>
                    <a:pt x="468" y="899"/>
                    <a:pt x="618" y="514"/>
                  </a:cubicBezTo>
                  <a:cubicBezTo>
                    <a:pt x="646" y="446"/>
                    <a:pt x="753" y="52"/>
                    <a:pt x="7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20"/>
            <p:cNvSpPr/>
            <p:nvPr/>
          </p:nvSpPr>
          <p:spPr>
            <a:xfrm>
              <a:off x="514662" y="3315356"/>
              <a:ext cx="707" cy="396"/>
            </a:xfrm>
            <a:custGeom>
              <a:rect b="b" l="l" r="r" t="t"/>
              <a:pathLst>
                <a:path extrusionOk="0" h="14" w="25">
                  <a:moveTo>
                    <a:pt x="0" y="0"/>
                  </a:moveTo>
                  <a:cubicBezTo>
                    <a:pt x="12" y="10"/>
                    <a:pt x="3" y="6"/>
                    <a:pt x="25" y="13"/>
                  </a:cubicBez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20"/>
            <p:cNvSpPr/>
            <p:nvPr/>
          </p:nvSpPr>
          <p:spPr>
            <a:xfrm>
              <a:off x="487021" y="3527742"/>
              <a:ext cx="15759" cy="2744"/>
            </a:xfrm>
            <a:custGeom>
              <a:rect b="b" l="l" r="r" t="t"/>
              <a:pathLst>
                <a:path extrusionOk="0" h="97" w="557">
                  <a:moveTo>
                    <a:pt x="249" y="1"/>
                  </a:moveTo>
                  <a:cubicBezTo>
                    <a:pt x="244" y="1"/>
                    <a:pt x="240" y="1"/>
                    <a:pt x="236" y="1"/>
                  </a:cubicBezTo>
                  <a:cubicBezTo>
                    <a:pt x="188" y="34"/>
                    <a:pt x="70" y="59"/>
                    <a:pt x="0" y="61"/>
                  </a:cubicBezTo>
                  <a:cubicBezTo>
                    <a:pt x="29" y="79"/>
                    <a:pt x="365" y="96"/>
                    <a:pt x="439" y="96"/>
                  </a:cubicBezTo>
                  <a:cubicBezTo>
                    <a:pt x="447" y="96"/>
                    <a:pt x="452" y="96"/>
                    <a:pt x="454" y="96"/>
                  </a:cubicBezTo>
                  <a:cubicBezTo>
                    <a:pt x="487" y="96"/>
                    <a:pt x="522" y="97"/>
                    <a:pt x="557" y="97"/>
                  </a:cubicBezTo>
                  <a:lnTo>
                    <a:pt x="557" y="84"/>
                  </a:lnTo>
                  <a:cubicBezTo>
                    <a:pt x="451" y="50"/>
                    <a:pt x="401" y="1"/>
                    <a:pt x="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20"/>
            <p:cNvSpPr/>
            <p:nvPr/>
          </p:nvSpPr>
          <p:spPr>
            <a:xfrm>
              <a:off x="517774" y="3627329"/>
              <a:ext cx="23766" cy="4866"/>
            </a:xfrm>
            <a:custGeom>
              <a:rect b="b" l="l" r="r" t="t"/>
              <a:pathLst>
                <a:path extrusionOk="0" h="172" w="840">
                  <a:moveTo>
                    <a:pt x="2" y="1"/>
                  </a:moveTo>
                  <a:cubicBezTo>
                    <a:pt x="1" y="69"/>
                    <a:pt x="76" y="75"/>
                    <a:pt x="155" y="109"/>
                  </a:cubicBezTo>
                  <a:cubicBezTo>
                    <a:pt x="249" y="146"/>
                    <a:pt x="376" y="171"/>
                    <a:pt x="498" y="171"/>
                  </a:cubicBezTo>
                  <a:cubicBezTo>
                    <a:pt x="619" y="171"/>
                    <a:pt x="736" y="146"/>
                    <a:pt x="815" y="82"/>
                  </a:cubicBezTo>
                  <a:lnTo>
                    <a:pt x="839" y="82"/>
                  </a:lnTo>
                  <a:lnTo>
                    <a:pt x="839" y="69"/>
                  </a:lnTo>
                  <a:cubicBezTo>
                    <a:pt x="806" y="69"/>
                    <a:pt x="771" y="69"/>
                    <a:pt x="733" y="69"/>
                  </a:cubicBezTo>
                  <a:cubicBezTo>
                    <a:pt x="496" y="69"/>
                    <a:pt x="188" y="65"/>
                    <a:pt x="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20"/>
            <p:cNvSpPr/>
            <p:nvPr/>
          </p:nvSpPr>
          <p:spPr>
            <a:xfrm>
              <a:off x="486398" y="3641984"/>
              <a:ext cx="33696" cy="15900"/>
            </a:xfrm>
            <a:custGeom>
              <a:rect b="b" l="l" r="r" t="t"/>
              <a:pathLst>
                <a:path extrusionOk="0" h="562" w="1191">
                  <a:moveTo>
                    <a:pt x="0" y="1"/>
                  </a:moveTo>
                  <a:lnTo>
                    <a:pt x="0" y="1"/>
                  </a:lnTo>
                  <a:cubicBezTo>
                    <a:pt x="102" y="218"/>
                    <a:pt x="400" y="561"/>
                    <a:pt x="775" y="561"/>
                  </a:cubicBezTo>
                  <a:cubicBezTo>
                    <a:pt x="814" y="561"/>
                    <a:pt x="853" y="558"/>
                    <a:pt x="893" y="550"/>
                  </a:cubicBezTo>
                  <a:cubicBezTo>
                    <a:pt x="993" y="536"/>
                    <a:pt x="1091" y="518"/>
                    <a:pt x="1191" y="504"/>
                  </a:cubicBezTo>
                  <a:cubicBezTo>
                    <a:pt x="1179" y="496"/>
                    <a:pt x="1167" y="493"/>
                    <a:pt x="1155" y="493"/>
                  </a:cubicBezTo>
                  <a:cubicBezTo>
                    <a:pt x="1128" y="493"/>
                    <a:pt x="1097" y="505"/>
                    <a:pt x="1061" y="505"/>
                  </a:cubicBezTo>
                  <a:cubicBezTo>
                    <a:pt x="1050" y="505"/>
                    <a:pt x="1038" y="504"/>
                    <a:pt x="1025" y="501"/>
                  </a:cubicBezTo>
                  <a:cubicBezTo>
                    <a:pt x="868" y="463"/>
                    <a:pt x="711" y="448"/>
                    <a:pt x="574" y="387"/>
                  </a:cubicBezTo>
                  <a:cubicBezTo>
                    <a:pt x="461" y="336"/>
                    <a:pt x="340" y="262"/>
                    <a:pt x="243" y="187"/>
                  </a:cubicBezTo>
                  <a:cubicBezTo>
                    <a:pt x="164" y="126"/>
                    <a:pt x="109" y="3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20"/>
            <p:cNvSpPr/>
            <p:nvPr/>
          </p:nvSpPr>
          <p:spPr>
            <a:xfrm>
              <a:off x="541595" y="3628941"/>
              <a:ext cx="736" cy="368"/>
            </a:xfrm>
            <a:custGeom>
              <a:rect b="b" l="l" r="r" t="t"/>
              <a:pathLst>
                <a:path extrusionOk="0" h="13" w="26">
                  <a:moveTo>
                    <a:pt x="0" y="1"/>
                  </a:moveTo>
                  <a:cubicBezTo>
                    <a:pt x="12" y="11"/>
                    <a:pt x="3" y="4"/>
                    <a:pt x="25" y="12"/>
                  </a:cubicBez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20"/>
            <p:cNvSpPr/>
            <p:nvPr/>
          </p:nvSpPr>
          <p:spPr>
            <a:xfrm>
              <a:off x="505240" y="3636184"/>
              <a:ext cx="24049" cy="9110"/>
            </a:xfrm>
            <a:custGeom>
              <a:rect b="b" l="l" r="r" t="t"/>
              <a:pathLst>
                <a:path extrusionOk="0" h="322" w="850">
                  <a:moveTo>
                    <a:pt x="0" y="1"/>
                  </a:moveTo>
                  <a:lnTo>
                    <a:pt x="0" y="1"/>
                  </a:lnTo>
                  <a:cubicBezTo>
                    <a:pt x="54" y="116"/>
                    <a:pt x="299" y="322"/>
                    <a:pt x="529" y="322"/>
                  </a:cubicBezTo>
                  <a:cubicBezTo>
                    <a:pt x="558" y="322"/>
                    <a:pt x="586" y="319"/>
                    <a:pt x="614" y="312"/>
                  </a:cubicBezTo>
                  <a:cubicBezTo>
                    <a:pt x="697" y="291"/>
                    <a:pt x="763" y="224"/>
                    <a:pt x="836" y="185"/>
                  </a:cubicBezTo>
                  <a:lnTo>
                    <a:pt x="849" y="174"/>
                  </a:lnTo>
                  <a:lnTo>
                    <a:pt x="849" y="160"/>
                  </a:lnTo>
                  <a:cubicBezTo>
                    <a:pt x="758" y="182"/>
                    <a:pt x="674" y="192"/>
                    <a:pt x="593" y="192"/>
                  </a:cubicBezTo>
                  <a:cubicBezTo>
                    <a:pt x="451" y="192"/>
                    <a:pt x="320" y="160"/>
                    <a:pt x="177" y="95"/>
                  </a:cubicBezTo>
                  <a:cubicBezTo>
                    <a:pt x="119" y="67"/>
                    <a:pt x="68" y="2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20"/>
            <p:cNvSpPr/>
            <p:nvPr/>
          </p:nvSpPr>
          <p:spPr>
            <a:xfrm>
              <a:off x="470215" y="3640909"/>
              <a:ext cx="24586" cy="24841"/>
            </a:xfrm>
            <a:custGeom>
              <a:rect b="b" l="l" r="r" t="t"/>
              <a:pathLst>
                <a:path extrusionOk="0" h="878" w="869">
                  <a:moveTo>
                    <a:pt x="8" y="1"/>
                  </a:moveTo>
                  <a:lnTo>
                    <a:pt x="8" y="1"/>
                  </a:lnTo>
                  <a:cubicBezTo>
                    <a:pt x="1" y="351"/>
                    <a:pt x="265" y="751"/>
                    <a:pt x="520" y="851"/>
                  </a:cubicBezTo>
                  <a:cubicBezTo>
                    <a:pt x="573" y="872"/>
                    <a:pt x="628" y="878"/>
                    <a:pt x="684" y="878"/>
                  </a:cubicBezTo>
                  <a:cubicBezTo>
                    <a:pt x="744" y="878"/>
                    <a:pt x="805" y="872"/>
                    <a:pt x="869" y="872"/>
                  </a:cubicBezTo>
                  <a:cubicBezTo>
                    <a:pt x="825" y="843"/>
                    <a:pt x="745" y="860"/>
                    <a:pt x="689" y="843"/>
                  </a:cubicBezTo>
                  <a:cubicBezTo>
                    <a:pt x="609" y="818"/>
                    <a:pt x="518" y="767"/>
                    <a:pt x="456" y="722"/>
                  </a:cubicBezTo>
                  <a:cubicBezTo>
                    <a:pt x="303" y="606"/>
                    <a:pt x="165" y="401"/>
                    <a:pt x="81" y="222"/>
                  </a:cubicBezTo>
                  <a:cubicBezTo>
                    <a:pt x="56" y="148"/>
                    <a:pt x="31" y="75"/>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20"/>
            <p:cNvSpPr/>
            <p:nvPr/>
          </p:nvSpPr>
          <p:spPr>
            <a:xfrm>
              <a:off x="541256" y="3616861"/>
              <a:ext cx="19946" cy="3904"/>
            </a:xfrm>
            <a:custGeom>
              <a:rect b="b" l="l" r="r" t="t"/>
              <a:pathLst>
                <a:path extrusionOk="0" h="138" w="705">
                  <a:moveTo>
                    <a:pt x="8" y="0"/>
                  </a:moveTo>
                  <a:cubicBezTo>
                    <a:pt x="1" y="32"/>
                    <a:pt x="7" y="26"/>
                    <a:pt x="20" y="66"/>
                  </a:cubicBezTo>
                  <a:lnTo>
                    <a:pt x="161" y="119"/>
                  </a:lnTo>
                  <a:cubicBezTo>
                    <a:pt x="208" y="132"/>
                    <a:pt x="255" y="137"/>
                    <a:pt x="302" y="137"/>
                  </a:cubicBezTo>
                  <a:cubicBezTo>
                    <a:pt x="442" y="137"/>
                    <a:pt x="578" y="93"/>
                    <a:pt x="704" y="93"/>
                  </a:cubicBezTo>
                  <a:cubicBezTo>
                    <a:pt x="584" y="7"/>
                    <a:pt x="219" y="0"/>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20"/>
            <p:cNvSpPr/>
            <p:nvPr/>
          </p:nvSpPr>
          <p:spPr>
            <a:xfrm>
              <a:off x="455334" y="3640286"/>
              <a:ext cx="13156" cy="23653"/>
            </a:xfrm>
            <a:custGeom>
              <a:rect b="b" l="l" r="r" t="t"/>
              <a:pathLst>
                <a:path extrusionOk="0" h="836" w="465">
                  <a:moveTo>
                    <a:pt x="94" y="1"/>
                  </a:moveTo>
                  <a:cubicBezTo>
                    <a:pt x="1" y="226"/>
                    <a:pt x="185" y="562"/>
                    <a:pt x="287" y="702"/>
                  </a:cubicBezTo>
                  <a:cubicBezTo>
                    <a:pt x="325" y="755"/>
                    <a:pt x="399" y="782"/>
                    <a:pt x="440" y="835"/>
                  </a:cubicBezTo>
                  <a:lnTo>
                    <a:pt x="464" y="835"/>
                  </a:lnTo>
                  <a:cubicBezTo>
                    <a:pt x="403" y="741"/>
                    <a:pt x="323" y="646"/>
                    <a:pt x="277" y="533"/>
                  </a:cubicBezTo>
                  <a:cubicBezTo>
                    <a:pt x="236" y="436"/>
                    <a:pt x="230" y="350"/>
                    <a:pt x="192" y="248"/>
                  </a:cubicBezTo>
                  <a:cubicBezTo>
                    <a:pt x="162" y="174"/>
                    <a:pt x="120" y="104"/>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20"/>
            <p:cNvSpPr/>
            <p:nvPr/>
          </p:nvSpPr>
          <p:spPr>
            <a:xfrm>
              <a:off x="535909" y="3345798"/>
              <a:ext cx="396" cy="707"/>
            </a:xfrm>
            <a:custGeom>
              <a:rect b="b" l="l" r="r" t="t"/>
              <a:pathLst>
                <a:path extrusionOk="0" h="25" w="14">
                  <a:moveTo>
                    <a:pt x="1" y="0"/>
                  </a:moveTo>
                  <a:lnTo>
                    <a:pt x="1" y="25"/>
                  </a:lnTo>
                  <a:lnTo>
                    <a:pt x="14" y="25"/>
                  </a:lnTo>
                  <a:cubicBezTo>
                    <a:pt x="7" y="3"/>
                    <a:pt x="11"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20"/>
            <p:cNvSpPr/>
            <p:nvPr/>
          </p:nvSpPr>
          <p:spPr>
            <a:xfrm>
              <a:off x="617530" y="3259395"/>
              <a:ext cx="396" cy="736"/>
            </a:xfrm>
            <a:custGeom>
              <a:rect b="b" l="l" r="r" t="t"/>
              <a:pathLst>
                <a:path extrusionOk="0" h="26" w="14">
                  <a:moveTo>
                    <a:pt x="0" y="1"/>
                  </a:moveTo>
                  <a:lnTo>
                    <a:pt x="0" y="26"/>
                  </a:lnTo>
                  <a:lnTo>
                    <a:pt x="13" y="26"/>
                  </a:lnTo>
                  <a:cubicBezTo>
                    <a:pt x="3" y="4"/>
                    <a:pt x="9"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20"/>
            <p:cNvSpPr/>
            <p:nvPr/>
          </p:nvSpPr>
          <p:spPr>
            <a:xfrm>
              <a:off x="558457" y="3458286"/>
              <a:ext cx="21248" cy="51888"/>
            </a:xfrm>
            <a:custGeom>
              <a:rect b="b" l="l" r="r" t="t"/>
              <a:pathLst>
                <a:path extrusionOk="0" h="1834" w="751">
                  <a:moveTo>
                    <a:pt x="735" y="0"/>
                  </a:moveTo>
                  <a:lnTo>
                    <a:pt x="735" y="0"/>
                  </a:lnTo>
                  <a:cubicBezTo>
                    <a:pt x="674" y="163"/>
                    <a:pt x="540" y="313"/>
                    <a:pt x="466" y="473"/>
                  </a:cubicBezTo>
                  <a:cubicBezTo>
                    <a:pt x="339" y="743"/>
                    <a:pt x="258" y="1007"/>
                    <a:pt x="150" y="1305"/>
                  </a:cubicBezTo>
                  <a:cubicBezTo>
                    <a:pt x="114" y="1409"/>
                    <a:pt x="0" y="1690"/>
                    <a:pt x="88" y="1821"/>
                  </a:cubicBezTo>
                  <a:lnTo>
                    <a:pt x="88" y="1834"/>
                  </a:lnTo>
                  <a:cubicBezTo>
                    <a:pt x="133" y="1691"/>
                    <a:pt x="179" y="1552"/>
                    <a:pt x="226" y="1411"/>
                  </a:cubicBezTo>
                  <a:cubicBezTo>
                    <a:pt x="352" y="1091"/>
                    <a:pt x="467" y="740"/>
                    <a:pt x="597" y="423"/>
                  </a:cubicBezTo>
                  <a:cubicBezTo>
                    <a:pt x="626" y="354"/>
                    <a:pt x="751" y="31"/>
                    <a:pt x="7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20"/>
            <p:cNvSpPr/>
            <p:nvPr/>
          </p:nvSpPr>
          <p:spPr>
            <a:xfrm>
              <a:off x="603017" y="3251785"/>
              <a:ext cx="9846" cy="20682"/>
            </a:xfrm>
            <a:custGeom>
              <a:rect b="b" l="l" r="r" t="t"/>
              <a:pathLst>
                <a:path extrusionOk="0" h="731" w="348">
                  <a:moveTo>
                    <a:pt x="0" y="1"/>
                  </a:moveTo>
                  <a:lnTo>
                    <a:pt x="0" y="1"/>
                  </a:lnTo>
                  <a:cubicBezTo>
                    <a:pt x="92" y="148"/>
                    <a:pt x="179" y="328"/>
                    <a:pt x="247" y="497"/>
                  </a:cubicBezTo>
                  <a:cubicBezTo>
                    <a:pt x="281" y="571"/>
                    <a:pt x="288" y="649"/>
                    <a:pt x="334" y="706"/>
                  </a:cubicBezTo>
                  <a:lnTo>
                    <a:pt x="334" y="731"/>
                  </a:lnTo>
                  <a:lnTo>
                    <a:pt x="347" y="731"/>
                  </a:lnTo>
                  <a:cubicBezTo>
                    <a:pt x="334" y="497"/>
                    <a:pt x="170" y="6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20"/>
            <p:cNvSpPr/>
            <p:nvPr/>
          </p:nvSpPr>
          <p:spPr>
            <a:xfrm>
              <a:off x="617841" y="3260102"/>
              <a:ext cx="7498" cy="31263"/>
            </a:xfrm>
            <a:custGeom>
              <a:rect b="b" l="l" r="r" t="t"/>
              <a:pathLst>
                <a:path extrusionOk="0" h="1105" w="265">
                  <a:moveTo>
                    <a:pt x="1" y="1"/>
                  </a:moveTo>
                  <a:cubicBezTo>
                    <a:pt x="15" y="114"/>
                    <a:pt x="58" y="223"/>
                    <a:pt x="85" y="326"/>
                  </a:cubicBezTo>
                  <a:cubicBezTo>
                    <a:pt x="111" y="486"/>
                    <a:pt x="138" y="646"/>
                    <a:pt x="165" y="806"/>
                  </a:cubicBezTo>
                  <a:cubicBezTo>
                    <a:pt x="191" y="898"/>
                    <a:pt x="228" y="1001"/>
                    <a:pt x="236" y="1104"/>
                  </a:cubicBezTo>
                  <a:cubicBezTo>
                    <a:pt x="264" y="1060"/>
                    <a:pt x="257" y="905"/>
                    <a:pt x="242" y="834"/>
                  </a:cubicBezTo>
                  <a:cubicBezTo>
                    <a:pt x="188" y="568"/>
                    <a:pt x="151" y="1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20"/>
            <p:cNvSpPr/>
            <p:nvPr/>
          </p:nvSpPr>
          <p:spPr>
            <a:xfrm>
              <a:off x="630318" y="3275408"/>
              <a:ext cx="396" cy="736"/>
            </a:xfrm>
            <a:custGeom>
              <a:rect b="b" l="l" r="r" t="t"/>
              <a:pathLst>
                <a:path extrusionOk="0" h="26" w="14">
                  <a:moveTo>
                    <a:pt x="0" y="0"/>
                  </a:moveTo>
                  <a:lnTo>
                    <a:pt x="0" y="25"/>
                  </a:lnTo>
                  <a:lnTo>
                    <a:pt x="13" y="25"/>
                  </a:lnTo>
                  <a:cubicBezTo>
                    <a:pt x="6" y="3"/>
                    <a:pt x="12" y="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20"/>
            <p:cNvSpPr/>
            <p:nvPr/>
          </p:nvSpPr>
          <p:spPr>
            <a:xfrm>
              <a:off x="601149" y="3078583"/>
              <a:ext cx="6932" cy="23398"/>
            </a:xfrm>
            <a:custGeom>
              <a:rect b="b" l="l" r="r" t="t"/>
              <a:pathLst>
                <a:path extrusionOk="0" h="827" w="245">
                  <a:moveTo>
                    <a:pt x="211" y="1"/>
                  </a:moveTo>
                  <a:lnTo>
                    <a:pt x="211" y="1"/>
                  </a:lnTo>
                  <a:cubicBezTo>
                    <a:pt x="69" y="213"/>
                    <a:pt x="1" y="608"/>
                    <a:pt x="208" y="815"/>
                  </a:cubicBezTo>
                  <a:cubicBezTo>
                    <a:pt x="207" y="818"/>
                    <a:pt x="207" y="823"/>
                    <a:pt x="207" y="826"/>
                  </a:cubicBezTo>
                  <a:lnTo>
                    <a:pt x="219" y="826"/>
                  </a:lnTo>
                  <a:cubicBezTo>
                    <a:pt x="204" y="661"/>
                    <a:pt x="201" y="447"/>
                    <a:pt x="207" y="245"/>
                  </a:cubicBezTo>
                  <a:cubicBezTo>
                    <a:pt x="208" y="163"/>
                    <a:pt x="245" y="56"/>
                    <a:pt x="2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20"/>
            <p:cNvSpPr/>
            <p:nvPr/>
          </p:nvSpPr>
          <p:spPr>
            <a:xfrm>
              <a:off x="587088" y="3056713"/>
              <a:ext cx="9110" cy="29509"/>
            </a:xfrm>
            <a:custGeom>
              <a:rect b="b" l="l" r="r" t="t"/>
              <a:pathLst>
                <a:path extrusionOk="0" h="1043" w="322">
                  <a:moveTo>
                    <a:pt x="298" y="0"/>
                  </a:moveTo>
                  <a:cubicBezTo>
                    <a:pt x="76" y="343"/>
                    <a:pt x="0" y="486"/>
                    <a:pt x="3" y="1042"/>
                  </a:cubicBezTo>
                  <a:cubicBezTo>
                    <a:pt x="44" y="986"/>
                    <a:pt x="25" y="884"/>
                    <a:pt x="47" y="811"/>
                  </a:cubicBezTo>
                  <a:cubicBezTo>
                    <a:pt x="102" y="631"/>
                    <a:pt x="160" y="429"/>
                    <a:pt x="227" y="259"/>
                  </a:cubicBezTo>
                  <a:cubicBezTo>
                    <a:pt x="253" y="195"/>
                    <a:pt x="322" y="47"/>
                    <a:pt x="2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20"/>
            <p:cNvSpPr/>
            <p:nvPr/>
          </p:nvSpPr>
          <p:spPr>
            <a:xfrm>
              <a:off x="595152" y="3067096"/>
              <a:ext cx="6564" cy="24020"/>
            </a:xfrm>
            <a:custGeom>
              <a:rect b="b" l="l" r="r" t="t"/>
              <a:pathLst>
                <a:path extrusionOk="0" h="849" w="232">
                  <a:moveTo>
                    <a:pt x="213" y="1"/>
                  </a:moveTo>
                  <a:cubicBezTo>
                    <a:pt x="19" y="277"/>
                    <a:pt x="0" y="402"/>
                    <a:pt x="0" y="848"/>
                  </a:cubicBezTo>
                  <a:cubicBezTo>
                    <a:pt x="42" y="793"/>
                    <a:pt x="22" y="694"/>
                    <a:pt x="44" y="617"/>
                  </a:cubicBezTo>
                  <a:cubicBezTo>
                    <a:pt x="82" y="481"/>
                    <a:pt x="108" y="329"/>
                    <a:pt x="157" y="193"/>
                  </a:cubicBezTo>
                  <a:cubicBezTo>
                    <a:pt x="175" y="142"/>
                    <a:pt x="231" y="43"/>
                    <a:pt x="2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20"/>
            <p:cNvSpPr/>
            <p:nvPr/>
          </p:nvSpPr>
          <p:spPr>
            <a:xfrm>
              <a:off x="630148" y="3276115"/>
              <a:ext cx="4300" cy="23794"/>
            </a:xfrm>
            <a:custGeom>
              <a:rect b="b" l="l" r="r" t="t"/>
              <a:pathLst>
                <a:path extrusionOk="0" h="841" w="152">
                  <a:moveTo>
                    <a:pt x="19" y="0"/>
                  </a:moveTo>
                  <a:cubicBezTo>
                    <a:pt x="19" y="182"/>
                    <a:pt x="19" y="362"/>
                    <a:pt x="21" y="544"/>
                  </a:cubicBezTo>
                  <a:cubicBezTo>
                    <a:pt x="19" y="618"/>
                    <a:pt x="34" y="755"/>
                    <a:pt x="1" y="801"/>
                  </a:cubicBezTo>
                  <a:lnTo>
                    <a:pt x="1" y="840"/>
                  </a:lnTo>
                  <a:lnTo>
                    <a:pt x="14" y="840"/>
                  </a:lnTo>
                  <a:cubicBezTo>
                    <a:pt x="44" y="784"/>
                    <a:pt x="88" y="729"/>
                    <a:pt x="108" y="662"/>
                  </a:cubicBezTo>
                  <a:cubicBezTo>
                    <a:pt x="152" y="508"/>
                    <a:pt x="72" y="71"/>
                    <a:pt x="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20"/>
            <p:cNvSpPr/>
            <p:nvPr/>
          </p:nvSpPr>
          <p:spPr>
            <a:xfrm>
              <a:off x="576253" y="3544094"/>
              <a:ext cx="424" cy="1103"/>
            </a:xfrm>
            <a:custGeom>
              <a:rect b="b" l="l" r="r" t="t"/>
              <a:pathLst>
                <a:path extrusionOk="0" h="39" w="15">
                  <a:moveTo>
                    <a:pt x="1" y="0"/>
                  </a:moveTo>
                  <a:lnTo>
                    <a:pt x="1" y="38"/>
                  </a:lnTo>
                  <a:lnTo>
                    <a:pt x="14" y="38"/>
                  </a:lnTo>
                  <a:cubicBezTo>
                    <a:pt x="8" y="12"/>
                    <a:pt x="13" y="1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20"/>
            <p:cNvSpPr/>
            <p:nvPr/>
          </p:nvSpPr>
          <p:spPr>
            <a:xfrm>
              <a:off x="579648" y="3457494"/>
              <a:ext cx="340" cy="736"/>
            </a:xfrm>
            <a:custGeom>
              <a:rect b="b" l="l" r="r" t="t"/>
              <a:pathLst>
                <a:path extrusionOk="0" h="26" w="12">
                  <a:moveTo>
                    <a:pt x="0" y="1"/>
                  </a:moveTo>
                  <a:lnTo>
                    <a:pt x="0" y="26"/>
                  </a:lnTo>
                  <a:lnTo>
                    <a:pt x="12" y="26"/>
                  </a:lnTo>
                  <a:cubicBezTo>
                    <a:pt x="3" y="5"/>
                    <a:pt x="10" y="1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20"/>
            <p:cNvSpPr/>
            <p:nvPr/>
          </p:nvSpPr>
          <p:spPr>
            <a:xfrm>
              <a:off x="568331" y="3485276"/>
              <a:ext cx="11543" cy="22860"/>
            </a:xfrm>
            <a:custGeom>
              <a:rect b="b" l="l" r="r" t="t"/>
              <a:pathLst>
                <a:path extrusionOk="0" h="808" w="408">
                  <a:moveTo>
                    <a:pt x="380" y="0"/>
                  </a:moveTo>
                  <a:lnTo>
                    <a:pt x="380" y="0"/>
                  </a:lnTo>
                  <a:cubicBezTo>
                    <a:pt x="339" y="111"/>
                    <a:pt x="248" y="196"/>
                    <a:pt x="192" y="292"/>
                  </a:cubicBezTo>
                  <a:cubicBezTo>
                    <a:pt x="125" y="409"/>
                    <a:pt x="82" y="589"/>
                    <a:pt x="2" y="691"/>
                  </a:cubicBezTo>
                  <a:cubicBezTo>
                    <a:pt x="0" y="736"/>
                    <a:pt x="3" y="778"/>
                    <a:pt x="12" y="807"/>
                  </a:cubicBezTo>
                  <a:cubicBezTo>
                    <a:pt x="13" y="807"/>
                    <a:pt x="13" y="807"/>
                    <a:pt x="14" y="807"/>
                  </a:cubicBezTo>
                  <a:cubicBezTo>
                    <a:pt x="197" y="807"/>
                    <a:pt x="291" y="373"/>
                    <a:pt x="349" y="220"/>
                  </a:cubicBezTo>
                  <a:cubicBezTo>
                    <a:pt x="368" y="167"/>
                    <a:pt x="407" y="45"/>
                    <a:pt x="3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20"/>
            <p:cNvSpPr/>
            <p:nvPr/>
          </p:nvSpPr>
          <p:spPr>
            <a:xfrm>
              <a:off x="579365" y="3484569"/>
              <a:ext cx="396" cy="736"/>
            </a:xfrm>
            <a:custGeom>
              <a:rect b="b" l="l" r="r" t="t"/>
              <a:pathLst>
                <a:path extrusionOk="0" h="26" w="14">
                  <a:moveTo>
                    <a:pt x="0" y="0"/>
                  </a:moveTo>
                  <a:lnTo>
                    <a:pt x="0" y="0"/>
                  </a:lnTo>
                  <a:cubicBezTo>
                    <a:pt x="3" y="9"/>
                    <a:pt x="3" y="18"/>
                    <a:pt x="0" y="25"/>
                  </a:cubicBezTo>
                  <a:lnTo>
                    <a:pt x="13" y="25"/>
                  </a:lnTo>
                  <a:cubicBezTo>
                    <a:pt x="6" y="3"/>
                    <a:pt x="12" y="1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20"/>
            <p:cNvSpPr/>
            <p:nvPr/>
          </p:nvSpPr>
          <p:spPr>
            <a:xfrm>
              <a:off x="532372" y="3357454"/>
              <a:ext cx="396" cy="736"/>
            </a:xfrm>
            <a:custGeom>
              <a:rect b="b" l="l" r="r" t="t"/>
              <a:pathLst>
                <a:path extrusionOk="0" h="26" w="14">
                  <a:moveTo>
                    <a:pt x="1" y="1"/>
                  </a:moveTo>
                  <a:lnTo>
                    <a:pt x="1" y="26"/>
                  </a:lnTo>
                  <a:cubicBezTo>
                    <a:pt x="3" y="25"/>
                    <a:pt x="4" y="25"/>
                    <a:pt x="6" y="25"/>
                  </a:cubicBezTo>
                  <a:cubicBezTo>
                    <a:pt x="9" y="25"/>
                    <a:pt x="11" y="26"/>
                    <a:pt x="14" y="26"/>
                  </a:cubicBezTo>
                  <a:cubicBezTo>
                    <a:pt x="6" y="4"/>
                    <a:pt x="11" y="1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20"/>
            <p:cNvSpPr/>
            <p:nvPr/>
          </p:nvSpPr>
          <p:spPr>
            <a:xfrm>
              <a:off x="532061" y="3356690"/>
              <a:ext cx="396" cy="707"/>
            </a:xfrm>
            <a:custGeom>
              <a:rect b="b" l="l" r="r" t="t"/>
              <a:pathLst>
                <a:path extrusionOk="0" h="25" w="14">
                  <a:moveTo>
                    <a:pt x="0" y="0"/>
                  </a:moveTo>
                  <a:lnTo>
                    <a:pt x="0" y="25"/>
                  </a:lnTo>
                  <a:lnTo>
                    <a:pt x="13" y="25"/>
                  </a:lnTo>
                  <a:cubicBezTo>
                    <a:pt x="6" y="3"/>
                    <a:pt x="12" y="1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20"/>
            <p:cNvSpPr/>
            <p:nvPr/>
          </p:nvSpPr>
          <p:spPr>
            <a:xfrm>
              <a:off x="575970" y="3543019"/>
              <a:ext cx="396" cy="736"/>
            </a:xfrm>
            <a:custGeom>
              <a:rect b="b" l="l" r="r" t="t"/>
              <a:pathLst>
                <a:path extrusionOk="0" h="26" w="14">
                  <a:moveTo>
                    <a:pt x="1" y="0"/>
                  </a:moveTo>
                  <a:lnTo>
                    <a:pt x="1" y="25"/>
                  </a:lnTo>
                  <a:lnTo>
                    <a:pt x="14" y="25"/>
                  </a:lnTo>
                  <a:cubicBezTo>
                    <a:pt x="4" y="3"/>
                    <a:pt x="10"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472" name="Google Shape;1472;p20"/>
          <p:cNvPicPr preferRelativeResize="0"/>
          <p:nvPr/>
        </p:nvPicPr>
        <p:blipFill>
          <a:blip r:embed="rId3">
            <a:alphaModFix/>
          </a:blip>
          <a:stretch>
            <a:fillRect/>
          </a:stretch>
        </p:blipFill>
        <p:spPr>
          <a:xfrm>
            <a:off x="8668123" y="51053"/>
            <a:ext cx="403800" cy="356500"/>
          </a:xfrm>
          <a:prstGeom prst="rect">
            <a:avLst/>
          </a:prstGeom>
          <a:noFill/>
          <a:ln>
            <a:noFill/>
          </a:ln>
        </p:spPr>
      </p:pic>
      <p:sp>
        <p:nvSpPr>
          <p:cNvPr id="1473" name="Google Shape;1473;p20"/>
          <p:cNvSpPr txBox="1"/>
          <p:nvPr/>
        </p:nvSpPr>
        <p:spPr>
          <a:xfrm>
            <a:off x="913125" y="3421300"/>
            <a:ext cx="4565700" cy="6588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Antic Slab"/>
              <a:ea typeface="Antic Slab"/>
              <a:cs typeface="Antic Slab"/>
              <a:sym typeface="Antic Slab"/>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Forecast Analysis Meeting by Slidesgo">
  <a:themeElements>
    <a:clrScheme name="Simple Light">
      <a:dk1>
        <a:srgbClr val="191919"/>
      </a:dk1>
      <a:lt1>
        <a:srgbClr val="FFFFFF"/>
      </a:lt1>
      <a:dk2>
        <a:srgbClr val="EFEFEF"/>
      </a:dk2>
      <a:lt2>
        <a:srgbClr val="CCCCCC"/>
      </a:lt2>
      <a:accent1>
        <a:srgbClr val="999999"/>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